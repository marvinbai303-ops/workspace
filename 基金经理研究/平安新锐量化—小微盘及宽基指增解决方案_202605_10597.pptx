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png" ContentType="image/png"/>
  <Default Extension="emf" ContentType="image/x-emf"/>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67" r:id="rId4"/>
    <p:sldMasterId id="2147483682" r:id="rId5"/>
    <p:sldMasterId id="2147483694" r:id="rId6"/>
    <p:sldMasterId id="2147483707" r:id="rId7"/>
  </p:sldMasterIdLst>
  <p:notesMasterIdLst>
    <p:notesMasterId r:id="rId9"/>
  </p:notesMasterIdLst>
  <p:handoutMasterIdLst>
    <p:handoutMasterId r:id="rId35"/>
  </p:handoutMasterIdLst>
  <p:sldIdLst>
    <p:sldId id="1979" r:id="rId8"/>
    <p:sldId id="2117" r:id="rId10"/>
    <p:sldId id="2119" r:id="rId11"/>
    <p:sldId id="2112" r:id="rId12"/>
    <p:sldId id="2120" r:id="rId13"/>
    <p:sldId id="2121" r:id="rId14"/>
    <p:sldId id="2122" r:id="rId15"/>
    <p:sldId id="2123" r:id="rId16"/>
    <p:sldId id="2124" r:id="rId17"/>
    <p:sldId id="2125" r:id="rId18"/>
    <p:sldId id="2126" r:id="rId19"/>
    <p:sldId id="2128" r:id="rId20"/>
    <p:sldId id="2130" r:id="rId21"/>
    <p:sldId id="2131" r:id="rId22"/>
    <p:sldId id="2132" r:id="rId23"/>
    <p:sldId id="2133" r:id="rId24"/>
    <p:sldId id="2129" r:id="rId25"/>
    <p:sldId id="2135" r:id="rId26"/>
    <p:sldId id="2134" r:id="rId27"/>
    <p:sldId id="1988" r:id="rId28"/>
    <p:sldId id="2114" r:id="rId29"/>
    <p:sldId id="2113" r:id="rId30"/>
    <p:sldId id="1996" r:id="rId31"/>
    <p:sldId id="2115" r:id="rId32"/>
    <p:sldId id="2116" r:id="rId33"/>
    <p:sldId id="1985" r:id="rId34"/>
  </p:sldIdLst>
  <p:sldSz cx="9144000" cy="5143500" type="screen16x9"/>
  <p:notesSz cx="6807200" cy="993902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31" userDrawn="1">
          <p15:clr>
            <a:srgbClr val="A4A3A4"/>
          </p15:clr>
        </p15:guide>
        <p15:guide id="2" pos="280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ocaladmin" initials="L" lastIdx="9" clrIdx="0"/>
  <p:cmAuthor id="1" name="倩婷 张" initials="倩婷" lastIdx="3" clrIdx="0"/>
  <p:cmAuthor id="2" name="chen yi" initials="cy" lastIdx="1" clrIdx="1"/>
  <p:cmAuthor id="3" name="yao" initials="y" lastIdx="1" clrIdx="2"/>
  <p:cmAuthor id="4" name="张军兵(平安基金产品企划中心品牌宣传室)" initials="张军兵(平安基金产品企划中心品牌宣传室)" lastIdx="0" clrIdx="3"/>
  <p:cmAuthor id="5" name="M J" initials="MJ" lastIdx="0" clrIdx="4"/>
  <p:cmAuthor id="6" name="gaoyan772" initials="g" lastIdx="0" clrIdx="5"/>
  <p:cmAuthor id="7" name="xuqw" initials="x" lastIdx="0" clrIdx="6"/>
  <p:cmAuthor id="8" name="童非" initials="童非" lastIdx="0" clrIdx="7"/>
  <p:cmAuthor id="9" name="renjiajia" initials="renjiajia" lastIdx="0" clrIdx="8"/>
  <p:cmAuthor id="10" name="Gulati, Priyanka" initials="GP" lastIdx="0" clrIdx="9"/>
  <p:cmAuthor id="11" name="雷致雨" initials="雷致雨" lastIdx="0" clrIdx="10"/>
  <p:cmAuthor id="12" name="马兰" initials="马兰" lastIdx="0" clrIdx="11"/>
  <p:cmAuthor id="13" name="Zr" initials="Z" lastIdx="0" clrIdx="12"/>
  <p:cmAuthor id="14" name="李元俊" initials="李元俊" lastIdx="0" clrIdx="13"/>
  <p:cmAuthor id="15" name="WPS_1679281038" initials="W" lastIdx="0" clrIdx="14"/>
  <p:cmAuthor id="16" name="陈文敏" initials="陈文敏" lastIdx="0" clrIdx="15"/>
  <p:cmAuthor id="17" name="Mia" initials="Mia" lastIdx="0" clrIdx="16"/>
  <p:cmAuthor id="18" name="Qian Wang" initials="QW" lastIdx="0" clrIdx="17"/>
  <p:cmAuthor id="19" name="Jack Zhang" initials="JZ" lastIdx="0" clrIdx="18"/>
  <p:cmAuthor id="20" name="作者" initials="A" lastIdx="0" clrIdx="19"/>
  <p:cmAuthor id="21" name="Stephy Xu" initials="SX" lastIdx="0" clrIdx="20"/>
  <p:cmAuthor id="22" name="FMC L&amp;C" initials="lc" lastIdx="0" clrIdx="21"/>
  <p:cmAuthor id="23" name="Emma Hong" initials="EH" lastIdx="0" clrIdx="22"/>
  <p:cmAuthor id="24" name="echo" initials="e" lastIdx="0" clrIdx="23"/>
  <p:cmAuthor id="25" name="chenshu" initials="CS"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75D67"/>
    <a:srgbClr val="F96015"/>
    <a:srgbClr val="E95406"/>
    <a:srgbClr val="ED7D31"/>
    <a:srgbClr val="EA7824"/>
    <a:srgbClr val="EEEEEF"/>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00" autoAdjust="0"/>
    <p:restoredTop sz="96170" autoAdjust="0"/>
  </p:normalViewPr>
  <p:slideViewPr>
    <p:cSldViewPr showGuides="1">
      <p:cViewPr varScale="1">
        <p:scale>
          <a:sx n="83" d="100"/>
          <a:sy n="83" d="100"/>
        </p:scale>
        <p:origin x="940" y="48"/>
      </p:cViewPr>
      <p:guideLst>
        <p:guide orient="horz" pos="1831"/>
        <p:guide pos="2804"/>
      </p:guideLst>
    </p:cSldViewPr>
  </p:slideViewPr>
  <p:outlineViewPr>
    <p:cViewPr>
      <p:scale>
        <a:sx n="33" d="100"/>
        <a:sy n="33" d="100"/>
      </p:scale>
      <p:origin x="0" y="-579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1.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0" Type="http://schemas.openxmlformats.org/officeDocument/2006/relationships/tags" Target="tags/tag15.xml"/><Relationship Id="rId4" Type="http://schemas.openxmlformats.org/officeDocument/2006/relationships/slideMaster" Target="slideMasters/slideMaster3.xml"/><Relationship Id="rId39" Type="http://schemas.openxmlformats.org/officeDocument/2006/relationships/commentAuthors" Target="commentAuthors.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Wind\Wind.NET.Client\WindNET\tmp\320016.OF.xlsx" TargetMode="External"/></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1.xml"/><Relationship Id="rId1" Type="http://schemas.openxmlformats.org/officeDocument/2006/relationships/package" Target="../embeddings/Workbook1.xlsx"/></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2.xml"/><Relationship Id="rId1" Type="http://schemas.openxmlformats.org/officeDocument/2006/relationships/package" Target="../embeddings/Workbook2.xlsx"/></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D:\Users\WANGHAICHANG466\Desktop\&#24037;&#20316;&#25991;&#20214;\&#23459;&#20256;&#26448;&#26009;\&#20013;&#35777;A500&#25351;&#22686;&#26041;&#26696;PPT%2020260324\&#20316;&#22270;&#19987;&#29992;\&#22270;&#20687;&#27719;&#2463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6683651950322"/>
          <c:y val="0.0580321814824585"/>
          <c:w val="0.840254169461553"/>
          <c:h val="0.663466103930361"/>
        </c:manualLayout>
      </c:layout>
      <c:lineChart>
        <c:grouping val="standard"/>
        <c:varyColors val="0"/>
        <c:ser>
          <c:idx val="0"/>
          <c:order val="0"/>
          <c:tx>
            <c:strRef>
              <c:f>[320016.OF.xlsx]file!$E$1</c:f>
              <c:strCache>
                <c:ptCount val="1"/>
                <c:pt idx="0">
                  <c:v>诺安多策略A</c:v>
                </c:pt>
              </c:strCache>
            </c:strRef>
          </c:tx>
          <c:spPr>
            <a:ln w="28575" cap="rnd">
              <a:solidFill>
                <a:srgbClr val="FF0000"/>
              </a:solidFill>
              <a:round/>
            </a:ln>
            <a:effectLst/>
          </c:spPr>
          <c:marker>
            <c:symbol val="none"/>
          </c:marker>
          <c:dLbls>
            <c:delete val="1"/>
          </c:dLbls>
          <c:cat>
            <c:numRef>
              <c:f>[320016.OF.xlsx]file!$A$2:$A$737</c:f>
              <c:numCache>
                <c:formatCode>yyyy/mm/dd</c:formatCode>
                <c:ptCount val="736"/>
                <c:pt idx="0" c:formatCode="yyyy/mm/dd">
                  <c:v>44868</c:v>
                </c:pt>
                <c:pt idx="1" c:formatCode="yyyy/mm/dd">
                  <c:v>44869</c:v>
                </c:pt>
                <c:pt idx="2" c:formatCode="yyyy/mm/dd">
                  <c:v>44872</c:v>
                </c:pt>
                <c:pt idx="3" c:formatCode="yyyy/mm/dd">
                  <c:v>44873</c:v>
                </c:pt>
                <c:pt idx="4" c:formatCode="yyyy/mm/dd">
                  <c:v>44874</c:v>
                </c:pt>
                <c:pt idx="5" c:formatCode="yyyy/mm/dd">
                  <c:v>44875</c:v>
                </c:pt>
                <c:pt idx="6" c:formatCode="yyyy/mm/dd">
                  <c:v>44876</c:v>
                </c:pt>
                <c:pt idx="7" c:formatCode="yyyy/mm/dd">
                  <c:v>44879</c:v>
                </c:pt>
                <c:pt idx="8" c:formatCode="yyyy/mm/dd">
                  <c:v>44880</c:v>
                </c:pt>
                <c:pt idx="9" c:formatCode="yyyy/mm/dd">
                  <c:v>44881</c:v>
                </c:pt>
                <c:pt idx="10" c:formatCode="yyyy/mm/dd">
                  <c:v>44882</c:v>
                </c:pt>
                <c:pt idx="11" c:formatCode="yyyy/mm/dd">
                  <c:v>44883</c:v>
                </c:pt>
                <c:pt idx="12" c:formatCode="yyyy/mm/dd">
                  <c:v>44886</c:v>
                </c:pt>
                <c:pt idx="13" c:formatCode="yyyy/mm/dd">
                  <c:v>44887</c:v>
                </c:pt>
                <c:pt idx="14" c:formatCode="yyyy/mm/dd">
                  <c:v>44888</c:v>
                </c:pt>
                <c:pt idx="15" c:formatCode="yyyy/mm/dd">
                  <c:v>44889</c:v>
                </c:pt>
                <c:pt idx="16" c:formatCode="yyyy/mm/dd">
                  <c:v>44890</c:v>
                </c:pt>
                <c:pt idx="17" c:formatCode="yyyy/mm/dd">
                  <c:v>44893</c:v>
                </c:pt>
                <c:pt idx="18" c:formatCode="yyyy/mm/dd">
                  <c:v>44894</c:v>
                </c:pt>
                <c:pt idx="19" c:formatCode="yyyy/mm/dd">
                  <c:v>44895</c:v>
                </c:pt>
                <c:pt idx="20" c:formatCode="yyyy/mm/dd">
                  <c:v>44896</c:v>
                </c:pt>
                <c:pt idx="21" c:formatCode="yyyy/mm/dd">
                  <c:v>44897</c:v>
                </c:pt>
                <c:pt idx="22" c:formatCode="yyyy/mm/dd">
                  <c:v>44900</c:v>
                </c:pt>
                <c:pt idx="23" c:formatCode="yyyy/mm/dd">
                  <c:v>44901</c:v>
                </c:pt>
                <c:pt idx="24" c:formatCode="yyyy/mm/dd">
                  <c:v>44902</c:v>
                </c:pt>
                <c:pt idx="25" c:formatCode="yyyy/mm/dd">
                  <c:v>44903</c:v>
                </c:pt>
                <c:pt idx="26" c:formatCode="yyyy/mm/dd">
                  <c:v>44904</c:v>
                </c:pt>
                <c:pt idx="27" c:formatCode="yyyy/mm/dd">
                  <c:v>44907</c:v>
                </c:pt>
                <c:pt idx="28" c:formatCode="yyyy/mm/dd">
                  <c:v>44908</c:v>
                </c:pt>
                <c:pt idx="29" c:formatCode="yyyy/mm/dd">
                  <c:v>44909</c:v>
                </c:pt>
                <c:pt idx="30" c:formatCode="yyyy/mm/dd">
                  <c:v>44910</c:v>
                </c:pt>
                <c:pt idx="31" c:formatCode="yyyy/mm/dd">
                  <c:v>44911</c:v>
                </c:pt>
                <c:pt idx="32" c:formatCode="yyyy/mm/dd">
                  <c:v>44914</c:v>
                </c:pt>
                <c:pt idx="33" c:formatCode="yyyy/mm/dd">
                  <c:v>44915</c:v>
                </c:pt>
                <c:pt idx="34" c:formatCode="yyyy/mm/dd">
                  <c:v>44916</c:v>
                </c:pt>
                <c:pt idx="35" c:formatCode="yyyy/mm/dd">
                  <c:v>44917</c:v>
                </c:pt>
                <c:pt idx="36" c:formatCode="yyyy/mm/dd">
                  <c:v>44918</c:v>
                </c:pt>
                <c:pt idx="37" c:formatCode="yyyy/mm/dd">
                  <c:v>44921</c:v>
                </c:pt>
                <c:pt idx="38" c:formatCode="yyyy/mm/dd">
                  <c:v>44922</c:v>
                </c:pt>
                <c:pt idx="39" c:formatCode="yyyy/mm/dd">
                  <c:v>44923</c:v>
                </c:pt>
                <c:pt idx="40" c:formatCode="yyyy/mm/dd">
                  <c:v>44924</c:v>
                </c:pt>
                <c:pt idx="41" c:formatCode="yyyy/mm/dd">
                  <c:v>44925</c:v>
                </c:pt>
                <c:pt idx="42" c:formatCode="yyyy/mm/dd">
                  <c:v>44926</c:v>
                </c:pt>
                <c:pt idx="43" c:formatCode="yyyy/mm/dd">
                  <c:v>44929</c:v>
                </c:pt>
                <c:pt idx="44" c:formatCode="yyyy/mm/dd">
                  <c:v>44930</c:v>
                </c:pt>
                <c:pt idx="45" c:formatCode="yyyy/mm/dd">
                  <c:v>44931</c:v>
                </c:pt>
                <c:pt idx="46" c:formatCode="yyyy/mm/dd">
                  <c:v>44932</c:v>
                </c:pt>
                <c:pt idx="47" c:formatCode="yyyy/mm/dd">
                  <c:v>44935</c:v>
                </c:pt>
                <c:pt idx="48" c:formatCode="yyyy/mm/dd">
                  <c:v>44936</c:v>
                </c:pt>
                <c:pt idx="49" c:formatCode="yyyy/mm/dd">
                  <c:v>44937</c:v>
                </c:pt>
                <c:pt idx="50" c:formatCode="yyyy/mm/dd">
                  <c:v>44938</c:v>
                </c:pt>
                <c:pt idx="51" c:formatCode="yyyy/mm/dd">
                  <c:v>44939</c:v>
                </c:pt>
                <c:pt idx="52" c:formatCode="yyyy/mm/dd">
                  <c:v>44942</c:v>
                </c:pt>
                <c:pt idx="53" c:formatCode="yyyy/mm/dd">
                  <c:v>44943</c:v>
                </c:pt>
                <c:pt idx="54" c:formatCode="yyyy/mm/dd">
                  <c:v>44944</c:v>
                </c:pt>
                <c:pt idx="55" c:formatCode="yyyy/mm/dd">
                  <c:v>44945</c:v>
                </c:pt>
                <c:pt idx="56" c:formatCode="yyyy/mm/dd">
                  <c:v>44946</c:v>
                </c:pt>
                <c:pt idx="57" c:formatCode="yyyy/mm/dd">
                  <c:v>44956</c:v>
                </c:pt>
                <c:pt idx="58" c:formatCode="yyyy/mm/dd">
                  <c:v>44957</c:v>
                </c:pt>
                <c:pt idx="59" c:formatCode="yyyy/mm/dd">
                  <c:v>44958</c:v>
                </c:pt>
                <c:pt idx="60" c:formatCode="yyyy/mm/dd">
                  <c:v>44959</c:v>
                </c:pt>
                <c:pt idx="61" c:formatCode="yyyy/mm/dd">
                  <c:v>44960</c:v>
                </c:pt>
                <c:pt idx="62" c:formatCode="yyyy/mm/dd">
                  <c:v>44963</c:v>
                </c:pt>
                <c:pt idx="63" c:formatCode="yyyy/mm/dd">
                  <c:v>44964</c:v>
                </c:pt>
                <c:pt idx="64" c:formatCode="yyyy/mm/dd">
                  <c:v>44965</c:v>
                </c:pt>
                <c:pt idx="65" c:formatCode="yyyy/mm/dd">
                  <c:v>44966</c:v>
                </c:pt>
                <c:pt idx="66" c:formatCode="yyyy/mm/dd">
                  <c:v>44967</c:v>
                </c:pt>
                <c:pt idx="67" c:formatCode="yyyy/mm/dd">
                  <c:v>44970</c:v>
                </c:pt>
                <c:pt idx="68" c:formatCode="yyyy/mm/dd">
                  <c:v>44971</c:v>
                </c:pt>
                <c:pt idx="69" c:formatCode="yyyy/mm/dd">
                  <c:v>44972</c:v>
                </c:pt>
                <c:pt idx="70" c:formatCode="yyyy/mm/dd">
                  <c:v>44973</c:v>
                </c:pt>
                <c:pt idx="71" c:formatCode="yyyy/mm/dd">
                  <c:v>44974</c:v>
                </c:pt>
                <c:pt idx="72" c:formatCode="yyyy/mm/dd">
                  <c:v>44977</c:v>
                </c:pt>
                <c:pt idx="73" c:formatCode="yyyy/mm/dd">
                  <c:v>44978</c:v>
                </c:pt>
                <c:pt idx="74" c:formatCode="yyyy/mm/dd">
                  <c:v>44979</c:v>
                </c:pt>
                <c:pt idx="75" c:formatCode="yyyy/mm/dd">
                  <c:v>44980</c:v>
                </c:pt>
                <c:pt idx="76" c:formatCode="yyyy/mm/dd">
                  <c:v>44981</c:v>
                </c:pt>
                <c:pt idx="77" c:formatCode="yyyy/mm/dd">
                  <c:v>44984</c:v>
                </c:pt>
                <c:pt idx="78" c:formatCode="yyyy/mm/dd">
                  <c:v>44985</c:v>
                </c:pt>
                <c:pt idx="79" c:formatCode="yyyy/mm/dd">
                  <c:v>44986</c:v>
                </c:pt>
                <c:pt idx="80" c:formatCode="yyyy/mm/dd">
                  <c:v>44987</c:v>
                </c:pt>
                <c:pt idx="81" c:formatCode="yyyy/mm/dd">
                  <c:v>44988</c:v>
                </c:pt>
                <c:pt idx="82" c:formatCode="yyyy/mm/dd">
                  <c:v>44991</c:v>
                </c:pt>
                <c:pt idx="83" c:formatCode="yyyy/mm/dd">
                  <c:v>44992</c:v>
                </c:pt>
                <c:pt idx="84" c:formatCode="yyyy/mm/dd">
                  <c:v>44993</c:v>
                </c:pt>
                <c:pt idx="85" c:formatCode="yyyy/mm/dd">
                  <c:v>44994</c:v>
                </c:pt>
                <c:pt idx="86" c:formatCode="yyyy/mm/dd">
                  <c:v>44995</c:v>
                </c:pt>
                <c:pt idx="87" c:formatCode="yyyy/mm/dd">
                  <c:v>44998</c:v>
                </c:pt>
                <c:pt idx="88" c:formatCode="yyyy/mm/dd">
                  <c:v>44999</c:v>
                </c:pt>
                <c:pt idx="89" c:formatCode="yyyy/mm/dd">
                  <c:v>45000</c:v>
                </c:pt>
                <c:pt idx="90" c:formatCode="yyyy/mm/dd">
                  <c:v>45001</c:v>
                </c:pt>
                <c:pt idx="91" c:formatCode="yyyy/mm/dd">
                  <c:v>45002</c:v>
                </c:pt>
                <c:pt idx="92" c:formatCode="yyyy/mm/dd">
                  <c:v>45005</c:v>
                </c:pt>
                <c:pt idx="93" c:formatCode="yyyy/mm/dd">
                  <c:v>45006</c:v>
                </c:pt>
                <c:pt idx="94" c:formatCode="yyyy/mm/dd">
                  <c:v>45007</c:v>
                </c:pt>
                <c:pt idx="95" c:formatCode="yyyy/mm/dd">
                  <c:v>45008</c:v>
                </c:pt>
                <c:pt idx="96" c:formatCode="yyyy/mm/dd">
                  <c:v>45009</c:v>
                </c:pt>
                <c:pt idx="97" c:formatCode="yyyy/mm/dd">
                  <c:v>45012</c:v>
                </c:pt>
                <c:pt idx="98" c:formatCode="yyyy/mm/dd">
                  <c:v>45013</c:v>
                </c:pt>
                <c:pt idx="99" c:formatCode="yyyy/mm/dd">
                  <c:v>45014</c:v>
                </c:pt>
                <c:pt idx="100" c:formatCode="yyyy/mm/dd">
                  <c:v>45015</c:v>
                </c:pt>
                <c:pt idx="101" c:formatCode="yyyy/mm/dd">
                  <c:v>45016</c:v>
                </c:pt>
                <c:pt idx="102" c:formatCode="yyyy/mm/dd">
                  <c:v>45019</c:v>
                </c:pt>
                <c:pt idx="103" c:formatCode="yyyy/mm/dd">
                  <c:v>45020</c:v>
                </c:pt>
                <c:pt idx="104" c:formatCode="yyyy/mm/dd">
                  <c:v>45022</c:v>
                </c:pt>
                <c:pt idx="105" c:formatCode="yyyy/mm/dd">
                  <c:v>45023</c:v>
                </c:pt>
                <c:pt idx="106" c:formatCode="yyyy/mm/dd">
                  <c:v>45026</c:v>
                </c:pt>
                <c:pt idx="107" c:formatCode="yyyy/mm/dd">
                  <c:v>45027</c:v>
                </c:pt>
                <c:pt idx="108" c:formatCode="yyyy/mm/dd">
                  <c:v>45028</c:v>
                </c:pt>
                <c:pt idx="109" c:formatCode="yyyy/mm/dd">
                  <c:v>45029</c:v>
                </c:pt>
                <c:pt idx="110" c:formatCode="yyyy/mm/dd">
                  <c:v>45030</c:v>
                </c:pt>
                <c:pt idx="111" c:formatCode="yyyy/mm/dd">
                  <c:v>45033</c:v>
                </c:pt>
                <c:pt idx="112" c:formatCode="yyyy/mm/dd">
                  <c:v>45034</c:v>
                </c:pt>
                <c:pt idx="113" c:formatCode="yyyy/mm/dd">
                  <c:v>45035</c:v>
                </c:pt>
                <c:pt idx="114" c:formatCode="yyyy/mm/dd">
                  <c:v>45036</c:v>
                </c:pt>
                <c:pt idx="115" c:formatCode="yyyy/mm/dd">
                  <c:v>45037</c:v>
                </c:pt>
                <c:pt idx="116" c:formatCode="yyyy/mm/dd">
                  <c:v>45040</c:v>
                </c:pt>
                <c:pt idx="117" c:formatCode="yyyy/mm/dd">
                  <c:v>45041</c:v>
                </c:pt>
                <c:pt idx="118" c:formatCode="yyyy/mm/dd">
                  <c:v>45042</c:v>
                </c:pt>
                <c:pt idx="119" c:formatCode="yyyy/mm/dd">
                  <c:v>45043</c:v>
                </c:pt>
                <c:pt idx="120" c:formatCode="yyyy/mm/dd">
                  <c:v>45044</c:v>
                </c:pt>
                <c:pt idx="121" c:formatCode="yyyy/mm/dd">
                  <c:v>45050</c:v>
                </c:pt>
                <c:pt idx="122" c:formatCode="yyyy/mm/dd">
                  <c:v>45051</c:v>
                </c:pt>
                <c:pt idx="123" c:formatCode="yyyy/mm/dd">
                  <c:v>45054</c:v>
                </c:pt>
                <c:pt idx="124" c:formatCode="yyyy/mm/dd">
                  <c:v>45055</c:v>
                </c:pt>
                <c:pt idx="125" c:formatCode="yyyy/mm/dd">
                  <c:v>45056</c:v>
                </c:pt>
                <c:pt idx="126" c:formatCode="yyyy/mm/dd">
                  <c:v>45057</c:v>
                </c:pt>
                <c:pt idx="127" c:formatCode="yyyy/mm/dd">
                  <c:v>45058</c:v>
                </c:pt>
                <c:pt idx="128" c:formatCode="yyyy/mm/dd">
                  <c:v>45061</c:v>
                </c:pt>
                <c:pt idx="129" c:formatCode="yyyy/mm/dd">
                  <c:v>45062</c:v>
                </c:pt>
                <c:pt idx="130" c:formatCode="yyyy/mm/dd">
                  <c:v>45063</c:v>
                </c:pt>
                <c:pt idx="131" c:formatCode="yyyy/mm/dd">
                  <c:v>45064</c:v>
                </c:pt>
                <c:pt idx="132" c:formatCode="yyyy/mm/dd">
                  <c:v>45065</c:v>
                </c:pt>
                <c:pt idx="133" c:formatCode="yyyy/mm/dd">
                  <c:v>45068</c:v>
                </c:pt>
                <c:pt idx="134" c:formatCode="yyyy/mm/dd">
                  <c:v>45069</c:v>
                </c:pt>
                <c:pt idx="135" c:formatCode="yyyy/mm/dd">
                  <c:v>45070</c:v>
                </c:pt>
                <c:pt idx="136" c:formatCode="yyyy/mm/dd">
                  <c:v>45071</c:v>
                </c:pt>
                <c:pt idx="137" c:formatCode="yyyy/mm/dd">
                  <c:v>45072</c:v>
                </c:pt>
                <c:pt idx="138" c:formatCode="yyyy/mm/dd">
                  <c:v>45075</c:v>
                </c:pt>
                <c:pt idx="139" c:formatCode="yyyy/mm/dd">
                  <c:v>45076</c:v>
                </c:pt>
                <c:pt idx="140" c:formatCode="yyyy/mm/dd">
                  <c:v>45077</c:v>
                </c:pt>
                <c:pt idx="141" c:formatCode="yyyy/mm/dd">
                  <c:v>45078</c:v>
                </c:pt>
                <c:pt idx="142" c:formatCode="yyyy/mm/dd">
                  <c:v>45079</c:v>
                </c:pt>
                <c:pt idx="143" c:formatCode="yyyy/mm/dd">
                  <c:v>45082</c:v>
                </c:pt>
                <c:pt idx="144" c:formatCode="yyyy/mm/dd">
                  <c:v>45083</c:v>
                </c:pt>
                <c:pt idx="145" c:formatCode="yyyy/mm/dd">
                  <c:v>45084</c:v>
                </c:pt>
                <c:pt idx="146" c:formatCode="yyyy/mm/dd">
                  <c:v>45085</c:v>
                </c:pt>
                <c:pt idx="147" c:formatCode="yyyy/mm/dd">
                  <c:v>45086</c:v>
                </c:pt>
                <c:pt idx="148" c:formatCode="yyyy/mm/dd">
                  <c:v>45089</c:v>
                </c:pt>
                <c:pt idx="149" c:formatCode="yyyy/mm/dd">
                  <c:v>45090</c:v>
                </c:pt>
                <c:pt idx="150" c:formatCode="yyyy/mm/dd">
                  <c:v>45091</c:v>
                </c:pt>
                <c:pt idx="151" c:formatCode="yyyy/mm/dd">
                  <c:v>45092</c:v>
                </c:pt>
                <c:pt idx="152" c:formatCode="yyyy/mm/dd">
                  <c:v>45093</c:v>
                </c:pt>
                <c:pt idx="153" c:formatCode="yyyy/mm/dd">
                  <c:v>45096</c:v>
                </c:pt>
                <c:pt idx="154" c:formatCode="yyyy/mm/dd">
                  <c:v>45097</c:v>
                </c:pt>
                <c:pt idx="155" c:formatCode="yyyy/mm/dd">
                  <c:v>45098</c:v>
                </c:pt>
                <c:pt idx="156" c:formatCode="yyyy/mm/dd">
                  <c:v>45103</c:v>
                </c:pt>
                <c:pt idx="157" c:formatCode="yyyy/mm/dd">
                  <c:v>45104</c:v>
                </c:pt>
                <c:pt idx="158" c:formatCode="yyyy/mm/dd">
                  <c:v>45105</c:v>
                </c:pt>
                <c:pt idx="159" c:formatCode="yyyy/mm/dd">
                  <c:v>45106</c:v>
                </c:pt>
                <c:pt idx="160" c:formatCode="yyyy/mm/dd">
                  <c:v>45107</c:v>
                </c:pt>
                <c:pt idx="161" c:formatCode="yyyy/mm/dd">
                  <c:v>45110</c:v>
                </c:pt>
                <c:pt idx="162" c:formatCode="yyyy/mm/dd">
                  <c:v>45111</c:v>
                </c:pt>
                <c:pt idx="163" c:formatCode="yyyy/mm/dd">
                  <c:v>45112</c:v>
                </c:pt>
                <c:pt idx="164" c:formatCode="yyyy/mm/dd">
                  <c:v>45113</c:v>
                </c:pt>
                <c:pt idx="165" c:formatCode="yyyy/mm/dd">
                  <c:v>45114</c:v>
                </c:pt>
                <c:pt idx="166" c:formatCode="yyyy/mm/dd">
                  <c:v>45117</c:v>
                </c:pt>
                <c:pt idx="167" c:formatCode="yyyy/mm/dd">
                  <c:v>45118</c:v>
                </c:pt>
                <c:pt idx="168" c:formatCode="yyyy/mm/dd">
                  <c:v>45119</c:v>
                </c:pt>
                <c:pt idx="169" c:formatCode="yyyy/mm/dd">
                  <c:v>45120</c:v>
                </c:pt>
                <c:pt idx="170" c:formatCode="yyyy/mm/dd">
                  <c:v>45121</c:v>
                </c:pt>
                <c:pt idx="171" c:formatCode="yyyy/mm/dd">
                  <c:v>45124</c:v>
                </c:pt>
                <c:pt idx="172" c:formatCode="yyyy/mm/dd">
                  <c:v>45125</c:v>
                </c:pt>
                <c:pt idx="173" c:formatCode="yyyy/mm/dd">
                  <c:v>45126</c:v>
                </c:pt>
                <c:pt idx="174" c:formatCode="yyyy/mm/dd">
                  <c:v>45127</c:v>
                </c:pt>
                <c:pt idx="175" c:formatCode="yyyy/mm/dd">
                  <c:v>45128</c:v>
                </c:pt>
                <c:pt idx="176" c:formatCode="yyyy/mm/dd">
                  <c:v>45131</c:v>
                </c:pt>
                <c:pt idx="177" c:formatCode="yyyy/mm/dd">
                  <c:v>45132</c:v>
                </c:pt>
                <c:pt idx="178" c:formatCode="yyyy/mm/dd">
                  <c:v>45133</c:v>
                </c:pt>
                <c:pt idx="179" c:formatCode="yyyy/mm/dd">
                  <c:v>45134</c:v>
                </c:pt>
                <c:pt idx="180" c:formatCode="yyyy/mm/dd">
                  <c:v>45135</c:v>
                </c:pt>
                <c:pt idx="181" c:formatCode="yyyy/mm/dd">
                  <c:v>45138</c:v>
                </c:pt>
                <c:pt idx="182" c:formatCode="yyyy/mm/dd">
                  <c:v>45139</c:v>
                </c:pt>
                <c:pt idx="183" c:formatCode="yyyy/mm/dd">
                  <c:v>45140</c:v>
                </c:pt>
                <c:pt idx="184" c:formatCode="yyyy/mm/dd">
                  <c:v>45141</c:v>
                </c:pt>
                <c:pt idx="185" c:formatCode="yyyy/mm/dd">
                  <c:v>45142</c:v>
                </c:pt>
                <c:pt idx="186" c:formatCode="yyyy/mm/dd">
                  <c:v>45145</c:v>
                </c:pt>
                <c:pt idx="187" c:formatCode="yyyy/mm/dd">
                  <c:v>45146</c:v>
                </c:pt>
                <c:pt idx="188" c:formatCode="yyyy/mm/dd">
                  <c:v>45147</c:v>
                </c:pt>
                <c:pt idx="189" c:formatCode="yyyy/mm/dd">
                  <c:v>45148</c:v>
                </c:pt>
                <c:pt idx="190" c:formatCode="yyyy/mm/dd">
                  <c:v>45149</c:v>
                </c:pt>
                <c:pt idx="191" c:formatCode="yyyy/mm/dd">
                  <c:v>45152</c:v>
                </c:pt>
                <c:pt idx="192" c:formatCode="yyyy/mm/dd">
                  <c:v>45153</c:v>
                </c:pt>
                <c:pt idx="193" c:formatCode="yyyy/mm/dd">
                  <c:v>45154</c:v>
                </c:pt>
                <c:pt idx="194" c:formatCode="yyyy/mm/dd">
                  <c:v>45155</c:v>
                </c:pt>
                <c:pt idx="195" c:formatCode="yyyy/mm/dd">
                  <c:v>45156</c:v>
                </c:pt>
                <c:pt idx="196" c:formatCode="yyyy/mm/dd">
                  <c:v>45159</c:v>
                </c:pt>
                <c:pt idx="197" c:formatCode="yyyy/mm/dd">
                  <c:v>45160</c:v>
                </c:pt>
                <c:pt idx="198" c:formatCode="yyyy/mm/dd">
                  <c:v>45161</c:v>
                </c:pt>
                <c:pt idx="199" c:formatCode="yyyy/mm/dd">
                  <c:v>45162</c:v>
                </c:pt>
                <c:pt idx="200" c:formatCode="yyyy/mm/dd">
                  <c:v>45163</c:v>
                </c:pt>
                <c:pt idx="201" c:formatCode="yyyy/mm/dd">
                  <c:v>45166</c:v>
                </c:pt>
                <c:pt idx="202" c:formatCode="yyyy/mm/dd">
                  <c:v>45167</c:v>
                </c:pt>
                <c:pt idx="203" c:formatCode="yyyy/mm/dd">
                  <c:v>45168</c:v>
                </c:pt>
                <c:pt idx="204" c:formatCode="yyyy/mm/dd">
                  <c:v>45169</c:v>
                </c:pt>
                <c:pt idx="205" c:formatCode="yyyy/mm/dd">
                  <c:v>45170</c:v>
                </c:pt>
                <c:pt idx="206" c:formatCode="yyyy/mm/dd">
                  <c:v>45173</c:v>
                </c:pt>
                <c:pt idx="207" c:formatCode="yyyy/mm/dd">
                  <c:v>45174</c:v>
                </c:pt>
                <c:pt idx="208" c:formatCode="yyyy/mm/dd">
                  <c:v>45175</c:v>
                </c:pt>
                <c:pt idx="209" c:formatCode="yyyy/mm/dd">
                  <c:v>45176</c:v>
                </c:pt>
                <c:pt idx="210" c:formatCode="yyyy/mm/dd">
                  <c:v>45177</c:v>
                </c:pt>
                <c:pt idx="211" c:formatCode="yyyy/mm/dd">
                  <c:v>45180</c:v>
                </c:pt>
                <c:pt idx="212" c:formatCode="yyyy/mm/dd">
                  <c:v>45181</c:v>
                </c:pt>
                <c:pt idx="213" c:formatCode="yyyy/mm/dd">
                  <c:v>45182</c:v>
                </c:pt>
                <c:pt idx="214" c:formatCode="yyyy/mm/dd">
                  <c:v>45183</c:v>
                </c:pt>
                <c:pt idx="215" c:formatCode="yyyy/mm/dd">
                  <c:v>45184</c:v>
                </c:pt>
                <c:pt idx="216" c:formatCode="yyyy/mm/dd">
                  <c:v>45187</c:v>
                </c:pt>
                <c:pt idx="217" c:formatCode="yyyy/mm/dd">
                  <c:v>45188</c:v>
                </c:pt>
                <c:pt idx="218" c:formatCode="yyyy/mm/dd">
                  <c:v>45189</c:v>
                </c:pt>
                <c:pt idx="219" c:formatCode="yyyy/mm/dd">
                  <c:v>45190</c:v>
                </c:pt>
                <c:pt idx="220" c:formatCode="yyyy/mm/dd">
                  <c:v>45191</c:v>
                </c:pt>
                <c:pt idx="221" c:formatCode="yyyy/mm/dd">
                  <c:v>45194</c:v>
                </c:pt>
                <c:pt idx="222" c:formatCode="yyyy/mm/dd">
                  <c:v>45195</c:v>
                </c:pt>
                <c:pt idx="223" c:formatCode="yyyy/mm/dd">
                  <c:v>45196</c:v>
                </c:pt>
                <c:pt idx="224" c:formatCode="yyyy/mm/dd">
                  <c:v>45197</c:v>
                </c:pt>
                <c:pt idx="225" c:formatCode="yyyy/mm/dd">
                  <c:v>45199</c:v>
                </c:pt>
                <c:pt idx="226" c:formatCode="yyyy/mm/dd">
                  <c:v>45208</c:v>
                </c:pt>
                <c:pt idx="227" c:formatCode="yyyy/mm/dd">
                  <c:v>45209</c:v>
                </c:pt>
                <c:pt idx="228" c:formatCode="yyyy/mm/dd">
                  <c:v>45210</c:v>
                </c:pt>
                <c:pt idx="229" c:formatCode="yyyy/mm/dd">
                  <c:v>45211</c:v>
                </c:pt>
                <c:pt idx="230" c:formatCode="yyyy/mm/dd">
                  <c:v>45212</c:v>
                </c:pt>
                <c:pt idx="231" c:formatCode="yyyy/mm/dd">
                  <c:v>45215</c:v>
                </c:pt>
                <c:pt idx="232" c:formatCode="yyyy/mm/dd">
                  <c:v>45216</c:v>
                </c:pt>
                <c:pt idx="233" c:formatCode="yyyy/mm/dd">
                  <c:v>45217</c:v>
                </c:pt>
                <c:pt idx="234" c:formatCode="yyyy/mm/dd">
                  <c:v>45218</c:v>
                </c:pt>
                <c:pt idx="235" c:formatCode="yyyy/mm/dd">
                  <c:v>45219</c:v>
                </c:pt>
                <c:pt idx="236" c:formatCode="yyyy/mm/dd">
                  <c:v>45222</c:v>
                </c:pt>
                <c:pt idx="237" c:formatCode="yyyy/mm/dd">
                  <c:v>45223</c:v>
                </c:pt>
                <c:pt idx="238" c:formatCode="yyyy/mm/dd">
                  <c:v>45224</c:v>
                </c:pt>
                <c:pt idx="239" c:formatCode="yyyy/mm/dd">
                  <c:v>45225</c:v>
                </c:pt>
                <c:pt idx="240" c:formatCode="yyyy/mm/dd">
                  <c:v>45226</c:v>
                </c:pt>
                <c:pt idx="241" c:formatCode="yyyy/mm/dd">
                  <c:v>45229</c:v>
                </c:pt>
                <c:pt idx="242" c:formatCode="yyyy/mm/dd">
                  <c:v>45230</c:v>
                </c:pt>
                <c:pt idx="243" c:formatCode="yyyy/mm/dd">
                  <c:v>45231</c:v>
                </c:pt>
                <c:pt idx="244" c:formatCode="yyyy/mm/dd">
                  <c:v>45232</c:v>
                </c:pt>
                <c:pt idx="245" c:formatCode="yyyy/mm/dd">
                  <c:v>45233</c:v>
                </c:pt>
                <c:pt idx="246" c:formatCode="yyyy/mm/dd">
                  <c:v>45236</c:v>
                </c:pt>
                <c:pt idx="247" c:formatCode="yyyy/mm/dd">
                  <c:v>45237</c:v>
                </c:pt>
                <c:pt idx="248" c:formatCode="yyyy/mm/dd">
                  <c:v>45238</c:v>
                </c:pt>
                <c:pt idx="249" c:formatCode="yyyy/mm/dd">
                  <c:v>45239</c:v>
                </c:pt>
                <c:pt idx="250" c:formatCode="yyyy/mm/dd">
                  <c:v>45240</c:v>
                </c:pt>
                <c:pt idx="251" c:formatCode="yyyy/mm/dd">
                  <c:v>45243</c:v>
                </c:pt>
                <c:pt idx="252" c:formatCode="yyyy/mm/dd">
                  <c:v>45244</c:v>
                </c:pt>
                <c:pt idx="253" c:formatCode="yyyy/mm/dd">
                  <c:v>45245</c:v>
                </c:pt>
                <c:pt idx="254" c:formatCode="yyyy/mm/dd">
                  <c:v>45246</c:v>
                </c:pt>
                <c:pt idx="255" c:formatCode="yyyy/mm/dd">
                  <c:v>45247</c:v>
                </c:pt>
                <c:pt idx="256" c:formatCode="yyyy/mm/dd">
                  <c:v>45250</c:v>
                </c:pt>
                <c:pt idx="257" c:formatCode="yyyy/mm/dd">
                  <c:v>45251</c:v>
                </c:pt>
                <c:pt idx="258" c:formatCode="yyyy/mm/dd">
                  <c:v>45252</c:v>
                </c:pt>
                <c:pt idx="259" c:formatCode="yyyy/mm/dd">
                  <c:v>45253</c:v>
                </c:pt>
                <c:pt idx="260" c:formatCode="yyyy/mm/dd">
                  <c:v>45254</c:v>
                </c:pt>
                <c:pt idx="261" c:formatCode="yyyy/mm/dd">
                  <c:v>45257</c:v>
                </c:pt>
                <c:pt idx="262" c:formatCode="yyyy/mm/dd">
                  <c:v>45258</c:v>
                </c:pt>
                <c:pt idx="263" c:formatCode="yyyy/mm/dd">
                  <c:v>45259</c:v>
                </c:pt>
                <c:pt idx="264" c:formatCode="yyyy/mm/dd">
                  <c:v>45260</c:v>
                </c:pt>
                <c:pt idx="265" c:formatCode="yyyy/mm/dd">
                  <c:v>45261</c:v>
                </c:pt>
                <c:pt idx="266" c:formatCode="yyyy/mm/dd">
                  <c:v>45264</c:v>
                </c:pt>
                <c:pt idx="267" c:formatCode="yyyy/mm/dd">
                  <c:v>45265</c:v>
                </c:pt>
                <c:pt idx="268" c:formatCode="yyyy/mm/dd">
                  <c:v>45266</c:v>
                </c:pt>
                <c:pt idx="269" c:formatCode="yyyy/mm/dd">
                  <c:v>45267</c:v>
                </c:pt>
                <c:pt idx="270" c:formatCode="yyyy/mm/dd">
                  <c:v>45268</c:v>
                </c:pt>
                <c:pt idx="271" c:formatCode="yyyy/mm/dd">
                  <c:v>45271</c:v>
                </c:pt>
                <c:pt idx="272" c:formatCode="yyyy/mm/dd">
                  <c:v>45272</c:v>
                </c:pt>
                <c:pt idx="273" c:formatCode="yyyy/mm/dd">
                  <c:v>45273</c:v>
                </c:pt>
                <c:pt idx="274" c:formatCode="yyyy/mm/dd">
                  <c:v>45274</c:v>
                </c:pt>
                <c:pt idx="275" c:formatCode="yyyy/mm/dd">
                  <c:v>45275</c:v>
                </c:pt>
                <c:pt idx="276" c:formatCode="yyyy/mm/dd">
                  <c:v>45278</c:v>
                </c:pt>
                <c:pt idx="277" c:formatCode="yyyy/mm/dd">
                  <c:v>45279</c:v>
                </c:pt>
                <c:pt idx="278" c:formatCode="yyyy/mm/dd">
                  <c:v>45280</c:v>
                </c:pt>
                <c:pt idx="279" c:formatCode="yyyy/mm/dd">
                  <c:v>45281</c:v>
                </c:pt>
                <c:pt idx="280" c:formatCode="yyyy/mm/dd">
                  <c:v>45282</c:v>
                </c:pt>
                <c:pt idx="281" c:formatCode="yyyy/mm/dd">
                  <c:v>45285</c:v>
                </c:pt>
                <c:pt idx="282" c:formatCode="yyyy/mm/dd">
                  <c:v>45286</c:v>
                </c:pt>
                <c:pt idx="283" c:formatCode="yyyy/mm/dd">
                  <c:v>45287</c:v>
                </c:pt>
                <c:pt idx="284" c:formatCode="yyyy/mm/dd">
                  <c:v>45288</c:v>
                </c:pt>
                <c:pt idx="285" c:formatCode="yyyy/mm/dd">
                  <c:v>45289</c:v>
                </c:pt>
                <c:pt idx="286" c:formatCode="yyyy/mm/dd">
                  <c:v>45291</c:v>
                </c:pt>
                <c:pt idx="287" c:formatCode="yyyy/mm/dd">
                  <c:v>45293</c:v>
                </c:pt>
                <c:pt idx="288" c:formatCode="yyyy/mm/dd">
                  <c:v>45294</c:v>
                </c:pt>
                <c:pt idx="289" c:formatCode="yyyy/mm/dd">
                  <c:v>45295</c:v>
                </c:pt>
                <c:pt idx="290" c:formatCode="yyyy/mm/dd">
                  <c:v>45296</c:v>
                </c:pt>
                <c:pt idx="291" c:formatCode="yyyy/mm/dd">
                  <c:v>45299</c:v>
                </c:pt>
                <c:pt idx="292" c:formatCode="yyyy/mm/dd">
                  <c:v>45300</c:v>
                </c:pt>
                <c:pt idx="293" c:formatCode="yyyy/mm/dd">
                  <c:v>45301</c:v>
                </c:pt>
                <c:pt idx="294" c:formatCode="yyyy/mm/dd">
                  <c:v>45302</c:v>
                </c:pt>
                <c:pt idx="295" c:formatCode="yyyy/mm/dd">
                  <c:v>45303</c:v>
                </c:pt>
                <c:pt idx="296" c:formatCode="yyyy/mm/dd">
                  <c:v>45306</c:v>
                </c:pt>
                <c:pt idx="297" c:formatCode="yyyy/mm/dd">
                  <c:v>45307</c:v>
                </c:pt>
                <c:pt idx="298" c:formatCode="yyyy/mm/dd">
                  <c:v>45308</c:v>
                </c:pt>
                <c:pt idx="299" c:formatCode="yyyy/mm/dd">
                  <c:v>45309</c:v>
                </c:pt>
                <c:pt idx="300" c:formatCode="yyyy/mm/dd">
                  <c:v>45310</c:v>
                </c:pt>
                <c:pt idx="301" c:formatCode="yyyy/mm/dd">
                  <c:v>45313</c:v>
                </c:pt>
                <c:pt idx="302" c:formatCode="yyyy/mm/dd">
                  <c:v>45314</c:v>
                </c:pt>
                <c:pt idx="303" c:formatCode="yyyy/mm/dd">
                  <c:v>45315</c:v>
                </c:pt>
                <c:pt idx="304" c:formatCode="yyyy/mm/dd">
                  <c:v>45316</c:v>
                </c:pt>
                <c:pt idx="305" c:formatCode="yyyy/mm/dd">
                  <c:v>45317</c:v>
                </c:pt>
                <c:pt idx="306" c:formatCode="yyyy/mm/dd">
                  <c:v>45320</c:v>
                </c:pt>
                <c:pt idx="307" c:formatCode="yyyy/mm/dd">
                  <c:v>45321</c:v>
                </c:pt>
                <c:pt idx="308" c:formatCode="yyyy/mm/dd">
                  <c:v>45322</c:v>
                </c:pt>
                <c:pt idx="309" c:formatCode="yyyy/mm/dd">
                  <c:v>45323</c:v>
                </c:pt>
                <c:pt idx="310" c:formatCode="yyyy/mm/dd">
                  <c:v>45324</c:v>
                </c:pt>
                <c:pt idx="311" c:formatCode="yyyy/mm/dd">
                  <c:v>45327</c:v>
                </c:pt>
                <c:pt idx="312" c:formatCode="yyyy/mm/dd">
                  <c:v>45328</c:v>
                </c:pt>
                <c:pt idx="313" c:formatCode="yyyy/mm/dd">
                  <c:v>45329</c:v>
                </c:pt>
                <c:pt idx="314" c:formatCode="yyyy/mm/dd">
                  <c:v>45330</c:v>
                </c:pt>
                <c:pt idx="315" c:formatCode="yyyy/mm/dd">
                  <c:v>45341</c:v>
                </c:pt>
                <c:pt idx="316" c:formatCode="yyyy/mm/dd">
                  <c:v>45342</c:v>
                </c:pt>
                <c:pt idx="317" c:formatCode="yyyy/mm/dd">
                  <c:v>45343</c:v>
                </c:pt>
                <c:pt idx="318" c:formatCode="yyyy/mm/dd">
                  <c:v>45344</c:v>
                </c:pt>
                <c:pt idx="319" c:formatCode="yyyy/mm/dd">
                  <c:v>45345</c:v>
                </c:pt>
                <c:pt idx="320" c:formatCode="yyyy/mm/dd">
                  <c:v>45348</c:v>
                </c:pt>
                <c:pt idx="321" c:formatCode="yyyy/mm/dd">
                  <c:v>45349</c:v>
                </c:pt>
                <c:pt idx="322" c:formatCode="yyyy/mm/dd">
                  <c:v>45350</c:v>
                </c:pt>
                <c:pt idx="323" c:formatCode="yyyy/mm/dd">
                  <c:v>45351</c:v>
                </c:pt>
                <c:pt idx="324" c:formatCode="yyyy/mm/dd">
                  <c:v>45352</c:v>
                </c:pt>
                <c:pt idx="325" c:formatCode="yyyy/mm/dd">
                  <c:v>45355</c:v>
                </c:pt>
                <c:pt idx="326" c:formatCode="yyyy/mm/dd">
                  <c:v>45356</c:v>
                </c:pt>
                <c:pt idx="327" c:formatCode="yyyy/mm/dd">
                  <c:v>45357</c:v>
                </c:pt>
                <c:pt idx="328" c:formatCode="yyyy/mm/dd">
                  <c:v>45358</c:v>
                </c:pt>
                <c:pt idx="329" c:formatCode="yyyy/mm/dd">
                  <c:v>45359</c:v>
                </c:pt>
                <c:pt idx="330" c:formatCode="yyyy/mm/dd">
                  <c:v>45362</c:v>
                </c:pt>
                <c:pt idx="331" c:formatCode="yyyy/mm/dd">
                  <c:v>45363</c:v>
                </c:pt>
                <c:pt idx="332" c:formatCode="yyyy/mm/dd">
                  <c:v>45364</c:v>
                </c:pt>
                <c:pt idx="333" c:formatCode="yyyy/mm/dd">
                  <c:v>45365</c:v>
                </c:pt>
                <c:pt idx="334" c:formatCode="yyyy/mm/dd">
                  <c:v>45366</c:v>
                </c:pt>
                <c:pt idx="335" c:formatCode="yyyy/mm/dd">
                  <c:v>45369</c:v>
                </c:pt>
                <c:pt idx="336" c:formatCode="yyyy/mm/dd">
                  <c:v>45370</c:v>
                </c:pt>
                <c:pt idx="337" c:formatCode="yyyy/mm/dd">
                  <c:v>45371</c:v>
                </c:pt>
                <c:pt idx="338" c:formatCode="yyyy/mm/dd">
                  <c:v>45372</c:v>
                </c:pt>
                <c:pt idx="339" c:formatCode="yyyy/mm/dd">
                  <c:v>45373</c:v>
                </c:pt>
                <c:pt idx="340" c:formatCode="yyyy/mm/dd">
                  <c:v>45376</c:v>
                </c:pt>
                <c:pt idx="341" c:formatCode="yyyy/mm/dd">
                  <c:v>45377</c:v>
                </c:pt>
                <c:pt idx="342" c:formatCode="yyyy/mm/dd">
                  <c:v>45378</c:v>
                </c:pt>
                <c:pt idx="343" c:formatCode="yyyy/mm/dd">
                  <c:v>45379</c:v>
                </c:pt>
                <c:pt idx="344" c:formatCode="yyyy/mm/dd">
                  <c:v>45380</c:v>
                </c:pt>
                <c:pt idx="345" c:formatCode="yyyy/mm/dd">
                  <c:v>45382</c:v>
                </c:pt>
                <c:pt idx="346" c:formatCode="yyyy/mm/dd">
                  <c:v>45383</c:v>
                </c:pt>
                <c:pt idx="347" c:formatCode="yyyy/mm/dd">
                  <c:v>45384</c:v>
                </c:pt>
                <c:pt idx="348" c:formatCode="yyyy/mm/dd">
                  <c:v>45385</c:v>
                </c:pt>
                <c:pt idx="349" c:formatCode="yyyy/mm/dd">
                  <c:v>45390</c:v>
                </c:pt>
                <c:pt idx="350" c:formatCode="yyyy/mm/dd">
                  <c:v>45391</c:v>
                </c:pt>
                <c:pt idx="351" c:formatCode="yyyy/mm/dd">
                  <c:v>45392</c:v>
                </c:pt>
                <c:pt idx="352" c:formatCode="yyyy/mm/dd">
                  <c:v>45393</c:v>
                </c:pt>
                <c:pt idx="353" c:formatCode="yyyy/mm/dd">
                  <c:v>45394</c:v>
                </c:pt>
                <c:pt idx="354" c:formatCode="yyyy/mm/dd">
                  <c:v>45397</c:v>
                </c:pt>
                <c:pt idx="355" c:formatCode="yyyy/mm/dd">
                  <c:v>45398</c:v>
                </c:pt>
                <c:pt idx="356" c:formatCode="yyyy/mm/dd">
                  <c:v>45399</c:v>
                </c:pt>
                <c:pt idx="357" c:formatCode="yyyy/mm/dd">
                  <c:v>45400</c:v>
                </c:pt>
                <c:pt idx="358" c:formatCode="yyyy/mm/dd">
                  <c:v>45401</c:v>
                </c:pt>
                <c:pt idx="359" c:formatCode="yyyy/mm/dd">
                  <c:v>45404</c:v>
                </c:pt>
                <c:pt idx="360" c:formatCode="yyyy/mm/dd">
                  <c:v>45405</c:v>
                </c:pt>
                <c:pt idx="361" c:formatCode="yyyy/mm/dd">
                  <c:v>45406</c:v>
                </c:pt>
                <c:pt idx="362" c:formatCode="yyyy/mm/dd">
                  <c:v>45407</c:v>
                </c:pt>
                <c:pt idx="363" c:formatCode="yyyy/mm/dd">
                  <c:v>45408</c:v>
                </c:pt>
                <c:pt idx="364" c:formatCode="yyyy/mm/dd">
                  <c:v>45411</c:v>
                </c:pt>
                <c:pt idx="365" c:formatCode="yyyy/mm/dd">
                  <c:v>45412</c:v>
                </c:pt>
                <c:pt idx="366" c:formatCode="yyyy/mm/dd">
                  <c:v>45418</c:v>
                </c:pt>
                <c:pt idx="367" c:formatCode="yyyy/mm/dd">
                  <c:v>45419</c:v>
                </c:pt>
                <c:pt idx="368" c:formatCode="yyyy/mm/dd">
                  <c:v>45420</c:v>
                </c:pt>
                <c:pt idx="369" c:formatCode="yyyy/mm/dd">
                  <c:v>45421</c:v>
                </c:pt>
                <c:pt idx="370" c:formatCode="yyyy/mm/dd">
                  <c:v>45422</c:v>
                </c:pt>
                <c:pt idx="371" c:formatCode="yyyy/mm/dd">
                  <c:v>45425</c:v>
                </c:pt>
                <c:pt idx="372" c:formatCode="yyyy/mm/dd">
                  <c:v>45426</c:v>
                </c:pt>
                <c:pt idx="373" c:formatCode="yyyy/mm/dd">
                  <c:v>45427</c:v>
                </c:pt>
                <c:pt idx="374" c:formatCode="yyyy/mm/dd">
                  <c:v>45428</c:v>
                </c:pt>
                <c:pt idx="375" c:formatCode="yyyy/mm/dd">
                  <c:v>45429</c:v>
                </c:pt>
                <c:pt idx="376" c:formatCode="yyyy/mm/dd">
                  <c:v>45432</c:v>
                </c:pt>
                <c:pt idx="377" c:formatCode="yyyy/mm/dd">
                  <c:v>45433</c:v>
                </c:pt>
                <c:pt idx="378" c:formatCode="yyyy/mm/dd">
                  <c:v>45434</c:v>
                </c:pt>
                <c:pt idx="379" c:formatCode="yyyy/mm/dd">
                  <c:v>45435</c:v>
                </c:pt>
                <c:pt idx="380" c:formatCode="yyyy/mm/dd">
                  <c:v>45436</c:v>
                </c:pt>
                <c:pt idx="381" c:formatCode="yyyy/mm/dd">
                  <c:v>45439</c:v>
                </c:pt>
                <c:pt idx="382" c:formatCode="yyyy/mm/dd">
                  <c:v>45440</c:v>
                </c:pt>
                <c:pt idx="383" c:formatCode="yyyy/mm/dd">
                  <c:v>45441</c:v>
                </c:pt>
                <c:pt idx="384" c:formatCode="yyyy/mm/dd">
                  <c:v>45442</c:v>
                </c:pt>
                <c:pt idx="385" c:formatCode="yyyy/mm/dd">
                  <c:v>45443</c:v>
                </c:pt>
                <c:pt idx="386" c:formatCode="yyyy/mm/dd">
                  <c:v>45446</c:v>
                </c:pt>
                <c:pt idx="387" c:formatCode="yyyy/mm/dd">
                  <c:v>45447</c:v>
                </c:pt>
                <c:pt idx="388" c:formatCode="yyyy/mm/dd">
                  <c:v>45448</c:v>
                </c:pt>
                <c:pt idx="389" c:formatCode="yyyy/mm/dd">
                  <c:v>45449</c:v>
                </c:pt>
                <c:pt idx="390" c:formatCode="yyyy/mm/dd">
                  <c:v>45450</c:v>
                </c:pt>
                <c:pt idx="391" c:formatCode="yyyy/mm/dd">
                  <c:v>45454</c:v>
                </c:pt>
                <c:pt idx="392" c:formatCode="yyyy/mm/dd">
                  <c:v>45455</c:v>
                </c:pt>
                <c:pt idx="393" c:formatCode="yyyy/mm/dd">
                  <c:v>45456</c:v>
                </c:pt>
                <c:pt idx="394" c:formatCode="yyyy/mm/dd">
                  <c:v>45457</c:v>
                </c:pt>
                <c:pt idx="395" c:formatCode="yyyy/mm/dd">
                  <c:v>45460</c:v>
                </c:pt>
                <c:pt idx="396" c:formatCode="yyyy/mm/dd">
                  <c:v>45461</c:v>
                </c:pt>
                <c:pt idx="397" c:formatCode="yyyy/mm/dd">
                  <c:v>45462</c:v>
                </c:pt>
                <c:pt idx="398" c:formatCode="yyyy/mm/dd">
                  <c:v>45463</c:v>
                </c:pt>
                <c:pt idx="399" c:formatCode="yyyy/mm/dd">
                  <c:v>45464</c:v>
                </c:pt>
                <c:pt idx="400" c:formatCode="yyyy/mm/dd">
                  <c:v>45467</c:v>
                </c:pt>
                <c:pt idx="401" c:formatCode="yyyy/mm/dd">
                  <c:v>45468</c:v>
                </c:pt>
                <c:pt idx="402" c:formatCode="yyyy/mm/dd">
                  <c:v>45469</c:v>
                </c:pt>
                <c:pt idx="403" c:formatCode="yyyy/mm/dd">
                  <c:v>45470</c:v>
                </c:pt>
                <c:pt idx="404" c:formatCode="yyyy/mm/dd">
                  <c:v>45471</c:v>
                </c:pt>
                <c:pt idx="405" c:formatCode="yyyy/mm/dd">
                  <c:v>45473</c:v>
                </c:pt>
                <c:pt idx="406" c:formatCode="yyyy/mm/dd">
                  <c:v>45474</c:v>
                </c:pt>
                <c:pt idx="407" c:formatCode="yyyy/mm/dd">
                  <c:v>45475</c:v>
                </c:pt>
                <c:pt idx="408" c:formatCode="yyyy/mm/dd">
                  <c:v>45476</c:v>
                </c:pt>
                <c:pt idx="409" c:formatCode="yyyy/mm/dd">
                  <c:v>45477</c:v>
                </c:pt>
                <c:pt idx="410" c:formatCode="yyyy/mm/dd">
                  <c:v>45478</c:v>
                </c:pt>
                <c:pt idx="411" c:formatCode="yyyy/mm/dd">
                  <c:v>45481</c:v>
                </c:pt>
                <c:pt idx="412" c:formatCode="yyyy/mm/dd">
                  <c:v>45482</c:v>
                </c:pt>
                <c:pt idx="413" c:formatCode="yyyy/mm/dd">
                  <c:v>45483</c:v>
                </c:pt>
                <c:pt idx="414" c:formatCode="yyyy/mm/dd">
                  <c:v>45484</c:v>
                </c:pt>
                <c:pt idx="415" c:formatCode="yyyy/mm/dd">
                  <c:v>45485</c:v>
                </c:pt>
                <c:pt idx="416" c:formatCode="yyyy/mm/dd">
                  <c:v>45488</c:v>
                </c:pt>
                <c:pt idx="417" c:formatCode="yyyy/mm/dd">
                  <c:v>45489</c:v>
                </c:pt>
                <c:pt idx="418" c:formatCode="yyyy/mm/dd">
                  <c:v>45490</c:v>
                </c:pt>
                <c:pt idx="419" c:formatCode="yyyy/mm/dd">
                  <c:v>45491</c:v>
                </c:pt>
                <c:pt idx="420" c:formatCode="yyyy/mm/dd">
                  <c:v>45492</c:v>
                </c:pt>
                <c:pt idx="421" c:formatCode="yyyy/mm/dd">
                  <c:v>45495</c:v>
                </c:pt>
                <c:pt idx="422" c:formatCode="yyyy/mm/dd">
                  <c:v>45496</c:v>
                </c:pt>
                <c:pt idx="423" c:formatCode="yyyy/mm/dd">
                  <c:v>45497</c:v>
                </c:pt>
                <c:pt idx="424" c:formatCode="yyyy/mm/dd">
                  <c:v>45498</c:v>
                </c:pt>
                <c:pt idx="425" c:formatCode="yyyy/mm/dd">
                  <c:v>45499</c:v>
                </c:pt>
                <c:pt idx="426" c:formatCode="yyyy/mm/dd">
                  <c:v>45502</c:v>
                </c:pt>
                <c:pt idx="427" c:formatCode="yyyy/mm/dd">
                  <c:v>45503</c:v>
                </c:pt>
                <c:pt idx="428" c:formatCode="yyyy/mm/dd">
                  <c:v>45504</c:v>
                </c:pt>
                <c:pt idx="429" c:formatCode="yyyy/mm/dd">
                  <c:v>45505</c:v>
                </c:pt>
                <c:pt idx="430" c:formatCode="yyyy/mm/dd">
                  <c:v>45506</c:v>
                </c:pt>
                <c:pt idx="431" c:formatCode="yyyy/mm/dd">
                  <c:v>45509</c:v>
                </c:pt>
                <c:pt idx="432" c:formatCode="yyyy/mm/dd">
                  <c:v>45510</c:v>
                </c:pt>
                <c:pt idx="433" c:formatCode="yyyy/mm/dd">
                  <c:v>45511</c:v>
                </c:pt>
                <c:pt idx="434" c:formatCode="yyyy/mm/dd">
                  <c:v>45512</c:v>
                </c:pt>
                <c:pt idx="435" c:formatCode="yyyy/mm/dd">
                  <c:v>45513</c:v>
                </c:pt>
                <c:pt idx="436" c:formatCode="yyyy/mm/dd">
                  <c:v>45516</c:v>
                </c:pt>
                <c:pt idx="437" c:formatCode="yyyy/mm/dd">
                  <c:v>45517</c:v>
                </c:pt>
                <c:pt idx="438" c:formatCode="yyyy/mm/dd">
                  <c:v>45518</c:v>
                </c:pt>
                <c:pt idx="439" c:formatCode="yyyy/mm/dd">
                  <c:v>45519</c:v>
                </c:pt>
                <c:pt idx="440" c:formatCode="yyyy/mm/dd">
                  <c:v>45520</c:v>
                </c:pt>
                <c:pt idx="441" c:formatCode="yyyy/mm/dd">
                  <c:v>45523</c:v>
                </c:pt>
                <c:pt idx="442" c:formatCode="yyyy/mm/dd">
                  <c:v>45524</c:v>
                </c:pt>
                <c:pt idx="443" c:formatCode="yyyy/mm/dd">
                  <c:v>45525</c:v>
                </c:pt>
                <c:pt idx="444" c:formatCode="yyyy/mm/dd">
                  <c:v>45526</c:v>
                </c:pt>
                <c:pt idx="445" c:formatCode="yyyy/mm/dd">
                  <c:v>45527</c:v>
                </c:pt>
                <c:pt idx="446" c:formatCode="yyyy/mm/dd">
                  <c:v>45530</c:v>
                </c:pt>
                <c:pt idx="447" c:formatCode="yyyy/mm/dd">
                  <c:v>45531</c:v>
                </c:pt>
                <c:pt idx="448" c:formatCode="yyyy/mm/dd">
                  <c:v>45532</c:v>
                </c:pt>
                <c:pt idx="449" c:formatCode="yyyy/mm/dd">
                  <c:v>45533</c:v>
                </c:pt>
                <c:pt idx="450" c:formatCode="yyyy/mm/dd">
                  <c:v>45534</c:v>
                </c:pt>
                <c:pt idx="451" c:formatCode="yyyy/mm/dd">
                  <c:v>45537</c:v>
                </c:pt>
                <c:pt idx="452" c:formatCode="yyyy/mm/dd">
                  <c:v>45538</c:v>
                </c:pt>
                <c:pt idx="453" c:formatCode="yyyy/mm/dd">
                  <c:v>45539</c:v>
                </c:pt>
                <c:pt idx="454" c:formatCode="yyyy/mm/dd">
                  <c:v>45540</c:v>
                </c:pt>
                <c:pt idx="455" c:formatCode="yyyy/mm/dd">
                  <c:v>45541</c:v>
                </c:pt>
                <c:pt idx="456" c:formatCode="yyyy/mm/dd">
                  <c:v>45544</c:v>
                </c:pt>
                <c:pt idx="457" c:formatCode="yyyy/mm/dd">
                  <c:v>45545</c:v>
                </c:pt>
                <c:pt idx="458" c:formatCode="yyyy/mm/dd">
                  <c:v>45546</c:v>
                </c:pt>
                <c:pt idx="459" c:formatCode="yyyy/mm/dd">
                  <c:v>45547</c:v>
                </c:pt>
                <c:pt idx="460" c:formatCode="yyyy/mm/dd">
                  <c:v>45548</c:v>
                </c:pt>
                <c:pt idx="461" c:formatCode="yyyy/mm/dd">
                  <c:v>45553</c:v>
                </c:pt>
                <c:pt idx="462" c:formatCode="yyyy/mm/dd">
                  <c:v>45554</c:v>
                </c:pt>
                <c:pt idx="463" c:formatCode="yyyy/mm/dd">
                  <c:v>45555</c:v>
                </c:pt>
                <c:pt idx="464" c:formatCode="yyyy/mm/dd">
                  <c:v>45558</c:v>
                </c:pt>
                <c:pt idx="465" c:formatCode="yyyy/mm/dd">
                  <c:v>45559</c:v>
                </c:pt>
                <c:pt idx="466" c:formatCode="yyyy/mm/dd">
                  <c:v>45560</c:v>
                </c:pt>
                <c:pt idx="467" c:formatCode="yyyy/mm/dd">
                  <c:v>45561</c:v>
                </c:pt>
                <c:pt idx="468" c:formatCode="yyyy/mm/dd">
                  <c:v>45562</c:v>
                </c:pt>
                <c:pt idx="469" c:formatCode="yyyy/mm/dd">
                  <c:v>45565</c:v>
                </c:pt>
                <c:pt idx="470" c:formatCode="yyyy/mm/dd">
                  <c:v>45573</c:v>
                </c:pt>
                <c:pt idx="471" c:formatCode="yyyy/mm/dd">
                  <c:v>45574</c:v>
                </c:pt>
                <c:pt idx="472" c:formatCode="yyyy/mm/dd">
                  <c:v>45575</c:v>
                </c:pt>
                <c:pt idx="473" c:formatCode="yyyy/mm/dd">
                  <c:v>45576</c:v>
                </c:pt>
                <c:pt idx="474" c:formatCode="yyyy/mm/dd">
                  <c:v>45579</c:v>
                </c:pt>
                <c:pt idx="475" c:formatCode="yyyy/mm/dd">
                  <c:v>45580</c:v>
                </c:pt>
                <c:pt idx="476" c:formatCode="yyyy/mm/dd">
                  <c:v>45581</c:v>
                </c:pt>
                <c:pt idx="477" c:formatCode="yyyy/mm/dd">
                  <c:v>45582</c:v>
                </c:pt>
                <c:pt idx="478" c:formatCode="yyyy/mm/dd">
                  <c:v>45583</c:v>
                </c:pt>
                <c:pt idx="479" c:formatCode="yyyy/mm/dd">
                  <c:v>45586</c:v>
                </c:pt>
                <c:pt idx="480" c:formatCode="yyyy/mm/dd">
                  <c:v>45587</c:v>
                </c:pt>
                <c:pt idx="481" c:formatCode="yyyy/mm/dd">
                  <c:v>45588</c:v>
                </c:pt>
                <c:pt idx="482" c:formatCode="yyyy/mm/dd">
                  <c:v>45589</c:v>
                </c:pt>
                <c:pt idx="483" c:formatCode="yyyy/mm/dd">
                  <c:v>45590</c:v>
                </c:pt>
                <c:pt idx="484" c:formatCode="yyyy/mm/dd">
                  <c:v>45593</c:v>
                </c:pt>
                <c:pt idx="485" c:formatCode="yyyy/mm/dd">
                  <c:v>45594</c:v>
                </c:pt>
                <c:pt idx="486" c:formatCode="yyyy/mm/dd">
                  <c:v>45595</c:v>
                </c:pt>
                <c:pt idx="487" c:formatCode="yyyy/mm/dd">
                  <c:v>45596</c:v>
                </c:pt>
                <c:pt idx="488" c:formatCode="yyyy/mm/dd">
                  <c:v>45597</c:v>
                </c:pt>
                <c:pt idx="489" c:formatCode="yyyy/mm/dd">
                  <c:v>45600</c:v>
                </c:pt>
                <c:pt idx="490" c:formatCode="yyyy/mm/dd">
                  <c:v>45601</c:v>
                </c:pt>
                <c:pt idx="491" c:formatCode="yyyy/mm/dd">
                  <c:v>45602</c:v>
                </c:pt>
                <c:pt idx="492" c:formatCode="yyyy/mm/dd">
                  <c:v>45603</c:v>
                </c:pt>
                <c:pt idx="493" c:formatCode="yyyy/mm/dd">
                  <c:v>45604</c:v>
                </c:pt>
                <c:pt idx="494" c:formatCode="yyyy/mm/dd">
                  <c:v>45607</c:v>
                </c:pt>
                <c:pt idx="495" c:formatCode="yyyy/mm/dd">
                  <c:v>45608</c:v>
                </c:pt>
                <c:pt idx="496" c:formatCode="yyyy/mm/dd">
                  <c:v>45609</c:v>
                </c:pt>
                <c:pt idx="497" c:formatCode="yyyy/mm/dd">
                  <c:v>45610</c:v>
                </c:pt>
                <c:pt idx="498" c:formatCode="yyyy/mm/dd">
                  <c:v>45611</c:v>
                </c:pt>
                <c:pt idx="499" c:formatCode="yyyy/mm/dd">
                  <c:v>45614</c:v>
                </c:pt>
                <c:pt idx="500" c:formatCode="yyyy/mm/dd">
                  <c:v>45615</c:v>
                </c:pt>
                <c:pt idx="501" c:formatCode="yyyy/mm/dd">
                  <c:v>45616</c:v>
                </c:pt>
                <c:pt idx="502" c:formatCode="yyyy/mm/dd">
                  <c:v>45617</c:v>
                </c:pt>
                <c:pt idx="503" c:formatCode="yyyy/mm/dd">
                  <c:v>45618</c:v>
                </c:pt>
                <c:pt idx="504" c:formatCode="yyyy/mm/dd">
                  <c:v>45621</c:v>
                </c:pt>
                <c:pt idx="505" c:formatCode="yyyy/mm/dd">
                  <c:v>45622</c:v>
                </c:pt>
                <c:pt idx="506" c:formatCode="yyyy/mm/dd">
                  <c:v>45623</c:v>
                </c:pt>
                <c:pt idx="507" c:formatCode="yyyy/mm/dd">
                  <c:v>45624</c:v>
                </c:pt>
                <c:pt idx="508" c:formatCode="yyyy/mm/dd">
                  <c:v>45625</c:v>
                </c:pt>
                <c:pt idx="509" c:formatCode="yyyy/mm/dd">
                  <c:v>45628</c:v>
                </c:pt>
                <c:pt idx="510" c:formatCode="yyyy/mm/dd">
                  <c:v>45629</c:v>
                </c:pt>
                <c:pt idx="511" c:formatCode="yyyy/mm/dd">
                  <c:v>45630</c:v>
                </c:pt>
                <c:pt idx="512" c:formatCode="yyyy/mm/dd">
                  <c:v>45631</c:v>
                </c:pt>
                <c:pt idx="513" c:formatCode="yyyy/mm/dd">
                  <c:v>45632</c:v>
                </c:pt>
                <c:pt idx="514" c:formatCode="yyyy/mm/dd">
                  <c:v>45635</c:v>
                </c:pt>
                <c:pt idx="515" c:formatCode="yyyy/mm/dd">
                  <c:v>45636</c:v>
                </c:pt>
                <c:pt idx="516" c:formatCode="yyyy/mm/dd">
                  <c:v>45637</c:v>
                </c:pt>
                <c:pt idx="517" c:formatCode="yyyy/mm/dd">
                  <c:v>45638</c:v>
                </c:pt>
                <c:pt idx="518" c:formatCode="yyyy/mm/dd">
                  <c:v>45639</c:v>
                </c:pt>
                <c:pt idx="519" c:formatCode="yyyy/mm/dd">
                  <c:v>45642</c:v>
                </c:pt>
                <c:pt idx="520" c:formatCode="yyyy/mm/dd">
                  <c:v>45643</c:v>
                </c:pt>
                <c:pt idx="521" c:formatCode="yyyy/mm/dd">
                  <c:v>45644</c:v>
                </c:pt>
                <c:pt idx="522" c:formatCode="yyyy/mm/dd">
                  <c:v>45645</c:v>
                </c:pt>
                <c:pt idx="523" c:formatCode="yyyy/mm/dd">
                  <c:v>45646</c:v>
                </c:pt>
                <c:pt idx="524" c:formatCode="yyyy/mm/dd">
                  <c:v>45649</c:v>
                </c:pt>
                <c:pt idx="525" c:formatCode="yyyy/mm/dd">
                  <c:v>45650</c:v>
                </c:pt>
                <c:pt idx="526" c:formatCode="yyyy/mm/dd">
                  <c:v>45651</c:v>
                </c:pt>
                <c:pt idx="527" c:formatCode="yyyy/mm/dd">
                  <c:v>45652</c:v>
                </c:pt>
                <c:pt idx="528" c:formatCode="yyyy/mm/dd">
                  <c:v>45653</c:v>
                </c:pt>
                <c:pt idx="529" c:formatCode="yyyy/mm/dd">
                  <c:v>45656</c:v>
                </c:pt>
                <c:pt idx="530" c:formatCode="yyyy/mm/dd">
                  <c:v>45657</c:v>
                </c:pt>
                <c:pt idx="531" c:formatCode="yyyy/mm/dd">
                  <c:v>45659</c:v>
                </c:pt>
                <c:pt idx="532" c:formatCode="yyyy/mm/dd">
                  <c:v>45660</c:v>
                </c:pt>
                <c:pt idx="533" c:formatCode="yyyy/mm/dd">
                  <c:v>45663</c:v>
                </c:pt>
                <c:pt idx="534" c:formatCode="yyyy/mm/dd">
                  <c:v>45664</c:v>
                </c:pt>
                <c:pt idx="535" c:formatCode="yyyy/mm/dd">
                  <c:v>45665</c:v>
                </c:pt>
                <c:pt idx="536" c:formatCode="yyyy/mm/dd">
                  <c:v>45666</c:v>
                </c:pt>
                <c:pt idx="537" c:formatCode="yyyy/mm/dd">
                  <c:v>45667</c:v>
                </c:pt>
                <c:pt idx="538" c:formatCode="yyyy/mm/dd">
                  <c:v>45670</c:v>
                </c:pt>
                <c:pt idx="539" c:formatCode="yyyy/mm/dd">
                  <c:v>45671</c:v>
                </c:pt>
                <c:pt idx="540" c:formatCode="yyyy/mm/dd">
                  <c:v>45672</c:v>
                </c:pt>
                <c:pt idx="541" c:formatCode="yyyy/mm/dd">
                  <c:v>45673</c:v>
                </c:pt>
                <c:pt idx="542" c:formatCode="yyyy/mm/dd">
                  <c:v>45674</c:v>
                </c:pt>
                <c:pt idx="543" c:formatCode="yyyy/mm/dd">
                  <c:v>45677</c:v>
                </c:pt>
                <c:pt idx="544" c:formatCode="yyyy/mm/dd">
                  <c:v>45678</c:v>
                </c:pt>
                <c:pt idx="545" c:formatCode="yyyy/mm/dd">
                  <c:v>45679</c:v>
                </c:pt>
                <c:pt idx="546" c:formatCode="yyyy/mm/dd">
                  <c:v>45680</c:v>
                </c:pt>
                <c:pt idx="547" c:formatCode="yyyy/mm/dd">
                  <c:v>45681</c:v>
                </c:pt>
                <c:pt idx="548" c:formatCode="yyyy/mm/dd">
                  <c:v>45684</c:v>
                </c:pt>
                <c:pt idx="549" c:formatCode="yyyy/mm/dd">
                  <c:v>45693</c:v>
                </c:pt>
                <c:pt idx="550" c:formatCode="yyyy/mm/dd">
                  <c:v>45694</c:v>
                </c:pt>
                <c:pt idx="551" c:formatCode="yyyy/mm/dd">
                  <c:v>45695</c:v>
                </c:pt>
                <c:pt idx="552" c:formatCode="yyyy/mm/dd">
                  <c:v>45698</c:v>
                </c:pt>
                <c:pt idx="553" c:formatCode="yyyy/mm/dd">
                  <c:v>45699</c:v>
                </c:pt>
                <c:pt idx="554" c:formatCode="yyyy/mm/dd">
                  <c:v>45700</c:v>
                </c:pt>
                <c:pt idx="555" c:formatCode="yyyy/mm/dd">
                  <c:v>45701</c:v>
                </c:pt>
                <c:pt idx="556" c:formatCode="yyyy/mm/dd">
                  <c:v>45702</c:v>
                </c:pt>
                <c:pt idx="557" c:formatCode="yyyy/mm/dd">
                  <c:v>45705</c:v>
                </c:pt>
                <c:pt idx="558" c:formatCode="yyyy/mm/dd">
                  <c:v>45706</c:v>
                </c:pt>
                <c:pt idx="559" c:formatCode="yyyy/mm/dd">
                  <c:v>45707</c:v>
                </c:pt>
                <c:pt idx="560" c:formatCode="yyyy/mm/dd">
                  <c:v>45708</c:v>
                </c:pt>
                <c:pt idx="561" c:formatCode="yyyy/mm/dd">
                  <c:v>45709</c:v>
                </c:pt>
                <c:pt idx="562" c:formatCode="yyyy/mm/dd">
                  <c:v>45712</c:v>
                </c:pt>
                <c:pt idx="563" c:formatCode="yyyy/mm/dd">
                  <c:v>45713</c:v>
                </c:pt>
                <c:pt idx="564" c:formatCode="yyyy/mm/dd">
                  <c:v>45714</c:v>
                </c:pt>
                <c:pt idx="565" c:formatCode="yyyy/mm/dd">
                  <c:v>45715</c:v>
                </c:pt>
                <c:pt idx="566" c:formatCode="yyyy/mm/dd">
                  <c:v>45716</c:v>
                </c:pt>
                <c:pt idx="567" c:formatCode="yyyy/mm/dd">
                  <c:v>45719</c:v>
                </c:pt>
                <c:pt idx="568" c:formatCode="yyyy/mm/dd">
                  <c:v>45720</c:v>
                </c:pt>
                <c:pt idx="569" c:formatCode="yyyy/mm/dd">
                  <c:v>45721</c:v>
                </c:pt>
                <c:pt idx="570" c:formatCode="yyyy/mm/dd">
                  <c:v>45722</c:v>
                </c:pt>
                <c:pt idx="571" c:formatCode="yyyy/mm/dd">
                  <c:v>45723</c:v>
                </c:pt>
                <c:pt idx="572" c:formatCode="yyyy/mm/dd">
                  <c:v>45726</c:v>
                </c:pt>
                <c:pt idx="573" c:formatCode="yyyy/mm/dd">
                  <c:v>45727</c:v>
                </c:pt>
                <c:pt idx="574" c:formatCode="yyyy/mm/dd">
                  <c:v>45728</c:v>
                </c:pt>
                <c:pt idx="575" c:formatCode="yyyy/mm/dd">
                  <c:v>45729</c:v>
                </c:pt>
                <c:pt idx="576" c:formatCode="yyyy/mm/dd">
                  <c:v>45730</c:v>
                </c:pt>
                <c:pt idx="577" c:formatCode="yyyy/mm/dd">
                  <c:v>45733</c:v>
                </c:pt>
                <c:pt idx="578" c:formatCode="yyyy/mm/dd">
                  <c:v>45734</c:v>
                </c:pt>
                <c:pt idx="579" c:formatCode="yyyy/mm/dd">
                  <c:v>45735</c:v>
                </c:pt>
                <c:pt idx="580" c:formatCode="yyyy/mm/dd">
                  <c:v>45736</c:v>
                </c:pt>
                <c:pt idx="581" c:formatCode="yyyy/mm/dd">
                  <c:v>45737</c:v>
                </c:pt>
                <c:pt idx="582" c:formatCode="yyyy/mm/dd">
                  <c:v>45740</c:v>
                </c:pt>
                <c:pt idx="583" c:formatCode="yyyy/mm/dd">
                  <c:v>45741</c:v>
                </c:pt>
                <c:pt idx="584" c:formatCode="yyyy/mm/dd">
                  <c:v>45742</c:v>
                </c:pt>
                <c:pt idx="585" c:formatCode="yyyy/mm/dd">
                  <c:v>45743</c:v>
                </c:pt>
                <c:pt idx="586" c:formatCode="yyyy/mm/dd">
                  <c:v>45744</c:v>
                </c:pt>
                <c:pt idx="587" c:formatCode="yyyy/mm/dd">
                  <c:v>45747</c:v>
                </c:pt>
                <c:pt idx="588" c:formatCode="yyyy/mm/dd">
                  <c:v>45748</c:v>
                </c:pt>
                <c:pt idx="589" c:formatCode="yyyy/mm/dd">
                  <c:v>45749</c:v>
                </c:pt>
                <c:pt idx="590" c:formatCode="yyyy/mm/dd">
                  <c:v>45750</c:v>
                </c:pt>
                <c:pt idx="591" c:formatCode="yyyy/mm/dd">
                  <c:v>45754</c:v>
                </c:pt>
                <c:pt idx="592" c:formatCode="yyyy/mm/dd">
                  <c:v>45755</c:v>
                </c:pt>
                <c:pt idx="593" c:formatCode="yyyy/mm/dd">
                  <c:v>45756</c:v>
                </c:pt>
                <c:pt idx="594" c:formatCode="yyyy/mm/dd">
                  <c:v>45757</c:v>
                </c:pt>
                <c:pt idx="595" c:formatCode="yyyy/mm/dd">
                  <c:v>45758</c:v>
                </c:pt>
                <c:pt idx="596" c:formatCode="yyyy/mm/dd">
                  <c:v>45761</c:v>
                </c:pt>
                <c:pt idx="597" c:formatCode="yyyy/mm/dd">
                  <c:v>45762</c:v>
                </c:pt>
                <c:pt idx="598" c:formatCode="yyyy/mm/dd">
                  <c:v>45763</c:v>
                </c:pt>
                <c:pt idx="599" c:formatCode="yyyy/mm/dd">
                  <c:v>45764</c:v>
                </c:pt>
                <c:pt idx="600" c:formatCode="yyyy/mm/dd">
                  <c:v>45765</c:v>
                </c:pt>
                <c:pt idx="601" c:formatCode="yyyy/mm/dd">
                  <c:v>45768</c:v>
                </c:pt>
                <c:pt idx="602" c:formatCode="yyyy/mm/dd">
                  <c:v>45769</c:v>
                </c:pt>
                <c:pt idx="603" c:formatCode="yyyy/mm/dd">
                  <c:v>45770</c:v>
                </c:pt>
                <c:pt idx="604" c:formatCode="yyyy/mm/dd">
                  <c:v>45771</c:v>
                </c:pt>
                <c:pt idx="605" c:formatCode="yyyy/mm/dd">
                  <c:v>45772</c:v>
                </c:pt>
                <c:pt idx="606" c:formatCode="yyyy/mm/dd">
                  <c:v>45775</c:v>
                </c:pt>
                <c:pt idx="607" c:formatCode="yyyy/mm/dd">
                  <c:v>45776</c:v>
                </c:pt>
                <c:pt idx="608" c:formatCode="yyyy/mm/dd">
                  <c:v>45777</c:v>
                </c:pt>
                <c:pt idx="609" c:formatCode="yyyy/mm/dd">
                  <c:v>45783</c:v>
                </c:pt>
                <c:pt idx="610" c:formatCode="yyyy/mm/dd">
                  <c:v>45784</c:v>
                </c:pt>
                <c:pt idx="611" c:formatCode="yyyy/mm/dd">
                  <c:v>45785</c:v>
                </c:pt>
                <c:pt idx="612" c:formatCode="yyyy/mm/dd">
                  <c:v>45786</c:v>
                </c:pt>
                <c:pt idx="613" c:formatCode="yyyy/mm/dd">
                  <c:v>45789</c:v>
                </c:pt>
                <c:pt idx="614" c:formatCode="yyyy/mm/dd">
                  <c:v>45790</c:v>
                </c:pt>
                <c:pt idx="615" c:formatCode="yyyy/mm/dd">
                  <c:v>45791</c:v>
                </c:pt>
                <c:pt idx="616" c:formatCode="yyyy/mm/dd">
                  <c:v>45792</c:v>
                </c:pt>
                <c:pt idx="617" c:formatCode="yyyy/mm/dd">
                  <c:v>45793</c:v>
                </c:pt>
                <c:pt idx="618" c:formatCode="yyyy/mm/dd">
                  <c:v>45796</c:v>
                </c:pt>
                <c:pt idx="619" c:formatCode="yyyy/mm/dd">
                  <c:v>45797</c:v>
                </c:pt>
                <c:pt idx="620" c:formatCode="yyyy/mm/dd">
                  <c:v>45798</c:v>
                </c:pt>
                <c:pt idx="621" c:formatCode="yyyy/mm/dd">
                  <c:v>45799</c:v>
                </c:pt>
                <c:pt idx="622" c:formatCode="yyyy/mm/dd">
                  <c:v>45800</c:v>
                </c:pt>
                <c:pt idx="623" c:formatCode="yyyy/mm/dd">
                  <c:v>45803</c:v>
                </c:pt>
                <c:pt idx="624" c:formatCode="yyyy/mm/dd">
                  <c:v>45804</c:v>
                </c:pt>
                <c:pt idx="625" c:formatCode="yyyy/mm/dd">
                  <c:v>45805</c:v>
                </c:pt>
                <c:pt idx="626" c:formatCode="yyyy/mm/dd">
                  <c:v>45806</c:v>
                </c:pt>
                <c:pt idx="627" c:formatCode="yyyy/mm/dd">
                  <c:v>45807</c:v>
                </c:pt>
                <c:pt idx="628" c:formatCode="yyyy/mm/dd">
                  <c:v>45811</c:v>
                </c:pt>
                <c:pt idx="629" c:formatCode="yyyy/mm/dd">
                  <c:v>45812</c:v>
                </c:pt>
                <c:pt idx="630" c:formatCode="yyyy/mm/dd">
                  <c:v>45813</c:v>
                </c:pt>
                <c:pt idx="631" c:formatCode="yyyy/mm/dd">
                  <c:v>45814</c:v>
                </c:pt>
                <c:pt idx="632" c:formatCode="yyyy/mm/dd">
                  <c:v>45817</c:v>
                </c:pt>
                <c:pt idx="633" c:formatCode="yyyy/mm/dd">
                  <c:v>45818</c:v>
                </c:pt>
                <c:pt idx="634" c:formatCode="yyyy/mm/dd">
                  <c:v>45819</c:v>
                </c:pt>
                <c:pt idx="635" c:formatCode="yyyy/mm/dd">
                  <c:v>45820</c:v>
                </c:pt>
                <c:pt idx="636" c:formatCode="yyyy/mm/dd">
                  <c:v>45821</c:v>
                </c:pt>
                <c:pt idx="637" c:formatCode="yyyy/mm/dd">
                  <c:v>45824</c:v>
                </c:pt>
                <c:pt idx="638" c:formatCode="yyyy/mm/dd">
                  <c:v>45825</c:v>
                </c:pt>
                <c:pt idx="639" c:formatCode="yyyy/mm/dd">
                  <c:v>45826</c:v>
                </c:pt>
                <c:pt idx="640" c:formatCode="yyyy/mm/dd">
                  <c:v>45827</c:v>
                </c:pt>
                <c:pt idx="641" c:formatCode="yyyy/mm/dd">
                  <c:v>45828</c:v>
                </c:pt>
                <c:pt idx="642" c:formatCode="yyyy/mm/dd">
                  <c:v>45831</c:v>
                </c:pt>
                <c:pt idx="643" c:formatCode="yyyy/mm/dd">
                  <c:v>45832</c:v>
                </c:pt>
                <c:pt idx="644" c:formatCode="yyyy/mm/dd">
                  <c:v>45833</c:v>
                </c:pt>
                <c:pt idx="645" c:formatCode="yyyy/mm/dd">
                  <c:v>45834</c:v>
                </c:pt>
                <c:pt idx="646" c:formatCode="yyyy/mm/dd">
                  <c:v>45835</c:v>
                </c:pt>
                <c:pt idx="647" c:formatCode="yyyy/mm/dd">
                  <c:v>45838</c:v>
                </c:pt>
                <c:pt idx="648" c:formatCode="yyyy/mm/dd">
                  <c:v>45839</c:v>
                </c:pt>
                <c:pt idx="649" c:formatCode="yyyy/mm/dd">
                  <c:v>45840</c:v>
                </c:pt>
                <c:pt idx="650" c:formatCode="yyyy/mm/dd">
                  <c:v>45841</c:v>
                </c:pt>
                <c:pt idx="651" c:formatCode="yyyy/mm/dd">
                  <c:v>45842</c:v>
                </c:pt>
                <c:pt idx="652" c:formatCode="yyyy/mm/dd">
                  <c:v>45845</c:v>
                </c:pt>
                <c:pt idx="653" c:formatCode="yyyy/mm/dd">
                  <c:v>45846</c:v>
                </c:pt>
                <c:pt idx="654" c:formatCode="yyyy/mm/dd">
                  <c:v>45847</c:v>
                </c:pt>
                <c:pt idx="655" c:formatCode="yyyy/mm/dd">
                  <c:v>45848</c:v>
                </c:pt>
                <c:pt idx="656" c:formatCode="yyyy/mm/dd">
                  <c:v>45849</c:v>
                </c:pt>
                <c:pt idx="657" c:formatCode="yyyy/mm/dd">
                  <c:v>45852</c:v>
                </c:pt>
                <c:pt idx="658" c:formatCode="yyyy/mm/dd">
                  <c:v>45853</c:v>
                </c:pt>
                <c:pt idx="659" c:formatCode="yyyy/mm/dd">
                  <c:v>45854</c:v>
                </c:pt>
                <c:pt idx="660" c:formatCode="yyyy/mm/dd">
                  <c:v>45855</c:v>
                </c:pt>
                <c:pt idx="661" c:formatCode="yyyy/mm/dd">
                  <c:v>45856</c:v>
                </c:pt>
                <c:pt idx="662" c:formatCode="yyyy/mm/dd">
                  <c:v>45859</c:v>
                </c:pt>
                <c:pt idx="663" c:formatCode="yyyy/mm/dd">
                  <c:v>45860</c:v>
                </c:pt>
                <c:pt idx="664" c:formatCode="yyyy/mm/dd">
                  <c:v>45861</c:v>
                </c:pt>
                <c:pt idx="665" c:formatCode="yyyy/mm/dd">
                  <c:v>45862</c:v>
                </c:pt>
                <c:pt idx="666" c:formatCode="yyyy/mm/dd">
                  <c:v>45863</c:v>
                </c:pt>
                <c:pt idx="667" c:formatCode="yyyy/mm/dd">
                  <c:v>45866</c:v>
                </c:pt>
                <c:pt idx="668" c:formatCode="yyyy/mm/dd">
                  <c:v>45867</c:v>
                </c:pt>
                <c:pt idx="669" c:formatCode="yyyy/mm/dd">
                  <c:v>45868</c:v>
                </c:pt>
                <c:pt idx="670" c:formatCode="yyyy/mm/dd">
                  <c:v>45869</c:v>
                </c:pt>
                <c:pt idx="671" c:formatCode="yyyy/mm/dd">
                  <c:v>45870</c:v>
                </c:pt>
                <c:pt idx="672" c:formatCode="yyyy/mm/dd">
                  <c:v>45873</c:v>
                </c:pt>
                <c:pt idx="673" c:formatCode="yyyy/mm/dd">
                  <c:v>45874</c:v>
                </c:pt>
                <c:pt idx="674" c:formatCode="yyyy/mm/dd">
                  <c:v>45875</c:v>
                </c:pt>
                <c:pt idx="675" c:formatCode="yyyy/mm/dd">
                  <c:v>45876</c:v>
                </c:pt>
                <c:pt idx="676" c:formatCode="yyyy/mm/dd">
                  <c:v>45877</c:v>
                </c:pt>
                <c:pt idx="677" c:formatCode="yyyy/mm/dd">
                  <c:v>45880</c:v>
                </c:pt>
                <c:pt idx="678" c:formatCode="yyyy/mm/dd">
                  <c:v>45881</c:v>
                </c:pt>
                <c:pt idx="679" c:formatCode="yyyy/mm/dd">
                  <c:v>45882</c:v>
                </c:pt>
                <c:pt idx="680" c:formatCode="yyyy/mm/dd">
                  <c:v>45883</c:v>
                </c:pt>
                <c:pt idx="681" c:formatCode="yyyy/mm/dd">
                  <c:v>45884</c:v>
                </c:pt>
                <c:pt idx="682" c:formatCode="yyyy/mm/dd">
                  <c:v>45887</c:v>
                </c:pt>
                <c:pt idx="683" c:formatCode="yyyy/mm/dd">
                  <c:v>45888</c:v>
                </c:pt>
                <c:pt idx="684" c:formatCode="yyyy/mm/dd">
                  <c:v>45889</c:v>
                </c:pt>
                <c:pt idx="685" c:formatCode="yyyy/mm/dd">
                  <c:v>45890</c:v>
                </c:pt>
                <c:pt idx="686" c:formatCode="yyyy/mm/dd">
                  <c:v>45891</c:v>
                </c:pt>
                <c:pt idx="687" c:formatCode="yyyy/mm/dd">
                  <c:v>45894</c:v>
                </c:pt>
                <c:pt idx="688" c:formatCode="yyyy/mm/dd">
                  <c:v>45895</c:v>
                </c:pt>
                <c:pt idx="689" c:formatCode="yyyy/mm/dd">
                  <c:v>45896</c:v>
                </c:pt>
                <c:pt idx="690" c:formatCode="yyyy/mm/dd">
                  <c:v>45897</c:v>
                </c:pt>
                <c:pt idx="691" c:formatCode="yyyy/mm/dd">
                  <c:v>45898</c:v>
                </c:pt>
                <c:pt idx="692" c:formatCode="yyyy/mm/dd">
                  <c:v>45901</c:v>
                </c:pt>
                <c:pt idx="693" c:formatCode="yyyy/mm/dd">
                  <c:v>45902</c:v>
                </c:pt>
                <c:pt idx="694" c:formatCode="yyyy/mm/dd">
                  <c:v>45903</c:v>
                </c:pt>
                <c:pt idx="695" c:formatCode="yyyy/mm/dd">
                  <c:v>45904</c:v>
                </c:pt>
                <c:pt idx="696" c:formatCode="yyyy/mm/dd">
                  <c:v>45905</c:v>
                </c:pt>
                <c:pt idx="697" c:formatCode="yyyy/mm/dd">
                  <c:v>45908</c:v>
                </c:pt>
                <c:pt idx="698" c:formatCode="yyyy/mm/dd">
                  <c:v>45909</c:v>
                </c:pt>
                <c:pt idx="699" c:formatCode="yyyy/mm/dd">
                  <c:v>45910</c:v>
                </c:pt>
                <c:pt idx="700" c:formatCode="yyyy/mm/dd">
                  <c:v>45911</c:v>
                </c:pt>
                <c:pt idx="701" c:formatCode="yyyy/mm/dd">
                  <c:v>45912</c:v>
                </c:pt>
                <c:pt idx="702" c:formatCode="yyyy/mm/dd">
                  <c:v>45915</c:v>
                </c:pt>
                <c:pt idx="703" c:formatCode="yyyy/mm/dd">
                  <c:v>45916</c:v>
                </c:pt>
                <c:pt idx="704" c:formatCode="yyyy/mm/dd">
                  <c:v>45917</c:v>
                </c:pt>
                <c:pt idx="705" c:formatCode="yyyy/mm/dd">
                  <c:v>45918</c:v>
                </c:pt>
                <c:pt idx="706" c:formatCode="yyyy/mm/dd">
                  <c:v>45919</c:v>
                </c:pt>
                <c:pt idx="707" c:formatCode="yyyy/mm/dd">
                  <c:v>45922</c:v>
                </c:pt>
                <c:pt idx="708" c:formatCode="yyyy/mm/dd">
                  <c:v>45923</c:v>
                </c:pt>
                <c:pt idx="709" c:formatCode="yyyy/mm/dd">
                  <c:v>45924</c:v>
                </c:pt>
                <c:pt idx="710" c:formatCode="yyyy/mm/dd">
                  <c:v>45925</c:v>
                </c:pt>
                <c:pt idx="711" c:formatCode="yyyy/mm/dd">
                  <c:v>45926</c:v>
                </c:pt>
                <c:pt idx="712" c:formatCode="yyyy/mm/dd">
                  <c:v>45929</c:v>
                </c:pt>
                <c:pt idx="713" c:formatCode="yyyy/mm/dd">
                  <c:v>45930</c:v>
                </c:pt>
                <c:pt idx="714" c:formatCode="yyyy/mm/dd">
                  <c:v>45939</c:v>
                </c:pt>
                <c:pt idx="715" c:formatCode="yyyy/mm/dd">
                  <c:v>45940</c:v>
                </c:pt>
                <c:pt idx="716" c:formatCode="yyyy/mm/dd">
                  <c:v>45943</c:v>
                </c:pt>
                <c:pt idx="717" c:formatCode="yyyy/mm/dd">
                  <c:v>45944</c:v>
                </c:pt>
                <c:pt idx="718" c:formatCode="yyyy/mm/dd">
                  <c:v>45945</c:v>
                </c:pt>
                <c:pt idx="719" c:formatCode="yyyy/mm/dd">
                  <c:v>45946</c:v>
                </c:pt>
                <c:pt idx="720" c:formatCode="yyyy/mm/dd">
                  <c:v>45947</c:v>
                </c:pt>
                <c:pt idx="721" c:formatCode="yyyy/mm/dd">
                  <c:v>45950</c:v>
                </c:pt>
                <c:pt idx="722" c:formatCode="yyyy/mm/dd">
                  <c:v>45951</c:v>
                </c:pt>
                <c:pt idx="723" c:formatCode="yyyy/mm/dd">
                  <c:v>45952</c:v>
                </c:pt>
                <c:pt idx="724" c:formatCode="yyyy/mm/dd">
                  <c:v>45953</c:v>
                </c:pt>
                <c:pt idx="725" c:formatCode="yyyy/mm/dd">
                  <c:v>45954</c:v>
                </c:pt>
                <c:pt idx="726" c:formatCode="yyyy/mm/dd">
                  <c:v>45957</c:v>
                </c:pt>
                <c:pt idx="727" c:formatCode="yyyy/mm/dd">
                  <c:v>45958</c:v>
                </c:pt>
                <c:pt idx="728" c:formatCode="yyyy/mm/dd">
                  <c:v>45959</c:v>
                </c:pt>
                <c:pt idx="729" c:formatCode="yyyy/mm/dd">
                  <c:v>45960</c:v>
                </c:pt>
                <c:pt idx="730" c:formatCode="yyyy/mm/dd">
                  <c:v>45961</c:v>
                </c:pt>
                <c:pt idx="731" c:formatCode="yyyy/mm/dd">
                  <c:v>45964</c:v>
                </c:pt>
                <c:pt idx="732" c:formatCode="yyyy/mm/dd">
                  <c:v>45965</c:v>
                </c:pt>
                <c:pt idx="733" c:formatCode="yyyy/mm/dd">
                  <c:v>45966</c:v>
                </c:pt>
                <c:pt idx="734" c:formatCode="yyyy/mm/dd">
                  <c:v>45967</c:v>
                </c:pt>
                <c:pt idx="735" c:formatCode="yyyy/mm/dd">
                  <c:v>45968</c:v>
                </c:pt>
              </c:numCache>
            </c:numRef>
          </c:cat>
          <c:val>
            <c:numRef>
              <c:f>[320016.OF.xlsx]file!$E$2:$E$737</c:f>
              <c:numCache>
                <c:formatCode>General</c:formatCode>
                <c:ptCount val="736"/>
                <c:pt idx="0">
                  <c:v>1</c:v>
                </c:pt>
                <c:pt idx="1">
                  <c:v>1.01102941176471</c:v>
                </c:pt>
                <c:pt idx="2">
                  <c:v>1.00840336134454</c:v>
                </c:pt>
                <c:pt idx="3">
                  <c:v>1.00367647058824</c:v>
                </c:pt>
                <c:pt idx="4">
                  <c:v>0.998949579831933</c:v>
                </c:pt>
                <c:pt idx="5">
                  <c:v>0.98686974789916</c:v>
                </c:pt>
                <c:pt idx="6">
                  <c:v>0.991071428571429</c:v>
                </c:pt>
                <c:pt idx="7">
                  <c:v>0.977941176470588</c:v>
                </c:pt>
                <c:pt idx="8">
                  <c:v>0.995798319327731</c:v>
                </c:pt>
                <c:pt idx="9">
                  <c:v>0.984768907563025</c:v>
                </c:pt>
                <c:pt idx="10">
                  <c:v>0.983718487394958</c:v>
                </c:pt>
                <c:pt idx="11">
                  <c:v>0.978991596638656</c:v>
                </c:pt>
                <c:pt idx="12">
                  <c:v>0.983193277310924</c:v>
                </c:pt>
                <c:pt idx="13">
                  <c:v>0.975840336134454</c:v>
                </c:pt>
                <c:pt idx="14">
                  <c:v>0.973739495798319</c:v>
                </c:pt>
                <c:pt idx="15">
                  <c:v>0.976890756302521</c:v>
                </c:pt>
                <c:pt idx="16">
                  <c:v>0.968487394957983</c:v>
                </c:pt>
                <c:pt idx="17">
                  <c:v>0.960084033613445</c:v>
                </c:pt>
                <c:pt idx="18">
                  <c:v>0.971638655462185</c:v>
                </c:pt>
                <c:pt idx="19">
                  <c:v>0.971113445378151</c:v>
                </c:pt>
                <c:pt idx="20">
                  <c:v>0.976890756302521</c:v>
                </c:pt>
                <c:pt idx="21">
                  <c:v>0.965861344537815</c:v>
                </c:pt>
                <c:pt idx="22">
                  <c:v>0.966911764705882</c:v>
                </c:pt>
                <c:pt idx="23">
                  <c:v>0.963235294117647</c:v>
                </c:pt>
                <c:pt idx="24">
                  <c:v>0.964285714285714</c:v>
                </c:pt>
                <c:pt idx="25">
                  <c:v>0.961659663865546</c:v>
                </c:pt>
                <c:pt idx="26">
                  <c:v>0.96218487394958</c:v>
                </c:pt>
                <c:pt idx="27">
                  <c:v>0.959033613445378</c:v>
                </c:pt>
                <c:pt idx="28">
                  <c:v>0.950105042016807</c:v>
                </c:pt>
                <c:pt idx="29">
                  <c:v>0.943802521008403</c:v>
                </c:pt>
                <c:pt idx="30">
                  <c:v>0.945903361344538</c:v>
                </c:pt>
                <c:pt idx="31">
                  <c:v>0.935399159663866</c:v>
                </c:pt>
                <c:pt idx="32">
                  <c:v>0.91281512605042</c:v>
                </c:pt>
                <c:pt idx="33">
                  <c:v>0.910714285714286</c:v>
                </c:pt>
                <c:pt idx="34">
                  <c:v>0.903886554621849</c:v>
                </c:pt>
                <c:pt idx="35">
                  <c:v>0.888655462184874</c:v>
                </c:pt>
                <c:pt idx="36">
                  <c:v>0.888655462184874</c:v>
                </c:pt>
                <c:pt idx="37">
                  <c:v>0.883403361344538</c:v>
                </c:pt>
                <c:pt idx="38">
                  <c:v>0.894957983193277</c:v>
                </c:pt>
                <c:pt idx="39">
                  <c:v>0.896008403361345</c:v>
                </c:pt>
                <c:pt idx="40">
                  <c:v>0.889180672268908</c:v>
                </c:pt>
                <c:pt idx="41">
                  <c:v>0.89390756302521</c:v>
                </c:pt>
                <c:pt idx="42">
                  <c:v>0.89390756302521</c:v>
                </c:pt>
                <c:pt idx="43">
                  <c:v>0.894957983193277</c:v>
                </c:pt>
                <c:pt idx="44">
                  <c:v>0.903361344537815</c:v>
                </c:pt>
                <c:pt idx="45">
                  <c:v>0.920693277310924</c:v>
                </c:pt>
                <c:pt idx="46">
                  <c:v>0.919642857142857</c:v>
                </c:pt>
                <c:pt idx="47">
                  <c:v>0.930672268907563</c:v>
                </c:pt>
                <c:pt idx="48">
                  <c:v>0.929096638655462</c:v>
                </c:pt>
                <c:pt idx="49">
                  <c:v>0.93172268907563</c:v>
                </c:pt>
                <c:pt idx="50">
                  <c:v>0.927521008403361</c:v>
                </c:pt>
                <c:pt idx="51">
                  <c:v>0.946428571428572</c:v>
                </c:pt>
                <c:pt idx="52">
                  <c:v>0.963235294117647</c:v>
                </c:pt>
                <c:pt idx="53">
                  <c:v>0.957983193277311</c:v>
                </c:pt>
                <c:pt idx="54">
                  <c:v>0.949579831932773</c:v>
                </c:pt>
                <c:pt idx="55">
                  <c:v>0.957457983193277</c:v>
                </c:pt>
                <c:pt idx="56">
                  <c:v>0.954831932773109</c:v>
                </c:pt>
                <c:pt idx="57">
                  <c:v>0.948529411764706</c:v>
                </c:pt>
                <c:pt idx="58">
                  <c:v>0.934873949579832</c:v>
                </c:pt>
                <c:pt idx="59">
                  <c:v>0.941176470588235</c:v>
                </c:pt>
                <c:pt idx="60">
                  <c:v>0.938550420168067</c:v>
                </c:pt>
                <c:pt idx="61">
                  <c:v>0.932247899159664</c:v>
                </c:pt>
                <c:pt idx="62">
                  <c:v>0.917016806722689</c:v>
                </c:pt>
                <c:pt idx="63">
                  <c:v>0.918067226890756</c:v>
                </c:pt>
                <c:pt idx="64">
                  <c:v>0.909663865546218</c:v>
                </c:pt>
                <c:pt idx="65">
                  <c:v>0.924894957983193</c:v>
                </c:pt>
                <c:pt idx="66">
                  <c:v>0.921743697478992</c:v>
                </c:pt>
                <c:pt idx="67">
                  <c:v>0.940651260504202</c:v>
                </c:pt>
                <c:pt idx="68">
                  <c:v>0.945378151260504</c:v>
                </c:pt>
                <c:pt idx="69">
                  <c:v>0.934873949579832</c:v>
                </c:pt>
                <c:pt idx="70">
                  <c:v>0.914915966386555</c:v>
                </c:pt>
                <c:pt idx="71">
                  <c:v>0.909663865546218</c:v>
                </c:pt>
                <c:pt idx="72">
                  <c:v>0.934348739495798</c:v>
                </c:pt>
                <c:pt idx="73">
                  <c:v>0.929621848739496</c:v>
                </c:pt>
                <c:pt idx="74">
                  <c:v>0.930147058823529</c:v>
                </c:pt>
                <c:pt idx="75">
                  <c:v>0.922268907563025</c:v>
                </c:pt>
                <c:pt idx="76">
                  <c:v>0.919642857142857</c:v>
                </c:pt>
                <c:pt idx="77">
                  <c:v>0.909138655462185</c:v>
                </c:pt>
                <c:pt idx="78">
                  <c:v>0.915441176470588</c:v>
                </c:pt>
                <c:pt idx="79">
                  <c:v>0.922268907563025</c:v>
                </c:pt>
                <c:pt idx="80">
                  <c:v>0.921743697478992</c:v>
                </c:pt>
                <c:pt idx="81">
                  <c:v>0.918067226890756</c:v>
                </c:pt>
                <c:pt idx="82">
                  <c:v>0.917016806722689</c:v>
                </c:pt>
                <c:pt idx="83">
                  <c:v>0.89968487394958</c:v>
                </c:pt>
                <c:pt idx="84">
                  <c:v>0.903361344537815</c:v>
                </c:pt>
                <c:pt idx="85">
                  <c:v>0.910714285714286</c:v>
                </c:pt>
                <c:pt idx="86">
                  <c:v>0.897058823529412</c:v>
                </c:pt>
                <c:pt idx="87">
                  <c:v>0.906512605042017</c:v>
                </c:pt>
                <c:pt idx="88">
                  <c:v>0.893382352941177</c:v>
                </c:pt>
                <c:pt idx="89">
                  <c:v>0.891281512605042</c:v>
                </c:pt>
                <c:pt idx="90">
                  <c:v>0.88813025210084</c:v>
                </c:pt>
                <c:pt idx="91">
                  <c:v>0.883928571428572</c:v>
                </c:pt>
                <c:pt idx="92">
                  <c:v>0.869747899159664</c:v>
                </c:pt>
                <c:pt idx="93">
                  <c:v>0.883928571428572</c:v>
                </c:pt>
                <c:pt idx="94">
                  <c:v>0.88813025210084</c:v>
                </c:pt>
                <c:pt idx="95">
                  <c:v>0.889180672268908</c:v>
                </c:pt>
                <c:pt idx="96">
                  <c:v>0.877626050420168</c:v>
                </c:pt>
                <c:pt idx="97">
                  <c:v>0.871323529411765</c:v>
                </c:pt>
                <c:pt idx="98">
                  <c:v>0.86922268907563</c:v>
                </c:pt>
                <c:pt idx="99">
                  <c:v>0.864495798319328</c:v>
                </c:pt>
                <c:pt idx="100">
                  <c:v>0.868172268907563</c:v>
                </c:pt>
                <c:pt idx="101">
                  <c:v>0.868172268907563</c:v>
                </c:pt>
                <c:pt idx="102">
                  <c:v>0.871848739495798</c:v>
                </c:pt>
                <c:pt idx="103">
                  <c:v>0.868172268907563</c:v>
                </c:pt>
                <c:pt idx="104">
                  <c:v>0.866596638655462</c:v>
                </c:pt>
                <c:pt idx="105">
                  <c:v>0.875525210084034</c:v>
                </c:pt>
                <c:pt idx="106">
                  <c:v>0.870273109243697</c:v>
                </c:pt>
                <c:pt idx="107">
                  <c:v>0.874474789915966</c:v>
                </c:pt>
                <c:pt idx="108">
                  <c:v>0.871848739495798</c:v>
                </c:pt>
                <c:pt idx="109">
                  <c:v>0.869747899159664</c:v>
                </c:pt>
                <c:pt idx="110">
                  <c:v>0.871323529411765</c:v>
                </c:pt>
                <c:pt idx="111">
                  <c:v>0.880252100840336</c:v>
                </c:pt>
                <c:pt idx="112">
                  <c:v>0.875525210084034</c:v>
                </c:pt>
                <c:pt idx="113">
                  <c:v>0.863970588235294</c:v>
                </c:pt>
                <c:pt idx="114">
                  <c:v>0.857142857142857</c:v>
                </c:pt>
                <c:pt idx="115">
                  <c:v>0.840861344537815</c:v>
                </c:pt>
                <c:pt idx="116">
                  <c:v>0.831932773109244</c:v>
                </c:pt>
                <c:pt idx="117">
                  <c:v>0.823529411764706</c:v>
                </c:pt>
                <c:pt idx="118">
                  <c:v>0.829831932773109</c:v>
                </c:pt>
                <c:pt idx="119">
                  <c:v>0.838235294117647</c:v>
                </c:pt>
                <c:pt idx="120">
                  <c:v>0.846638655462185</c:v>
                </c:pt>
                <c:pt idx="121">
                  <c:v>0.842436974789916</c:v>
                </c:pt>
                <c:pt idx="122">
                  <c:v>0.832457983193277</c:v>
                </c:pt>
                <c:pt idx="123">
                  <c:v>0.831932773109244</c:v>
                </c:pt>
                <c:pt idx="124">
                  <c:v>0.821953781512605</c:v>
                </c:pt>
                <c:pt idx="125">
                  <c:v>0.813550420168067</c:v>
                </c:pt>
                <c:pt idx="126">
                  <c:v>0.815651260504202</c:v>
                </c:pt>
                <c:pt idx="127">
                  <c:v>0.804096638655462</c:v>
                </c:pt>
                <c:pt idx="128">
                  <c:v>0.811449579831933</c:v>
                </c:pt>
                <c:pt idx="129">
                  <c:v>0.8125</c:v>
                </c:pt>
                <c:pt idx="130">
                  <c:v>0.809348739495798</c:v>
                </c:pt>
                <c:pt idx="131">
                  <c:v>0.806197478991597</c:v>
                </c:pt>
                <c:pt idx="132">
                  <c:v>0.810399159663866</c:v>
                </c:pt>
                <c:pt idx="133">
                  <c:v>0.817752100840336</c:v>
                </c:pt>
                <c:pt idx="134">
                  <c:v>0.811974789915966</c:v>
                </c:pt>
                <c:pt idx="135">
                  <c:v>0.803571428571429</c:v>
                </c:pt>
                <c:pt idx="136">
                  <c:v>0.797268907563025</c:v>
                </c:pt>
                <c:pt idx="137">
                  <c:v>0.802521008403361</c:v>
                </c:pt>
                <c:pt idx="138">
                  <c:v>0.801995798319328</c:v>
                </c:pt>
                <c:pt idx="139">
                  <c:v>0.795693277310924</c:v>
                </c:pt>
                <c:pt idx="140">
                  <c:v>0.790441176470588</c:v>
                </c:pt>
                <c:pt idx="141">
                  <c:v>0.791491596638655</c:v>
                </c:pt>
                <c:pt idx="142">
                  <c:v>0.794642857142857</c:v>
                </c:pt>
                <c:pt idx="143">
                  <c:v>0.788340336134454</c:v>
                </c:pt>
                <c:pt idx="144">
                  <c:v>0.77468487394958</c:v>
                </c:pt>
                <c:pt idx="145">
                  <c:v>0.765231092436975</c:v>
                </c:pt>
                <c:pt idx="146">
                  <c:v>0.764180672268908</c:v>
                </c:pt>
                <c:pt idx="147">
                  <c:v>0.769432773109244</c:v>
                </c:pt>
                <c:pt idx="148">
                  <c:v>0.771533613445378</c:v>
                </c:pt>
                <c:pt idx="149">
                  <c:v>0.773634453781513</c:v>
                </c:pt>
                <c:pt idx="150">
                  <c:v>0.774159663865546</c:v>
                </c:pt>
                <c:pt idx="151">
                  <c:v>0.769957983193277</c:v>
                </c:pt>
                <c:pt idx="152">
                  <c:v>0.772584033613445</c:v>
                </c:pt>
                <c:pt idx="153">
                  <c:v>0.764180672268908</c:v>
                </c:pt>
                <c:pt idx="154">
                  <c:v>0.756302521008403</c:v>
                </c:pt>
                <c:pt idx="155">
                  <c:v>0.75</c:v>
                </c:pt>
                <c:pt idx="156">
                  <c:v>0.740546218487395</c:v>
                </c:pt>
                <c:pt idx="157">
                  <c:v>0.761029411764706</c:v>
                </c:pt>
                <c:pt idx="158">
                  <c:v>0.764705882352941</c:v>
                </c:pt>
                <c:pt idx="159">
                  <c:v>0.776260504201681</c:v>
                </c:pt>
                <c:pt idx="160">
                  <c:v>0.788865546218487</c:v>
                </c:pt>
                <c:pt idx="161">
                  <c:v>0.792542016806723</c:v>
                </c:pt>
                <c:pt idx="162">
                  <c:v>0.797794117647059</c:v>
                </c:pt>
                <c:pt idx="163">
                  <c:v>0.795693277310924</c:v>
                </c:pt>
                <c:pt idx="164">
                  <c:v>0.797794117647059</c:v>
                </c:pt>
                <c:pt idx="165">
                  <c:v>0.797794117647059</c:v>
                </c:pt>
                <c:pt idx="166">
                  <c:v>0.798319327731092</c:v>
                </c:pt>
                <c:pt idx="167">
                  <c:v>0.805147058823529</c:v>
                </c:pt>
                <c:pt idx="168">
                  <c:v>0.798319327731092</c:v>
                </c:pt>
                <c:pt idx="169">
                  <c:v>0.802521008403361</c:v>
                </c:pt>
                <c:pt idx="170">
                  <c:v>0.804096638655462</c:v>
                </c:pt>
                <c:pt idx="171">
                  <c:v>0.808298319327731</c:v>
                </c:pt>
                <c:pt idx="172">
                  <c:v>0.811974789915966</c:v>
                </c:pt>
                <c:pt idx="173">
                  <c:v>0.815651260504202</c:v>
                </c:pt>
                <c:pt idx="174">
                  <c:v>0.811449579831933</c:v>
                </c:pt>
                <c:pt idx="175">
                  <c:v>0.809873949579832</c:v>
                </c:pt>
                <c:pt idx="176">
                  <c:v>0.813550420168067</c:v>
                </c:pt>
                <c:pt idx="177">
                  <c:v>0.828256302521008</c:v>
                </c:pt>
                <c:pt idx="178">
                  <c:v>0.832983193277311</c:v>
                </c:pt>
                <c:pt idx="179">
                  <c:v>0.832983193277311</c:v>
                </c:pt>
                <c:pt idx="180">
                  <c:v>0.834558823529412</c:v>
                </c:pt>
                <c:pt idx="181">
                  <c:v>0.836659663865546</c:v>
                </c:pt>
                <c:pt idx="182">
                  <c:v>0.832983193277311</c:v>
                </c:pt>
                <c:pt idx="183">
                  <c:v>0.835609243697479</c:v>
                </c:pt>
                <c:pt idx="184">
                  <c:v>0.827205882352941</c:v>
                </c:pt>
                <c:pt idx="185">
                  <c:v>0.820903361344538</c:v>
                </c:pt>
                <c:pt idx="186">
                  <c:v>0.816701680672269</c:v>
                </c:pt>
                <c:pt idx="187">
                  <c:v>0.81827731092437</c:v>
                </c:pt>
                <c:pt idx="188">
                  <c:v>0.809873949579832</c:v>
                </c:pt>
                <c:pt idx="189">
                  <c:v>0.816701680672269</c:v>
                </c:pt>
                <c:pt idx="190">
                  <c:v>0.808823529411765</c:v>
                </c:pt>
                <c:pt idx="191">
                  <c:v>0.815651260504202</c:v>
                </c:pt>
                <c:pt idx="192">
                  <c:v>0.818802521008403</c:v>
                </c:pt>
                <c:pt idx="193">
                  <c:v>0.814600840336134</c:v>
                </c:pt>
                <c:pt idx="194">
                  <c:v>0.83140756302521</c:v>
                </c:pt>
                <c:pt idx="195">
                  <c:v>0.831932773109244</c:v>
                </c:pt>
                <c:pt idx="196">
                  <c:v>0.833508403361345</c:v>
                </c:pt>
                <c:pt idx="197">
                  <c:v>0.826155462184874</c:v>
                </c:pt>
                <c:pt idx="198">
                  <c:v>0.820378151260504</c:v>
                </c:pt>
                <c:pt idx="199">
                  <c:v>0.815126050420168</c:v>
                </c:pt>
                <c:pt idx="200">
                  <c:v>0.801995798319328</c:v>
                </c:pt>
                <c:pt idx="201">
                  <c:v>0.810924369747899</c:v>
                </c:pt>
                <c:pt idx="202">
                  <c:v>0.849789915966387</c:v>
                </c:pt>
                <c:pt idx="203">
                  <c:v>0.859243697478992</c:v>
                </c:pt>
                <c:pt idx="204">
                  <c:v>0.85609243697479</c:v>
                </c:pt>
                <c:pt idx="205">
                  <c:v>0.857668067226891</c:v>
                </c:pt>
                <c:pt idx="206">
                  <c:v>0.870798319327731</c:v>
                </c:pt>
                <c:pt idx="207">
                  <c:v>0.867647058823529</c:v>
                </c:pt>
                <c:pt idx="208">
                  <c:v>0.874474789915966</c:v>
                </c:pt>
                <c:pt idx="209">
                  <c:v>0.864495798319328</c:v>
                </c:pt>
                <c:pt idx="210">
                  <c:v>0.865021008403361</c:v>
                </c:pt>
                <c:pt idx="211">
                  <c:v>0.868172268907563</c:v>
                </c:pt>
                <c:pt idx="212">
                  <c:v>0.862920168067227</c:v>
                </c:pt>
                <c:pt idx="213">
                  <c:v>0.85609243697479</c:v>
                </c:pt>
                <c:pt idx="214">
                  <c:v>0.847689075630252</c:v>
                </c:pt>
                <c:pt idx="215">
                  <c:v>0.848739495798319</c:v>
                </c:pt>
                <c:pt idx="216">
                  <c:v>0.866071428571429</c:v>
                </c:pt>
                <c:pt idx="217">
                  <c:v>0.857668067226891</c:v>
                </c:pt>
                <c:pt idx="218">
                  <c:v>0.852941176470588</c:v>
                </c:pt>
                <c:pt idx="219">
                  <c:v>0.847163865546218</c:v>
                </c:pt>
                <c:pt idx="220">
                  <c:v>0.862920168067227</c:v>
                </c:pt>
                <c:pt idx="221">
                  <c:v>0.859768907563025</c:v>
                </c:pt>
                <c:pt idx="222">
                  <c:v>0.858718487394958</c:v>
                </c:pt>
                <c:pt idx="223">
                  <c:v>0.863445378151261</c:v>
                </c:pt>
                <c:pt idx="224">
                  <c:v>0.872899159663866</c:v>
                </c:pt>
                <c:pt idx="225">
                  <c:v>0.872899159663866</c:v>
                </c:pt>
                <c:pt idx="226">
                  <c:v>0.862394957983193</c:v>
                </c:pt>
                <c:pt idx="227">
                  <c:v>0.858718487394958</c:v>
                </c:pt>
                <c:pt idx="228">
                  <c:v>0.857142857142857</c:v>
                </c:pt>
                <c:pt idx="229">
                  <c:v>0.858193277310924</c:v>
                </c:pt>
                <c:pt idx="230">
                  <c:v>0.846113445378151</c:v>
                </c:pt>
                <c:pt idx="231">
                  <c:v>0.847689075630252</c:v>
                </c:pt>
                <c:pt idx="232">
                  <c:v>0.850840336134454</c:v>
                </c:pt>
                <c:pt idx="233">
                  <c:v>0.835609243697479</c:v>
                </c:pt>
                <c:pt idx="234">
                  <c:v>0.833508403361345</c:v>
                </c:pt>
                <c:pt idx="235">
                  <c:v>0.829306722689076</c:v>
                </c:pt>
                <c:pt idx="236">
                  <c:v>0.809348739495798</c:v>
                </c:pt>
                <c:pt idx="237">
                  <c:v>0.844012605042017</c:v>
                </c:pt>
                <c:pt idx="238">
                  <c:v>0.859768907563025</c:v>
                </c:pt>
                <c:pt idx="239">
                  <c:v>0.857668067226891</c:v>
                </c:pt>
                <c:pt idx="240">
                  <c:v>0.866071428571429</c:v>
                </c:pt>
                <c:pt idx="241">
                  <c:v>0.872373949579832</c:v>
                </c:pt>
                <c:pt idx="242">
                  <c:v>0.874474789915966</c:v>
                </c:pt>
                <c:pt idx="243">
                  <c:v>0.883928571428572</c:v>
                </c:pt>
                <c:pt idx="244">
                  <c:v>0.879201680672269</c:v>
                </c:pt>
                <c:pt idx="245">
                  <c:v>0.882878151260504</c:v>
                </c:pt>
                <c:pt idx="246">
                  <c:v>0.892857142857143</c:v>
                </c:pt>
                <c:pt idx="247">
                  <c:v>0.897584033613445</c:v>
                </c:pt>
                <c:pt idx="248">
                  <c:v>0.897584033613445</c:v>
                </c:pt>
                <c:pt idx="249">
                  <c:v>0.895483193277311</c:v>
                </c:pt>
                <c:pt idx="250">
                  <c:v>0.898634453781513</c:v>
                </c:pt>
                <c:pt idx="251">
                  <c:v>0.911239495798319</c:v>
                </c:pt>
                <c:pt idx="252">
                  <c:v>0.909138655462185</c:v>
                </c:pt>
                <c:pt idx="253">
                  <c:v>0.911239495798319</c:v>
                </c:pt>
                <c:pt idx="254">
                  <c:v>0.908088235294118</c:v>
                </c:pt>
                <c:pt idx="255">
                  <c:v>0.915966386554622</c:v>
                </c:pt>
                <c:pt idx="256">
                  <c:v>0.926995798319328</c:v>
                </c:pt>
                <c:pt idx="257">
                  <c:v>0.923844537815126</c:v>
                </c:pt>
                <c:pt idx="258">
                  <c:v>0.920168067226891</c:v>
                </c:pt>
                <c:pt idx="259">
                  <c:v>0.927521008403361</c:v>
                </c:pt>
                <c:pt idx="260">
                  <c:v>0.918067226890756</c:v>
                </c:pt>
                <c:pt idx="261">
                  <c:v>0.91859243697479</c:v>
                </c:pt>
                <c:pt idx="262">
                  <c:v>0.93172268907563</c:v>
                </c:pt>
                <c:pt idx="263">
                  <c:v>0.929621848739496</c:v>
                </c:pt>
                <c:pt idx="264">
                  <c:v>0.925420168067227</c:v>
                </c:pt>
                <c:pt idx="265">
                  <c:v>0.928571428571429</c:v>
                </c:pt>
                <c:pt idx="266">
                  <c:v>0.936449579831933</c:v>
                </c:pt>
                <c:pt idx="267">
                  <c:v>0.927521008403361</c:v>
                </c:pt>
                <c:pt idx="268">
                  <c:v>0.938025210084034</c:v>
                </c:pt>
                <c:pt idx="269">
                  <c:v>0.932247899159664</c:v>
                </c:pt>
                <c:pt idx="270">
                  <c:v>0.906512605042017</c:v>
                </c:pt>
                <c:pt idx="271">
                  <c:v>0.915966386554622</c:v>
                </c:pt>
                <c:pt idx="272">
                  <c:v>0.924894957983193</c:v>
                </c:pt>
                <c:pt idx="273">
                  <c:v>0.926995798319328</c:v>
                </c:pt>
                <c:pt idx="274">
                  <c:v>0.930672268907563</c:v>
                </c:pt>
                <c:pt idx="275">
                  <c:v>0.934348739495798</c:v>
                </c:pt>
                <c:pt idx="276">
                  <c:v>0.926470588235294</c:v>
                </c:pt>
                <c:pt idx="277">
                  <c:v>0.930147058823529</c:v>
                </c:pt>
                <c:pt idx="278">
                  <c:v>0.932247899159664</c:v>
                </c:pt>
                <c:pt idx="279">
                  <c:v>0.939600840336134</c:v>
                </c:pt>
                <c:pt idx="280">
                  <c:v>0.923319327731092</c:v>
                </c:pt>
                <c:pt idx="281">
                  <c:v>0.911764705882353</c:v>
                </c:pt>
                <c:pt idx="282">
                  <c:v>0.903886554621849</c:v>
                </c:pt>
                <c:pt idx="283">
                  <c:v>0.911764705882353</c:v>
                </c:pt>
                <c:pt idx="284">
                  <c:v>0.928046218487395</c:v>
                </c:pt>
                <c:pt idx="285">
                  <c:v>0.94327731092437</c:v>
                </c:pt>
                <c:pt idx="286">
                  <c:v>0.94327731092437</c:v>
                </c:pt>
                <c:pt idx="287">
                  <c:v>0.960084033613445</c:v>
                </c:pt>
                <c:pt idx="288">
                  <c:v>0.956932773109244</c:v>
                </c:pt>
                <c:pt idx="289">
                  <c:v>0.960609243697479</c:v>
                </c:pt>
                <c:pt idx="290">
                  <c:v>0.946953781512605</c:v>
                </c:pt>
                <c:pt idx="291">
                  <c:v>0.934873949579832</c:v>
                </c:pt>
                <c:pt idx="292">
                  <c:v>0.945378151260504</c:v>
                </c:pt>
                <c:pt idx="293">
                  <c:v>0.935924369747899</c:v>
                </c:pt>
                <c:pt idx="294">
                  <c:v>0.946953781512605</c:v>
                </c:pt>
                <c:pt idx="295">
                  <c:v>0.940651260504202</c:v>
                </c:pt>
                <c:pt idx="296">
                  <c:v>0.940126050420168</c:v>
                </c:pt>
                <c:pt idx="297">
                  <c:v>0.934873949579832</c:v>
                </c:pt>
                <c:pt idx="298">
                  <c:v>0.919117647058824</c:v>
                </c:pt>
                <c:pt idx="299">
                  <c:v>0.902836134453782</c:v>
                </c:pt>
                <c:pt idx="300">
                  <c:v>0.889705882352941</c:v>
                </c:pt>
                <c:pt idx="301">
                  <c:v>0.832983193277311</c:v>
                </c:pt>
                <c:pt idx="302">
                  <c:v>0.8125</c:v>
                </c:pt>
                <c:pt idx="303">
                  <c:v>0.830357142857143</c:v>
                </c:pt>
                <c:pt idx="304">
                  <c:v>0.872899159663866</c:v>
                </c:pt>
                <c:pt idx="305">
                  <c:v>0.881302521008403</c:v>
                </c:pt>
                <c:pt idx="306">
                  <c:v>0.844537815126051</c:v>
                </c:pt>
                <c:pt idx="307">
                  <c:v>0.811974789915966</c:v>
                </c:pt>
                <c:pt idx="308">
                  <c:v>0.761029411764706</c:v>
                </c:pt>
                <c:pt idx="309">
                  <c:v>0.738970588235294</c:v>
                </c:pt>
                <c:pt idx="310">
                  <c:v>0.695378151260504</c:v>
                </c:pt>
                <c:pt idx="311">
                  <c:v>0.597689075630252</c:v>
                </c:pt>
                <c:pt idx="312">
                  <c:v>0.57563025210084</c:v>
                </c:pt>
                <c:pt idx="313">
                  <c:v>0.525210084033613</c:v>
                </c:pt>
                <c:pt idx="314">
                  <c:v>0.572478991596639</c:v>
                </c:pt>
                <c:pt idx="315">
                  <c:v>0.604516806722689</c:v>
                </c:pt>
                <c:pt idx="316">
                  <c:v>0.617121848739496</c:v>
                </c:pt>
                <c:pt idx="317">
                  <c:v>0.640756302521008</c:v>
                </c:pt>
                <c:pt idx="318">
                  <c:v>0.666491596638655</c:v>
                </c:pt>
                <c:pt idx="319">
                  <c:v>0.695903361344538</c:v>
                </c:pt>
                <c:pt idx="320">
                  <c:v>0.715861344537815</c:v>
                </c:pt>
                <c:pt idx="321">
                  <c:v>0.738445378151261</c:v>
                </c:pt>
                <c:pt idx="322">
                  <c:v>0.663865546218487</c:v>
                </c:pt>
                <c:pt idx="323">
                  <c:v>0.685924369747899</c:v>
                </c:pt>
                <c:pt idx="324">
                  <c:v>0.694852941176471</c:v>
                </c:pt>
                <c:pt idx="325">
                  <c:v>0.690126050420168</c:v>
                </c:pt>
                <c:pt idx="326">
                  <c:v>0.669642857142857</c:v>
                </c:pt>
                <c:pt idx="327">
                  <c:v>0.6875</c:v>
                </c:pt>
                <c:pt idx="328">
                  <c:v>0.694327731092437</c:v>
                </c:pt>
                <c:pt idx="329">
                  <c:v>0.699579831932773</c:v>
                </c:pt>
                <c:pt idx="330">
                  <c:v>0.714285714285714</c:v>
                </c:pt>
                <c:pt idx="331">
                  <c:v>0.731617647058824</c:v>
                </c:pt>
                <c:pt idx="332">
                  <c:v>0.73109243697479</c:v>
                </c:pt>
                <c:pt idx="333">
                  <c:v>0.730567226890756</c:v>
                </c:pt>
                <c:pt idx="334">
                  <c:v>0.748424369747899</c:v>
                </c:pt>
                <c:pt idx="335">
                  <c:v>0.771008403361345</c:v>
                </c:pt>
                <c:pt idx="336">
                  <c:v>0.769957983193277</c:v>
                </c:pt>
                <c:pt idx="337">
                  <c:v>0.784138655462185</c:v>
                </c:pt>
                <c:pt idx="338">
                  <c:v>0.78781512605042</c:v>
                </c:pt>
                <c:pt idx="339">
                  <c:v>0.773634453781513</c:v>
                </c:pt>
                <c:pt idx="340">
                  <c:v>0.754726890756303</c:v>
                </c:pt>
                <c:pt idx="341">
                  <c:v>0.757878151260504</c:v>
                </c:pt>
                <c:pt idx="342">
                  <c:v>0.738445378151261</c:v>
                </c:pt>
                <c:pt idx="343">
                  <c:v>0.758928571428572</c:v>
                </c:pt>
                <c:pt idx="344">
                  <c:v>0.772584033613445</c:v>
                </c:pt>
                <c:pt idx="345">
                  <c:v>0.772584033613445</c:v>
                </c:pt>
                <c:pt idx="346">
                  <c:v>0.792542016806723</c:v>
                </c:pt>
                <c:pt idx="347">
                  <c:v>0.803571428571429</c:v>
                </c:pt>
                <c:pt idx="348">
                  <c:v>0.800420168067227</c:v>
                </c:pt>
                <c:pt idx="349">
                  <c:v>0.767331932773109</c:v>
                </c:pt>
                <c:pt idx="350">
                  <c:v>0.78046218487395</c:v>
                </c:pt>
                <c:pt idx="351">
                  <c:v>0.762605042016807</c:v>
                </c:pt>
                <c:pt idx="352">
                  <c:v>0.767331932773109</c:v>
                </c:pt>
                <c:pt idx="353">
                  <c:v>0.769957983193277</c:v>
                </c:pt>
                <c:pt idx="354">
                  <c:v>0.713760504201681</c:v>
                </c:pt>
                <c:pt idx="355">
                  <c:v>0.64968487394958</c:v>
                </c:pt>
                <c:pt idx="356">
                  <c:v>0.702731092436975</c:v>
                </c:pt>
                <c:pt idx="357">
                  <c:v>0.700105042016807</c:v>
                </c:pt>
                <c:pt idx="358">
                  <c:v>0.696428571428572</c:v>
                </c:pt>
                <c:pt idx="359">
                  <c:v>0.685399159663866</c:v>
                </c:pt>
                <c:pt idx="360">
                  <c:v>0.707457983193277</c:v>
                </c:pt>
                <c:pt idx="361">
                  <c:v>0.729516806722689</c:v>
                </c:pt>
                <c:pt idx="362">
                  <c:v>0.740021008403361</c:v>
                </c:pt>
                <c:pt idx="363">
                  <c:v>0.741071428571429</c:v>
                </c:pt>
                <c:pt idx="364">
                  <c:v>0.769432773109244</c:v>
                </c:pt>
                <c:pt idx="365">
                  <c:v>0.765756302521008</c:v>
                </c:pt>
                <c:pt idx="366">
                  <c:v>0.788340336134454</c:v>
                </c:pt>
                <c:pt idx="367">
                  <c:v>0.797794117647059</c:v>
                </c:pt>
                <c:pt idx="368">
                  <c:v>0.78781512605042</c:v>
                </c:pt>
                <c:pt idx="369">
                  <c:v>0.799894957983193</c:v>
                </c:pt>
                <c:pt idx="370">
                  <c:v>0.790966386554622</c:v>
                </c:pt>
                <c:pt idx="371">
                  <c:v>0.772058823529412</c:v>
                </c:pt>
                <c:pt idx="372">
                  <c:v>0.785714285714286</c:v>
                </c:pt>
                <c:pt idx="373">
                  <c:v>0.785714285714286</c:v>
                </c:pt>
                <c:pt idx="374">
                  <c:v>0.800420168067227</c:v>
                </c:pt>
                <c:pt idx="375">
                  <c:v>0.810924369747899</c:v>
                </c:pt>
                <c:pt idx="376">
                  <c:v>0.808298319327731</c:v>
                </c:pt>
                <c:pt idx="377">
                  <c:v>0.797794117647059</c:v>
                </c:pt>
                <c:pt idx="378">
                  <c:v>0.805147058823529</c:v>
                </c:pt>
                <c:pt idx="379">
                  <c:v>0.786239495798319</c:v>
                </c:pt>
                <c:pt idx="380">
                  <c:v>0.782563025210084</c:v>
                </c:pt>
                <c:pt idx="381">
                  <c:v>0.784663865546218</c:v>
                </c:pt>
                <c:pt idx="382">
                  <c:v>0.772058823529412</c:v>
                </c:pt>
                <c:pt idx="383">
                  <c:v>0.779936974789916</c:v>
                </c:pt>
                <c:pt idx="384">
                  <c:v>0.76890756302521</c:v>
                </c:pt>
                <c:pt idx="385">
                  <c:v>0.777310924369748</c:v>
                </c:pt>
                <c:pt idx="386">
                  <c:v>0.751050420168067</c:v>
                </c:pt>
                <c:pt idx="387">
                  <c:v>0.730042016806723</c:v>
                </c:pt>
                <c:pt idx="388">
                  <c:v>0.712710084033613</c:v>
                </c:pt>
                <c:pt idx="389">
                  <c:v>0.667542016806723</c:v>
                </c:pt>
                <c:pt idx="390">
                  <c:v>0.704306722689076</c:v>
                </c:pt>
                <c:pt idx="391">
                  <c:v>0.699579831932773</c:v>
                </c:pt>
                <c:pt idx="392">
                  <c:v>0.719012605042017</c:v>
                </c:pt>
                <c:pt idx="393">
                  <c:v>0.715336134453782</c:v>
                </c:pt>
                <c:pt idx="394">
                  <c:v>0.714810924369748</c:v>
                </c:pt>
                <c:pt idx="395">
                  <c:v>0.702205882352941</c:v>
                </c:pt>
                <c:pt idx="396">
                  <c:v>0.720588235294118</c:v>
                </c:pt>
                <c:pt idx="397">
                  <c:v>0.727415966386555</c:v>
                </c:pt>
                <c:pt idx="398">
                  <c:v>0.709558823529412</c:v>
                </c:pt>
                <c:pt idx="399">
                  <c:v>0.708508403361345</c:v>
                </c:pt>
                <c:pt idx="400">
                  <c:v>0.679096638655462</c:v>
                </c:pt>
                <c:pt idx="401">
                  <c:v>0.688550420168067</c:v>
                </c:pt>
                <c:pt idx="402">
                  <c:v>0.715861344537815</c:v>
                </c:pt>
                <c:pt idx="403">
                  <c:v>0.709558823529412</c:v>
                </c:pt>
                <c:pt idx="404">
                  <c:v>0.711134453781513</c:v>
                </c:pt>
                <c:pt idx="405">
                  <c:v>0.711134453781513</c:v>
                </c:pt>
                <c:pt idx="406">
                  <c:v>0.714285714285714</c:v>
                </c:pt>
                <c:pt idx="407">
                  <c:v>0.723214285714286</c:v>
                </c:pt>
                <c:pt idx="408">
                  <c:v>0.718487394957983</c:v>
                </c:pt>
                <c:pt idx="409">
                  <c:v>0.692226890756303</c:v>
                </c:pt>
                <c:pt idx="410">
                  <c:v>0.703256302521008</c:v>
                </c:pt>
                <c:pt idx="411">
                  <c:v>0.68172268907563</c:v>
                </c:pt>
                <c:pt idx="412">
                  <c:v>0.691701680672269</c:v>
                </c:pt>
                <c:pt idx="413">
                  <c:v>0.682773109243697</c:v>
                </c:pt>
                <c:pt idx="414">
                  <c:v>0.711659663865546</c:v>
                </c:pt>
                <c:pt idx="415">
                  <c:v>0.711659663865546</c:v>
                </c:pt>
                <c:pt idx="416">
                  <c:v>0.694852941176471</c:v>
                </c:pt>
                <c:pt idx="417">
                  <c:v>0.692226890756303</c:v>
                </c:pt>
                <c:pt idx="418">
                  <c:v>0.684873949579832</c:v>
                </c:pt>
                <c:pt idx="419">
                  <c:v>0.679621848739496</c:v>
                </c:pt>
                <c:pt idx="420">
                  <c:v>0.6875</c:v>
                </c:pt>
                <c:pt idx="421">
                  <c:v>0.696428571428572</c:v>
                </c:pt>
                <c:pt idx="422">
                  <c:v>0.688550420168067</c:v>
                </c:pt>
                <c:pt idx="423">
                  <c:v>0.678571428571429</c:v>
                </c:pt>
                <c:pt idx="424">
                  <c:v>0.686974789915966</c:v>
                </c:pt>
                <c:pt idx="425">
                  <c:v>0.699579831932773</c:v>
                </c:pt>
                <c:pt idx="426">
                  <c:v>0.704306722689076</c:v>
                </c:pt>
                <c:pt idx="427">
                  <c:v>0.710609243697479</c:v>
                </c:pt>
                <c:pt idx="428">
                  <c:v>0.729516806722689</c:v>
                </c:pt>
                <c:pt idx="429">
                  <c:v>0.733718487394958</c:v>
                </c:pt>
                <c:pt idx="430">
                  <c:v>0.723739495798319</c:v>
                </c:pt>
                <c:pt idx="431">
                  <c:v>0.706932773109244</c:v>
                </c:pt>
                <c:pt idx="432">
                  <c:v>0.726890756302521</c:v>
                </c:pt>
                <c:pt idx="433">
                  <c:v>0.728991596638655</c:v>
                </c:pt>
                <c:pt idx="434">
                  <c:v>0.730567226890756</c:v>
                </c:pt>
                <c:pt idx="435">
                  <c:v>0.728466386554622</c:v>
                </c:pt>
                <c:pt idx="436">
                  <c:v>0.727415966386555</c:v>
                </c:pt>
                <c:pt idx="437">
                  <c:v>0.738445378151261</c:v>
                </c:pt>
                <c:pt idx="438">
                  <c:v>0.738970588235294</c:v>
                </c:pt>
                <c:pt idx="439">
                  <c:v>0.743697478991597</c:v>
                </c:pt>
                <c:pt idx="440">
                  <c:v>0.737394957983193</c:v>
                </c:pt>
                <c:pt idx="441">
                  <c:v>0.736344537815126</c:v>
                </c:pt>
                <c:pt idx="442">
                  <c:v>0.721638655462185</c:v>
                </c:pt>
                <c:pt idx="443">
                  <c:v>0.722689075630252</c:v>
                </c:pt>
                <c:pt idx="444">
                  <c:v>0.711659663865546</c:v>
                </c:pt>
                <c:pt idx="445">
                  <c:v>0.704831932773109</c:v>
                </c:pt>
                <c:pt idx="446">
                  <c:v>0.721638655462185</c:v>
                </c:pt>
                <c:pt idx="447">
                  <c:v>0.715336134453782</c:v>
                </c:pt>
                <c:pt idx="448">
                  <c:v>0.724264705882353</c:v>
                </c:pt>
                <c:pt idx="449">
                  <c:v>0.732668067226891</c:v>
                </c:pt>
                <c:pt idx="450">
                  <c:v>0.746323529411765</c:v>
                </c:pt>
                <c:pt idx="451">
                  <c:v>0.738970588235294</c:v>
                </c:pt>
                <c:pt idx="452">
                  <c:v>0.74422268907563</c:v>
                </c:pt>
                <c:pt idx="453">
                  <c:v>0.735819327731092</c:v>
                </c:pt>
                <c:pt idx="454">
                  <c:v>0.746323529411765</c:v>
                </c:pt>
                <c:pt idx="455">
                  <c:v>0.732142857142857</c:v>
                </c:pt>
                <c:pt idx="456">
                  <c:v>0.73686974789916</c:v>
                </c:pt>
                <c:pt idx="457">
                  <c:v>0.743697478991597</c:v>
                </c:pt>
                <c:pt idx="458">
                  <c:v>0.738970588235294</c:v>
                </c:pt>
                <c:pt idx="459">
                  <c:v>0.738445378151261</c:v>
                </c:pt>
                <c:pt idx="460">
                  <c:v>0.730567226890756</c:v>
                </c:pt>
                <c:pt idx="461">
                  <c:v>0.721638655462185</c:v>
                </c:pt>
                <c:pt idx="462">
                  <c:v>0.74422268907563</c:v>
                </c:pt>
                <c:pt idx="463">
                  <c:v>0.741071428571429</c:v>
                </c:pt>
                <c:pt idx="464">
                  <c:v>0.743172268907563</c:v>
                </c:pt>
                <c:pt idx="465">
                  <c:v>0.764705882352941</c:v>
                </c:pt>
                <c:pt idx="466">
                  <c:v>0.772584033613445</c:v>
                </c:pt>
                <c:pt idx="467">
                  <c:v>0.791491596638655</c:v>
                </c:pt>
                <c:pt idx="468">
                  <c:v>0.821953781512605</c:v>
                </c:pt>
                <c:pt idx="469">
                  <c:v>0.899159663865546</c:v>
                </c:pt>
                <c:pt idx="470">
                  <c:v>0.957983193277311</c:v>
                </c:pt>
                <c:pt idx="471">
                  <c:v>0.859768907563025</c:v>
                </c:pt>
                <c:pt idx="472">
                  <c:v>0.880252100840336</c:v>
                </c:pt>
                <c:pt idx="473">
                  <c:v>0.856617647058824</c:v>
                </c:pt>
                <c:pt idx="474">
                  <c:v>0.881827731092437</c:v>
                </c:pt>
                <c:pt idx="475">
                  <c:v>0.875525210084034</c:v>
                </c:pt>
                <c:pt idx="476">
                  <c:v>0.888655462184874</c:v>
                </c:pt>
                <c:pt idx="477">
                  <c:v>0.882352941176471</c:v>
                </c:pt>
                <c:pt idx="478">
                  <c:v>0.902836134453782</c:v>
                </c:pt>
                <c:pt idx="479">
                  <c:v>0.914390756302521</c:v>
                </c:pt>
                <c:pt idx="480">
                  <c:v>0.926995798319328</c:v>
                </c:pt>
                <c:pt idx="481">
                  <c:v>0.926995798319328</c:v>
                </c:pt>
                <c:pt idx="482">
                  <c:v>0.929621848739496</c:v>
                </c:pt>
                <c:pt idx="483">
                  <c:v>0.952205882352941</c:v>
                </c:pt>
                <c:pt idx="484">
                  <c:v>0.983718487394958</c:v>
                </c:pt>
                <c:pt idx="485">
                  <c:v>0.959033613445378</c:v>
                </c:pt>
                <c:pt idx="486">
                  <c:v>0.954306722689076</c:v>
                </c:pt>
                <c:pt idx="487">
                  <c:v>0.972689075630252</c:v>
                </c:pt>
                <c:pt idx="488">
                  <c:v>0.939075630252101</c:v>
                </c:pt>
                <c:pt idx="489">
                  <c:v>0.96218487394958</c:v>
                </c:pt>
                <c:pt idx="490">
                  <c:v>0.981617647058824</c:v>
                </c:pt>
                <c:pt idx="491">
                  <c:v>0.989495798319328</c:v>
                </c:pt>
                <c:pt idx="492">
                  <c:v>1.01785714285714</c:v>
                </c:pt>
                <c:pt idx="493">
                  <c:v>1.01785714285714</c:v>
                </c:pt>
                <c:pt idx="494">
                  <c:v>1.04149159663866</c:v>
                </c:pt>
                <c:pt idx="495">
                  <c:v>1.04096638655462</c:v>
                </c:pt>
                <c:pt idx="496">
                  <c:v>1.04831932773109</c:v>
                </c:pt>
                <c:pt idx="497">
                  <c:v>1.01943277310924</c:v>
                </c:pt>
                <c:pt idx="498">
                  <c:v>1.00577731092437</c:v>
                </c:pt>
                <c:pt idx="499">
                  <c:v>0.982142857142857</c:v>
                </c:pt>
                <c:pt idx="500">
                  <c:v>1.00420168067227</c:v>
                </c:pt>
                <c:pt idx="501">
                  <c:v>1.03308823529412</c:v>
                </c:pt>
                <c:pt idx="502">
                  <c:v>1.04411764705882</c:v>
                </c:pt>
                <c:pt idx="503">
                  <c:v>1.01155462184874</c:v>
                </c:pt>
                <c:pt idx="504">
                  <c:v>1.04621848739496</c:v>
                </c:pt>
                <c:pt idx="505">
                  <c:v>1.04464285714286</c:v>
                </c:pt>
                <c:pt idx="506">
                  <c:v>1.05357142857143</c:v>
                </c:pt>
                <c:pt idx="507">
                  <c:v>1.07090336134454</c:v>
                </c:pt>
                <c:pt idx="508">
                  <c:v>1.08771008403361</c:v>
                </c:pt>
                <c:pt idx="509">
                  <c:v>1.10871848739496</c:v>
                </c:pt>
                <c:pt idx="510">
                  <c:v>1.11502100840336</c:v>
                </c:pt>
                <c:pt idx="511">
                  <c:v>1.10084033613445</c:v>
                </c:pt>
                <c:pt idx="512">
                  <c:v>1.11817226890756</c:v>
                </c:pt>
                <c:pt idx="513">
                  <c:v>1.1265756302521</c:v>
                </c:pt>
                <c:pt idx="514">
                  <c:v>1.13445378151261</c:v>
                </c:pt>
                <c:pt idx="515">
                  <c:v>1.13497899159664</c:v>
                </c:pt>
                <c:pt idx="516">
                  <c:v>1.14810924369748</c:v>
                </c:pt>
                <c:pt idx="517">
                  <c:v>1.17594537815126</c:v>
                </c:pt>
                <c:pt idx="518">
                  <c:v>1.16176470588235</c:v>
                </c:pt>
                <c:pt idx="519">
                  <c:v>1.16701680672269</c:v>
                </c:pt>
                <c:pt idx="520">
                  <c:v>1.10084033613445</c:v>
                </c:pt>
                <c:pt idx="521">
                  <c:v>1.09873949579832</c:v>
                </c:pt>
                <c:pt idx="522">
                  <c:v>1.09821428571429</c:v>
                </c:pt>
                <c:pt idx="523">
                  <c:v>1.11817226890756</c:v>
                </c:pt>
                <c:pt idx="524">
                  <c:v>1.04464285714286</c:v>
                </c:pt>
                <c:pt idx="525">
                  <c:v>1.04569327731092</c:v>
                </c:pt>
                <c:pt idx="526">
                  <c:v>1.01470588235294</c:v>
                </c:pt>
                <c:pt idx="527">
                  <c:v>1.02941176470588</c:v>
                </c:pt>
                <c:pt idx="528">
                  <c:v>1.04726890756303</c:v>
                </c:pt>
                <c:pt idx="529">
                  <c:v>1.03098739495798</c:v>
                </c:pt>
                <c:pt idx="530">
                  <c:v>1.01365546218487</c:v>
                </c:pt>
                <c:pt idx="531">
                  <c:v>1.0031512605042</c:v>
                </c:pt>
                <c:pt idx="532">
                  <c:v>0.95640756302521</c:v>
                </c:pt>
                <c:pt idx="533">
                  <c:v>0.951680672268908</c:v>
                </c:pt>
                <c:pt idx="534">
                  <c:v>0.987920168067227</c:v>
                </c:pt>
                <c:pt idx="535">
                  <c:v>0.98686974789916</c:v>
                </c:pt>
                <c:pt idx="536">
                  <c:v>0.990021008403361</c:v>
                </c:pt>
                <c:pt idx="537">
                  <c:v>0.960084033613445</c:v>
                </c:pt>
                <c:pt idx="538">
                  <c:v>0.969012605042017</c:v>
                </c:pt>
                <c:pt idx="539">
                  <c:v>1.01943277310924</c:v>
                </c:pt>
                <c:pt idx="540">
                  <c:v>1.01995798319328</c:v>
                </c:pt>
                <c:pt idx="541">
                  <c:v>1.02573529411765</c:v>
                </c:pt>
                <c:pt idx="542">
                  <c:v>1.01995798319328</c:v>
                </c:pt>
                <c:pt idx="543">
                  <c:v>1.04254201680672</c:v>
                </c:pt>
                <c:pt idx="544">
                  <c:v>1.03151260504202</c:v>
                </c:pt>
                <c:pt idx="545">
                  <c:v>1.02153361344538</c:v>
                </c:pt>
                <c:pt idx="546">
                  <c:v>1.02836134453782</c:v>
                </c:pt>
                <c:pt idx="547">
                  <c:v>1.04044117647059</c:v>
                </c:pt>
                <c:pt idx="548">
                  <c:v>1.04306722689076</c:v>
                </c:pt>
                <c:pt idx="549">
                  <c:v>1.0625</c:v>
                </c:pt>
                <c:pt idx="550">
                  <c:v>1.07457983193277</c:v>
                </c:pt>
                <c:pt idx="551">
                  <c:v>1.08140756302521</c:v>
                </c:pt>
                <c:pt idx="552">
                  <c:v>1.10084033613445</c:v>
                </c:pt>
                <c:pt idx="553">
                  <c:v>1.09978991596639</c:v>
                </c:pt>
                <c:pt idx="554">
                  <c:v>1.10399159663866</c:v>
                </c:pt>
                <c:pt idx="555">
                  <c:v>1.08928571428571</c:v>
                </c:pt>
                <c:pt idx="556">
                  <c:v>1.09191176470588</c:v>
                </c:pt>
                <c:pt idx="557">
                  <c:v>1.11292016806723</c:v>
                </c:pt>
                <c:pt idx="558">
                  <c:v>1.08613445378151</c:v>
                </c:pt>
                <c:pt idx="559">
                  <c:v>1.10766806722689</c:v>
                </c:pt>
                <c:pt idx="560">
                  <c:v>1.11974789915966</c:v>
                </c:pt>
                <c:pt idx="561">
                  <c:v>1.11607142857143</c:v>
                </c:pt>
                <c:pt idx="562">
                  <c:v>1.1281512605042</c:v>
                </c:pt>
                <c:pt idx="563">
                  <c:v>1.12289915966387</c:v>
                </c:pt>
                <c:pt idx="564">
                  <c:v>1.13655462184874</c:v>
                </c:pt>
                <c:pt idx="565">
                  <c:v>1.13340336134454</c:v>
                </c:pt>
                <c:pt idx="566">
                  <c:v>1.10819327731092</c:v>
                </c:pt>
                <c:pt idx="567">
                  <c:v>1.11764705882353</c:v>
                </c:pt>
                <c:pt idx="568">
                  <c:v>1.13865546218487</c:v>
                </c:pt>
                <c:pt idx="569">
                  <c:v>1.13602941176471</c:v>
                </c:pt>
                <c:pt idx="570">
                  <c:v>1.15231092436975</c:v>
                </c:pt>
                <c:pt idx="571">
                  <c:v>1.14758403361345</c:v>
                </c:pt>
                <c:pt idx="572">
                  <c:v>1.16071428571429</c:v>
                </c:pt>
                <c:pt idx="573">
                  <c:v>1.16859243697479</c:v>
                </c:pt>
                <c:pt idx="574">
                  <c:v>1.17384453781513</c:v>
                </c:pt>
                <c:pt idx="575">
                  <c:v>1.16859243697479</c:v>
                </c:pt>
                <c:pt idx="576">
                  <c:v>1.1922268907563</c:v>
                </c:pt>
                <c:pt idx="577">
                  <c:v>1.20273109243697</c:v>
                </c:pt>
                <c:pt idx="578">
                  <c:v>1.21323529411765</c:v>
                </c:pt>
                <c:pt idx="579">
                  <c:v>1.20850840336134</c:v>
                </c:pt>
                <c:pt idx="580">
                  <c:v>1.21533613445378</c:v>
                </c:pt>
                <c:pt idx="581">
                  <c:v>1.20168067226891</c:v>
                </c:pt>
                <c:pt idx="582">
                  <c:v>1.15703781512605</c:v>
                </c:pt>
                <c:pt idx="583">
                  <c:v>1.16123949579832</c:v>
                </c:pt>
                <c:pt idx="584">
                  <c:v>1.18697478991597</c:v>
                </c:pt>
                <c:pt idx="585">
                  <c:v>1.18067226890756</c:v>
                </c:pt>
                <c:pt idx="586">
                  <c:v>1.16018907563025</c:v>
                </c:pt>
                <c:pt idx="587">
                  <c:v>1.14968487394958</c:v>
                </c:pt>
                <c:pt idx="588">
                  <c:v>1.17384453781513</c:v>
                </c:pt>
                <c:pt idx="589">
                  <c:v>1.1796218487395</c:v>
                </c:pt>
                <c:pt idx="590">
                  <c:v>1.1811974789916</c:v>
                </c:pt>
                <c:pt idx="591">
                  <c:v>1.04884453781513</c:v>
                </c:pt>
                <c:pt idx="592">
                  <c:v>1.05409663865546</c:v>
                </c:pt>
                <c:pt idx="593">
                  <c:v>1.08718487394958</c:v>
                </c:pt>
                <c:pt idx="594">
                  <c:v>1.12289915966387</c:v>
                </c:pt>
                <c:pt idx="595">
                  <c:v>1.12710084033613</c:v>
                </c:pt>
                <c:pt idx="596">
                  <c:v>1.15073529411765</c:v>
                </c:pt>
                <c:pt idx="597">
                  <c:v>1.15808823529412</c:v>
                </c:pt>
                <c:pt idx="598">
                  <c:v>1.14180672268908</c:v>
                </c:pt>
                <c:pt idx="599">
                  <c:v>1.15808823529412</c:v>
                </c:pt>
                <c:pt idx="600">
                  <c:v>1.15756302521008</c:v>
                </c:pt>
                <c:pt idx="601">
                  <c:v>1.17331932773109</c:v>
                </c:pt>
                <c:pt idx="602">
                  <c:v>1.18224789915966</c:v>
                </c:pt>
                <c:pt idx="603">
                  <c:v>1.19275210084034</c:v>
                </c:pt>
                <c:pt idx="604">
                  <c:v>1.18855042016807</c:v>
                </c:pt>
                <c:pt idx="605">
                  <c:v>1.19117647058824</c:v>
                </c:pt>
                <c:pt idx="606">
                  <c:v>1.1796218487395</c:v>
                </c:pt>
                <c:pt idx="607">
                  <c:v>1.20378151260504</c:v>
                </c:pt>
                <c:pt idx="608">
                  <c:v>1.21796218487395</c:v>
                </c:pt>
                <c:pt idx="609">
                  <c:v>1.24737394957983</c:v>
                </c:pt>
                <c:pt idx="610">
                  <c:v>1.25945378151261</c:v>
                </c:pt>
                <c:pt idx="611">
                  <c:v>1.27993697478992</c:v>
                </c:pt>
                <c:pt idx="612">
                  <c:v>1.27258403361345</c:v>
                </c:pt>
                <c:pt idx="613">
                  <c:v>1.28308823529412</c:v>
                </c:pt>
                <c:pt idx="614">
                  <c:v>1.27888655462185</c:v>
                </c:pt>
                <c:pt idx="615">
                  <c:v>1.27415966386555</c:v>
                </c:pt>
                <c:pt idx="616">
                  <c:v>1.27836134453782</c:v>
                </c:pt>
                <c:pt idx="617">
                  <c:v>1.28518907563025</c:v>
                </c:pt>
                <c:pt idx="618">
                  <c:v>1.30147058823529</c:v>
                </c:pt>
                <c:pt idx="619">
                  <c:v>1.32247899159664</c:v>
                </c:pt>
                <c:pt idx="620">
                  <c:v>1.31144957983193</c:v>
                </c:pt>
                <c:pt idx="621">
                  <c:v>1.29464285714286</c:v>
                </c:pt>
                <c:pt idx="622">
                  <c:v>1.28466386554622</c:v>
                </c:pt>
                <c:pt idx="623">
                  <c:v>1.29674369747899</c:v>
                </c:pt>
                <c:pt idx="624">
                  <c:v>1.30514705882353</c:v>
                </c:pt>
                <c:pt idx="625">
                  <c:v>1.30147058823529</c:v>
                </c:pt>
                <c:pt idx="626">
                  <c:v>1.32615546218487</c:v>
                </c:pt>
                <c:pt idx="627">
                  <c:v>1.3125</c:v>
                </c:pt>
                <c:pt idx="628">
                  <c:v>1.32615546218487</c:v>
                </c:pt>
                <c:pt idx="629">
                  <c:v>1.33928571428571</c:v>
                </c:pt>
                <c:pt idx="630">
                  <c:v>1.34348739495798</c:v>
                </c:pt>
                <c:pt idx="631">
                  <c:v>1.35556722689076</c:v>
                </c:pt>
                <c:pt idx="632">
                  <c:v>1.37289915966387</c:v>
                </c:pt>
                <c:pt idx="633">
                  <c:v>1.36134453781513</c:v>
                </c:pt>
                <c:pt idx="634">
                  <c:v>1.37079831932773</c:v>
                </c:pt>
                <c:pt idx="635">
                  <c:v>1.37920168067227</c:v>
                </c:pt>
                <c:pt idx="636">
                  <c:v>1.35766806722689</c:v>
                </c:pt>
                <c:pt idx="637">
                  <c:v>1.37289915966387</c:v>
                </c:pt>
                <c:pt idx="638">
                  <c:v>1.36659663865546</c:v>
                </c:pt>
                <c:pt idx="639">
                  <c:v>1.35924369747899</c:v>
                </c:pt>
                <c:pt idx="640">
                  <c:v>1.33140756302521</c:v>
                </c:pt>
                <c:pt idx="641">
                  <c:v>1.32615546218487</c:v>
                </c:pt>
                <c:pt idx="642">
                  <c:v>1.35451680672269</c:v>
                </c:pt>
                <c:pt idx="643">
                  <c:v>1.39023109243697</c:v>
                </c:pt>
                <c:pt idx="644">
                  <c:v>1.39705882352941</c:v>
                </c:pt>
                <c:pt idx="645">
                  <c:v>1.39653361344538</c:v>
                </c:pt>
                <c:pt idx="646">
                  <c:v>1.40703781512605</c:v>
                </c:pt>
                <c:pt idx="647">
                  <c:v>1.42542016806723</c:v>
                </c:pt>
                <c:pt idx="648">
                  <c:v>1.43382352941176</c:v>
                </c:pt>
                <c:pt idx="649">
                  <c:v>1.43960084033613</c:v>
                </c:pt>
                <c:pt idx="650">
                  <c:v>1.44747899159664</c:v>
                </c:pt>
                <c:pt idx="651">
                  <c:v>1.43067226890756</c:v>
                </c:pt>
                <c:pt idx="652">
                  <c:v>1.45273109243697</c:v>
                </c:pt>
                <c:pt idx="653">
                  <c:v>1.46428571428571</c:v>
                </c:pt>
                <c:pt idx="654">
                  <c:v>1.46691176470588</c:v>
                </c:pt>
                <c:pt idx="655">
                  <c:v>1.46953781512605</c:v>
                </c:pt>
                <c:pt idx="656">
                  <c:v>1.47058823529412</c:v>
                </c:pt>
                <c:pt idx="657">
                  <c:v>1.49107142857143</c:v>
                </c:pt>
                <c:pt idx="658">
                  <c:v>1.47216386554622</c:v>
                </c:pt>
                <c:pt idx="659">
                  <c:v>1.48792016806723</c:v>
                </c:pt>
                <c:pt idx="660">
                  <c:v>1.49579831932773</c:v>
                </c:pt>
                <c:pt idx="661">
                  <c:v>1.50262605042017</c:v>
                </c:pt>
                <c:pt idx="662">
                  <c:v>1.52836134453782</c:v>
                </c:pt>
                <c:pt idx="663">
                  <c:v>1.52888655462185</c:v>
                </c:pt>
                <c:pt idx="664">
                  <c:v>1.52258403361345</c:v>
                </c:pt>
                <c:pt idx="665">
                  <c:v>1.53728991596639</c:v>
                </c:pt>
                <c:pt idx="666">
                  <c:v>1.55199579831933</c:v>
                </c:pt>
                <c:pt idx="667">
                  <c:v>1.5688025210084</c:v>
                </c:pt>
                <c:pt idx="668">
                  <c:v>1.5640756302521</c:v>
                </c:pt>
                <c:pt idx="669">
                  <c:v>1.56197478991597</c:v>
                </c:pt>
                <c:pt idx="670">
                  <c:v>1.54464285714286</c:v>
                </c:pt>
                <c:pt idx="671">
                  <c:v>1.56827731092437</c:v>
                </c:pt>
                <c:pt idx="672">
                  <c:v>1.58876050420168</c:v>
                </c:pt>
                <c:pt idx="673">
                  <c:v>1.60871848739496</c:v>
                </c:pt>
                <c:pt idx="674">
                  <c:v>1.6186974789916</c:v>
                </c:pt>
                <c:pt idx="675">
                  <c:v>1.61764705882353</c:v>
                </c:pt>
                <c:pt idx="676">
                  <c:v>1.62920168067227</c:v>
                </c:pt>
                <c:pt idx="677">
                  <c:v>1.65388655462185</c:v>
                </c:pt>
                <c:pt idx="678">
                  <c:v>1.64863445378151</c:v>
                </c:pt>
                <c:pt idx="679">
                  <c:v>1.64338235294118</c:v>
                </c:pt>
                <c:pt idx="680">
                  <c:v>1.60451680672269</c:v>
                </c:pt>
                <c:pt idx="681">
                  <c:v>1.61922268907563</c:v>
                </c:pt>
                <c:pt idx="682">
                  <c:v>1.63550420168067</c:v>
                </c:pt>
                <c:pt idx="683">
                  <c:v>1.65913865546218</c:v>
                </c:pt>
                <c:pt idx="684">
                  <c:v>1.67226890756303</c:v>
                </c:pt>
                <c:pt idx="685">
                  <c:v>1.67647058823529</c:v>
                </c:pt>
                <c:pt idx="686">
                  <c:v>1.66754201680672</c:v>
                </c:pt>
                <c:pt idx="687">
                  <c:v>1.67016806722689</c:v>
                </c:pt>
                <c:pt idx="688">
                  <c:v>1.68855042016807</c:v>
                </c:pt>
                <c:pt idx="689">
                  <c:v>1.6297268907563</c:v>
                </c:pt>
                <c:pt idx="690">
                  <c:v>1.61607142857143</c:v>
                </c:pt>
                <c:pt idx="691">
                  <c:v>1.59978991596639</c:v>
                </c:pt>
                <c:pt idx="692">
                  <c:v>1.62079831932773</c:v>
                </c:pt>
                <c:pt idx="693">
                  <c:v>1.60346638655462</c:v>
                </c:pt>
                <c:pt idx="694">
                  <c:v>1.56512605042017</c:v>
                </c:pt>
                <c:pt idx="695">
                  <c:v>1.57825630252101</c:v>
                </c:pt>
                <c:pt idx="696">
                  <c:v>1.60189075630252</c:v>
                </c:pt>
                <c:pt idx="697">
                  <c:v>1.63340336134454</c:v>
                </c:pt>
                <c:pt idx="698">
                  <c:v>1.6234243697479</c:v>
                </c:pt>
                <c:pt idx="699">
                  <c:v>1.63077731092437</c:v>
                </c:pt>
                <c:pt idx="700">
                  <c:v>1.64023109243697</c:v>
                </c:pt>
                <c:pt idx="701">
                  <c:v>1.6313025210084</c:v>
                </c:pt>
                <c:pt idx="702">
                  <c:v>1.62762605042017</c:v>
                </c:pt>
                <c:pt idx="703">
                  <c:v>1.65231092436975</c:v>
                </c:pt>
                <c:pt idx="704">
                  <c:v>1.65178571428571</c:v>
                </c:pt>
                <c:pt idx="705">
                  <c:v>1.61817226890756</c:v>
                </c:pt>
                <c:pt idx="706">
                  <c:v>1.60451680672269</c:v>
                </c:pt>
                <c:pt idx="707">
                  <c:v>1.59716386554622</c:v>
                </c:pt>
                <c:pt idx="708">
                  <c:v>1.57825630252101</c:v>
                </c:pt>
                <c:pt idx="709">
                  <c:v>1.61029411764706</c:v>
                </c:pt>
                <c:pt idx="710">
                  <c:v>1.59716386554622</c:v>
                </c:pt>
                <c:pt idx="711">
                  <c:v>1.60504201680672</c:v>
                </c:pt>
                <c:pt idx="712">
                  <c:v>1.62447478991597</c:v>
                </c:pt>
                <c:pt idx="713">
                  <c:v>1.62552521008403</c:v>
                </c:pt>
                <c:pt idx="714">
                  <c:v>1.625</c:v>
                </c:pt>
                <c:pt idx="715">
                  <c:v>1.63970588235294</c:v>
                </c:pt>
                <c:pt idx="716">
                  <c:v>1.63813025210084</c:v>
                </c:pt>
                <c:pt idx="717">
                  <c:v>1.63707983193277</c:v>
                </c:pt>
                <c:pt idx="718">
                  <c:v>1.65126050420168</c:v>
                </c:pt>
                <c:pt idx="719">
                  <c:v>1.63655462184874</c:v>
                </c:pt>
                <c:pt idx="720">
                  <c:v>1.6202731092437</c:v>
                </c:pt>
                <c:pt idx="721">
                  <c:v>1.65283613445378</c:v>
                </c:pt>
                <c:pt idx="722">
                  <c:v>1.68855042016807</c:v>
                </c:pt>
                <c:pt idx="723">
                  <c:v>1.69590336134454</c:v>
                </c:pt>
                <c:pt idx="724">
                  <c:v>1.70273109243697</c:v>
                </c:pt>
                <c:pt idx="725">
                  <c:v>1.71060924369748</c:v>
                </c:pt>
                <c:pt idx="726">
                  <c:v>1.71218487394958</c:v>
                </c:pt>
                <c:pt idx="727">
                  <c:v>1.72006302521008</c:v>
                </c:pt>
                <c:pt idx="728">
                  <c:v>1.70220588235294</c:v>
                </c:pt>
                <c:pt idx="729">
                  <c:v>1.6890756302521</c:v>
                </c:pt>
                <c:pt idx="730">
                  <c:v>1.71533613445378</c:v>
                </c:pt>
                <c:pt idx="731">
                  <c:v>1.73371848739496</c:v>
                </c:pt>
                <c:pt idx="732">
                  <c:v>1.73581932773109</c:v>
                </c:pt>
                <c:pt idx="733">
                  <c:v>1.75262605042017</c:v>
                </c:pt>
                <c:pt idx="734">
                  <c:v>1.75525210084034</c:v>
                </c:pt>
                <c:pt idx="735">
                  <c:v>1.75735294117647</c:v>
                </c:pt>
              </c:numCache>
            </c:numRef>
          </c:val>
          <c:smooth val="0"/>
        </c:ser>
        <c:ser>
          <c:idx val="1"/>
          <c:order val="1"/>
          <c:tx>
            <c:strRef>
              <c:f>[320016.OF.xlsx]file!$F$1</c:f>
              <c:strCache>
                <c:ptCount val="1"/>
                <c:pt idx="0">
                  <c:v>诺安多策略A基准</c:v>
                </c:pt>
              </c:strCache>
            </c:strRef>
          </c:tx>
          <c:spPr>
            <a:ln w="28575" cap="rnd">
              <a:solidFill>
                <a:schemeClr val="accent2"/>
              </a:solidFill>
              <a:round/>
            </a:ln>
            <a:effectLst/>
          </c:spPr>
          <c:marker>
            <c:symbol val="none"/>
          </c:marker>
          <c:dLbls>
            <c:delete val="1"/>
          </c:dLbls>
          <c:cat>
            <c:numRef>
              <c:f>[320016.OF.xlsx]file!$A$2:$A$737</c:f>
              <c:numCache>
                <c:formatCode>yyyy/mm/dd</c:formatCode>
                <c:ptCount val="736"/>
                <c:pt idx="0" c:formatCode="yyyy/mm/dd">
                  <c:v>44868</c:v>
                </c:pt>
                <c:pt idx="1" c:formatCode="yyyy/mm/dd">
                  <c:v>44869</c:v>
                </c:pt>
                <c:pt idx="2" c:formatCode="yyyy/mm/dd">
                  <c:v>44872</c:v>
                </c:pt>
                <c:pt idx="3" c:formatCode="yyyy/mm/dd">
                  <c:v>44873</c:v>
                </c:pt>
                <c:pt idx="4" c:formatCode="yyyy/mm/dd">
                  <c:v>44874</c:v>
                </c:pt>
                <c:pt idx="5" c:formatCode="yyyy/mm/dd">
                  <c:v>44875</c:v>
                </c:pt>
                <c:pt idx="6" c:formatCode="yyyy/mm/dd">
                  <c:v>44876</c:v>
                </c:pt>
                <c:pt idx="7" c:formatCode="yyyy/mm/dd">
                  <c:v>44879</c:v>
                </c:pt>
                <c:pt idx="8" c:formatCode="yyyy/mm/dd">
                  <c:v>44880</c:v>
                </c:pt>
                <c:pt idx="9" c:formatCode="yyyy/mm/dd">
                  <c:v>44881</c:v>
                </c:pt>
                <c:pt idx="10" c:formatCode="yyyy/mm/dd">
                  <c:v>44882</c:v>
                </c:pt>
                <c:pt idx="11" c:formatCode="yyyy/mm/dd">
                  <c:v>44883</c:v>
                </c:pt>
                <c:pt idx="12" c:formatCode="yyyy/mm/dd">
                  <c:v>44886</c:v>
                </c:pt>
                <c:pt idx="13" c:formatCode="yyyy/mm/dd">
                  <c:v>44887</c:v>
                </c:pt>
                <c:pt idx="14" c:formatCode="yyyy/mm/dd">
                  <c:v>44888</c:v>
                </c:pt>
                <c:pt idx="15" c:formatCode="yyyy/mm/dd">
                  <c:v>44889</c:v>
                </c:pt>
                <c:pt idx="16" c:formatCode="yyyy/mm/dd">
                  <c:v>44890</c:v>
                </c:pt>
                <c:pt idx="17" c:formatCode="yyyy/mm/dd">
                  <c:v>44893</c:v>
                </c:pt>
                <c:pt idx="18" c:formatCode="yyyy/mm/dd">
                  <c:v>44894</c:v>
                </c:pt>
                <c:pt idx="19" c:formatCode="yyyy/mm/dd">
                  <c:v>44895</c:v>
                </c:pt>
                <c:pt idx="20" c:formatCode="yyyy/mm/dd">
                  <c:v>44896</c:v>
                </c:pt>
                <c:pt idx="21" c:formatCode="yyyy/mm/dd">
                  <c:v>44897</c:v>
                </c:pt>
                <c:pt idx="22" c:formatCode="yyyy/mm/dd">
                  <c:v>44900</c:v>
                </c:pt>
                <c:pt idx="23" c:formatCode="yyyy/mm/dd">
                  <c:v>44901</c:v>
                </c:pt>
                <c:pt idx="24" c:formatCode="yyyy/mm/dd">
                  <c:v>44902</c:v>
                </c:pt>
                <c:pt idx="25" c:formatCode="yyyy/mm/dd">
                  <c:v>44903</c:v>
                </c:pt>
                <c:pt idx="26" c:formatCode="yyyy/mm/dd">
                  <c:v>44904</c:v>
                </c:pt>
                <c:pt idx="27" c:formatCode="yyyy/mm/dd">
                  <c:v>44907</c:v>
                </c:pt>
                <c:pt idx="28" c:formatCode="yyyy/mm/dd">
                  <c:v>44908</c:v>
                </c:pt>
                <c:pt idx="29" c:formatCode="yyyy/mm/dd">
                  <c:v>44909</c:v>
                </c:pt>
                <c:pt idx="30" c:formatCode="yyyy/mm/dd">
                  <c:v>44910</c:v>
                </c:pt>
                <c:pt idx="31" c:formatCode="yyyy/mm/dd">
                  <c:v>44911</c:v>
                </c:pt>
                <c:pt idx="32" c:formatCode="yyyy/mm/dd">
                  <c:v>44914</c:v>
                </c:pt>
                <c:pt idx="33" c:formatCode="yyyy/mm/dd">
                  <c:v>44915</c:v>
                </c:pt>
                <c:pt idx="34" c:formatCode="yyyy/mm/dd">
                  <c:v>44916</c:v>
                </c:pt>
                <c:pt idx="35" c:formatCode="yyyy/mm/dd">
                  <c:v>44917</c:v>
                </c:pt>
                <c:pt idx="36" c:formatCode="yyyy/mm/dd">
                  <c:v>44918</c:v>
                </c:pt>
                <c:pt idx="37" c:formatCode="yyyy/mm/dd">
                  <c:v>44921</c:v>
                </c:pt>
                <c:pt idx="38" c:formatCode="yyyy/mm/dd">
                  <c:v>44922</c:v>
                </c:pt>
                <c:pt idx="39" c:formatCode="yyyy/mm/dd">
                  <c:v>44923</c:v>
                </c:pt>
                <c:pt idx="40" c:formatCode="yyyy/mm/dd">
                  <c:v>44924</c:v>
                </c:pt>
                <c:pt idx="41" c:formatCode="yyyy/mm/dd">
                  <c:v>44925</c:v>
                </c:pt>
                <c:pt idx="42" c:formatCode="yyyy/mm/dd">
                  <c:v>44926</c:v>
                </c:pt>
                <c:pt idx="43" c:formatCode="yyyy/mm/dd">
                  <c:v>44929</c:v>
                </c:pt>
                <c:pt idx="44" c:formatCode="yyyy/mm/dd">
                  <c:v>44930</c:v>
                </c:pt>
                <c:pt idx="45" c:formatCode="yyyy/mm/dd">
                  <c:v>44931</c:v>
                </c:pt>
                <c:pt idx="46" c:formatCode="yyyy/mm/dd">
                  <c:v>44932</c:v>
                </c:pt>
                <c:pt idx="47" c:formatCode="yyyy/mm/dd">
                  <c:v>44935</c:v>
                </c:pt>
                <c:pt idx="48" c:formatCode="yyyy/mm/dd">
                  <c:v>44936</c:v>
                </c:pt>
                <c:pt idx="49" c:formatCode="yyyy/mm/dd">
                  <c:v>44937</c:v>
                </c:pt>
                <c:pt idx="50" c:formatCode="yyyy/mm/dd">
                  <c:v>44938</c:v>
                </c:pt>
                <c:pt idx="51" c:formatCode="yyyy/mm/dd">
                  <c:v>44939</c:v>
                </c:pt>
                <c:pt idx="52" c:formatCode="yyyy/mm/dd">
                  <c:v>44942</c:v>
                </c:pt>
                <c:pt idx="53" c:formatCode="yyyy/mm/dd">
                  <c:v>44943</c:v>
                </c:pt>
                <c:pt idx="54" c:formatCode="yyyy/mm/dd">
                  <c:v>44944</c:v>
                </c:pt>
                <c:pt idx="55" c:formatCode="yyyy/mm/dd">
                  <c:v>44945</c:v>
                </c:pt>
                <c:pt idx="56" c:formatCode="yyyy/mm/dd">
                  <c:v>44946</c:v>
                </c:pt>
                <c:pt idx="57" c:formatCode="yyyy/mm/dd">
                  <c:v>44956</c:v>
                </c:pt>
                <c:pt idx="58" c:formatCode="yyyy/mm/dd">
                  <c:v>44957</c:v>
                </c:pt>
                <c:pt idx="59" c:formatCode="yyyy/mm/dd">
                  <c:v>44958</c:v>
                </c:pt>
                <c:pt idx="60" c:formatCode="yyyy/mm/dd">
                  <c:v>44959</c:v>
                </c:pt>
                <c:pt idx="61" c:formatCode="yyyy/mm/dd">
                  <c:v>44960</c:v>
                </c:pt>
                <c:pt idx="62" c:formatCode="yyyy/mm/dd">
                  <c:v>44963</c:v>
                </c:pt>
                <c:pt idx="63" c:formatCode="yyyy/mm/dd">
                  <c:v>44964</c:v>
                </c:pt>
                <c:pt idx="64" c:formatCode="yyyy/mm/dd">
                  <c:v>44965</c:v>
                </c:pt>
                <c:pt idx="65" c:formatCode="yyyy/mm/dd">
                  <c:v>44966</c:v>
                </c:pt>
                <c:pt idx="66" c:formatCode="yyyy/mm/dd">
                  <c:v>44967</c:v>
                </c:pt>
                <c:pt idx="67" c:formatCode="yyyy/mm/dd">
                  <c:v>44970</c:v>
                </c:pt>
                <c:pt idx="68" c:formatCode="yyyy/mm/dd">
                  <c:v>44971</c:v>
                </c:pt>
                <c:pt idx="69" c:formatCode="yyyy/mm/dd">
                  <c:v>44972</c:v>
                </c:pt>
                <c:pt idx="70" c:formatCode="yyyy/mm/dd">
                  <c:v>44973</c:v>
                </c:pt>
                <c:pt idx="71" c:formatCode="yyyy/mm/dd">
                  <c:v>44974</c:v>
                </c:pt>
                <c:pt idx="72" c:formatCode="yyyy/mm/dd">
                  <c:v>44977</c:v>
                </c:pt>
                <c:pt idx="73" c:formatCode="yyyy/mm/dd">
                  <c:v>44978</c:v>
                </c:pt>
                <c:pt idx="74" c:formatCode="yyyy/mm/dd">
                  <c:v>44979</c:v>
                </c:pt>
                <c:pt idx="75" c:formatCode="yyyy/mm/dd">
                  <c:v>44980</c:v>
                </c:pt>
                <c:pt idx="76" c:formatCode="yyyy/mm/dd">
                  <c:v>44981</c:v>
                </c:pt>
                <c:pt idx="77" c:formatCode="yyyy/mm/dd">
                  <c:v>44984</c:v>
                </c:pt>
                <c:pt idx="78" c:formatCode="yyyy/mm/dd">
                  <c:v>44985</c:v>
                </c:pt>
                <c:pt idx="79" c:formatCode="yyyy/mm/dd">
                  <c:v>44986</c:v>
                </c:pt>
                <c:pt idx="80" c:formatCode="yyyy/mm/dd">
                  <c:v>44987</c:v>
                </c:pt>
                <c:pt idx="81" c:formatCode="yyyy/mm/dd">
                  <c:v>44988</c:v>
                </c:pt>
                <c:pt idx="82" c:formatCode="yyyy/mm/dd">
                  <c:v>44991</c:v>
                </c:pt>
                <c:pt idx="83" c:formatCode="yyyy/mm/dd">
                  <c:v>44992</c:v>
                </c:pt>
                <c:pt idx="84" c:formatCode="yyyy/mm/dd">
                  <c:v>44993</c:v>
                </c:pt>
                <c:pt idx="85" c:formatCode="yyyy/mm/dd">
                  <c:v>44994</c:v>
                </c:pt>
                <c:pt idx="86" c:formatCode="yyyy/mm/dd">
                  <c:v>44995</c:v>
                </c:pt>
                <c:pt idx="87" c:formatCode="yyyy/mm/dd">
                  <c:v>44998</c:v>
                </c:pt>
                <c:pt idx="88" c:formatCode="yyyy/mm/dd">
                  <c:v>44999</c:v>
                </c:pt>
                <c:pt idx="89" c:formatCode="yyyy/mm/dd">
                  <c:v>45000</c:v>
                </c:pt>
                <c:pt idx="90" c:formatCode="yyyy/mm/dd">
                  <c:v>45001</c:v>
                </c:pt>
                <c:pt idx="91" c:formatCode="yyyy/mm/dd">
                  <c:v>45002</c:v>
                </c:pt>
                <c:pt idx="92" c:formatCode="yyyy/mm/dd">
                  <c:v>45005</c:v>
                </c:pt>
                <c:pt idx="93" c:formatCode="yyyy/mm/dd">
                  <c:v>45006</c:v>
                </c:pt>
                <c:pt idx="94" c:formatCode="yyyy/mm/dd">
                  <c:v>45007</c:v>
                </c:pt>
                <c:pt idx="95" c:formatCode="yyyy/mm/dd">
                  <c:v>45008</c:v>
                </c:pt>
                <c:pt idx="96" c:formatCode="yyyy/mm/dd">
                  <c:v>45009</c:v>
                </c:pt>
                <c:pt idx="97" c:formatCode="yyyy/mm/dd">
                  <c:v>45012</c:v>
                </c:pt>
                <c:pt idx="98" c:formatCode="yyyy/mm/dd">
                  <c:v>45013</c:v>
                </c:pt>
                <c:pt idx="99" c:formatCode="yyyy/mm/dd">
                  <c:v>45014</c:v>
                </c:pt>
                <c:pt idx="100" c:formatCode="yyyy/mm/dd">
                  <c:v>45015</c:v>
                </c:pt>
                <c:pt idx="101" c:formatCode="yyyy/mm/dd">
                  <c:v>45016</c:v>
                </c:pt>
                <c:pt idx="102" c:formatCode="yyyy/mm/dd">
                  <c:v>45019</c:v>
                </c:pt>
                <c:pt idx="103" c:formatCode="yyyy/mm/dd">
                  <c:v>45020</c:v>
                </c:pt>
                <c:pt idx="104" c:formatCode="yyyy/mm/dd">
                  <c:v>45022</c:v>
                </c:pt>
                <c:pt idx="105" c:formatCode="yyyy/mm/dd">
                  <c:v>45023</c:v>
                </c:pt>
                <c:pt idx="106" c:formatCode="yyyy/mm/dd">
                  <c:v>45026</c:v>
                </c:pt>
                <c:pt idx="107" c:formatCode="yyyy/mm/dd">
                  <c:v>45027</c:v>
                </c:pt>
                <c:pt idx="108" c:formatCode="yyyy/mm/dd">
                  <c:v>45028</c:v>
                </c:pt>
                <c:pt idx="109" c:formatCode="yyyy/mm/dd">
                  <c:v>45029</c:v>
                </c:pt>
                <c:pt idx="110" c:formatCode="yyyy/mm/dd">
                  <c:v>45030</c:v>
                </c:pt>
                <c:pt idx="111" c:formatCode="yyyy/mm/dd">
                  <c:v>45033</c:v>
                </c:pt>
                <c:pt idx="112" c:formatCode="yyyy/mm/dd">
                  <c:v>45034</c:v>
                </c:pt>
                <c:pt idx="113" c:formatCode="yyyy/mm/dd">
                  <c:v>45035</c:v>
                </c:pt>
                <c:pt idx="114" c:formatCode="yyyy/mm/dd">
                  <c:v>45036</c:v>
                </c:pt>
                <c:pt idx="115" c:formatCode="yyyy/mm/dd">
                  <c:v>45037</c:v>
                </c:pt>
                <c:pt idx="116" c:formatCode="yyyy/mm/dd">
                  <c:v>45040</c:v>
                </c:pt>
                <c:pt idx="117" c:formatCode="yyyy/mm/dd">
                  <c:v>45041</c:v>
                </c:pt>
                <c:pt idx="118" c:formatCode="yyyy/mm/dd">
                  <c:v>45042</c:v>
                </c:pt>
                <c:pt idx="119" c:formatCode="yyyy/mm/dd">
                  <c:v>45043</c:v>
                </c:pt>
                <c:pt idx="120" c:formatCode="yyyy/mm/dd">
                  <c:v>45044</c:v>
                </c:pt>
                <c:pt idx="121" c:formatCode="yyyy/mm/dd">
                  <c:v>45050</c:v>
                </c:pt>
                <c:pt idx="122" c:formatCode="yyyy/mm/dd">
                  <c:v>45051</c:v>
                </c:pt>
                <c:pt idx="123" c:formatCode="yyyy/mm/dd">
                  <c:v>45054</c:v>
                </c:pt>
                <c:pt idx="124" c:formatCode="yyyy/mm/dd">
                  <c:v>45055</c:v>
                </c:pt>
                <c:pt idx="125" c:formatCode="yyyy/mm/dd">
                  <c:v>45056</c:v>
                </c:pt>
                <c:pt idx="126" c:formatCode="yyyy/mm/dd">
                  <c:v>45057</c:v>
                </c:pt>
                <c:pt idx="127" c:formatCode="yyyy/mm/dd">
                  <c:v>45058</c:v>
                </c:pt>
                <c:pt idx="128" c:formatCode="yyyy/mm/dd">
                  <c:v>45061</c:v>
                </c:pt>
                <c:pt idx="129" c:formatCode="yyyy/mm/dd">
                  <c:v>45062</c:v>
                </c:pt>
                <c:pt idx="130" c:formatCode="yyyy/mm/dd">
                  <c:v>45063</c:v>
                </c:pt>
                <c:pt idx="131" c:formatCode="yyyy/mm/dd">
                  <c:v>45064</c:v>
                </c:pt>
                <c:pt idx="132" c:formatCode="yyyy/mm/dd">
                  <c:v>45065</c:v>
                </c:pt>
                <c:pt idx="133" c:formatCode="yyyy/mm/dd">
                  <c:v>45068</c:v>
                </c:pt>
                <c:pt idx="134" c:formatCode="yyyy/mm/dd">
                  <c:v>45069</c:v>
                </c:pt>
                <c:pt idx="135" c:formatCode="yyyy/mm/dd">
                  <c:v>45070</c:v>
                </c:pt>
                <c:pt idx="136" c:formatCode="yyyy/mm/dd">
                  <c:v>45071</c:v>
                </c:pt>
                <c:pt idx="137" c:formatCode="yyyy/mm/dd">
                  <c:v>45072</c:v>
                </c:pt>
                <c:pt idx="138" c:formatCode="yyyy/mm/dd">
                  <c:v>45075</c:v>
                </c:pt>
                <c:pt idx="139" c:formatCode="yyyy/mm/dd">
                  <c:v>45076</c:v>
                </c:pt>
                <c:pt idx="140" c:formatCode="yyyy/mm/dd">
                  <c:v>45077</c:v>
                </c:pt>
                <c:pt idx="141" c:formatCode="yyyy/mm/dd">
                  <c:v>45078</c:v>
                </c:pt>
                <c:pt idx="142" c:formatCode="yyyy/mm/dd">
                  <c:v>45079</c:v>
                </c:pt>
                <c:pt idx="143" c:formatCode="yyyy/mm/dd">
                  <c:v>45082</c:v>
                </c:pt>
                <c:pt idx="144" c:formatCode="yyyy/mm/dd">
                  <c:v>45083</c:v>
                </c:pt>
                <c:pt idx="145" c:formatCode="yyyy/mm/dd">
                  <c:v>45084</c:v>
                </c:pt>
                <c:pt idx="146" c:formatCode="yyyy/mm/dd">
                  <c:v>45085</c:v>
                </c:pt>
                <c:pt idx="147" c:formatCode="yyyy/mm/dd">
                  <c:v>45086</c:v>
                </c:pt>
                <c:pt idx="148" c:formatCode="yyyy/mm/dd">
                  <c:v>45089</c:v>
                </c:pt>
                <c:pt idx="149" c:formatCode="yyyy/mm/dd">
                  <c:v>45090</c:v>
                </c:pt>
                <c:pt idx="150" c:formatCode="yyyy/mm/dd">
                  <c:v>45091</c:v>
                </c:pt>
                <c:pt idx="151" c:formatCode="yyyy/mm/dd">
                  <c:v>45092</c:v>
                </c:pt>
                <c:pt idx="152" c:formatCode="yyyy/mm/dd">
                  <c:v>45093</c:v>
                </c:pt>
                <c:pt idx="153" c:formatCode="yyyy/mm/dd">
                  <c:v>45096</c:v>
                </c:pt>
                <c:pt idx="154" c:formatCode="yyyy/mm/dd">
                  <c:v>45097</c:v>
                </c:pt>
                <c:pt idx="155" c:formatCode="yyyy/mm/dd">
                  <c:v>45098</c:v>
                </c:pt>
                <c:pt idx="156" c:formatCode="yyyy/mm/dd">
                  <c:v>45103</c:v>
                </c:pt>
                <c:pt idx="157" c:formatCode="yyyy/mm/dd">
                  <c:v>45104</c:v>
                </c:pt>
                <c:pt idx="158" c:formatCode="yyyy/mm/dd">
                  <c:v>45105</c:v>
                </c:pt>
                <c:pt idx="159" c:formatCode="yyyy/mm/dd">
                  <c:v>45106</c:v>
                </c:pt>
                <c:pt idx="160" c:formatCode="yyyy/mm/dd">
                  <c:v>45107</c:v>
                </c:pt>
                <c:pt idx="161" c:formatCode="yyyy/mm/dd">
                  <c:v>45110</c:v>
                </c:pt>
                <c:pt idx="162" c:formatCode="yyyy/mm/dd">
                  <c:v>45111</c:v>
                </c:pt>
                <c:pt idx="163" c:formatCode="yyyy/mm/dd">
                  <c:v>45112</c:v>
                </c:pt>
                <c:pt idx="164" c:formatCode="yyyy/mm/dd">
                  <c:v>45113</c:v>
                </c:pt>
                <c:pt idx="165" c:formatCode="yyyy/mm/dd">
                  <c:v>45114</c:v>
                </c:pt>
                <c:pt idx="166" c:formatCode="yyyy/mm/dd">
                  <c:v>45117</c:v>
                </c:pt>
                <c:pt idx="167" c:formatCode="yyyy/mm/dd">
                  <c:v>45118</c:v>
                </c:pt>
                <c:pt idx="168" c:formatCode="yyyy/mm/dd">
                  <c:v>45119</c:v>
                </c:pt>
                <c:pt idx="169" c:formatCode="yyyy/mm/dd">
                  <c:v>45120</c:v>
                </c:pt>
                <c:pt idx="170" c:formatCode="yyyy/mm/dd">
                  <c:v>45121</c:v>
                </c:pt>
                <c:pt idx="171" c:formatCode="yyyy/mm/dd">
                  <c:v>45124</c:v>
                </c:pt>
                <c:pt idx="172" c:formatCode="yyyy/mm/dd">
                  <c:v>45125</c:v>
                </c:pt>
                <c:pt idx="173" c:formatCode="yyyy/mm/dd">
                  <c:v>45126</c:v>
                </c:pt>
                <c:pt idx="174" c:formatCode="yyyy/mm/dd">
                  <c:v>45127</c:v>
                </c:pt>
                <c:pt idx="175" c:formatCode="yyyy/mm/dd">
                  <c:v>45128</c:v>
                </c:pt>
                <c:pt idx="176" c:formatCode="yyyy/mm/dd">
                  <c:v>45131</c:v>
                </c:pt>
                <c:pt idx="177" c:formatCode="yyyy/mm/dd">
                  <c:v>45132</c:v>
                </c:pt>
                <c:pt idx="178" c:formatCode="yyyy/mm/dd">
                  <c:v>45133</c:v>
                </c:pt>
                <c:pt idx="179" c:formatCode="yyyy/mm/dd">
                  <c:v>45134</c:v>
                </c:pt>
                <c:pt idx="180" c:formatCode="yyyy/mm/dd">
                  <c:v>45135</c:v>
                </c:pt>
                <c:pt idx="181" c:formatCode="yyyy/mm/dd">
                  <c:v>45138</c:v>
                </c:pt>
                <c:pt idx="182" c:formatCode="yyyy/mm/dd">
                  <c:v>45139</c:v>
                </c:pt>
                <c:pt idx="183" c:formatCode="yyyy/mm/dd">
                  <c:v>45140</c:v>
                </c:pt>
                <c:pt idx="184" c:formatCode="yyyy/mm/dd">
                  <c:v>45141</c:v>
                </c:pt>
                <c:pt idx="185" c:formatCode="yyyy/mm/dd">
                  <c:v>45142</c:v>
                </c:pt>
                <c:pt idx="186" c:formatCode="yyyy/mm/dd">
                  <c:v>45145</c:v>
                </c:pt>
                <c:pt idx="187" c:formatCode="yyyy/mm/dd">
                  <c:v>45146</c:v>
                </c:pt>
                <c:pt idx="188" c:formatCode="yyyy/mm/dd">
                  <c:v>45147</c:v>
                </c:pt>
                <c:pt idx="189" c:formatCode="yyyy/mm/dd">
                  <c:v>45148</c:v>
                </c:pt>
                <c:pt idx="190" c:formatCode="yyyy/mm/dd">
                  <c:v>45149</c:v>
                </c:pt>
                <c:pt idx="191" c:formatCode="yyyy/mm/dd">
                  <c:v>45152</c:v>
                </c:pt>
                <c:pt idx="192" c:formatCode="yyyy/mm/dd">
                  <c:v>45153</c:v>
                </c:pt>
                <c:pt idx="193" c:formatCode="yyyy/mm/dd">
                  <c:v>45154</c:v>
                </c:pt>
                <c:pt idx="194" c:formatCode="yyyy/mm/dd">
                  <c:v>45155</c:v>
                </c:pt>
                <c:pt idx="195" c:formatCode="yyyy/mm/dd">
                  <c:v>45156</c:v>
                </c:pt>
                <c:pt idx="196" c:formatCode="yyyy/mm/dd">
                  <c:v>45159</c:v>
                </c:pt>
                <c:pt idx="197" c:formatCode="yyyy/mm/dd">
                  <c:v>45160</c:v>
                </c:pt>
                <c:pt idx="198" c:formatCode="yyyy/mm/dd">
                  <c:v>45161</c:v>
                </c:pt>
                <c:pt idx="199" c:formatCode="yyyy/mm/dd">
                  <c:v>45162</c:v>
                </c:pt>
                <c:pt idx="200" c:formatCode="yyyy/mm/dd">
                  <c:v>45163</c:v>
                </c:pt>
                <c:pt idx="201" c:formatCode="yyyy/mm/dd">
                  <c:v>45166</c:v>
                </c:pt>
                <c:pt idx="202" c:formatCode="yyyy/mm/dd">
                  <c:v>45167</c:v>
                </c:pt>
                <c:pt idx="203" c:formatCode="yyyy/mm/dd">
                  <c:v>45168</c:v>
                </c:pt>
                <c:pt idx="204" c:formatCode="yyyy/mm/dd">
                  <c:v>45169</c:v>
                </c:pt>
                <c:pt idx="205" c:formatCode="yyyy/mm/dd">
                  <c:v>45170</c:v>
                </c:pt>
                <c:pt idx="206" c:formatCode="yyyy/mm/dd">
                  <c:v>45173</c:v>
                </c:pt>
                <c:pt idx="207" c:formatCode="yyyy/mm/dd">
                  <c:v>45174</c:v>
                </c:pt>
                <c:pt idx="208" c:formatCode="yyyy/mm/dd">
                  <c:v>45175</c:v>
                </c:pt>
                <c:pt idx="209" c:formatCode="yyyy/mm/dd">
                  <c:v>45176</c:v>
                </c:pt>
                <c:pt idx="210" c:formatCode="yyyy/mm/dd">
                  <c:v>45177</c:v>
                </c:pt>
                <c:pt idx="211" c:formatCode="yyyy/mm/dd">
                  <c:v>45180</c:v>
                </c:pt>
                <c:pt idx="212" c:formatCode="yyyy/mm/dd">
                  <c:v>45181</c:v>
                </c:pt>
                <c:pt idx="213" c:formatCode="yyyy/mm/dd">
                  <c:v>45182</c:v>
                </c:pt>
                <c:pt idx="214" c:formatCode="yyyy/mm/dd">
                  <c:v>45183</c:v>
                </c:pt>
                <c:pt idx="215" c:formatCode="yyyy/mm/dd">
                  <c:v>45184</c:v>
                </c:pt>
                <c:pt idx="216" c:formatCode="yyyy/mm/dd">
                  <c:v>45187</c:v>
                </c:pt>
                <c:pt idx="217" c:formatCode="yyyy/mm/dd">
                  <c:v>45188</c:v>
                </c:pt>
                <c:pt idx="218" c:formatCode="yyyy/mm/dd">
                  <c:v>45189</c:v>
                </c:pt>
                <c:pt idx="219" c:formatCode="yyyy/mm/dd">
                  <c:v>45190</c:v>
                </c:pt>
                <c:pt idx="220" c:formatCode="yyyy/mm/dd">
                  <c:v>45191</c:v>
                </c:pt>
                <c:pt idx="221" c:formatCode="yyyy/mm/dd">
                  <c:v>45194</c:v>
                </c:pt>
                <c:pt idx="222" c:formatCode="yyyy/mm/dd">
                  <c:v>45195</c:v>
                </c:pt>
                <c:pt idx="223" c:formatCode="yyyy/mm/dd">
                  <c:v>45196</c:v>
                </c:pt>
                <c:pt idx="224" c:formatCode="yyyy/mm/dd">
                  <c:v>45197</c:v>
                </c:pt>
                <c:pt idx="225" c:formatCode="yyyy/mm/dd">
                  <c:v>45199</c:v>
                </c:pt>
                <c:pt idx="226" c:formatCode="yyyy/mm/dd">
                  <c:v>45208</c:v>
                </c:pt>
                <c:pt idx="227" c:formatCode="yyyy/mm/dd">
                  <c:v>45209</c:v>
                </c:pt>
                <c:pt idx="228" c:formatCode="yyyy/mm/dd">
                  <c:v>45210</c:v>
                </c:pt>
                <c:pt idx="229" c:formatCode="yyyy/mm/dd">
                  <c:v>45211</c:v>
                </c:pt>
                <c:pt idx="230" c:formatCode="yyyy/mm/dd">
                  <c:v>45212</c:v>
                </c:pt>
                <c:pt idx="231" c:formatCode="yyyy/mm/dd">
                  <c:v>45215</c:v>
                </c:pt>
                <c:pt idx="232" c:formatCode="yyyy/mm/dd">
                  <c:v>45216</c:v>
                </c:pt>
                <c:pt idx="233" c:formatCode="yyyy/mm/dd">
                  <c:v>45217</c:v>
                </c:pt>
                <c:pt idx="234" c:formatCode="yyyy/mm/dd">
                  <c:v>45218</c:v>
                </c:pt>
                <c:pt idx="235" c:formatCode="yyyy/mm/dd">
                  <c:v>45219</c:v>
                </c:pt>
                <c:pt idx="236" c:formatCode="yyyy/mm/dd">
                  <c:v>45222</c:v>
                </c:pt>
                <c:pt idx="237" c:formatCode="yyyy/mm/dd">
                  <c:v>45223</c:v>
                </c:pt>
                <c:pt idx="238" c:formatCode="yyyy/mm/dd">
                  <c:v>45224</c:v>
                </c:pt>
                <c:pt idx="239" c:formatCode="yyyy/mm/dd">
                  <c:v>45225</c:v>
                </c:pt>
                <c:pt idx="240" c:formatCode="yyyy/mm/dd">
                  <c:v>45226</c:v>
                </c:pt>
                <c:pt idx="241" c:formatCode="yyyy/mm/dd">
                  <c:v>45229</c:v>
                </c:pt>
                <c:pt idx="242" c:formatCode="yyyy/mm/dd">
                  <c:v>45230</c:v>
                </c:pt>
                <c:pt idx="243" c:formatCode="yyyy/mm/dd">
                  <c:v>45231</c:v>
                </c:pt>
                <c:pt idx="244" c:formatCode="yyyy/mm/dd">
                  <c:v>45232</c:v>
                </c:pt>
                <c:pt idx="245" c:formatCode="yyyy/mm/dd">
                  <c:v>45233</c:v>
                </c:pt>
                <c:pt idx="246" c:formatCode="yyyy/mm/dd">
                  <c:v>45236</c:v>
                </c:pt>
                <c:pt idx="247" c:formatCode="yyyy/mm/dd">
                  <c:v>45237</c:v>
                </c:pt>
                <c:pt idx="248" c:formatCode="yyyy/mm/dd">
                  <c:v>45238</c:v>
                </c:pt>
                <c:pt idx="249" c:formatCode="yyyy/mm/dd">
                  <c:v>45239</c:v>
                </c:pt>
                <c:pt idx="250" c:formatCode="yyyy/mm/dd">
                  <c:v>45240</c:v>
                </c:pt>
                <c:pt idx="251" c:formatCode="yyyy/mm/dd">
                  <c:v>45243</c:v>
                </c:pt>
                <c:pt idx="252" c:formatCode="yyyy/mm/dd">
                  <c:v>45244</c:v>
                </c:pt>
                <c:pt idx="253" c:formatCode="yyyy/mm/dd">
                  <c:v>45245</c:v>
                </c:pt>
                <c:pt idx="254" c:formatCode="yyyy/mm/dd">
                  <c:v>45246</c:v>
                </c:pt>
                <c:pt idx="255" c:formatCode="yyyy/mm/dd">
                  <c:v>45247</c:v>
                </c:pt>
                <c:pt idx="256" c:formatCode="yyyy/mm/dd">
                  <c:v>45250</c:v>
                </c:pt>
                <c:pt idx="257" c:formatCode="yyyy/mm/dd">
                  <c:v>45251</c:v>
                </c:pt>
                <c:pt idx="258" c:formatCode="yyyy/mm/dd">
                  <c:v>45252</c:v>
                </c:pt>
                <c:pt idx="259" c:formatCode="yyyy/mm/dd">
                  <c:v>45253</c:v>
                </c:pt>
                <c:pt idx="260" c:formatCode="yyyy/mm/dd">
                  <c:v>45254</c:v>
                </c:pt>
                <c:pt idx="261" c:formatCode="yyyy/mm/dd">
                  <c:v>45257</c:v>
                </c:pt>
                <c:pt idx="262" c:formatCode="yyyy/mm/dd">
                  <c:v>45258</c:v>
                </c:pt>
                <c:pt idx="263" c:formatCode="yyyy/mm/dd">
                  <c:v>45259</c:v>
                </c:pt>
                <c:pt idx="264" c:formatCode="yyyy/mm/dd">
                  <c:v>45260</c:v>
                </c:pt>
                <c:pt idx="265" c:formatCode="yyyy/mm/dd">
                  <c:v>45261</c:v>
                </c:pt>
                <c:pt idx="266" c:formatCode="yyyy/mm/dd">
                  <c:v>45264</c:v>
                </c:pt>
                <c:pt idx="267" c:formatCode="yyyy/mm/dd">
                  <c:v>45265</c:v>
                </c:pt>
                <c:pt idx="268" c:formatCode="yyyy/mm/dd">
                  <c:v>45266</c:v>
                </c:pt>
                <c:pt idx="269" c:formatCode="yyyy/mm/dd">
                  <c:v>45267</c:v>
                </c:pt>
                <c:pt idx="270" c:formatCode="yyyy/mm/dd">
                  <c:v>45268</c:v>
                </c:pt>
                <c:pt idx="271" c:formatCode="yyyy/mm/dd">
                  <c:v>45271</c:v>
                </c:pt>
                <c:pt idx="272" c:formatCode="yyyy/mm/dd">
                  <c:v>45272</c:v>
                </c:pt>
                <c:pt idx="273" c:formatCode="yyyy/mm/dd">
                  <c:v>45273</c:v>
                </c:pt>
                <c:pt idx="274" c:formatCode="yyyy/mm/dd">
                  <c:v>45274</c:v>
                </c:pt>
                <c:pt idx="275" c:formatCode="yyyy/mm/dd">
                  <c:v>45275</c:v>
                </c:pt>
                <c:pt idx="276" c:formatCode="yyyy/mm/dd">
                  <c:v>45278</c:v>
                </c:pt>
                <c:pt idx="277" c:formatCode="yyyy/mm/dd">
                  <c:v>45279</c:v>
                </c:pt>
                <c:pt idx="278" c:formatCode="yyyy/mm/dd">
                  <c:v>45280</c:v>
                </c:pt>
                <c:pt idx="279" c:formatCode="yyyy/mm/dd">
                  <c:v>45281</c:v>
                </c:pt>
                <c:pt idx="280" c:formatCode="yyyy/mm/dd">
                  <c:v>45282</c:v>
                </c:pt>
                <c:pt idx="281" c:formatCode="yyyy/mm/dd">
                  <c:v>45285</c:v>
                </c:pt>
                <c:pt idx="282" c:formatCode="yyyy/mm/dd">
                  <c:v>45286</c:v>
                </c:pt>
                <c:pt idx="283" c:formatCode="yyyy/mm/dd">
                  <c:v>45287</c:v>
                </c:pt>
                <c:pt idx="284" c:formatCode="yyyy/mm/dd">
                  <c:v>45288</c:v>
                </c:pt>
                <c:pt idx="285" c:formatCode="yyyy/mm/dd">
                  <c:v>45289</c:v>
                </c:pt>
                <c:pt idx="286" c:formatCode="yyyy/mm/dd">
                  <c:v>45291</c:v>
                </c:pt>
                <c:pt idx="287" c:formatCode="yyyy/mm/dd">
                  <c:v>45293</c:v>
                </c:pt>
                <c:pt idx="288" c:formatCode="yyyy/mm/dd">
                  <c:v>45294</c:v>
                </c:pt>
                <c:pt idx="289" c:formatCode="yyyy/mm/dd">
                  <c:v>45295</c:v>
                </c:pt>
                <c:pt idx="290" c:formatCode="yyyy/mm/dd">
                  <c:v>45296</c:v>
                </c:pt>
                <c:pt idx="291" c:formatCode="yyyy/mm/dd">
                  <c:v>45299</c:v>
                </c:pt>
                <c:pt idx="292" c:formatCode="yyyy/mm/dd">
                  <c:v>45300</c:v>
                </c:pt>
                <c:pt idx="293" c:formatCode="yyyy/mm/dd">
                  <c:v>45301</c:v>
                </c:pt>
                <c:pt idx="294" c:formatCode="yyyy/mm/dd">
                  <c:v>45302</c:v>
                </c:pt>
                <c:pt idx="295" c:formatCode="yyyy/mm/dd">
                  <c:v>45303</c:v>
                </c:pt>
                <c:pt idx="296" c:formatCode="yyyy/mm/dd">
                  <c:v>45306</c:v>
                </c:pt>
                <c:pt idx="297" c:formatCode="yyyy/mm/dd">
                  <c:v>45307</c:v>
                </c:pt>
                <c:pt idx="298" c:formatCode="yyyy/mm/dd">
                  <c:v>45308</c:v>
                </c:pt>
                <c:pt idx="299" c:formatCode="yyyy/mm/dd">
                  <c:v>45309</c:v>
                </c:pt>
                <c:pt idx="300" c:formatCode="yyyy/mm/dd">
                  <c:v>45310</c:v>
                </c:pt>
                <c:pt idx="301" c:formatCode="yyyy/mm/dd">
                  <c:v>45313</c:v>
                </c:pt>
                <c:pt idx="302" c:formatCode="yyyy/mm/dd">
                  <c:v>45314</c:v>
                </c:pt>
                <c:pt idx="303" c:formatCode="yyyy/mm/dd">
                  <c:v>45315</c:v>
                </c:pt>
                <c:pt idx="304" c:formatCode="yyyy/mm/dd">
                  <c:v>45316</c:v>
                </c:pt>
                <c:pt idx="305" c:formatCode="yyyy/mm/dd">
                  <c:v>45317</c:v>
                </c:pt>
                <c:pt idx="306" c:formatCode="yyyy/mm/dd">
                  <c:v>45320</c:v>
                </c:pt>
                <c:pt idx="307" c:formatCode="yyyy/mm/dd">
                  <c:v>45321</c:v>
                </c:pt>
                <c:pt idx="308" c:formatCode="yyyy/mm/dd">
                  <c:v>45322</c:v>
                </c:pt>
                <c:pt idx="309" c:formatCode="yyyy/mm/dd">
                  <c:v>45323</c:v>
                </c:pt>
                <c:pt idx="310" c:formatCode="yyyy/mm/dd">
                  <c:v>45324</c:v>
                </c:pt>
                <c:pt idx="311" c:formatCode="yyyy/mm/dd">
                  <c:v>45327</c:v>
                </c:pt>
                <c:pt idx="312" c:formatCode="yyyy/mm/dd">
                  <c:v>45328</c:v>
                </c:pt>
                <c:pt idx="313" c:formatCode="yyyy/mm/dd">
                  <c:v>45329</c:v>
                </c:pt>
                <c:pt idx="314" c:formatCode="yyyy/mm/dd">
                  <c:v>45330</c:v>
                </c:pt>
                <c:pt idx="315" c:formatCode="yyyy/mm/dd">
                  <c:v>45341</c:v>
                </c:pt>
                <c:pt idx="316" c:formatCode="yyyy/mm/dd">
                  <c:v>45342</c:v>
                </c:pt>
                <c:pt idx="317" c:formatCode="yyyy/mm/dd">
                  <c:v>45343</c:v>
                </c:pt>
                <c:pt idx="318" c:formatCode="yyyy/mm/dd">
                  <c:v>45344</c:v>
                </c:pt>
                <c:pt idx="319" c:formatCode="yyyy/mm/dd">
                  <c:v>45345</c:v>
                </c:pt>
                <c:pt idx="320" c:formatCode="yyyy/mm/dd">
                  <c:v>45348</c:v>
                </c:pt>
                <c:pt idx="321" c:formatCode="yyyy/mm/dd">
                  <c:v>45349</c:v>
                </c:pt>
                <c:pt idx="322" c:formatCode="yyyy/mm/dd">
                  <c:v>45350</c:v>
                </c:pt>
                <c:pt idx="323" c:formatCode="yyyy/mm/dd">
                  <c:v>45351</c:v>
                </c:pt>
                <c:pt idx="324" c:formatCode="yyyy/mm/dd">
                  <c:v>45352</c:v>
                </c:pt>
                <c:pt idx="325" c:formatCode="yyyy/mm/dd">
                  <c:v>45355</c:v>
                </c:pt>
                <c:pt idx="326" c:formatCode="yyyy/mm/dd">
                  <c:v>45356</c:v>
                </c:pt>
                <c:pt idx="327" c:formatCode="yyyy/mm/dd">
                  <c:v>45357</c:v>
                </c:pt>
                <c:pt idx="328" c:formatCode="yyyy/mm/dd">
                  <c:v>45358</c:v>
                </c:pt>
                <c:pt idx="329" c:formatCode="yyyy/mm/dd">
                  <c:v>45359</c:v>
                </c:pt>
                <c:pt idx="330" c:formatCode="yyyy/mm/dd">
                  <c:v>45362</c:v>
                </c:pt>
                <c:pt idx="331" c:formatCode="yyyy/mm/dd">
                  <c:v>45363</c:v>
                </c:pt>
                <c:pt idx="332" c:formatCode="yyyy/mm/dd">
                  <c:v>45364</c:v>
                </c:pt>
                <c:pt idx="333" c:formatCode="yyyy/mm/dd">
                  <c:v>45365</c:v>
                </c:pt>
                <c:pt idx="334" c:formatCode="yyyy/mm/dd">
                  <c:v>45366</c:v>
                </c:pt>
                <c:pt idx="335" c:formatCode="yyyy/mm/dd">
                  <c:v>45369</c:v>
                </c:pt>
                <c:pt idx="336" c:formatCode="yyyy/mm/dd">
                  <c:v>45370</c:v>
                </c:pt>
                <c:pt idx="337" c:formatCode="yyyy/mm/dd">
                  <c:v>45371</c:v>
                </c:pt>
                <c:pt idx="338" c:formatCode="yyyy/mm/dd">
                  <c:v>45372</c:v>
                </c:pt>
                <c:pt idx="339" c:formatCode="yyyy/mm/dd">
                  <c:v>45373</c:v>
                </c:pt>
                <c:pt idx="340" c:formatCode="yyyy/mm/dd">
                  <c:v>45376</c:v>
                </c:pt>
                <c:pt idx="341" c:formatCode="yyyy/mm/dd">
                  <c:v>45377</c:v>
                </c:pt>
                <c:pt idx="342" c:formatCode="yyyy/mm/dd">
                  <c:v>45378</c:v>
                </c:pt>
                <c:pt idx="343" c:formatCode="yyyy/mm/dd">
                  <c:v>45379</c:v>
                </c:pt>
                <c:pt idx="344" c:formatCode="yyyy/mm/dd">
                  <c:v>45380</c:v>
                </c:pt>
                <c:pt idx="345" c:formatCode="yyyy/mm/dd">
                  <c:v>45382</c:v>
                </c:pt>
                <c:pt idx="346" c:formatCode="yyyy/mm/dd">
                  <c:v>45383</c:v>
                </c:pt>
                <c:pt idx="347" c:formatCode="yyyy/mm/dd">
                  <c:v>45384</c:v>
                </c:pt>
                <c:pt idx="348" c:formatCode="yyyy/mm/dd">
                  <c:v>45385</c:v>
                </c:pt>
                <c:pt idx="349" c:formatCode="yyyy/mm/dd">
                  <c:v>45390</c:v>
                </c:pt>
                <c:pt idx="350" c:formatCode="yyyy/mm/dd">
                  <c:v>45391</c:v>
                </c:pt>
                <c:pt idx="351" c:formatCode="yyyy/mm/dd">
                  <c:v>45392</c:v>
                </c:pt>
                <c:pt idx="352" c:formatCode="yyyy/mm/dd">
                  <c:v>45393</c:v>
                </c:pt>
                <c:pt idx="353" c:formatCode="yyyy/mm/dd">
                  <c:v>45394</c:v>
                </c:pt>
                <c:pt idx="354" c:formatCode="yyyy/mm/dd">
                  <c:v>45397</c:v>
                </c:pt>
                <c:pt idx="355" c:formatCode="yyyy/mm/dd">
                  <c:v>45398</c:v>
                </c:pt>
                <c:pt idx="356" c:formatCode="yyyy/mm/dd">
                  <c:v>45399</c:v>
                </c:pt>
                <c:pt idx="357" c:formatCode="yyyy/mm/dd">
                  <c:v>45400</c:v>
                </c:pt>
                <c:pt idx="358" c:formatCode="yyyy/mm/dd">
                  <c:v>45401</c:v>
                </c:pt>
                <c:pt idx="359" c:formatCode="yyyy/mm/dd">
                  <c:v>45404</c:v>
                </c:pt>
                <c:pt idx="360" c:formatCode="yyyy/mm/dd">
                  <c:v>45405</c:v>
                </c:pt>
                <c:pt idx="361" c:formatCode="yyyy/mm/dd">
                  <c:v>45406</c:v>
                </c:pt>
                <c:pt idx="362" c:formatCode="yyyy/mm/dd">
                  <c:v>45407</c:v>
                </c:pt>
                <c:pt idx="363" c:formatCode="yyyy/mm/dd">
                  <c:v>45408</c:v>
                </c:pt>
                <c:pt idx="364" c:formatCode="yyyy/mm/dd">
                  <c:v>45411</c:v>
                </c:pt>
                <c:pt idx="365" c:formatCode="yyyy/mm/dd">
                  <c:v>45412</c:v>
                </c:pt>
                <c:pt idx="366" c:formatCode="yyyy/mm/dd">
                  <c:v>45418</c:v>
                </c:pt>
                <c:pt idx="367" c:formatCode="yyyy/mm/dd">
                  <c:v>45419</c:v>
                </c:pt>
                <c:pt idx="368" c:formatCode="yyyy/mm/dd">
                  <c:v>45420</c:v>
                </c:pt>
                <c:pt idx="369" c:formatCode="yyyy/mm/dd">
                  <c:v>45421</c:v>
                </c:pt>
                <c:pt idx="370" c:formatCode="yyyy/mm/dd">
                  <c:v>45422</c:v>
                </c:pt>
                <c:pt idx="371" c:formatCode="yyyy/mm/dd">
                  <c:v>45425</c:v>
                </c:pt>
                <c:pt idx="372" c:formatCode="yyyy/mm/dd">
                  <c:v>45426</c:v>
                </c:pt>
                <c:pt idx="373" c:formatCode="yyyy/mm/dd">
                  <c:v>45427</c:v>
                </c:pt>
                <c:pt idx="374" c:formatCode="yyyy/mm/dd">
                  <c:v>45428</c:v>
                </c:pt>
                <c:pt idx="375" c:formatCode="yyyy/mm/dd">
                  <c:v>45429</c:v>
                </c:pt>
                <c:pt idx="376" c:formatCode="yyyy/mm/dd">
                  <c:v>45432</c:v>
                </c:pt>
                <c:pt idx="377" c:formatCode="yyyy/mm/dd">
                  <c:v>45433</c:v>
                </c:pt>
                <c:pt idx="378" c:formatCode="yyyy/mm/dd">
                  <c:v>45434</c:v>
                </c:pt>
                <c:pt idx="379" c:formatCode="yyyy/mm/dd">
                  <c:v>45435</c:v>
                </c:pt>
                <c:pt idx="380" c:formatCode="yyyy/mm/dd">
                  <c:v>45436</c:v>
                </c:pt>
                <c:pt idx="381" c:formatCode="yyyy/mm/dd">
                  <c:v>45439</c:v>
                </c:pt>
                <c:pt idx="382" c:formatCode="yyyy/mm/dd">
                  <c:v>45440</c:v>
                </c:pt>
                <c:pt idx="383" c:formatCode="yyyy/mm/dd">
                  <c:v>45441</c:v>
                </c:pt>
                <c:pt idx="384" c:formatCode="yyyy/mm/dd">
                  <c:v>45442</c:v>
                </c:pt>
                <c:pt idx="385" c:formatCode="yyyy/mm/dd">
                  <c:v>45443</c:v>
                </c:pt>
                <c:pt idx="386" c:formatCode="yyyy/mm/dd">
                  <c:v>45446</c:v>
                </c:pt>
                <c:pt idx="387" c:formatCode="yyyy/mm/dd">
                  <c:v>45447</c:v>
                </c:pt>
                <c:pt idx="388" c:formatCode="yyyy/mm/dd">
                  <c:v>45448</c:v>
                </c:pt>
                <c:pt idx="389" c:formatCode="yyyy/mm/dd">
                  <c:v>45449</c:v>
                </c:pt>
                <c:pt idx="390" c:formatCode="yyyy/mm/dd">
                  <c:v>45450</c:v>
                </c:pt>
                <c:pt idx="391" c:formatCode="yyyy/mm/dd">
                  <c:v>45454</c:v>
                </c:pt>
                <c:pt idx="392" c:formatCode="yyyy/mm/dd">
                  <c:v>45455</c:v>
                </c:pt>
                <c:pt idx="393" c:formatCode="yyyy/mm/dd">
                  <c:v>45456</c:v>
                </c:pt>
                <c:pt idx="394" c:formatCode="yyyy/mm/dd">
                  <c:v>45457</c:v>
                </c:pt>
                <c:pt idx="395" c:formatCode="yyyy/mm/dd">
                  <c:v>45460</c:v>
                </c:pt>
                <c:pt idx="396" c:formatCode="yyyy/mm/dd">
                  <c:v>45461</c:v>
                </c:pt>
                <c:pt idx="397" c:formatCode="yyyy/mm/dd">
                  <c:v>45462</c:v>
                </c:pt>
                <c:pt idx="398" c:formatCode="yyyy/mm/dd">
                  <c:v>45463</c:v>
                </c:pt>
                <c:pt idx="399" c:formatCode="yyyy/mm/dd">
                  <c:v>45464</c:v>
                </c:pt>
                <c:pt idx="400" c:formatCode="yyyy/mm/dd">
                  <c:v>45467</c:v>
                </c:pt>
                <c:pt idx="401" c:formatCode="yyyy/mm/dd">
                  <c:v>45468</c:v>
                </c:pt>
                <c:pt idx="402" c:formatCode="yyyy/mm/dd">
                  <c:v>45469</c:v>
                </c:pt>
                <c:pt idx="403" c:formatCode="yyyy/mm/dd">
                  <c:v>45470</c:v>
                </c:pt>
                <c:pt idx="404" c:formatCode="yyyy/mm/dd">
                  <c:v>45471</c:v>
                </c:pt>
                <c:pt idx="405" c:formatCode="yyyy/mm/dd">
                  <c:v>45473</c:v>
                </c:pt>
                <c:pt idx="406" c:formatCode="yyyy/mm/dd">
                  <c:v>45474</c:v>
                </c:pt>
                <c:pt idx="407" c:formatCode="yyyy/mm/dd">
                  <c:v>45475</c:v>
                </c:pt>
                <c:pt idx="408" c:formatCode="yyyy/mm/dd">
                  <c:v>45476</c:v>
                </c:pt>
                <c:pt idx="409" c:formatCode="yyyy/mm/dd">
                  <c:v>45477</c:v>
                </c:pt>
                <c:pt idx="410" c:formatCode="yyyy/mm/dd">
                  <c:v>45478</c:v>
                </c:pt>
                <c:pt idx="411" c:formatCode="yyyy/mm/dd">
                  <c:v>45481</c:v>
                </c:pt>
                <c:pt idx="412" c:formatCode="yyyy/mm/dd">
                  <c:v>45482</c:v>
                </c:pt>
                <c:pt idx="413" c:formatCode="yyyy/mm/dd">
                  <c:v>45483</c:v>
                </c:pt>
                <c:pt idx="414" c:formatCode="yyyy/mm/dd">
                  <c:v>45484</c:v>
                </c:pt>
                <c:pt idx="415" c:formatCode="yyyy/mm/dd">
                  <c:v>45485</c:v>
                </c:pt>
                <c:pt idx="416" c:formatCode="yyyy/mm/dd">
                  <c:v>45488</c:v>
                </c:pt>
                <c:pt idx="417" c:formatCode="yyyy/mm/dd">
                  <c:v>45489</c:v>
                </c:pt>
                <c:pt idx="418" c:formatCode="yyyy/mm/dd">
                  <c:v>45490</c:v>
                </c:pt>
                <c:pt idx="419" c:formatCode="yyyy/mm/dd">
                  <c:v>45491</c:v>
                </c:pt>
                <c:pt idx="420" c:formatCode="yyyy/mm/dd">
                  <c:v>45492</c:v>
                </c:pt>
                <c:pt idx="421" c:formatCode="yyyy/mm/dd">
                  <c:v>45495</c:v>
                </c:pt>
                <c:pt idx="422" c:formatCode="yyyy/mm/dd">
                  <c:v>45496</c:v>
                </c:pt>
                <c:pt idx="423" c:formatCode="yyyy/mm/dd">
                  <c:v>45497</c:v>
                </c:pt>
                <c:pt idx="424" c:formatCode="yyyy/mm/dd">
                  <c:v>45498</c:v>
                </c:pt>
                <c:pt idx="425" c:formatCode="yyyy/mm/dd">
                  <c:v>45499</c:v>
                </c:pt>
                <c:pt idx="426" c:formatCode="yyyy/mm/dd">
                  <c:v>45502</c:v>
                </c:pt>
                <c:pt idx="427" c:formatCode="yyyy/mm/dd">
                  <c:v>45503</c:v>
                </c:pt>
                <c:pt idx="428" c:formatCode="yyyy/mm/dd">
                  <c:v>45504</c:v>
                </c:pt>
                <c:pt idx="429" c:formatCode="yyyy/mm/dd">
                  <c:v>45505</c:v>
                </c:pt>
                <c:pt idx="430" c:formatCode="yyyy/mm/dd">
                  <c:v>45506</c:v>
                </c:pt>
                <c:pt idx="431" c:formatCode="yyyy/mm/dd">
                  <c:v>45509</c:v>
                </c:pt>
                <c:pt idx="432" c:formatCode="yyyy/mm/dd">
                  <c:v>45510</c:v>
                </c:pt>
                <c:pt idx="433" c:formatCode="yyyy/mm/dd">
                  <c:v>45511</c:v>
                </c:pt>
                <c:pt idx="434" c:formatCode="yyyy/mm/dd">
                  <c:v>45512</c:v>
                </c:pt>
                <c:pt idx="435" c:formatCode="yyyy/mm/dd">
                  <c:v>45513</c:v>
                </c:pt>
                <c:pt idx="436" c:formatCode="yyyy/mm/dd">
                  <c:v>45516</c:v>
                </c:pt>
                <c:pt idx="437" c:formatCode="yyyy/mm/dd">
                  <c:v>45517</c:v>
                </c:pt>
                <c:pt idx="438" c:formatCode="yyyy/mm/dd">
                  <c:v>45518</c:v>
                </c:pt>
                <c:pt idx="439" c:formatCode="yyyy/mm/dd">
                  <c:v>45519</c:v>
                </c:pt>
                <c:pt idx="440" c:formatCode="yyyy/mm/dd">
                  <c:v>45520</c:v>
                </c:pt>
                <c:pt idx="441" c:formatCode="yyyy/mm/dd">
                  <c:v>45523</c:v>
                </c:pt>
                <c:pt idx="442" c:formatCode="yyyy/mm/dd">
                  <c:v>45524</c:v>
                </c:pt>
                <c:pt idx="443" c:formatCode="yyyy/mm/dd">
                  <c:v>45525</c:v>
                </c:pt>
                <c:pt idx="444" c:formatCode="yyyy/mm/dd">
                  <c:v>45526</c:v>
                </c:pt>
                <c:pt idx="445" c:formatCode="yyyy/mm/dd">
                  <c:v>45527</c:v>
                </c:pt>
                <c:pt idx="446" c:formatCode="yyyy/mm/dd">
                  <c:v>45530</c:v>
                </c:pt>
                <c:pt idx="447" c:formatCode="yyyy/mm/dd">
                  <c:v>45531</c:v>
                </c:pt>
                <c:pt idx="448" c:formatCode="yyyy/mm/dd">
                  <c:v>45532</c:v>
                </c:pt>
                <c:pt idx="449" c:formatCode="yyyy/mm/dd">
                  <c:v>45533</c:v>
                </c:pt>
                <c:pt idx="450" c:formatCode="yyyy/mm/dd">
                  <c:v>45534</c:v>
                </c:pt>
                <c:pt idx="451" c:formatCode="yyyy/mm/dd">
                  <c:v>45537</c:v>
                </c:pt>
                <c:pt idx="452" c:formatCode="yyyy/mm/dd">
                  <c:v>45538</c:v>
                </c:pt>
                <c:pt idx="453" c:formatCode="yyyy/mm/dd">
                  <c:v>45539</c:v>
                </c:pt>
                <c:pt idx="454" c:formatCode="yyyy/mm/dd">
                  <c:v>45540</c:v>
                </c:pt>
                <c:pt idx="455" c:formatCode="yyyy/mm/dd">
                  <c:v>45541</c:v>
                </c:pt>
                <c:pt idx="456" c:formatCode="yyyy/mm/dd">
                  <c:v>45544</c:v>
                </c:pt>
                <c:pt idx="457" c:formatCode="yyyy/mm/dd">
                  <c:v>45545</c:v>
                </c:pt>
                <c:pt idx="458" c:formatCode="yyyy/mm/dd">
                  <c:v>45546</c:v>
                </c:pt>
                <c:pt idx="459" c:formatCode="yyyy/mm/dd">
                  <c:v>45547</c:v>
                </c:pt>
                <c:pt idx="460" c:formatCode="yyyy/mm/dd">
                  <c:v>45548</c:v>
                </c:pt>
                <c:pt idx="461" c:formatCode="yyyy/mm/dd">
                  <c:v>45553</c:v>
                </c:pt>
                <c:pt idx="462" c:formatCode="yyyy/mm/dd">
                  <c:v>45554</c:v>
                </c:pt>
                <c:pt idx="463" c:formatCode="yyyy/mm/dd">
                  <c:v>45555</c:v>
                </c:pt>
                <c:pt idx="464" c:formatCode="yyyy/mm/dd">
                  <c:v>45558</c:v>
                </c:pt>
                <c:pt idx="465" c:formatCode="yyyy/mm/dd">
                  <c:v>45559</c:v>
                </c:pt>
                <c:pt idx="466" c:formatCode="yyyy/mm/dd">
                  <c:v>45560</c:v>
                </c:pt>
                <c:pt idx="467" c:formatCode="yyyy/mm/dd">
                  <c:v>45561</c:v>
                </c:pt>
                <c:pt idx="468" c:formatCode="yyyy/mm/dd">
                  <c:v>45562</c:v>
                </c:pt>
                <c:pt idx="469" c:formatCode="yyyy/mm/dd">
                  <c:v>45565</c:v>
                </c:pt>
                <c:pt idx="470" c:formatCode="yyyy/mm/dd">
                  <c:v>45573</c:v>
                </c:pt>
                <c:pt idx="471" c:formatCode="yyyy/mm/dd">
                  <c:v>45574</c:v>
                </c:pt>
                <c:pt idx="472" c:formatCode="yyyy/mm/dd">
                  <c:v>45575</c:v>
                </c:pt>
                <c:pt idx="473" c:formatCode="yyyy/mm/dd">
                  <c:v>45576</c:v>
                </c:pt>
                <c:pt idx="474" c:formatCode="yyyy/mm/dd">
                  <c:v>45579</c:v>
                </c:pt>
                <c:pt idx="475" c:formatCode="yyyy/mm/dd">
                  <c:v>45580</c:v>
                </c:pt>
                <c:pt idx="476" c:formatCode="yyyy/mm/dd">
                  <c:v>45581</c:v>
                </c:pt>
                <c:pt idx="477" c:formatCode="yyyy/mm/dd">
                  <c:v>45582</c:v>
                </c:pt>
                <c:pt idx="478" c:formatCode="yyyy/mm/dd">
                  <c:v>45583</c:v>
                </c:pt>
                <c:pt idx="479" c:formatCode="yyyy/mm/dd">
                  <c:v>45586</c:v>
                </c:pt>
                <c:pt idx="480" c:formatCode="yyyy/mm/dd">
                  <c:v>45587</c:v>
                </c:pt>
                <c:pt idx="481" c:formatCode="yyyy/mm/dd">
                  <c:v>45588</c:v>
                </c:pt>
                <c:pt idx="482" c:formatCode="yyyy/mm/dd">
                  <c:v>45589</c:v>
                </c:pt>
                <c:pt idx="483" c:formatCode="yyyy/mm/dd">
                  <c:v>45590</c:v>
                </c:pt>
                <c:pt idx="484" c:formatCode="yyyy/mm/dd">
                  <c:v>45593</c:v>
                </c:pt>
                <c:pt idx="485" c:formatCode="yyyy/mm/dd">
                  <c:v>45594</c:v>
                </c:pt>
                <c:pt idx="486" c:formatCode="yyyy/mm/dd">
                  <c:v>45595</c:v>
                </c:pt>
                <c:pt idx="487" c:formatCode="yyyy/mm/dd">
                  <c:v>45596</c:v>
                </c:pt>
                <c:pt idx="488" c:formatCode="yyyy/mm/dd">
                  <c:v>45597</c:v>
                </c:pt>
                <c:pt idx="489" c:formatCode="yyyy/mm/dd">
                  <c:v>45600</c:v>
                </c:pt>
                <c:pt idx="490" c:formatCode="yyyy/mm/dd">
                  <c:v>45601</c:v>
                </c:pt>
                <c:pt idx="491" c:formatCode="yyyy/mm/dd">
                  <c:v>45602</c:v>
                </c:pt>
                <c:pt idx="492" c:formatCode="yyyy/mm/dd">
                  <c:v>45603</c:v>
                </c:pt>
                <c:pt idx="493" c:formatCode="yyyy/mm/dd">
                  <c:v>45604</c:v>
                </c:pt>
                <c:pt idx="494" c:formatCode="yyyy/mm/dd">
                  <c:v>45607</c:v>
                </c:pt>
                <c:pt idx="495" c:formatCode="yyyy/mm/dd">
                  <c:v>45608</c:v>
                </c:pt>
                <c:pt idx="496" c:formatCode="yyyy/mm/dd">
                  <c:v>45609</c:v>
                </c:pt>
                <c:pt idx="497" c:formatCode="yyyy/mm/dd">
                  <c:v>45610</c:v>
                </c:pt>
                <c:pt idx="498" c:formatCode="yyyy/mm/dd">
                  <c:v>45611</c:v>
                </c:pt>
                <c:pt idx="499" c:formatCode="yyyy/mm/dd">
                  <c:v>45614</c:v>
                </c:pt>
                <c:pt idx="500" c:formatCode="yyyy/mm/dd">
                  <c:v>45615</c:v>
                </c:pt>
                <c:pt idx="501" c:formatCode="yyyy/mm/dd">
                  <c:v>45616</c:v>
                </c:pt>
                <c:pt idx="502" c:formatCode="yyyy/mm/dd">
                  <c:v>45617</c:v>
                </c:pt>
                <c:pt idx="503" c:formatCode="yyyy/mm/dd">
                  <c:v>45618</c:v>
                </c:pt>
                <c:pt idx="504" c:formatCode="yyyy/mm/dd">
                  <c:v>45621</c:v>
                </c:pt>
                <c:pt idx="505" c:formatCode="yyyy/mm/dd">
                  <c:v>45622</c:v>
                </c:pt>
                <c:pt idx="506" c:formatCode="yyyy/mm/dd">
                  <c:v>45623</c:v>
                </c:pt>
                <c:pt idx="507" c:formatCode="yyyy/mm/dd">
                  <c:v>45624</c:v>
                </c:pt>
                <c:pt idx="508" c:formatCode="yyyy/mm/dd">
                  <c:v>45625</c:v>
                </c:pt>
                <c:pt idx="509" c:formatCode="yyyy/mm/dd">
                  <c:v>45628</c:v>
                </c:pt>
                <c:pt idx="510" c:formatCode="yyyy/mm/dd">
                  <c:v>45629</c:v>
                </c:pt>
                <c:pt idx="511" c:formatCode="yyyy/mm/dd">
                  <c:v>45630</c:v>
                </c:pt>
                <c:pt idx="512" c:formatCode="yyyy/mm/dd">
                  <c:v>45631</c:v>
                </c:pt>
                <c:pt idx="513" c:formatCode="yyyy/mm/dd">
                  <c:v>45632</c:v>
                </c:pt>
                <c:pt idx="514" c:formatCode="yyyy/mm/dd">
                  <c:v>45635</c:v>
                </c:pt>
                <c:pt idx="515" c:formatCode="yyyy/mm/dd">
                  <c:v>45636</c:v>
                </c:pt>
                <c:pt idx="516" c:formatCode="yyyy/mm/dd">
                  <c:v>45637</c:v>
                </c:pt>
                <c:pt idx="517" c:formatCode="yyyy/mm/dd">
                  <c:v>45638</c:v>
                </c:pt>
                <c:pt idx="518" c:formatCode="yyyy/mm/dd">
                  <c:v>45639</c:v>
                </c:pt>
                <c:pt idx="519" c:formatCode="yyyy/mm/dd">
                  <c:v>45642</c:v>
                </c:pt>
                <c:pt idx="520" c:formatCode="yyyy/mm/dd">
                  <c:v>45643</c:v>
                </c:pt>
                <c:pt idx="521" c:formatCode="yyyy/mm/dd">
                  <c:v>45644</c:v>
                </c:pt>
                <c:pt idx="522" c:formatCode="yyyy/mm/dd">
                  <c:v>45645</c:v>
                </c:pt>
                <c:pt idx="523" c:formatCode="yyyy/mm/dd">
                  <c:v>45646</c:v>
                </c:pt>
                <c:pt idx="524" c:formatCode="yyyy/mm/dd">
                  <c:v>45649</c:v>
                </c:pt>
                <c:pt idx="525" c:formatCode="yyyy/mm/dd">
                  <c:v>45650</c:v>
                </c:pt>
                <c:pt idx="526" c:formatCode="yyyy/mm/dd">
                  <c:v>45651</c:v>
                </c:pt>
                <c:pt idx="527" c:formatCode="yyyy/mm/dd">
                  <c:v>45652</c:v>
                </c:pt>
                <c:pt idx="528" c:formatCode="yyyy/mm/dd">
                  <c:v>45653</c:v>
                </c:pt>
                <c:pt idx="529" c:formatCode="yyyy/mm/dd">
                  <c:v>45656</c:v>
                </c:pt>
                <c:pt idx="530" c:formatCode="yyyy/mm/dd">
                  <c:v>45657</c:v>
                </c:pt>
                <c:pt idx="531" c:formatCode="yyyy/mm/dd">
                  <c:v>45659</c:v>
                </c:pt>
                <c:pt idx="532" c:formatCode="yyyy/mm/dd">
                  <c:v>45660</c:v>
                </c:pt>
                <c:pt idx="533" c:formatCode="yyyy/mm/dd">
                  <c:v>45663</c:v>
                </c:pt>
                <c:pt idx="534" c:formatCode="yyyy/mm/dd">
                  <c:v>45664</c:v>
                </c:pt>
                <c:pt idx="535" c:formatCode="yyyy/mm/dd">
                  <c:v>45665</c:v>
                </c:pt>
                <c:pt idx="536" c:formatCode="yyyy/mm/dd">
                  <c:v>45666</c:v>
                </c:pt>
                <c:pt idx="537" c:formatCode="yyyy/mm/dd">
                  <c:v>45667</c:v>
                </c:pt>
                <c:pt idx="538" c:formatCode="yyyy/mm/dd">
                  <c:v>45670</c:v>
                </c:pt>
                <c:pt idx="539" c:formatCode="yyyy/mm/dd">
                  <c:v>45671</c:v>
                </c:pt>
                <c:pt idx="540" c:formatCode="yyyy/mm/dd">
                  <c:v>45672</c:v>
                </c:pt>
                <c:pt idx="541" c:formatCode="yyyy/mm/dd">
                  <c:v>45673</c:v>
                </c:pt>
                <c:pt idx="542" c:formatCode="yyyy/mm/dd">
                  <c:v>45674</c:v>
                </c:pt>
                <c:pt idx="543" c:formatCode="yyyy/mm/dd">
                  <c:v>45677</c:v>
                </c:pt>
                <c:pt idx="544" c:formatCode="yyyy/mm/dd">
                  <c:v>45678</c:v>
                </c:pt>
                <c:pt idx="545" c:formatCode="yyyy/mm/dd">
                  <c:v>45679</c:v>
                </c:pt>
                <c:pt idx="546" c:formatCode="yyyy/mm/dd">
                  <c:v>45680</c:v>
                </c:pt>
                <c:pt idx="547" c:formatCode="yyyy/mm/dd">
                  <c:v>45681</c:v>
                </c:pt>
                <c:pt idx="548" c:formatCode="yyyy/mm/dd">
                  <c:v>45684</c:v>
                </c:pt>
                <c:pt idx="549" c:formatCode="yyyy/mm/dd">
                  <c:v>45693</c:v>
                </c:pt>
                <c:pt idx="550" c:formatCode="yyyy/mm/dd">
                  <c:v>45694</c:v>
                </c:pt>
                <c:pt idx="551" c:formatCode="yyyy/mm/dd">
                  <c:v>45695</c:v>
                </c:pt>
                <c:pt idx="552" c:formatCode="yyyy/mm/dd">
                  <c:v>45698</c:v>
                </c:pt>
                <c:pt idx="553" c:formatCode="yyyy/mm/dd">
                  <c:v>45699</c:v>
                </c:pt>
                <c:pt idx="554" c:formatCode="yyyy/mm/dd">
                  <c:v>45700</c:v>
                </c:pt>
                <c:pt idx="555" c:formatCode="yyyy/mm/dd">
                  <c:v>45701</c:v>
                </c:pt>
                <c:pt idx="556" c:formatCode="yyyy/mm/dd">
                  <c:v>45702</c:v>
                </c:pt>
                <c:pt idx="557" c:formatCode="yyyy/mm/dd">
                  <c:v>45705</c:v>
                </c:pt>
                <c:pt idx="558" c:formatCode="yyyy/mm/dd">
                  <c:v>45706</c:v>
                </c:pt>
                <c:pt idx="559" c:formatCode="yyyy/mm/dd">
                  <c:v>45707</c:v>
                </c:pt>
                <c:pt idx="560" c:formatCode="yyyy/mm/dd">
                  <c:v>45708</c:v>
                </c:pt>
                <c:pt idx="561" c:formatCode="yyyy/mm/dd">
                  <c:v>45709</c:v>
                </c:pt>
                <c:pt idx="562" c:formatCode="yyyy/mm/dd">
                  <c:v>45712</c:v>
                </c:pt>
                <c:pt idx="563" c:formatCode="yyyy/mm/dd">
                  <c:v>45713</c:v>
                </c:pt>
                <c:pt idx="564" c:formatCode="yyyy/mm/dd">
                  <c:v>45714</c:v>
                </c:pt>
                <c:pt idx="565" c:formatCode="yyyy/mm/dd">
                  <c:v>45715</c:v>
                </c:pt>
                <c:pt idx="566" c:formatCode="yyyy/mm/dd">
                  <c:v>45716</c:v>
                </c:pt>
                <c:pt idx="567" c:formatCode="yyyy/mm/dd">
                  <c:v>45719</c:v>
                </c:pt>
                <c:pt idx="568" c:formatCode="yyyy/mm/dd">
                  <c:v>45720</c:v>
                </c:pt>
                <c:pt idx="569" c:formatCode="yyyy/mm/dd">
                  <c:v>45721</c:v>
                </c:pt>
                <c:pt idx="570" c:formatCode="yyyy/mm/dd">
                  <c:v>45722</c:v>
                </c:pt>
                <c:pt idx="571" c:formatCode="yyyy/mm/dd">
                  <c:v>45723</c:v>
                </c:pt>
                <c:pt idx="572" c:formatCode="yyyy/mm/dd">
                  <c:v>45726</c:v>
                </c:pt>
                <c:pt idx="573" c:formatCode="yyyy/mm/dd">
                  <c:v>45727</c:v>
                </c:pt>
                <c:pt idx="574" c:formatCode="yyyy/mm/dd">
                  <c:v>45728</c:v>
                </c:pt>
                <c:pt idx="575" c:formatCode="yyyy/mm/dd">
                  <c:v>45729</c:v>
                </c:pt>
                <c:pt idx="576" c:formatCode="yyyy/mm/dd">
                  <c:v>45730</c:v>
                </c:pt>
                <c:pt idx="577" c:formatCode="yyyy/mm/dd">
                  <c:v>45733</c:v>
                </c:pt>
                <c:pt idx="578" c:formatCode="yyyy/mm/dd">
                  <c:v>45734</c:v>
                </c:pt>
                <c:pt idx="579" c:formatCode="yyyy/mm/dd">
                  <c:v>45735</c:v>
                </c:pt>
                <c:pt idx="580" c:formatCode="yyyy/mm/dd">
                  <c:v>45736</c:v>
                </c:pt>
                <c:pt idx="581" c:formatCode="yyyy/mm/dd">
                  <c:v>45737</c:v>
                </c:pt>
                <c:pt idx="582" c:formatCode="yyyy/mm/dd">
                  <c:v>45740</c:v>
                </c:pt>
                <c:pt idx="583" c:formatCode="yyyy/mm/dd">
                  <c:v>45741</c:v>
                </c:pt>
                <c:pt idx="584" c:formatCode="yyyy/mm/dd">
                  <c:v>45742</c:v>
                </c:pt>
                <c:pt idx="585" c:formatCode="yyyy/mm/dd">
                  <c:v>45743</c:v>
                </c:pt>
                <c:pt idx="586" c:formatCode="yyyy/mm/dd">
                  <c:v>45744</c:v>
                </c:pt>
                <c:pt idx="587" c:formatCode="yyyy/mm/dd">
                  <c:v>45747</c:v>
                </c:pt>
                <c:pt idx="588" c:formatCode="yyyy/mm/dd">
                  <c:v>45748</c:v>
                </c:pt>
                <c:pt idx="589" c:formatCode="yyyy/mm/dd">
                  <c:v>45749</c:v>
                </c:pt>
                <c:pt idx="590" c:formatCode="yyyy/mm/dd">
                  <c:v>45750</c:v>
                </c:pt>
                <c:pt idx="591" c:formatCode="yyyy/mm/dd">
                  <c:v>45754</c:v>
                </c:pt>
                <c:pt idx="592" c:formatCode="yyyy/mm/dd">
                  <c:v>45755</c:v>
                </c:pt>
                <c:pt idx="593" c:formatCode="yyyy/mm/dd">
                  <c:v>45756</c:v>
                </c:pt>
                <c:pt idx="594" c:formatCode="yyyy/mm/dd">
                  <c:v>45757</c:v>
                </c:pt>
                <c:pt idx="595" c:formatCode="yyyy/mm/dd">
                  <c:v>45758</c:v>
                </c:pt>
                <c:pt idx="596" c:formatCode="yyyy/mm/dd">
                  <c:v>45761</c:v>
                </c:pt>
                <c:pt idx="597" c:formatCode="yyyy/mm/dd">
                  <c:v>45762</c:v>
                </c:pt>
                <c:pt idx="598" c:formatCode="yyyy/mm/dd">
                  <c:v>45763</c:v>
                </c:pt>
                <c:pt idx="599" c:formatCode="yyyy/mm/dd">
                  <c:v>45764</c:v>
                </c:pt>
                <c:pt idx="600" c:formatCode="yyyy/mm/dd">
                  <c:v>45765</c:v>
                </c:pt>
                <c:pt idx="601" c:formatCode="yyyy/mm/dd">
                  <c:v>45768</c:v>
                </c:pt>
                <c:pt idx="602" c:formatCode="yyyy/mm/dd">
                  <c:v>45769</c:v>
                </c:pt>
                <c:pt idx="603" c:formatCode="yyyy/mm/dd">
                  <c:v>45770</c:v>
                </c:pt>
                <c:pt idx="604" c:formatCode="yyyy/mm/dd">
                  <c:v>45771</c:v>
                </c:pt>
                <c:pt idx="605" c:formatCode="yyyy/mm/dd">
                  <c:v>45772</c:v>
                </c:pt>
                <c:pt idx="606" c:formatCode="yyyy/mm/dd">
                  <c:v>45775</c:v>
                </c:pt>
                <c:pt idx="607" c:formatCode="yyyy/mm/dd">
                  <c:v>45776</c:v>
                </c:pt>
                <c:pt idx="608" c:formatCode="yyyy/mm/dd">
                  <c:v>45777</c:v>
                </c:pt>
                <c:pt idx="609" c:formatCode="yyyy/mm/dd">
                  <c:v>45783</c:v>
                </c:pt>
                <c:pt idx="610" c:formatCode="yyyy/mm/dd">
                  <c:v>45784</c:v>
                </c:pt>
                <c:pt idx="611" c:formatCode="yyyy/mm/dd">
                  <c:v>45785</c:v>
                </c:pt>
                <c:pt idx="612" c:formatCode="yyyy/mm/dd">
                  <c:v>45786</c:v>
                </c:pt>
                <c:pt idx="613" c:formatCode="yyyy/mm/dd">
                  <c:v>45789</c:v>
                </c:pt>
                <c:pt idx="614" c:formatCode="yyyy/mm/dd">
                  <c:v>45790</c:v>
                </c:pt>
                <c:pt idx="615" c:formatCode="yyyy/mm/dd">
                  <c:v>45791</c:v>
                </c:pt>
                <c:pt idx="616" c:formatCode="yyyy/mm/dd">
                  <c:v>45792</c:v>
                </c:pt>
                <c:pt idx="617" c:formatCode="yyyy/mm/dd">
                  <c:v>45793</c:v>
                </c:pt>
                <c:pt idx="618" c:formatCode="yyyy/mm/dd">
                  <c:v>45796</c:v>
                </c:pt>
                <c:pt idx="619" c:formatCode="yyyy/mm/dd">
                  <c:v>45797</c:v>
                </c:pt>
                <c:pt idx="620" c:formatCode="yyyy/mm/dd">
                  <c:v>45798</c:v>
                </c:pt>
                <c:pt idx="621" c:formatCode="yyyy/mm/dd">
                  <c:v>45799</c:v>
                </c:pt>
                <c:pt idx="622" c:formatCode="yyyy/mm/dd">
                  <c:v>45800</c:v>
                </c:pt>
                <c:pt idx="623" c:formatCode="yyyy/mm/dd">
                  <c:v>45803</c:v>
                </c:pt>
                <c:pt idx="624" c:formatCode="yyyy/mm/dd">
                  <c:v>45804</c:v>
                </c:pt>
                <c:pt idx="625" c:formatCode="yyyy/mm/dd">
                  <c:v>45805</c:v>
                </c:pt>
                <c:pt idx="626" c:formatCode="yyyy/mm/dd">
                  <c:v>45806</c:v>
                </c:pt>
                <c:pt idx="627" c:formatCode="yyyy/mm/dd">
                  <c:v>45807</c:v>
                </c:pt>
                <c:pt idx="628" c:formatCode="yyyy/mm/dd">
                  <c:v>45811</c:v>
                </c:pt>
                <c:pt idx="629" c:formatCode="yyyy/mm/dd">
                  <c:v>45812</c:v>
                </c:pt>
                <c:pt idx="630" c:formatCode="yyyy/mm/dd">
                  <c:v>45813</c:v>
                </c:pt>
                <c:pt idx="631" c:formatCode="yyyy/mm/dd">
                  <c:v>45814</c:v>
                </c:pt>
                <c:pt idx="632" c:formatCode="yyyy/mm/dd">
                  <c:v>45817</c:v>
                </c:pt>
                <c:pt idx="633" c:formatCode="yyyy/mm/dd">
                  <c:v>45818</c:v>
                </c:pt>
                <c:pt idx="634" c:formatCode="yyyy/mm/dd">
                  <c:v>45819</c:v>
                </c:pt>
                <c:pt idx="635" c:formatCode="yyyy/mm/dd">
                  <c:v>45820</c:v>
                </c:pt>
                <c:pt idx="636" c:formatCode="yyyy/mm/dd">
                  <c:v>45821</c:v>
                </c:pt>
                <c:pt idx="637" c:formatCode="yyyy/mm/dd">
                  <c:v>45824</c:v>
                </c:pt>
                <c:pt idx="638" c:formatCode="yyyy/mm/dd">
                  <c:v>45825</c:v>
                </c:pt>
                <c:pt idx="639" c:formatCode="yyyy/mm/dd">
                  <c:v>45826</c:v>
                </c:pt>
                <c:pt idx="640" c:formatCode="yyyy/mm/dd">
                  <c:v>45827</c:v>
                </c:pt>
                <c:pt idx="641" c:formatCode="yyyy/mm/dd">
                  <c:v>45828</c:v>
                </c:pt>
                <c:pt idx="642" c:formatCode="yyyy/mm/dd">
                  <c:v>45831</c:v>
                </c:pt>
                <c:pt idx="643" c:formatCode="yyyy/mm/dd">
                  <c:v>45832</c:v>
                </c:pt>
                <c:pt idx="644" c:formatCode="yyyy/mm/dd">
                  <c:v>45833</c:v>
                </c:pt>
                <c:pt idx="645" c:formatCode="yyyy/mm/dd">
                  <c:v>45834</c:v>
                </c:pt>
                <c:pt idx="646" c:formatCode="yyyy/mm/dd">
                  <c:v>45835</c:v>
                </c:pt>
                <c:pt idx="647" c:formatCode="yyyy/mm/dd">
                  <c:v>45838</c:v>
                </c:pt>
                <c:pt idx="648" c:formatCode="yyyy/mm/dd">
                  <c:v>45839</c:v>
                </c:pt>
                <c:pt idx="649" c:formatCode="yyyy/mm/dd">
                  <c:v>45840</c:v>
                </c:pt>
                <c:pt idx="650" c:formatCode="yyyy/mm/dd">
                  <c:v>45841</c:v>
                </c:pt>
                <c:pt idx="651" c:formatCode="yyyy/mm/dd">
                  <c:v>45842</c:v>
                </c:pt>
                <c:pt idx="652" c:formatCode="yyyy/mm/dd">
                  <c:v>45845</c:v>
                </c:pt>
                <c:pt idx="653" c:formatCode="yyyy/mm/dd">
                  <c:v>45846</c:v>
                </c:pt>
                <c:pt idx="654" c:formatCode="yyyy/mm/dd">
                  <c:v>45847</c:v>
                </c:pt>
                <c:pt idx="655" c:formatCode="yyyy/mm/dd">
                  <c:v>45848</c:v>
                </c:pt>
                <c:pt idx="656" c:formatCode="yyyy/mm/dd">
                  <c:v>45849</c:v>
                </c:pt>
                <c:pt idx="657" c:formatCode="yyyy/mm/dd">
                  <c:v>45852</c:v>
                </c:pt>
                <c:pt idx="658" c:formatCode="yyyy/mm/dd">
                  <c:v>45853</c:v>
                </c:pt>
                <c:pt idx="659" c:formatCode="yyyy/mm/dd">
                  <c:v>45854</c:v>
                </c:pt>
                <c:pt idx="660" c:formatCode="yyyy/mm/dd">
                  <c:v>45855</c:v>
                </c:pt>
                <c:pt idx="661" c:formatCode="yyyy/mm/dd">
                  <c:v>45856</c:v>
                </c:pt>
                <c:pt idx="662" c:formatCode="yyyy/mm/dd">
                  <c:v>45859</c:v>
                </c:pt>
                <c:pt idx="663" c:formatCode="yyyy/mm/dd">
                  <c:v>45860</c:v>
                </c:pt>
                <c:pt idx="664" c:formatCode="yyyy/mm/dd">
                  <c:v>45861</c:v>
                </c:pt>
                <c:pt idx="665" c:formatCode="yyyy/mm/dd">
                  <c:v>45862</c:v>
                </c:pt>
                <c:pt idx="666" c:formatCode="yyyy/mm/dd">
                  <c:v>45863</c:v>
                </c:pt>
                <c:pt idx="667" c:formatCode="yyyy/mm/dd">
                  <c:v>45866</c:v>
                </c:pt>
                <c:pt idx="668" c:formatCode="yyyy/mm/dd">
                  <c:v>45867</c:v>
                </c:pt>
                <c:pt idx="669" c:formatCode="yyyy/mm/dd">
                  <c:v>45868</c:v>
                </c:pt>
                <c:pt idx="670" c:formatCode="yyyy/mm/dd">
                  <c:v>45869</c:v>
                </c:pt>
                <c:pt idx="671" c:formatCode="yyyy/mm/dd">
                  <c:v>45870</c:v>
                </c:pt>
                <c:pt idx="672" c:formatCode="yyyy/mm/dd">
                  <c:v>45873</c:v>
                </c:pt>
                <c:pt idx="673" c:formatCode="yyyy/mm/dd">
                  <c:v>45874</c:v>
                </c:pt>
                <c:pt idx="674" c:formatCode="yyyy/mm/dd">
                  <c:v>45875</c:v>
                </c:pt>
                <c:pt idx="675" c:formatCode="yyyy/mm/dd">
                  <c:v>45876</c:v>
                </c:pt>
                <c:pt idx="676" c:formatCode="yyyy/mm/dd">
                  <c:v>45877</c:v>
                </c:pt>
                <c:pt idx="677" c:formatCode="yyyy/mm/dd">
                  <c:v>45880</c:v>
                </c:pt>
                <c:pt idx="678" c:formatCode="yyyy/mm/dd">
                  <c:v>45881</c:v>
                </c:pt>
                <c:pt idx="679" c:formatCode="yyyy/mm/dd">
                  <c:v>45882</c:v>
                </c:pt>
                <c:pt idx="680" c:formatCode="yyyy/mm/dd">
                  <c:v>45883</c:v>
                </c:pt>
                <c:pt idx="681" c:formatCode="yyyy/mm/dd">
                  <c:v>45884</c:v>
                </c:pt>
                <c:pt idx="682" c:formatCode="yyyy/mm/dd">
                  <c:v>45887</c:v>
                </c:pt>
                <c:pt idx="683" c:formatCode="yyyy/mm/dd">
                  <c:v>45888</c:v>
                </c:pt>
                <c:pt idx="684" c:formatCode="yyyy/mm/dd">
                  <c:v>45889</c:v>
                </c:pt>
                <c:pt idx="685" c:formatCode="yyyy/mm/dd">
                  <c:v>45890</c:v>
                </c:pt>
                <c:pt idx="686" c:formatCode="yyyy/mm/dd">
                  <c:v>45891</c:v>
                </c:pt>
                <c:pt idx="687" c:formatCode="yyyy/mm/dd">
                  <c:v>45894</c:v>
                </c:pt>
                <c:pt idx="688" c:formatCode="yyyy/mm/dd">
                  <c:v>45895</c:v>
                </c:pt>
                <c:pt idx="689" c:formatCode="yyyy/mm/dd">
                  <c:v>45896</c:v>
                </c:pt>
                <c:pt idx="690" c:formatCode="yyyy/mm/dd">
                  <c:v>45897</c:v>
                </c:pt>
                <c:pt idx="691" c:formatCode="yyyy/mm/dd">
                  <c:v>45898</c:v>
                </c:pt>
                <c:pt idx="692" c:formatCode="yyyy/mm/dd">
                  <c:v>45901</c:v>
                </c:pt>
                <c:pt idx="693" c:formatCode="yyyy/mm/dd">
                  <c:v>45902</c:v>
                </c:pt>
                <c:pt idx="694" c:formatCode="yyyy/mm/dd">
                  <c:v>45903</c:v>
                </c:pt>
                <c:pt idx="695" c:formatCode="yyyy/mm/dd">
                  <c:v>45904</c:v>
                </c:pt>
                <c:pt idx="696" c:formatCode="yyyy/mm/dd">
                  <c:v>45905</c:v>
                </c:pt>
                <c:pt idx="697" c:formatCode="yyyy/mm/dd">
                  <c:v>45908</c:v>
                </c:pt>
                <c:pt idx="698" c:formatCode="yyyy/mm/dd">
                  <c:v>45909</c:v>
                </c:pt>
                <c:pt idx="699" c:formatCode="yyyy/mm/dd">
                  <c:v>45910</c:v>
                </c:pt>
                <c:pt idx="700" c:formatCode="yyyy/mm/dd">
                  <c:v>45911</c:v>
                </c:pt>
                <c:pt idx="701" c:formatCode="yyyy/mm/dd">
                  <c:v>45912</c:v>
                </c:pt>
                <c:pt idx="702" c:formatCode="yyyy/mm/dd">
                  <c:v>45915</c:v>
                </c:pt>
                <c:pt idx="703" c:formatCode="yyyy/mm/dd">
                  <c:v>45916</c:v>
                </c:pt>
                <c:pt idx="704" c:formatCode="yyyy/mm/dd">
                  <c:v>45917</c:v>
                </c:pt>
                <c:pt idx="705" c:formatCode="yyyy/mm/dd">
                  <c:v>45918</c:v>
                </c:pt>
                <c:pt idx="706" c:formatCode="yyyy/mm/dd">
                  <c:v>45919</c:v>
                </c:pt>
                <c:pt idx="707" c:formatCode="yyyy/mm/dd">
                  <c:v>45922</c:v>
                </c:pt>
                <c:pt idx="708" c:formatCode="yyyy/mm/dd">
                  <c:v>45923</c:v>
                </c:pt>
                <c:pt idx="709" c:formatCode="yyyy/mm/dd">
                  <c:v>45924</c:v>
                </c:pt>
                <c:pt idx="710" c:formatCode="yyyy/mm/dd">
                  <c:v>45925</c:v>
                </c:pt>
                <c:pt idx="711" c:formatCode="yyyy/mm/dd">
                  <c:v>45926</c:v>
                </c:pt>
                <c:pt idx="712" c:formatCode="yyyy/mm/dd">
                  <c:v>45929</c:v>
                </c:pt>
                <c:pt idx="713" c:formatCode="yyyy/mm/dd">
                  <c:v>45930</c:v>
                </c:pt>
                <c:pt idx="714" c:formatCode="yyyy/mm/dd">
                  <c:v>45939</c:v>
                </c:pt>
                <c:pt idx="715" c:formatCode="yyyy/mm/dd">
                  <c:v>45940</c:v>
                </c:pt>
                <c:pt idx="716" c:formatCode="yyyy/mm/dd">
                  <c:v>45943</c:v>
                </c:pt>
                <c:pt idx="717" c:formatCode="yyyy/mm/dd">
                  <c:v>45944</c:v>
                </c:pt>
                <c:pt idx="718" c:formatCode="yyyy/mm/dd">
                  <c:v>45945</c:v>
                </c:pt>
                <c:pt idx="719" c:formatCode="yyyy/mm/dd">
                  <c:v>45946</c:v>
                </c:pt>
                <c:pt idx="720" c:formatCode="yyyy/mm/dd">
                  <c:v>45947</c:v>
                </c:pt>
                <c:pt idx="721" c:formatCode="yyyy/mm/dd">
                  <c:v>45950</c:v>
                </c:pt>
                <c:pt idx="722" c:formatCode="yyyy/mm/dd">
                  <c:v>45951</c:v>
                </c:pt>
                <c:pt idx="723" c:formatCode="yyyy/mm/dd">
                  <c:v>45952</c:v>
                </c:pt>
                <c:pt idx="724" c:formatCode="yyyy/mm/dd">
                  <c:v>45953</c:v>
                </c:pt>
                <c:pt idx="725" c:formatCode="yyyy/mm/dd">
                  <c:v>45954</c:v>
                </c:pt>
                <c:pt idx="726" c:formatCode="yyyy/mm/dd">
                  <c:v>45957</c:v>
                </c:pt>
                <c:pt idx="727" c:formatCode="yyyy/mm/dd">
                  <c:v>45958</c:v>
                </c:pt>
                <c:pt idx="728" c:formatCode="yyyy/mm/dd">
                  <c:v>45959</c:v>
                </c:pt>
                <c:pt idx="729" c:formatCode="yyyy/mm/dd">
                  <c:v>45960</c:v>
                </c:pt>
                <c:pt idx="730" c:formatCode="yyyy/mm/dd">
                  <c:v>45961</c:v>
                </c:pt>
                <c:pt idx="731" c:formatCode="yyyy/mm/dd">
                  <c:v>45964</c:v>
                </c:pt>
                <c:pt idx="732" c:formatCode="yyyy/mm/dd">
                  <c:v>45965</c:v>
                </c:pt>
                <c:pt idx="733" c:formatCode="yyyy/mm/dd">
                  <c:v>45966</c:v>
                </c:pt>
                <c:pt idx="734" c:formatCode="yyyy/mm/dd">
                  <c:v>45967</c:v>
                </c:pt>
                <c:pt idx="735" c:formatCode="yyyy/mm/dd">
                  <c:v>45968</c:v>
                </c:pt>
              </c:numCache>
            </c:numRef>
          </c:cat>
          <c:val>
            <c:numRef>
              <c:f>[320016.OF.xlsx]file!$F$2:$F$737</c:f>
              <c:numCache>
                <c:formatCode>General</c:formatCode>
                <c:ptCount val="736"/>
                <c:pt idx="0">
                  <c:v>1</c:v>
                </c:pt>
                <c:pt idx="1">
                  <c:v>1.02449845140768</c:v>
                </c:pt>
                <c:pt idx="2">
                  <c:v>1.02621445910879</c:v>
                </c:pt>
                <c:pt idx="3">
                  <c:v>1.02094087446636</c:v>
                </c:pt>
                <c:pt idx="4">
                  <c:v>1.01379781801948</c:v>
                </c:pt>
                <c:pt idx="5">
                  <c:v>1.00795223081001</c:v>
                </c:pt>
                <c:pt idx="6">
                  <c:v>1.02885125143001</c:v>
                </c:pt>
                <c:pt idx="7">
                  <c:v>1.02986271938391</c:v>
                </c:pt>
                <c:pt idx="8">
                  <c:v>1.04441390663802</c:v>
                </c:pt>
                <c:pt idx="9">
                  <c:v>1.03794051173303</c:v>
                </c:pt>
                <c:pt idx="10">
                  <c:v>1.03469683863947</c:v>
                </c:pt>
                <c:pt idx="11">
                  <c:v>1.03119506682664</c:v>
                </c:pt>
                <c:pt idx="12">
                  <c:v>1.02465191551104</c:v>
                </c:pt>
                <c:pt idx="13">
                  <c:v>1.0247495744859</c:v>
                </c:pt>
                <c:pt idx="14">
                  <c:v>1.02558665141326</c:v>
                </c:pt>
                <c:pt idx="15">
                  <c:v>1.02225927062697</c:v>
                </c:pt>
                <c:pt idx="16">
                  <c:v>1.02605401936438</c:v>
                </c:pt>
                <c:pt idx="17">
                  <c:v>1.01746700521778</c:v>
                </c:pt>
                <c:pt idx="18">
                  <c:v>1.04087028097882</c:v>
                </c:pt>
                <c:pt idx="19">
                  <c:v>1.04172828482938</c:v>
                </c:pt>
                <c:pt idx="20">
                  <c:v>1.05013393230838</c:v>
                </c:pt>
                <c:pt idx="21">
                  <c:v>1.04544630151511</c:v>
                </c:pt>
                <c:pt idx="22">
                  <c:v>1.06085549261977</c:v>
                </c:pt>
                <c:pt idx="23">
                  <c:v>1.06518039007785</c:v>
                </c:pt>
                <c:pt idx="24">
                  <c:v>1.06314350288792</c:v>
                </c:pt>
                <c:pt idx="25">
                  <c:v>1.06333184519657</c:v>
                </c:pt>
                <c:pt idx="26">
                  <c:v>1.07119339267279</c:v>
                </c:pt>
                <c:pt idx="27">
                  <c:v>1.06227154775524</c:v>
                </c:pt>
                <c:pt idx="28">
                  <c:v>1.06064622338793</c:v>
                </c:pt>
                <c:pt idx="29">
                  <c:v>1.06245291442284</c:v>
                </c:pt>
                <c:pt idx="30">
                  <c:v>1.06186696057368</c:v>
                </c:pt>
                <c:pt idx="31">
                  <c:v>1.06233432852479</c:v>
                </c:pt>
                <c:pt idx="32">
                  <c:v>1.0501130053852</c:v>
                </c:pt>
                <c:pt idx="33">
                  <c:v>1.03698484890761</c:v>
                </c:pt>
                <c:pt idx="34">
                  <c:v>1.03715923993415</c:v>
                </c:pt>
                <c:pt idx="35">
                  <c:v>1.03844275788945</c:v>
                </c:pt>
                <c:pt idx="36">
                  <c:v>1.03684533608639</c:v>
                </c:pt>
                <c:pt idx="37">
                  <c:v>1.04024247328329</c:v>
                </c:pt>
                <c:pt idx="38">
                  <c:v>1.04929685538101</c:v>
                </c:pt>
                <c:pt idx="39">
                  <c:v>1.04585786433773</c:v>
                </c:pt>
                <c:pt idx="40">
                  <c:v>1.04299087586149</c:v>
                </c:pt>
                <c:pt idx="41">
                  <c:v>1.04606015792851</c:v>
                </c:pt>
                <c:pt idx="42">
                  <c:v>1.04606015792851</c:v>
                </c:pt>
                <c:pt idx="43">
                  <c:v>1.04947124640754</c:v>
                </c:pt>
                <c:pt idx="44">
                  <c:v>1.05055944641313</c:v>
                </c:pt>
                <c:pt idx="45">
                  <c:v>1.06593375931248</c:v>
                </c:pt>
                <c:pt idx="46">
                  <c:v>1.06843103881247</c:v>
                </c:pt>
                <c:pt idx="47">
                  <c:v>1.0749323362817</c:v>
                </c:pt>
                <c:pt idx="48">
                  <c:v>1.07585312090181</c:v>
                </c:pt>
                <c:pt idx="49">
                  <c:v>1.07397667345629</c:v>
                </c:pt>
                <c:pt idx="50">
                  <c:v>1.07591590167136</c:v>
                </c:pt>
                <c:pt idx="51">
                  <c:v>1.08728619660147</c:v>
                </c:pt>
                <c:pt idx="52">
                  <c:v>1.10002371717961</c:v>
                </c:pt>
                <c:pt idx="53">
                  <c:v>1.09983537487095</c:v>
                </c:pt>
                <c:pt idx="54">
                  <c:v>1.09846814922291</c:v>
                </c:pt>
                <c:pt idx="55">
                  <c:v>1.10367197745473</c:v>
                </c:pt>
                <c:pt idx="56">
                  <c:v>1.10883395184017</c:v>
                </c:pt>
                <c:pt idx="57">
                  <c:v>1.11294958006641</c:v>
                </c:pt>
                <c:pt idx="58">
                  <c:v>1.10415329668797</c:v>
                </c:pt>
                <c:pt idx="59">
                  <c:v>1.11195206339463</c:v>
                </c:pt>
                <c:pt idx="60">
                  <c:v>1.10905717235414</c:v>
                </c:pt>
                <c:pt idx="61">
                  <c:v>1.10123747872429</c:v>
                </c:pt>
                <c:pt idx="62">
                  <c:v>1.09031362482212</c:v>
                </c:pt>
                <c:pt idx="63">
                  <c:v>1.09184826585563</c:v>
                </c:pt>
                <c:pt idx="64">
                  <c:v>1.08824185942688</c:v>
                </c:pt>
                <c:pt idx="65">
                  <c:v>1.09917268897012</c:v>
                </c:pt>
                <c:pt idx="66">
                  <c:v>1.09426881330394</c:v>
                </c:pt>
                <c:pt idx="67">
                  <c:v>1.10179553000921</c:v>
                </c:pt>
                <c:pt idx="68">
                  <c:v>1.10214431206228</c:v>
                </c:pt>
                <c:pt idx="69">
                  <c:v>1.09779848768102</c:v>
                </c:pt>
                <c:pt idx="70">
                  <c:v>1.09179246072714</c:v>
                </c:pt>
                <c:pt idx="71">
                  <c:v>1.08004548117972</c:v>
                </c:pt>
                <c:pt idx="72">
                  <c:v>1.09995396076899</c:v>
                </c:pt>
                <c:pt idx="73">
                  <c:v>1.10204665308742</c:v>
                </c:pt>
                <c:pt idx="74">
                  <c:v>1.0946385222802</c:v>
                </c:pt>
                <c:pt idx="75">
                  <c:v>1.09398281202042</c:v>
                </c:pt>
                <c:pt idx="76">
                  <c:v>1.08549345684868</c:v>
                </c:pt>
                <c:pt idx="77">
                  <c:v>1.08208236836965</c:v>
                </c:pt>
                <c:pt idx="78">
                  <c:v>1.08723039147298</c:v>
                </c:pt>
                <c:pt idx="79">
                  <c:v>1.09880995563492</c:v>
                </c:pt>
                <c:pt idx="80">
                  <c:v>1.09691955690728</c:v>
                </c:pt>
                <c:pt idx="81">
                  <c:v>1.09942381204833</c:v>
                </c:pt>
                <c:pt idx="82">
                  <c:v>1.09531515946315</c:v>
                </c:pt>
                <c:pt idx="83">
                  <c:v>1.0830868606825</c:v>
                </c:pt>
                <c:pt idx="84">
                  <c:v>1.0804291414381</c:v>
                </c:pt>
                <c:pt idx="85">
                  <c:v>1.07760400680823</c:v>
                </c:pt>
                <c:pt idx="86">
                  <c:v>1.06707078880549</c:v>
                </c:pt>
                <c:pt idx="87">
                  <c:v>1.07542760679706</c:v>
                </c:pt>
                <c:pt idx="88">
                  <c:v>1.07071207343955</c:v>
                </c:pt>
                <c:pt idx="89">
                  <c:v>1.0711724657496</c:v>
                </c:pt>
                <c:pt idx="90">
                  <c:v>1.06152515416167</c:v>
                </c:pt>
                <c:pt idx="91">
                  <c:v>1.06558497725941</c:v>
                </c:pt>
                <c:pt idx="92">
                  <c:v>1.06169256954714</c:v>
                </c:pt>
                <c:pt idx="93">
                  <c:v>1.0704679260024</c:v>
                </c:pt>
                <c:pt idx="94">
                  <c:v>1.07389994140462</c:v>
                </c:pt>
                <c:pt idx="95">
                  <c:v>1.08210329529284</c:v>
                </c:pt>
                <c:pt idx="96">
                  <c:v>1.07967577220347</c:v>
                </c:pt>
                <c:pt idx="97">
                  <c:v>1.07665531962387</c:v>
                </c:pt>
                <c:pt idx="98">
                  <c:v>1.0741022349954</c:v>
                </c:pt>
                <c:pt idx="99">
                  <c:v>1.07544155807919</c:v>
                </c:pt>
                <c:pt idx="100">
                  <c:v>1.08198470939479</c:v>
                </c:pt>
                <c:pt idx="101">
                  <c:v>1.08456569658752</c:v>
                </c:pt>
                <c:pt idx="102">
                  <c:v>1.09229470688356</c:v>
                </c:pt>
                <c:pt idx="103">
                  <c:v>1.09511286587237</c:v>
                </c:pt>
                <c:pt idx="104">
                  <c:v>1.09386422612238</c:v>
                </c:pt>
                <c:pt idx="105">
                  <c:v>1.09924942102179</c:v>
                </c:pt>
                <c:pt idx="106">
                  <c:v>1.09578950305533</c:v>
                </c:pt>
                <c:pt idx="107">
                  <c:v>1.09484081587098</c:v>
                </c:pt>
                <c:pt idx="108">
                  <c:v>1.09431764279137</c:v>
                </c:pt>
                <c:pt idx="109">
                  <c:v>1.08873015430118</c:v>
                </c:pt>
                <c:pt idx="110">
                  <c:v>1.09336197996596</c:v>
                </c:pt>
                <c:pt idx="111">
                  <c:v>1.10494154412791</c:v>
                </c:pt>
                <c:pt idx="112">
                  <c:v>1.10753648260275</c:v>
                </c:pt>
                <c:pt idx="113">
                  <c:v>1.10011440051341</c:v>
                </c:pt>
                <c:pt idx="114">
                  <c:v>1.09781243896314</c:v>
                </c:pt>
                <c:pt idx="115">
                  <c:v>1.08174056195764</c:v>
                </c:pt>
                <c:pt idx="116">
                  <c:v>1.07178632216301</c:v>
                </c:pt>
                <c:pt idx="117">
                  <c:v>1.07178632216301</c:v>
                </c:pt>
                <c:pt idx="118">
                  <c:v>1.06717542342141</c:v>
                </c:pt>
                <c:pt idx="119">
                  <c:v>1.07317447473423</c:v>
                </c:pt>
                <c:pt idx="120">
                  <c:v>1.08141270682776</c:v>
                </c:pt>
                <c:pt idx="121">
                  <c:v>1.08183124529144</c:v>
                </c:pt>
                <c:pt idx="122">
                  <c:v>1.07932699015039</c:v>
                </c:pt>
                <c:pt idx="123">
                  <c:v>1.08866039789057</c:v>
                </c:pt>
                <c:pt idx="124">
                  <c:v>1.08169870811128</c:v>
                </c:pt>
                <c:pt idx="125">
                  <c:v>1.07558804654148</c:v>
                </c:pt>
                <c:pt idx="126">
                  <c:v>1.07441613884316</c:v>
                </c:pt>
                <c:pt idx="127">
                  <c:v>1.06375735930132</c:v>
                </c:pt>
                <c:pt idx="128">
                  <c:v>1.07622980551913</c:v>
                </c:pt>
                <c:pt idx="129">
                  <c:v>1.07202349395909</c:v>
                </c:pt>
                <c:pt idx="130">
                  <c:v>1.06839616060716</c:v>
                </c:pt>
                <c:pt idx="131">
                  <c:v>1.06755210803873</c:v>
                </c:pt>
                <c:pt idx="132">
                  <c:v>1.06530595161695</c:v>
                </c:pt>
                <c:pt idx="133">
                  <c:v>1.07041212087391</c:v>
                </c:pt>
                <c:pt idx="134">
                  <c:v>1.05945338876643</c:v>
                </c:pt>
                <c:pt idx="135">
                  <c:v>1.04849465665895</c:v>
                </c:pt>
                <c:pt idx="136">
                  <c:v>1.04670191690616</c:v>
                </c:pt>
                <c:pt idx="137">
                  <c:v>1.0466949412651</c:v>
                </c:pt>
                <c:pt idx="138">
                  <c:v>1.04344429253048</c:v>
                </c:pt>
                <c:pt idx="139">
                  <c:v>1.04423253997042</c:v>
                </c:pt>
                <c:pt idx="140">
                  <c:v>1.03625240659617</c:v>
                </c:pt>
                <c:pt idx="141">
                  <c:v>1.0380730489132</c:v>
                </c:pt>
                <c:pt idx="142">
                  <c:v>1.04929685538101</c:v>
                </c:pt>
                <c:pt idx="143">
                  <c:v>1.04580205920924</c:v>
                </c:pt>
                <c:pt idx="144">
                  <c:v>1.0384706604537</c:v>
                </c:pt>
                <c:pt idx="145">
                  <c:v>1.03464800915204</c:v>
                </c:pt>
                <c:pt idx="146">
                  <c:v>1.04086330533776</c:v>
                </c:pt>
                <c:pt idx="147">
                  <c:v>1.04432322330422</c:v>
                </c:pt>
                <c:pt idx="148">
                  <c:v>1.04602527972321</c:v>
                </c:pt>
                <c:pt idx="149">
                  <c:v>1.05036412846341</c:v>
                </c:pt>
                <c:pt idx="150">
                  <c:v>1.05033622589916</c:v>
                </c:pt>
                <c:pt idx="151">
                  <c:v>1.06280867211697</c:v>
                </c:pt>
                <c:pt idx="152">
                  <c:v>1.07041909651497</c:v>
                </c:pt>
                <c:pt idx="153">
                  <c:v>1.06388989648149</c:v>
                </c:pt>
                <c:pt idx="154">
                  <c:v>1.06252267083345</c:v>
                </c:pt>
                <c:pt idx="155">
                  <c:v>1.05039900666871</c:v>
                </c:pt>
                <c:pt idx="156">
                  <c:v>1.03943329892017</c:v>
                </c:pt>
                <c:pt idx="157">
                  <c:v>1.04672981947041</c:v>
                </c:pt>
                <c:pt idx="158">
                  <c:v>1.04587181561986</c:v>
                </c:pt>
                <c:pt idx="159">
                  <c:v>1.04203521303608</c:v>
                </c:pt>
                <c:pt idx="160">
                  <c:v>1.04650659895644</c:v>
                </c:pt>
                <c:pt idx="161">
                  <c:v>1.05684449900946</c:v>
                </c:pt>
                <c:pt idx="162">
                  <c:v>1.05819079773431</c:v>
                </c:pt>
                <c:pt idx="163">
                  <c:v>1.05205920924133</c:v>
                </c:pt>
                <c:pt idx="164">
                  <c:v>1.04677167331678</c:v>
                </c:pt>
                <c:pt idx="165">
                  <c:v>1.04334663355562</c:v>
                </c:pt>
                <c:pt idx="166">
                  <c:v>1.04723904126789</c:v>
                </c:pt>
                <c:pt idx="167">
                  <c:v>1.05242891821758</c:v>
                </c:pt>
                <c:pt idx="168">
                  <c:v>1.04712743101091</c:v>
                </c:pt>
                <c:pt idx="169">
                  <c:v>1.05836518876085</c:v>
                </c:pt>
                <c:pt idx="170">
                  <c:v>1.05850470158208</c:v>
                </c:pt>
                <c:pt idx="171">
                  <c:v>1.05210803872876</c:v>
                </c:pt>
                <c:pt idx="172">
                  <c:v>1.04968051563939</c:v>
                </c:pt>
                <c:pt idx="173">
                  <c:v>1.0488643656352</c:v>
                </c:pt>
                <c:pt idx="174">
                  <c:v>1.04333965791456</c:v>
                </c:pt>
                <c:pt idx="175">
                  <c:v>1.04307458355423</c:v>
                </c:pt>
                <c:pt idx="176">
                  <c:v>1.03977510533218</c:v>
                </c:pt>
                <c:pt idx="177">
                  <c:v>1.06213203493401</c:v>
                </c:pt>
                <c:pt idx="178">
                  <c:v>1.06051368620776</c:v>
                </c:pt>
                <c:pt idx="179">
                  <c:v>1.05967660928039</c:v>
                </c:pt>
                <c:pt idx="180">
                  <c:v>1.07807137475934</c:v>
                </c:pt>
                <c:pt idx="181">
                  <c:v>1.0825078824744</c:v>
                </c:pt>
                <c:pt idx="182">
                  <c:v>1.07925723373978</c:v>
                </c:pt>
                <c:pt idx="183">
                  <c:v>1.07364184268534</c:v>
                </c:pt>
                <c:pt idx="184">
                  <c:v>1.08085465554284</c:v>
                </c:pt>
                <c:pt idx="185">
                  <c:v>1.08401462094366</c:v>
                </c:pt>
                <c:pt idx="186">
                  <c:v>1.0779527888613</c:v>
                </c:pt>
                <c:pt idx="187">
                  <c:v>1.07585312090181</c:v>
                </c:pt>
                <c:pt idx="188">
                  <c:v>1.07342559781244</c:v>
                </c:pt>
                <c:pt idx="189">
                  <c:v>1.07509975166718</c:v>
                </c:pt>
                <c:pt idx="190">
                  <c:v>1.05660732721337</c:v>
                </c:pt>
                <c:pt idx="191">
                  <c:v>1.05098496051787</c:v>
                </c:pt>
                <c:pt idx="192">
                  <c:v>1.0492270989704</c:v>
                </c:pt>
                <c:pt idx="193">
                  <c:v>1.0435140489411</c:v>
                </c:pt>
                <c:pt idx="194">
                  <c:v>1.04615084126231</c:v>
                </c:pt>
                <c:pt idx="195">
                  <c:v>1.03662211557242</c:v>
                </c:pt>
                <c:pt idx="196">
                  <c:v>1.02563548090069</c:v>
                </c:pt>
                <c:pt idx="197">
                  <c:v>1.03157872708502</c:v>
                </c:pt>
                <c:pt idx="198">
                  <c:v>1.01891096291749</c:v>
                </c:pt>
                <c:pt idx="199">
                  <c:v>1.0244775244845</c:v>
                </c:pt>
                <c:pt idx="200">
                  <c:v>1.02154775523871</c:v>
                </c:pt>
                <c:pt idx="201">
                  <c:v>1.03048355143838</c:v>
                </c:pt>
                <c:pt idx="202">
                  <c:v>1.03821256173442</c:v>
                </c:pt>
                <c:pt idx="203">
                  <c:v>1.03791260916878</c:v>
                </c:pt>
                <c:pt idx="204">
                  <c:v>1.03317614888808</c:v>
                </c:pt>
                <c:pt idx="205">
                  <c:v>1.03854739250537</c:v>
                </c:pt>
                <c:pt idx="206">
                  <c:v>1.05025251820642</c:v>
                </c:pt>
                <c:pt idx="207">
                  <c:v>1.04439297971484</c:v>
                </c:pt>
                <c:pt idx="208">
                  <c:v>1.04264906944948</c:v>
                </c:pt>
                <c:pt idx="209">
                  <c:v>1.03155082452077</c:v>
                </c:pt>
                <c:pt idx="210">
                  <c:v>1.02779095398867</c:v>
                </c:pt>
                <c:pt idx="211">
                  <c:v>1.03349702837691</c:v>
                </c:pt>
                <c:pt idx="212">
                  <c:v>1.03210190016463</c:v>
                </c:pt>
                <c:pt idx="213">
                  <c:v>1.02720500013951</c:v>
                </c:pt>
                <c:pt idx="214">
                  <c:v>1.02665392449566</c:v>
                </c:pt>
                <c:pt idx="215">
                  <c:v>1.02155473087977</c:v>
                </c:pt>
                <c:pt idx="216">
                  <c:v>1.02540528474567</c:v>
                </c:pt>
                <c:pt idx="217">
                  <c:v>1.02394040012277</c:v>
                </c:pt>
                <c:pt idx="218">
                  <c:v>1.02087809369681</c:v>
                </c:pt>
                <c:pt idx="219">
                  <c:v>1.01404196545663</c:v>
                </c:pt>
                <c:pt idx="220">
                  <c:v>1.02775607578336</c:v>
                </c:pt>
                <c:pt idx="221">
                  <c:v>1.02271268729596</c:v>
                </c:pt>
                <c:pt idx="222">
                  <c:v>1.01829710650409</c:v>
                </c:pt>
                <c:pt idx="223">
                  <c:v>1.01988755266609</c:v>
                </c:pt>
                <c:pt idx="224">
                  <c:v>1.01770417701387</c:v>
                </c:pt>
                <c:pt idx="225">
                  <c:v>1.01770417701387</c:v>
                </c:pt>
                <c:pt idx="226">
                  <c:v>1.01689500265074</c:v>
                </c:pt>
                <c:pt idx="227">
                  <c:v>1.01116800133932</c:v>
                </c:pt>
                <c:pt idx="228">
                  <c:v>1.01324674237562</c:v>
                </c:pt>
                <c:pt idx="229">
                  <c:v>1.02046653087419</c:v>
                </c:pt>
                <c:pt idx="230">
                  <c:v>1.01247942185887</c:v>
                </c:pt>
                <c:pt idx="231">
                  <c:v>1.0049178269483</c:v>
                </c:pt>
                <c:pt idx="232">
                  <c:v>1.00754066798739</c:v>
                </c:pt>
                <c:pt idx="233">
                  <c:v>1.00152766539245</c:v>
                </c:pt>
                <c:pt idx="234">
                  <c:v>0.985448812745891</c:v>
                </c:pt>
                <c:pt idx="235">
                  <c:v>0.980712352465192</c:v>
                </c:pt>
                <c:pt idx="236">
                  <c:v>0.973171684477803</c:v>
                </c:pt>
                <c:pt idx="237">
                  <c:v>0.975815452440079</c:v>
                </c:pt>
                <c:pt idx="238">
                  <c:v>0.979526493484751</c:v>
                </c:pt>
                <c:pt idx="239">
                  <c:v>0.981626161444237</c:v>
                </c:pt>
                <c:pt idx="240">
                  <c:v>0.991733865342225</c:v>
                </c:pt>
                <c:pt idx="241">
                  <c:v>0.996261056391082</c:v>
                </c:pt>
                <c:pt idx="242">
                  <c:v>0.993952119199755</c:v>
                </c:pt>
                <c:pt idx="243">
                  <c:v>0.993714947403666</c:v>
                </c:pt>
                <c:pt idx="244">
                  <c:v>0.990296883283574</c:v>
                </c:pt>
                <c:pt idx="245">
                  <c:v>0.9965470576746</c:v>
                </c:pt>
                <c:pt idx="246">
                  <c:v>1.0067245179832</c:v>
                </c:pt>
                <c:pt idx="247">
                  <c:v>1.00403889617456</c:v>
                </c:pt>
                <c:pt idx="248">
                  <c:v>1.00223918078071</c:v>
                </c:pt>
                <c:pt idx="249">
                  <c:v>1.00289489104049</c:v>
                </c:pt>
                <c:pt idx="250">
                  <c:v>0.997460866653646</c:v>
                </c:pt>
                <c:pt idx="251">
                  <c:v>0.996072714082424</c:v>
                </c:pt>
                <c:pt idx="252">
                  <c:v>0.996393593571249</c:v>
                </c:pt>
                <c:pt idx="253">
                  <c:v>1.00167415385474</c:v>
                </c:pt>
                <c:pt idx="254">
                  <c:v>0.994468316638299</c:v>
                </c:pt>
                <c:pt idx="255">
                  <c:v>0.993624264069868</c:v>
                </c:pt>
                <c:pt idx="256">
                  <c:v>0.995368174335222</c:v>
                </c:pt>
                <c:pt idx="257">
                  <c:v>0.996372666648065</c:v>
                </c:pt>
                <c:pt idx="258">
                  <c:v>0.988706437121571</c:v>
                </c:pt>
                <c:pt idx="259">
                  <c:v>0.992236111498647</c:v>
                </c:pt>
                <c:pt idx="260">
                  <c:v>0.98736711403778</c:v>
                </c:pt>
                <c:pt idx="261">
                  <c:v>0.981884260163509</c:v>
                </c:pt>
                <c:pt idx="262">
                  <c:v>0.983237534529423</c:v>
                </c:pt>
                <c:pt idx="263">
                  <c:v>0.976910628086721</c:v>
                </c:pt>
                <c:pt idx="264">
                  <c:v>0.978612684505706</c:v>
                </c:pt>
                <c:pt idx="265">
                  <c:v>0.975836379363264</c:v>
                </c:pt>
                <c:pt idx="266">
                  <c:v>0.971051089595134</c:v>
                </c:pt>
                <c:pt idx="267">
                  <c:v>0.957197466447167</c:v>
                </c:pt>
                <c:pt idx="268">
                  <c:v>0.958327520299115</c:v>
                </c:pt>
                <c:pt idx="269">
                  <c:v>0.956590585674823</c:v>
                </c:pt>
                <c:pt idx="270">
                  <c:v>0.95844610619716</c:v>
                </c:pt>
                <c:pt idx="271">
                  <c:v>0.962784954937359</c:v>
                </c:pt>
                <c:pt idx="272">
                  <c:v>0.964354474176177</c:v>
                </c:pt>
                <c:pt idx="273">
                  <c:v>0.952405201037975</c:v>
                </c:pt>
                <c:pt idx="274">
                  <c:v>0.94872903819861</c:v>
                </c:pt>
                <c:pt idx="275">
                  <c:v>0.946587516392757</c:v>
                </c:pt>
                <c:pt idx="276">
                  <c:v>0.94409023689277</c:v>
                </c:pt>
                <c:pt idx="277">
                  <c:v>0.945143558693044</c:v>
                </c:pt>
                <c:pt idx="278">
                  <c:v>0.937407572755936</c:v>
                </c:pt>
                <c:pt idx="279">
                  <c:v>0.944201847149753</c:v>
                </c:pt>
                <c:pt idx="280">
                  <c:v>0.945659756131589</c:v>
                </c:pt>
                <c:pt idx="281">
                  <c:v>0.948010547169285</c:v>
                </c:pt>
                <c:pt idx="282">
                  <c:v>0.943246184324339</c:v>
                </c:pt>
                <c:pt idx="283">
                  <c:v>0.945722536901141</c:v>
                </c:pt>
                <c:pt idx="284">
                  <c:v>0.962429197243227</c:v>
                </c:pt>
                <c:pt idx="285">
                  <c:v>0.965986774184548</c:v>
                </c:pt>
                <c:pt idx="286">
                  <c:v>0.965986774184548</c:v>
                </c:pt>
                <c:pt idx="287">
                  <c:v>0.956576634392701</c:v>
                </c:pt>
                <c:pt idx="288">
                  <c:v>0.954811797204163</c:v>
                </c:pt>
                <c:pt idx="289">
                  <c:v>0.948366304863417</c:v>
                </c:pt>
                <c:pt idx="290">
                  <c:v>0.944718044588298</c:v>
                </c:pt>
                <c:pt idx="291">
                  <c:v>0.936019420184715</c:v>
                </c:pt>
                <c:pt idx="292">
                  <c:v>0.937568012500349</c:v>
                </c:pt>
                <c:pt idx="293">
                  <c:v>0.934303412483607</c:v>
                </c:pt>
                <c:pt idx="294">
                  <c:v>0.93826557660649</c:v>
                </c:pt>
                <c:pt idx="295">
                  <c:v>0.935782248388627</c:v>
                </c:pt>
                <c:pt idx="296">
                  <c:v>0.935147465052038</c:v>
                </c:pt>
                <c:pt idx="297">
                  <c:v>0.939388654817378</c:v>
                </c:pt>
                <c:pt idx="298">
                  <c:v>0.924118976533943</c:v>
                </c:pt>
                <c:pt idx="299">
                  <c:v>0.933877898378861</c:v>
                </c:pt>
                <c:pt idx="300">
                  <c:v>0.933075699656798</c:v>
                </c:pt>
                <c:pt idx="301">
                  <c:v>0.922361114986467</c:v>
                </c:pt>
                <c:pt idx="302">
                  <c:v>0.925151371411033</c:v>
                </c:pt>
                <c:pt idx="303">
                  <c:v>0.93481263428109</c:v>
                </c:pt>
                <c:pt idx="304">
                  <c:v>0.948966209994699</c:v>
                </c:pt>
                <c:pt idx="305">
                  <c:v>0.947201372806161</c:v>
                </c:pt>
                <c:pt idx="306">
                  <c:v>0.940937247133012</c:v>
                </c:pt>
                <c:pt idx="307">
                  <c:v>0.928715923993415</c:v>
                </c:pt>
                <c:pt idx="308">
                  <c:v>0.922563408577248</c:v>
                </c:pt>
                <c:pt idx="309">
                  <c:v>0.923198191913837</c:v>
                </c:pt>
                <c:pt idx="310">
                  <c:v>0.91497391110243</c:v>
                </c:pt>
                <c:pt idx="311">
                  <c:v>0.919654566254639</c:v>
                </c:pt>
                <c:pt idx="312">
                  <c:v>0.943560088172103</c:v>
                </c:pt>
                <c:pt idx="313">
                  <c:v>0.95040319205335</c:v>
                </c:pt>
                <c:pt idx="314">
                  <c:v>0.955000139512821</c:v>
                </c:pt>
                <c:pt idx="315">
                  <c:v>0.963454616479255</c:v>
                </c:pt>
                <c:pt idx="316">
                  <c:v>0.964989257512765</c:v>
                </c:pt>
                <c:pt idx="317">
                  <c:v>0.974852813973604</c:v>
                </c:pt>
                <c:pt idx="318">
                  <c:v>0.981284355032228</c:v>
                </c:pt>
                <c:pt idx="319">
                  <c:v>0.982044699907922</c:v>
                </c:pt>
                <c:pt idx="320">
                  <c:v>0.974497056279472</c:v>
                </c:pt>
                <c:pt idx="321">
                  <c:v>0.983502608889757</c:v>
                </c:pt>
                <c:pt idx="322">
                  <c:v>0.974106420380033</c:v>
                </c:pt>
                <c:pt idx="323">
                  <c:v>0.988246044811518</c:v>
                </c:pt>
                <c:pt idx="324">
                  <c:v>0.992787187142498</c:v>
                </c:pt>
                <c:pt idx="325">
                  <c:v>0.993631239710929</c:v>
                </c:pt>
                <c:pt idx="326">
                  <c:v>0.99886297050699</c:v>
                </c:pt>
                <c:pt idx="327">
                  <c:v>0.995982030748626</c:v>
                </c:pt>
                <c:pt idx="328">
                  <c:v>0.991692011495857</c:v>
                </c:pt>
                <c:pt idx="329">
                  <c:v>0.994907782025168</c:v>
                </c:pt>
                <c:pt idx="330">
                  <c:v>1.00422723848322</c:v>
                </c:pt>
                <c:pt idx="331">
                  <c:v>1.00566422054187</c:v>
                </c:pt>
                <c:pt idx="332">
                  <c:v>1.00027902564246</c:v>
                </c:pt>
                <c:pt idx="333">
                  <c:v>0.998193308965094</c:v>
                </c:pt>
                <c:pt idx="334">
                  <c:v>0.999895365384079</c:v>
                </c:pt>
                <c:pt idx="335">
                  <c:v>1.0071221295237</c:v>
                </c:pt>
                <c:pt idx="336">
                  <c:v>1.00190435000977</c:v>
                </c:pt>
                <c:pt idx="337">
                  <c:v>1.00361338206981</c:v>
                </c:pt>
                <c:pt idx="338">
                  <c:v>1.00263679232121</c:v>
                </c:pt>
                <c:pt idx="339">
                  <c:v>0.995256564078239</c:v>
                </c:pt>
                <c:pt idx="340">
                  <c:v>0.991168838416251</c:v>
                </c:pt>
                <c:pt idx="341">
                  <c:v>0.994810123050308</c:v>
                </c:pt>
                <c:pt idx="342">
                  <c:v>0.986209157621585</c:v>
                </c:pt>
                <c:pt idx="343">
                  <c:v>0.990185273026591</c:v>
                </c:pt>
                <c:pt idx="344">
                  <c:v>0.993770752532158</c:v>
                </c:pt>
                <c:pt idx="345">
                  <c:v>0.993770752532158</c:v>
                </c:pt>
                <c:pt idx="346">
                  <c:v>1.00598510003069</c:v>
                </c:pt>
                <c:pt idx="347">
                  <c:v>1.00290186668155</c:v>
                </c:pt>
                <c:pt idx="348">
                  <c:v>1.00036273333519</c:v>
                </c:pt>
                <c:pt idx="349">
                  <c:v>0.993687044839421</c:v>
                </c:pt>
                <c:pt idx="350">
                  <c:v>0.993477775607578</c:v>
                </c:pt>
                <c:pt idx="351">
                  <c:v>0.987660090962359</c:v>
                </c:pt>
                <c:pt idx="352">
                  <c:v>0.988050726861799</c:v>
                </c:pt>
                <c:pt idx="353">
                  <c:v>0.982595775551773</c:v>
                </c:pt>
                <c:pt idx="354">
                  <c:v>0.998081698708111</c:v>
                </c:pt>
                <c:pt idx="355">
                  <c:v>0.990066687128547</c:v>
                </c:pt>
                <c:pt idx="356">
                  <c:v>1.00163927564943</c:v>
                </c:pt>
                <c:pt idx="357">
                  <c:v>1.00276235386032</c:v>
                </c:pt>
                <c:pt idx="358">
                  <c:v>0.996923742291917</c:v>
                </c:pt>
                <c:pt idx="359">
                  <c:v>0.994838025614554</c:v>
                </c:pt>
                <c:pt idx="360">
                  <c:v>0.989696978152292</c:v>
                </c:pt>
                <c:pt idx="361">
                  <c:v>0.992863919194174</c:v>
                </c:pt>
                <c:pt idx="362">
                  <c:v>0.994691537152264</c:v>
                </c:pt>
                <c:pt idx="363">
                  <c:v>1.00601300259494</c:v>
                </c:pt>
                <c:pt idx="364">
                  <c:v>1.01411172186724</c:v>
                </c:pt>
                <c:pt idx="365">
                  <c:v>1.01012863082117</c:v>
                </c:pt>
                <c:pt idx="366">
                  <c:v>1.02154077959764</c:v>
                </c:pt>
                <c:pt idx="367">
                  <c:v>1.02191746421496</c:v>
                </c:pt>
                <c:pt idx="368">
                  <c:v>1.01587655905578</c:v>
                </c:pt>
                <c:pt idx="369">
                  <c:v>1.02300566422054</c:v>
                </c:pt>
                <c:pt idx="370">
                  <c:v>1.02327073858088</c:v>
                </c:pt>
                <c:pt idx="371">
                  <c:v>1.02321493345238</c:v>
                </c:pt>
                <c:pt idx="372">
                  <c:v>1.02176400011161</c:v>
                </c:pt>
                <c:pt idx="373">
                  <c:v>1.01533245905299</c:v>
                </c:pt>
                <c:pt idx="374">
                  <c:v>1.01831105778621</c:v>
                </c:pt>
                <c:pt idx="375">
                  <c:v>1.02616562962136</c:v>
                </c:pt>
                <c:pt idx="376">
                  <c:v>1.02906052066185</c:v>
                </c:pt>
                <c:pt idx="377">
                  <c:v>1.0258517257736</c:v>
                </c:pt>
                <c:pt idx="378">
                  <c:v>1.02778397834761</c:v>
                </c:pt>
                <c:pt idx="379">
                  <c:v>1.01895281676386</c:v>
                </c:pt>
                <c:pt idx="380">
                  <c:v>1.01030999748877</c:v>
                </c:pt>
                <c:pt idx="381">
                  <c:v>1.0175716398337</c:v>
                </c:pt>
                <c:pt idx="382">
                  <c:v>1.01219342057535</c:v>
                </c:pt>
                <c:pt idx="383">
                  <c:v>1.01321186417032</c:v>
                </c:pt>
                <c:pt idx="384">
                  <c:v>1.0092566756885</c:v>
                </c:pt>
                <c:pt idx="385">
                  <c:v>1.00607578336449</c:v>
                </c:pt>
                <c:pt idx="386">
                  <c:v>1.00793827952789</c:v>
                </c:pt>
                <c:pt idx="387">
                  <c:v>1.0137210859678</c:v>
                </c:pt>
                <c:pt idx="388">
                  <c:v>1.00944501799715</c:v>
                </c:pt>
                <c:pt idx="389">
                  <c:v>1.00895672312286</c:v>
                </c:pt>
                <c:pt idx="390">
                  <c:v>1.00515499874438</c:v>
                </c:pt>
                <c:pt idx="391">
                  <c:v>0.998786238455314</c:v>
                </c:pt>
                <c:pt idx="392">
                  <c:v>0.999058288456709</c:v>
                </c:pt>
                <c:pt idx="393">
                  <c:v>0.995284466642484</c:v>
                </c:pt>
                <c:pt idx="394">
                  <c:v>0.998660676916209</c:v>
                </c:pt>
                <c:pt idx="395">
                  <c:v>0.997579452551689</c:v>
                </c:pt>
                <c:pt idx="396">
                  <c:v>0.999755852562851</c:v>
                </c:pt>
                <c:pt idx="397">
                  <c:v>0.996261056391082</c:v>
                </c:pt>
                <c:pt idx="398">
                  <c:v>0.990994447389715</c:v>
                </c:pt>
                <c:pt idx="399">
                  <c:v>0.989376098663467</c:v>
                </c:pt>
                <c:pt idx="400">
                  <c:v>0.98549066659226</c:v>
                </c:pt>
                <c:pt idx="401">
                  <c:v>0.981612210162114</c:v>
                </c:pt>
                <c:pt idx="402">
                  <c:v>0.986418426853428</c:v>
                </c:pt>
                <c:pt idx="403">
                  <c:v>0.980928597338095</c:v>
                </c:pt>
                <c:pt idx="404">
                  <c:v>0.982756215296186</c:v>
                </c:pt>
                <c:pt idx="405">
                  <c:v>0.982756215296186</c:v>
                </c:pt>
                <c:pt idx="406">
                  <c:v>0.98618125505734</c:v>
                </c:pt>
                <c:pt idx="407">
                  <c:v>0.98484890761461</c:v>
                </c:pt>
                <c:pt idx="408">
                  <c:v>0.983118948631379</c:v>
                </c:pt>
                <c:pt idx="409">
                  <c:v>0.979359078099277</c:v>
                </c:pt>
                <c:pt idx="410">
                  <c:v>0.97616423449315</c:v>
                </c:pt>
                <c:pt idx="411">
                  <c:v>0.969865230614693</c:v>
                </c:pt>
                <c:pt idx="412">
                  <c:v>0.978047657579732</c:v>
                </c:pt>
                <c:pt idx="413">
                  <c:v>0.975794525516895</c:v>
                </c:pt>
                <c:pt idx="414">
                  <c:v>0.984123440944223</c:v>
                </c:pt>
                <c:pt idx="415">
                  <c:v>0.985211640949803</c:v>
                </c:pt>
                <c:pt idx="416">
                  <c:v>0.98613242556991</c:v>
                </c:pt>
                <c:pt idx="417">
                  <c:v>0.990799129439995</c:v>
                </c:pt>
                <c:pt idx="418">
                  <c:v>0.991566449956751</c:v>
                </c:pt>
                <c:pt idx="419">
                  <c:v>0.995605346131309</c:v>
                </c:pt>
                <c:pt idx="420">
                  <c:v>0.99955355897207</c:v>
                </c:pt>
                <c:pt idx="421">
                  <c:v>0.99471943971651</c:v>
                </c:pt>
                <c:pt idx="422">
                  <c:v>0.978891710148163</c:v>
                </c:pt>
                <c:pt idx="423">
                  <c:v>0.974322665252937</c:v>
                </c:pt>
                <c:pt idx="424">
                  <c:v>0.970367476771115</c:v>
                </c:pt>
                <c:pt idx="425">
                  <c:v>0.972683389603505</c:v>
                </c:pt>
                <c:pt idx="426">
                  <c:v>0.968895616507157</c:v>
                </c:pt>
                <c:pt idx="427">
                  <c:v>0.964577694690142</c:v>
                </c:pt>
                <c:pt idx="428">
                  <c:v>0.980244984514077</c:v>
                </c:pt>
                <c:pt idx="429">
                  <c:v>0.975501548592316</c:v>
                </c:pt>
                <c:pt idx="430">
                  <c:v>0.968156198554647</c:v>
                </c:pt>
                <c:pt idx="431">
                  <c:v>0.959666843382907</c:v>
                </c:pt>
                <c:pt idx="432">
                  <c:v>0.95943664722788</c:v>
                </c:pt>
                <c:pt idx="433">
                  <c:v>0.959345963894082</c:v>
                </c:pt>
                <c:pt idx="434">
                  <c:v>0.959548257484863</c:v>
                </c:pt>
                <c:pt idx="435">
                  <c:v>0.957037026702754</c:v>
                </c:pt>
                <c:pt idx="436">
                  <c:v>0.95543960489969</c:v>
                </c:pt>
                <c:pt idx="437">
                  <c:v>0.957406735679009</c:v>
                </c:pt>
                <c:pt idx="438">
                  <c:v>0.952209883088256</c:v>
                </c:pt>
                <c:pt idx="439">
                  <c:v>0.959143670303301</c:v>
                </c:pt>
                <c:pt idx="440">
                  <c:v>0.960071430564469</c:v>
                </c:pt>
                <c:pt idx="441">
                  <c:v>0.962638466475069</c:v>
                </c:pt>
                <c:pt idx="442">
                  <c:v>0.957553224141299</c:v>
                </c:pt>
                <c:pt idx="443">
                  <c:v>0.955118725410865</c:v>
                </c:pt>
                <c:pt idx="444">
                  <c:v>0.953430620274003</c:v>
                </c:pt>
                <c:pt idx="445">
                  <c:v>0.956513853623148</c:v>
                </c:pt>
                <c:pt idx="446">
                  <c:v>0.955955802338235</c:v>
                </c:pt>
                <c:pt idx="447">
                  <c:v>0.95178436898351</c:v>
                </c:pt>
                <c:pt idx="448">
                  <c:v>0.947808253578504</c:v>
                </c:pt>
                <c:pt idx="449">
                  <c:v>0.945882976645554</c:v>
                </c:pt>
                <c:pt idx="450">
                  <c:v>0.955348921565892</c:v>
                </c:pt>
                <c:pt idx="451">
                  <c:v>0.943392672786629</c:v>
                </c:pt>
                <c:pt idx="452">
                  <c:v>0.945199363821535</c:v>
                </c:pt>
                <c:pt idx="453">
                  <c:v>0.940741929183292</c:v>
                </c:pt>
                <c:pt idx="454">
                  <c:v>0.942025447138592</c:v>
                </c:pt>
                <c:pt idx="455">
                  <c:v>0.936403080443093</c:v>
                </c:pt>
                <c:pt idx="456">
                  <c:v>0.928095091938949</c:v>
                </c:pt>
                <c:pt idx="457">
                  <c:v>0.928953095789503</c:v>
                </c:pt>
                <c:pt idx="458">
                  <c:v>0.927069672702921</c:v>
                </c:pt>
                <c:pt idx="459">
                  <c:v>0.924174781662435</c:v>
                </c:pt>
                <c:pt idx="460">
                  <c:v>0.921412427802115</c:v>
                </c:pt>
                <c:pt idx="461">
                  <c:v>0.924404977817461</c:v>
                </c:pt>
                <c:pt idx="462">
                  <c:v>0.930104076564636</c:v>
                </c:pt>
                <c:pt idx="463">
                  <c:v>0.931352716314629</c:v>
                </c:pt>
                <c:pt idx="464">
                  <c:v>0.934003459917967</c:v>
                </c:pt>
                <c:pt idx="465">
                  <c:v>0.964180083149642</c:v>
                </c:pt>
                <c:pt idx="466">
                  <c:v>0.974894667819973</c:v>
                </c:pt>
                <c:pt idx="467">
                  <c:v>1.0058037333631</c:v>
                </c:pt>
                <c:pt idx="468">
                  <c:v>1.03886129635313</c:v>
                </c:pt>
                <c:pt idx="469">
                  <c:v>1.10418817489327</c:v>
                </c:pt>
                <c:pt idx="470">
                  <c:v>1.15331063924775</c:v>
                </c:pt>
                <c:pt idx="471">
                  <c:v>1.09237143893524</c:v>
                </c:pt>
                <c:pt idx="472">
                  <c:v>1.10150255308463</c:v>
                </c:pt>
                <c:pt idx="473">
                  <c:v>1.07892240296883</c:v>
                </c:pt>
                <c:pt idx="474">
                  <c:v>1.0943315940735</c:v>
                </c:pt>
                <c:pt idx="475">
                  <c:v>1.07256759396189</c:v>
                </c:pt>
                <c:pt idx="476">
                  <c:v>1.06745444906387</c:v>
                </c:pt>
                <c:pt idx="477">
                  <c:v>1.05844192081252</c:v>
                </c:pt>
                <c:pt idx="478">
                  <c:v>1.08721644019085</c:v>
                </c:pt>
                <c:pt idx="479">
                  <c:v>1.08927425430397</c:v>
                </c:pt>
                <c:pt idx="480">
                  <c:v>1.09396188509724</c:v>
                </c:pt>
                <c:pt idx="481">
                  <c:v>1.09689165434303</c:v>
                </c:pt>
                <c:pt idx="482">
                  <c:v>1.08772566198834</c:v>
                </c:pt>
                <c:pt idx="483">
                  <c:v>1.09334105304277</c:v>
                </c:pt>
                <c:pt idx="484">
                  <c:v>1.09492452356372</c:v>
                </c:pt>
                <c:pt idx="485">
                  <c:v>1.08681185300929</c:v>
                </c:pt>
                <c:pt idx="486">
                  <c:v>1.07955718630542</c:v>
                </c:pt>
                <c:pt idx="487">
                  <c:v>1.07987806579425</c:v>
                </c:pt>
                <c:pt idx="488">
                  <c:v>1.07987109015319</c:v>
                </c:pt>
                <c:pt idx="489">
                  <c:v>1.09135299534027</c:v>
                </c:pt>
                <c:pt idx="490">
                  <c:v>1.11227294288345</c:v>
                </c:pt>
                <c:pt idx="491">
                  <c:v>1.10835263260694</c:v>
                </c:pt>
                <c:pt idx="492">
                  <c:v>1.13352074555652</c:v>
                </c:pt>
                <c:pt idx="493">
                  <c:v>1.12515695192388</c:v>
                </c:pt>
                <c:pt idx="494">
                  <c:v>1.13073048913195</c:v>
                </c:pt>
                <c:pt idx="495">
                  <c:v>1.12161332626468</c:v>
                </c:pt>
                <c:pt idx="496">
                  <c:v>1.12682413013756</c:v>
                </c:pt>
                <c:pt idx="497">
                  <c:v>1.11204972236949</c:v>
                </c:pt>
                <c:pt idx="498">
                  <c:v>1.09755434024387</c:v>
                </c:pt>
                <c:pt idx="499">
                  <c:v>1.09368285945478</c:v>
                </c:pt>
                <c:pt idx="500">
                  <c:v>1.0992842992271</c:v>
                </c:pt>
                <c:pt idx="501">
                  <c:v>1.10137699154552</c:v>
                </c:pt>
                <c:pt idx="502">
                  <c:v>1.10227684924245</c:v>
                </c:pt>
                <c:pt idx="503">
                  <c:v>1.07671810039343</c:v>
                </c:pt>
                <c:pt idx="504">
                  <c:v>1.07317447473423</c:v>
                </c:pt>
                <c:pt idx="505">
                  <c:v>1.07162588241859</c:v>
                </c:pt>
                <c:pt idx="506">
                  <c:v>1.08570272608053</c:v>
                </c:pt>
                <c:pt idx="507">
                  <c:v>1.07858059655682</c:v>
                </c:pt>
                <c:pt idx="508">
                  <c:v>1.08795585814336</c:v>
                </c:pt>
                <c:pt idx="509">
                  <c:v>1.09482686458886</c:v>
                </c:pt>
                <c:pt idx="510">
                  <c:v>1.09578252741427</c:v>
                </c:pt>
                <c:pt idx="511">
                  <c:v>1.09160411841848</c:v>
                </c:pt>
                <c:pt idx="512">
                  <c:v>1.08986718379419</c:v>
                </c:pt>
                <c:pt idx="513">
                  <c:v>1.10058176846452</c:v>
                </c:pt>
                <c:pt idx="514">
                  <c:v>1.09931917743241</c:v>
                </c:pt>
                <c:pt idx="515">
                  <c:v>1.10609252490304</c:v>
                </c:pt>
                <c:pt idx="516">
                  <c:v>1.10493456848684</c:v>
                </c:pt>
                <c:pt idx="517">
                  <c:v>1.1134029967354</c:v>
                </c:pt>
                <c:pt idx="518">
                  <c:v>1.0941502274059</c:v>
                </c:pt>
                <c:pt idx="519">
                  <c:v>1.09022294148832</c:v>
                </c:pt>
                <c:pt idx="520">
                  <c:v>1.09234353637099</c:v>
                </c:pt>
                <c:pt idx="521">
                  <c:v>1.09637545690449</c:v>
                </c:pt>
                <c:pt idx="522">
                  <c:v>1.09705209408745</c:v>
                </c:pt>
                <c:pt idx="523">
                  <c:v>1.09378749407071</c:v>
                </c:pt>
                <c:pt idx="524">
                  <c:v>1.09520354920617</c:v>
                </c:pt>
                <c:pt idx="525">
                  <c:v>1.10568096208042</c:v>
                </c:pt>
                <c:pt idx="526">
                  <c:v>1.1060088172103</c:v>
                </c:pt>
                <c:pt idx="527">
                  <c:v>1.10633667234019</c:v>
                </c:pt>
                <c:pt idx="528">
                  <c:v>1.10538798515584</c:v>
                </c:pt>
                <c:pt idx="529">
                  <c:v>1.10908507491839</c:v>
                </c:pt>
                <c:pt idx="530">
                  <c:v>1.09596389408187</c:v>
                </c:pt>
                <c:pt idx="531">
                  <c:v>1.07268617985993</c:v>
                </c:pt>
                <c:pt idx="532">
                  <c:v>1.06347833365886</c:v>
                </c:pt>
                <c:pt idx="533">
                  <c:v>1.06237618237116</c:v>
                </c:pt>
                <c:pt idx="534">
                  <c:v>1.06804040291303</c:v>
                </c:pt>
                <c:pt idx="535">
                  <c:v>1.06660342085438</c:v>
                </c:pt>
                <c:pt idx="536">
                  <c:v>1.06446887468958</c:v>
                </c:pt>
                <c:pt idx="537">
                  <c:v>1.05429839002204</c:v>
                </c:pt>
                <c:pt idx="538">
                  <c:v>1.05221964898574</c:v>
                </c:pt>
                <c:pt idx="539">
                  <c:v>1.07293032729708</c:v>
                </c:pt>
                <c:pt idx="540">
                  <c:v>1.0680264516309</c:v>
                </c:pt>
                <c:pt idx="541">
                  <c:v>1.0689123580457</c:v>
                </c:pt>
                <c:pt idx="542">
                  <c:v>1.07141661318675</c:v>
                </c:pt>
                <c:pt idx="543">
                  <c:v>1.07504394653869</c:v>
                </c:pt>
                <c:pt idx="544">
                  <c:v>1.0756926811574</c:v>
                </c:pt>
                <c:pt idx="545">
                  <c:v>1.06836825804291</c:v>
                </c:pt>
                <c:pt idx="546">
                  <c:v>1.06972153240883</c:v>
                </c:pt>
                <c:pt idx="547">
                  <c:v>1.07580429141438</c:v>
                </c:pt>
                <c:pt idx="548">
                  <c:v>1.07283964396328</c:v>
                </c:pt>
                <c:pt idx="549">
                  <c:v>1.06853567342839</c:v>
                </c:pt>
                <c:pt idx="550">
                  <c:v>1.07888752476353</c:v>
                </c:pt>
                <c:pt idx="551">
                  <c:v>1.0894137671252</c:v>
                </c:pt>
                <c:pt idx="552">
                  <c:v>1.09112977482631</c:v>
                </c:pt>
                <c:pt idx="553">
                  <c:v>1.08739780685845</c:v>
                </c:pt>
                <c:pt idx="554">
                  <c:v>1.09520354920617</c:v>
                </c:pt>
                <c:pt idx="555">
                  <c:v>1.09209938893384</c:v>
                </c:pt>
                <c:pt idx="556">
                  <c:v>1.09907502999526</c:v>
                </c:pt>
                <c:pt idx="557">
                  <c:v>1.10071430564469</c:v>
                </c:pt>
                <c:pt idx="558">
                  <c:v>1.09320154022155</c:v>
                </c:pt>
                <c:pt idx="559">
                  <c:v>1.09892854153297</c:v>
                </c:pt>
                <c:pt idx="560">
                  <c:v>1.0964103351098</c:v>
                </c:pt>
                <c:pt idx="561">
                  <c:v>1.10655989285415</c:v>
                </c:pt>
                <c:pt idx="562">
                  <c:v>1.10427885822707</c:v>
                </c:pt>
                <c:pt idx="563">
                  <c:v>1.09523842741148</c:v>
                </c:pt>
                <c:pt idx="564">
                  <c:v>1.10244426462792</c:v>
                </c:pt>
                <c:pt idx="565">
                  <c:v>1.10398588130249</c:v>
                </c:pt>
                <c:pt idx="566">
                  <c:v>1.08772566198834</c:v>
                </c:pt>
                <c:pt idx="567">
                  <c:v>1.08762800301348</c:v>
                </c:pt>
                <c:pt idx="568">
                  <c:v>1.08693043890734</c:v>
                </c:pt>
                <c:pt idx="569">
                  <c:v>1.09069030943944</c:v>
                </c:pt>
                <c:pt idx="570">
                  <c:v>1.10180250565027</c:v>
                </c:pt>
                <c:pt idx="571">
                  <c:v>1.09885878512235</c:v>
                </c:pt>
                <c:pt idx="572">
                  <c:v>1.09554535561818</c:v>
                </c:pt>
                <c:pt idx="573">
                  <c:v>1.09768687742404</c:v>
                </c:pt>
                <c:pt idx="574">
                  <c:v>1.09468735176763</c:v>
                </c:pt>
                <c:pt idx="575">
                  <c:v>1.09151343508468</c:v>
                </c:pt>
                <c:pt idx="576">
                  <c:v>1.11129635313485</c:v>
                </c:pt>
                <c:pt idx="577">
                  <c:v>1.10891068389185</c:v>
                </c:pt>
                <c:pt idx="578">
                  <c:v>1.11110801082619</c:v>
                </c:pt>
                <c:pt idx="579">
                  <c:v>1.1114149390329</c:v>
                </c:pt>
                <c:pt idx="580">
                  <c:v>1.1045090543821</c:v>
                </c:pt>
                <c:pt idx="581">
                  <c:v>1.09207846201066</c:v>
                </c:pt>
                <c:pt idx="582">
                  <c:v>1.0962289684422</c:v>
                </c:pt>
                <c:pt idx="583">
                  <c:v>1.0959220402355</c:v>
                </c:pt>
                <c:pt idx="584">
                  <c:v>1.09343871201763</c:v>
                </c:pt>
                <c:pt idx="585">
                  <c:v>1.096319651776</c:v>
                </c:pt>
                <c:pt idx="586">
                  <c:v>1.09272719662937</c:v>
                </c:pt>
                <c:pt idx="587">
                  <c:v>1.08688858506097</c:v>
                </c:pt>
                <c:pt idx="588">
                  <c:v>1.08692346326627</c:v>
                </c:pt>
                <c:pt idx="589">
                  <c:v>1.08650492480259</c:v>
                </c:pt>
                <c:pt idx="590">
                  <c:v>1.08240324785848</c:v>
                </c:pt>
                <c:pt idx="591">
                  <c:v>1.02592845782527</c:v>
                </c:pt>
                <c:pt idx="592">
                  <c:v>1.03901476045649</c:v>
                </c:pt>
                <c:pt idx="593">
                  <c:v>1.04674377075253</c:v>
                </c:pt>
                <c:pt idx="594">
                  <c:v>1.05715142721616</c:v>
                </c:pt>
                <c:pt idx="595">
                  <c:v>1.06052763748989</c:v>
                </c:pt>
                <c:pt idx="596">
                  <c:v>1.06236223108904</c:v>
                </c:pt>
                <c:pt idx="597">
                  <c:v>1.06288540416864</c:v>
                </c:pt>
                <c:pt idx="598">
                  <c:v>1.06540361059181</c:v>
                </c:pt>
                <c:pt idx="599">
                  <c:v>1.06521526828316</c:v>
                </c:pt>
                <c:pt idx="600">
                  <c:v>1.06525014648846</c:v>
                </c:pt>
                <c:pt idx="601">
                  <c:v>1.06787298752755</c:v>
                </c:pt>
                <c:pt idx="602">
                  <c:v>1.06769162085996</c:v>
                </c:pt>
                <c:pt idx="603">
                  <c:v>1.0682985016323</c:v>
                </c:pt>
                <c:pt idx="604">
                  <c:v>1.06776835291163</c:v>
                </c:pt>
                <c:pt idx="605">
                  <c:v>1.06832640419655</c:v>
                </c:pt>
                <c:pt idx="606">
                  <c:v>1.06725913111415</c:v>
                </c:pt>
                <c:pt idx="607">
                  <c:v>1.06596166187673</c:v>
                </c:pt>
                <c:pt idx="608">
                  <c:v>1.06514551187254</c:v>
                </c:pt>
                <c:pt idx="609">
                  <c:v>1.07326515806803</c:v>
                </c:pt>
                <c:pt idx="610">
                  <c:v>1.07798069142554</c:v>
                </c:pt>
                <c:pt idx="611">
                  <c:v>1.08261251709032</c:v>
                </c:pt>
                <c:pt idx="612">
                  <c:v>1.08117553503167</c:v>
                </c:pt>
                <c:pt idx="613">
                  <c:v>1.09043918636123</c:v>
                </c:pt>
                <c:pt idx="614">
                  <c:v>1.09160411841848</c:v>
                </c:pt>
                <c:pt idx="615">
                  <c:v>1.10137699154552</c:v>
                </c:pt>
                <c:pt idx="616">
                  <c:v>1.09385725048132</c:v>
                </c:pt>
                <c:pt idx="617">
                  <c:v>1.08986718379419</c:v>
                </c:pt>
                <c:pt idx="618">
                  <c:v>1.08753731967968</c:v>
                </c:pt>
                <c:pt idx="619">
                  <c:v>1.09194592483049</c:v>
                </c:pt>
                <c:pt idx="620">
                  <c:v>1.09581740561958</c:v>
                </c:pt>
                <c:pt idx="621">
                  <c:v>1.09523842741148</c:v>
                </c:pt>
                <c:pt idx="622">
                  <c:v>1.08861156840314</c:v>
                </c:pt>
                <c:pt idx="623">
                  <c:v>1.08399369402048</c:v>
                </c:pt>
                <c:pt idx="624">
                  <c:v>1.07952230810011</c:v>
                </c:pt>
                <c:pt idx="625">
                  <c:v>1.07885264655822</c:v>
                </c:pt>
                <c:pt idx="626">
                  <c:v>1.08342866709451</c:v>
                </c:pt>
                <c:pt idx="627">
                  <c:v>1.07965484528028</c:v>
                </c:pt>
                <c:pt idx="628">
                  <c:v>1.08224978375513</c:v>
                </c:pt>
                <c:pt idx="629">
                  <c:v>1.08582828761963</c:v>
                </c:pt>
                <c:pt idx="630">
                  <c:v>1.08766288121878</c:v>
                </c:pt>
                <c:pt idx="631">
                  <c:v>1.08699321967689</c:v>
                </c:pt>
                <c:pt idx="632">
                  <c:v>1.089504450459</c:v>
                </c:pt>
                <c:pt idx="633">
                  <c:v>1.08552135941293</c:v>
                </c:pt>
                <c:pt idx="634">
                  <c:v>1.09169480175228</c:v>
                </c:pt>
                <c:pt idx="635">
                  <c:v>1.09117860431374</c:v>
                </c:pt>
                <c:pt idx="636">
                  <c:v>1.08536789530958</c:v>
                </c:pt>
                <c:pt idx="637">
                  <c:v>1.08749546583331</c:v>
                </c:pt>
                <c:pt idx="638">
                  <c:v>1.08688160941991</c:v>
                </c:pt>
                <c:pt idx="639">
                  <c:v>1.08792795557912</c:v>
                </c:pt>
                <c:pt idx="640">
                  <c:v>1.08132899913502</c:v>
                </c:pt>
                <c:pt idx="641">
                  <c:v>1.082235832473</c:v>
                </c:pt>
                <c:pt idx="642">
                  <c:v>1.08469125812662</c:v>
                </c:pt>
                <c:pt idx="643">
                  <c:v>1.0943315940735</c:v>
                </c:pt>
                <c:pt idx="644">
                  <c:v>1.10601579285136</c:v>
                </c:pt>
                <c:pt idx="645">
                  <c:v>1.10314880437512</c:v>
                </c:pt>
                <c:pt idx="646">
                  <c:v>1.09813331845197</c:v>
                </c:pt>
                <c:pt idx="647">
                  <c:v>1.10125840564748</c:v>
                </c:pt>
                <c:pt idx="648">
                  <c:v>1.10272329027038</c:v>
                </c:pt>
                <c:pt idx="649">
                  <c:v>1.10308602360557</c:v>
                </c:pt>
                <c:pt idx="650">
                  <c:v>1.10818521722146</c:v>
                </c:pt>
                <c:pt idx="651">
                  <c:v>1.11126147492955</c:v>
                </c:pt>
                <c:pt idx="652">
                  <c:v>1.10785736209158</c:v>
                </c:pt>
                <c:pt idx="653">
                  <c:v>1.1147771980245</c:v>
                </c:pt>
                <c:pt idx="654">
                  <c:v>1.11328441083736</c:v>
                </c:pt>
                <c:pt idx="655">
                  <c:v>1.11712101342113</c:v>
                </c:pt>
                <c:pt idx="656">
                  <c:v>1.11816735958035</c:v>
                </c:pt>
                <c:pt idx="657">
                  <c:v>1.11870448394207</c:v>
                </c:pt>
                <c:pt idx="658">
                  <c:v>1.11903931471302</c:v>
                </c:pt>
                <c:pt idx="659">
                  <c:v>1.11666759675214</c:v>
                </c:pt>
                <c:pt idx="660">
                  <c:v>1.12240157370462</c:v>
                </c:pt>
                <c:pt idx="661">
                  <c:v>1.12738915706353</c:v>
                </c:pt>
                <c:pt idx="662">
                  <c:v>1.13294874298948</c:v>
                </c:pt>
                <c:pt idx="663">
                  <c:v>1.13970813917799</c:v>
                </c:pt>
                <c:pt idx="664">
                  <c:v>1.13956862635676</c:v>
                </c:pt>
                <c:pt idx="665">
                  <c:v>1.14562348279807</c:v>
                </c:pt>
                <c:pt idx="666">
                  <c:v>1.1410265353386</c:v>
                </c:pt>
                <c:pt idx="667">
                  <c:v>1.14297273919473</c:v>
                </c:pt>
                <c:pt idx="668">
                  <c:v>1.14613968023661</c:v>
                </c:pt>
                <c:pt idx="669">
                  <c:v>1.1459792404922</c:v>
                </c:pt>
                <c:pt idx="670">
                  <c:v>1.13052121990011</c:v>
                </c:pt>
                <c:pt idx="671">
                  <c:v>1.12626607885265</c:v>
                </c:pt>
                <c:pt idx="672">
                  <c:v>1.12961438656213</c:v>
                </c:pt>
                <c:pt idx="673">
                  <c:v>1.13647841736656</c:v>
                </c:pt>
                <c:pt idx="674">
                  <c:v>1.13860598789029</c:v>
                </c:pt>
                <c:pt idx="675">
                  <c:v>1.13895476994336</c:v>
                </c:pt>
                <c:pt idx="676">
                  <c:v>1.13687602890706</c:v>
                </c:pt>
                <c:pt idx="677">
                  <c:v>1.1405382404643</c:v>
                </c:pt>
                <c:pt idx="678">
                  <c:v>1.14482128407601</c:v>
                </c:pt>
                <c:pt idx="679">
                  <c:v>1.15164346103407</c:v>
                </c:pt>
                <c:pt idx="680">
                  <c:v>1.15086218923519</c:v>
                </c:pt>
                <c:pt idx="681">
                  <c:v>1.15677055721421</c:v>
                </c:pt>
                <c:pt idx="682">
                  <c:v>1.16399732135383</c:v>
                </c:pt>
                <c:pt idx="683">
                  <c:v>1.16053740338737</c:v>
                </c:pt>
                <c:pt idx="684">
                  <c:v>1.17040095984821</c:v>
                </c:pt>
                <c:pt idx="685">
                  <c:v>1.17377019448087</c:v>
                </c:pt>
                <c:pt idx="686">
                  <c:v>1.19209520354921</c:v>
                </c:pt>
                <c:pt idx="687">
                  <c:v>1.21085967800441</c:v>
                </c:pt>
                <c:pt idx="688">
                  <c:v>1.20751137029493</c:v>
                </c:pt>
                <c:pt idx="689">
                  <c:v>1.19417394458551</c:v>
                </c:pt>
                <c:pt idx="690">
                  <c:v>1.20987611261475</c:v>
                </c:pt>
                <c:pt idx="691">
                  <c:v>1.21651692290522</c:v>
                </c:pt>
                <c:pt idx="692">
                  <c:v>1.22211836267753</c:v>
                </c:pt>
                <c:pt idx="693">
                  <c:v>1.21526130751416</c:v>
                </c:pt>
                <c:pt idx="694">
                  <c:v>1.20918552414967</c:v>
                </c:pt>
                <c:pt idx="695">
                  <c:v>1.19022573174475</c:v>
                </c:pt>
                <c:pt idx="696">
                  <c:v>1.2093599151762</c:v>
                </c:pt>
                <c:pt idx="697">
                  <c:v>1.21072714082424</c:v>
                </c:pt>
                <c:pt idx="698">
                  <c:v>1.20421189207288</c:v>
                </c:pt>
                <c:pt idx="699">
                  <c:v>1.20573258182427</c:v>
                </c:pt>
                <c:pt idx="700">
                  <c:v>1.22655487039259</c:v>
                </c:pt>
                <c:pt idx="701">
                  <c:v>1.22135104216077</c:v>
                </c:pt>
                <c:pt idx="702">
                  <c:v>1.22355534473618</c:v>
                </c:pt>
                <c:pt idx="703">
                  <c:v>1.22161611652111</c:v>
                </c:pt>
                <c:pt idx="704">
                  <c:v>1.22751750885906</c:v>
                </c:pt>
                <c:pt idx="705">
                  <c:v>1.21670526521387</c:v>
                </c:pt>
                <c:pt idx="706">
                  <c:v>1.21731912162728</c:v>
                </c:pt>
                <c:pt idx="707">
                  <c:v>1.22154636011049</c:v>
                </c:pt>
                <c:pt idx="708">
                  <c:v>1.22059767292614</c:v>
                </c:pt>
                <c:pt idx="709">
                  <c:v>1.22963112810067</c:v>
                </c:pt>
                <c:pt idx="710">
                  <c:v>1.23510700633388</c:v>
                </c:pt>
                <c:pt idx="711">
                  <c:v>1.22649208962304</c:v>
                </c:pt>
                <c:pt idx="712">
                  <c:v>1.24055498200285</c:v>
                </c:pt>
                <c:pt idx="713">
                  <c:v>1.24481709869137</c:v>
                </c:pt>
                <c:pt idx="714">
                  <c:v>1.25892882055861</c:v>
                </c:pt>
                <c:pt idx="715">
                  <c:v>1.24017829738553</c:v>
                </c:pt>
                <c:pt idx="716">
                  <c:v>1.23578364351684</c:v>
                </c:pt>
                <c:pt idx="717">
                  <c:v>1.22477608192193</c:v>
                </c:pt>
                <c:pt idx="718">
                  <c:v>1.23830882558107</c:v>
                </c:pt>
                <c:pt idx="719">
                  <c:v>1.24095956918441</c:v>
                </c:pt>
                <c:pt idx="720">
                  <c:v>1.22024191523201</c:v>
                </c:pt>
                <c:pt idx="721">
                  <c:v>1.22499930243589</c:v>
                </c:pt>
                <c:pt idx="722">
                  <c:v>1.23920170763693</c:v>
                </c:pt>
                <c:pt idx="723">
                  <c:v>1.23619520633946</c:v>
                </c:pt>
                <c:pt idx="724">
                  <c:v>1.23891570635341</c:v>
                </c:pt>
                <c:pt idx="725">
                  <c:v>1.24982560897346</c:v>
                </c:pt>
                <c:pt idx="726">
                  <c:v>1.26090990262005</c:v>
                </c:pt>
                <c:pt idx="727">
                  <c:v>1.25658500516197</c:v>
                </c:pt>
                <c:pt idx="728">
                  <c:v>1.26785066547616</c:v>
                </c:pt>
                <c:pt idx="729">
                  <c:v>1.26033092441195</c:v>
                </c:pt>
                <c:pt idx="730">
                  <c:v>1.24661681408521</c:v>
                </c:pt>
                <c:pt idx="731">
                  <c:v>1.24927453332961</c:v>
                </c:pt>
                <c:pt idx="732">
                  <c:v>1.2422988922682</c:v>
                </c:pt>
                <c:pt idx="733">
                  <c:v>1.24409860766204</c:v>
                </c:pt>
                <c:pt idx="734">
                  <c:v>1.25728256926812</c:v>
                </c:pt>
                <c:pt idx="735">
                  <c:v>1.25433187309914</c:v>
                </c:pt>
              </c:numCache>
            </c:numRef>
          </c:val>
          <c:smooth val="0"/>
        </c:ser>
        <c:ser>
          <c:idx val="2"/>
          <c:order val="2"/>
          <c:tx>
            <c:strRef>
              <c:f>[320016.OF.xlsx]file!$G$1</c:f>
              <c:strCache>
                <c:ptCount val="1"/>
                <c:pt idx="0">
                  <c:v>中证2000</c:v>
                </c:pt>
              </c:strCache>
            </c:strRef>
          </c:tx>
          <c:spPr>
            <a:ln w="28575" cap="rnd">
              <a:solidFill>
                <a:schemeClr val="accent5"/>
              </a:solidFill>
              <a:round/>
            </a:ln>
            <a:effectLst/>
          </c:spPr>
          <c:marker>
            <c:symbol val="none"/>
          </c:marker>
          <c:dLbls>
            <c:delete val="1"/>
          </c:dLbls>
          <c:cat>
            <c:numRef>
              <c:f>[320016.OF.xlsx]file!$A$2:$A$737</c:f>
              <c:numCache>
                <c:formatCode>yyyy/mm/dd</c:formatCode>
                <c:ptCount val="736"/>
                <c:pt idx="0" c:formatCode="yyyy/mm/dd">
                  <c:v>44868</c:v>
                </c:pt>
                <c:pt idx="1" c:formatCode="yyyy/mm/dd">
                  <c:v>44869</c:v>
                </c:pt>
                <c:pt idx="2" c:formatCode="yyyy/mm/dd">
                  <c:v>44872</c:v>
                </c:pt>
                <c:pt idx="3" c:formatCode="yyyy/mm/dd">
                  <c:v>44873</c:v>
                </c:pt>
                <c:pt idx="4" c:formatCode="yyyy/mm/dd">
                  <c:v>44874</c:v>
                </c:pt>
                <c:pt idx="5" c:formatCode="yyyy/mm/dd">
                  <c:v>44875</c:v>
                </c:pt>
                <c:pt idx="6" c:formatCode="yyyy/mm/dd">
                  <c:v>44876</c:v>
                </c:pt>
                <c:pt idx="7" c:formatCode="yyyy/mm/dd">
                  <c:v>44879</c:v>
                </c:pt>
                <c:pt idx="8" c:formatCode="yyyy/mm/dd">
                  <c:v>44880</c:v>
                </c:pt>
                <c:pt idx="9" c:formatCode="yyyy/mm/dd">
                  <c:v>44881</c:v>
                </c:pt>
                <c:pt idx="10" c:formatCode="yyyy/mm/dd">
                  <c:v>44882</c:v>
                </c:pt>
                <c:pt idx="11" c:formatCode="yyyy/mm/dd">
                  <c:v>44883</c:v>
                </c:pt>
                <c:pt idx="12" c:formatCode="yyyy/mm/dd">
                  <c:v>44886</c:v>
                </c:pt>
                <c:pt idx="13" c:formatCode="yyyy/mm/dd">
                  <c:v>44887</c:v>
                </c:pt>
                <c:pt idx="14" c:formatCode="yyyy/mm/dd">
                  <c:v>44888</c:v>
                </c:pt>
                <c:pt idx="15" c:formatCode="yyyy/mm/dd">
                  <c:v>44889</c:v>
                </c:pt>
                <c:pt idx="16" c:formatCode="yyyy/mm/dd">
                  <c:v>44890</c:v>
                </c:pt>
                <c:pt idx="17" c:formatCode="yyyy/mm/dd">
                  <c:v>44893</c:v>
                </c:pt>
                <c:pt idx="18" c:formatCode="yyyy/mm/dd">
                  <c:v>44894</c:v>
                </c:pt>
                <c:pt idx="19" c:formatCode="yyyy/mm/dd">
                  <c:v>44895</c:v>
                </c:pt>
                <c:pt idx="20" c:formatCode="yyyy/mm/dd">
                  <c:v>44896</c:v>
                </c:pt>
                <c:pt idx="21" c:formatCode="yyyy/mm/dd">
                  <c:v>44897</c:v>
                </c:pt>
                <c:pt idx="22" c:formatCode="yyyy/mm/dd">
                  <c:v>44900</c:v>
                </c:pt>
                <c:pt idx="23" c:formatCode="yyyy/mm/dd">
                  <c:v>44901</c:v>
                </c:pt>
                <c:pt idx="24" c:formatCode="yyyy/mm/dd">
                  <c:v>44902</c:v>
                </c:pt>
                <c:pt idx="25" c:formatCode="yyyy/mm/dd">
                  <c:v>44903</c:v>
                </c:pt>
                <c:pt idx="26" c:formatCode="yyyy/mm/dd">
                  <c:v>44904</c:v>
                </c:pt>
                <c:pt idx="27" c:formatCode="yyyy/mm/dd">
                  <c:v>44907</c:v>
                </c:pt>
                <c:pt idx="28" c:formatCode="yyyy/mm/dd">
                  <c:v>44908</c:v>
                </c:pt>
                <c:pt idx="29" c:formatCode="yyyy/mm/dd">
                  <c:v>44909</c:v>
                </c:pt>
                <c:pt idx="30" c:formatCode="yyyy/mm/dd">
                  <c:v>44910</c:v>
                </c:pt>
                <c:pt idx="31" c:formatCode="yyyy/mm/dd">
                  <c:v>44911</c:v>
                </c:pt>
                <c:pt idx="32" c:formatCode="yyyy/mm/dd">
                  <c:v>44914</c:v>
                </c:pt>
                <c:pt idx="33" c:formatCode="yyyy/mm/dd">
                  <c:v>44915</c:v>
                </c:pt>
                <c:pt idx="34" c:formatCode="yyyy/mm/dd">
                  <c:v>44916</c:v>
                </c:pt>
                <c:pt idx="35" c:formatCode="yyyy/mm/dd">
                  <c:v>44917</c:v>
                </c:pt>
                <c:pt idx="36" c:formatCode="yyyy/mm/dd">
                  <c:v>44918</c:v>
                </c:pt>
                <c:pt idx="37" c:formatCode="yyyy/mm/dd">
                  <c:v>44921</c:v>
                </c:pt>
                <c:pt idx="38" c:formatCode="yyyy/mm/dd">
                  <c:v>44922</c:v>
                </c:pt>
                <c:pt idx="39" c:formatCode="yyyy/mm/dd">
                  <c:v>44923</c:v>
                </c:pt>
                <c:pt idx="40" c:formatCode="yyyy/mm/dd">
                  <c:v>44924</c:v>
                </c:pt>
                <c:pt idx="41" c:formatCode="yyyy/mm/dd">
                  <c:v>44925</c:v>
                </c:pt>
                <c:pt idx="42" c:formatCode="yyyy/mm/dd">
                  <c:v>44926</c:v>
                </c:pt>
                <c:pt idx="43" c:formatCode="yyyy/mm/dd">
                  <c:v>44929</c:v>
                </c:pt>
                <c:pt idx="44" c:formatCode="yyyy/mm/dd">
                  <c:v>44930</c:v>
                </c:pt>
                <c:pt idx="45" c:formatCode="yyyy/mm/dd">
                  <c:v>44931</c:v>
                </c:pt>
                <c:pt idx="46" c:formatCode="yyyy/mm/dd">
                  <c:v>44932</c:v>
                </c:pt>
                <c:pt idx="47" c:formatCode="yyyy/mm/dd">
                  <c:v>44935</c:v>
                </c:pt>
                <c:pt idx="48" c:formatCode="yyyy/mm/dd">
                  <c:v>44936</c:v>
                </c:pt>
                <c:pt idx="49" c:formatCode="yyyy/mm/dd">
                  <c:v>44937</c:v>
                </c:pt>
                <c:pt idx="50" c:formatCode="yyyy/mm/dd">
                  <c:v>44938</c:v>
                </c:pt>
                <c:pt idx="51" c:formatCode="yyyy/mm/dd">
                  <c:v>44939</c:v>
                </c:pt>
                <c:pt idx="52" c:formatCode="yyyy/mm/dd">
                  <c:v>44942</c:v>
                </c:pt>
                <c:pt idx="53" c:formatCode="yyyy/mm/dd">
                  <c:v>44943</c:v>
                </c:pt>
                <c:pt idx="54" c:formatCode="yyyy/mm/dd">
                  <c:v>44944</c:v>
                </c:pt>
                <c:pt idx="55" c:formatCode="yyyy/mm/dd">
                  <c:v>44945</c:v>
                </c:pt>
                <c:pt idx="56" c:formatCode="yyyy/mm/dd">
                  <c:v>44946</c:v>
                </c:pt>
                <c:pt idx="57" c:formatCode="yyyy/mm/dd">
                  <c:v>44956</c:v>
                </c:pt>
                <c:pt idx="58" c:formatCode="yyyy/mm/dd">
                  <c:v>44957</c:v>
                </c:pt>
                <c:pt idx="59" c:formatCode="yyyy/mm/dd">
                  <c:v>44958</c:v>
                </c:pt>
                <c:pt idx="60" c:formatCode="yyyy/mm/dd">
                  <c:v>44959</c:v>
                </c:pt>
                <c:pt idx="61" c:formatCode="yyyy/mm/dd">
                  <c:v>44960</c:v>
                </c:pt>
                <c:pt idx="62" c:formatCode="yyyy/mm/dd">
                  <c:v>44963</c:v>
                </c:pt>
                <c:pt idx="63" c:formatCode="yyyy/mm/dd">
                  <c:v>44964</c:v>
                </c:pt>
                <c:pt idx="64" c:formatCode="yyyy/mm/dd">
                  <c:v>44965</c:v>
                </c:pt>
                <c:pt idx="65" c:formatCode="yyyy/mm/dd">
                  <c:v>44966</c:v>
                </c:pt>
                <c:pt idx="66" c:formatCode="yyyy/mm/dd">
                  <c:v>44967</c:v>
                </c:pt>
                <c:pt idx="67" c:formatCode="yyyy/mm/dd">
                  <c:v>44970</c:v>
                </c:pt>
                <c:pt idx="68" c:formatCode="yyyy/mm/dd">
                  <c:v>44971</c:v>
                </c:pt>
                <c:pt idx="69" c:formatCode="yyyy/mm/dd">
                  <c:v>44972</c:v>
                </c:pt>
                <c:pt idx="70" c:formatCode="yyyy/mm/dd">
                  <c:v>44973</c:v>
                </c:pt>
                <c:pt idx="71" c:formatCode="yyyy/mm/dd">
                  <c:v>44974</c:v>
                </c:pt>
                <c:pt idx="72" c:formatCode="yyyy/mm/dd">
                  <c:v>44977</c:v>
                </c:pt>
                <c:pt idx="73" c:formatCode="yyyy/mm/dd">
                  <c:v>44978</c:v>
                </c:pt>
                <c:pt idx="74" c:formatCode="yyyy/mm/dd">
                  <c:v>44979</c:v>
                </c:pt>
                <c:pt idx="75" c:formatCode="yyyy/mm/dd">
                  <c:v>44980</c:v>
                </c:pt>
                <c:pt idx="76" c:formatCode="yyyy/mm/dd">
                  <c:v>44981</c:v>
                </c:pt>
                <c:pt idx="77" c:formatCode="yyyy/mm/dd">
                  <c:v>44984</c:v>
                </c:pt>
                <c:pt idx="78" c:formatCode="yyyy/mm/dd">
                  <c:v>44985</c:v>
                </c:pt>
                <c:pt idx="79" c:formatCode="yyyy/mm/dd">
                  <c:v>44986</c:v>
                </c:pt>
                <c:pt idx="80" c:formatCode="yyyy/mm/dd">
                  <c:v>44987</c:v>
                </c:pt>
                <c:pt idx="81" c:formatCode="yyyy/mm/dd">
                  <c:v>44988</c:v>
                </c:pt>
                <c:pt idx="82" c:formatCode="yyyy/mm/dd">
                  <c:v>44991</c:v>
                </c:pt>
                <c:pt idx="83" c:formatCode="yyyy/mm/dd">
                  <c:v>44992</c:v>
                </c:pt>
                <c:pt idx="84" c:formatCode="yyyy/mm/dd">
                  <c:v>44993</c:v>
                </c:pt>
                <c:pt idx="85" c:formatCode="yyyy/mm/dd">
                  <c:v>44994</c:v>
                </c:pt>
                <c:pt idx="86" c:formatCode="yyyy/mm/dd">
                  <c:v>44995</c:v>
                </c:pt>
                <c:pt idx="87" c:formatCode="yyyy/mm/dd">
                  <c:v>44998</c:v>
                </c:pt>
                <c:pt idx="88" c:formatCode="yyyy/mm/dd">
                  <c:v>44999</c:v>
                </c:pt>
                <c:pt idx="89" c:formatCode="yyyy/mm/dd">
                  <c:v>45000</c:v>
                </c:pt>
                <c:pt idx="90" c:formatCode="yyyy/mm/dd">
                  <c:v>45001</c:v>
                </c:pt>
                <c:pt idx="91" c:formatCode="yyyy/mm/dd">
                  <c:v>45002</c:v>
                </c:pt>
                <c:pt idx="92" c:formatCode="yyyy/mm/dd">
                  <c:v>45005</c:v>
                </c:pt>
                <c:pt idx="93" c:formatCode="yyyy/mm/dd">
                  <c:v>45006</c:v>
                </c:pt>
                <c:pt idx="94" c:formatCode="yyyy/mm/dd">
                  <c:v>45007</c:v>
                </c:pt>
                <c:pt idx="95" c:formatCode="yyyy/mm/dd">
                  <c:v>45008</c:v>
                </c:pt>
                <c:pt idx="96" c:formatCode="yyyy/mm/dd">
                  <c:v>45009</c:v>
                </c:pt>
                <c:pt idx="97" c:formatCode="yyyy/mm/dd">
                  <c:v>45012</c:v>
                </c:pt>
                <c:pt idx="98" c:formatCode="yyyy/mm/dd">
                  <c:v>45013</c:v>
                </c:pt>
                <c:pt idx="99" c:formatCode="yyyy/mm/dd">
                  <c:v>45014</c:v>
                </c:pt>
                <c:pt idx="100" c:formatCode="yyyy/mm/dd">
                  <c:v>45015</c:v>
                </c:pt>
                <c:pt idx="101" c:formatCode="yyyy/mm/dd">
                  <c:v>45016</c:v>
                </c:pt>
                <c:pt idx="102" c:formatCode="yyyy/mm/dd">
                  <c:v>45019</c:v>
                </c:pt>
                <c:pt idx="103" c:formatCode="yyyy/mm/dd">
                  <c:v>45020</c:v>
                </c:pt>
                <c:pt idx="104" c:formatCode="yyyy/mm/dd">
                  <c:v>45022</c:v>
                </c:pt>
                <c:pt idx="105" c:formatCode="yyyy/mm/dd">
                  <c:v>45023</c:v>
                </c:pt>
                <c:pt idx="106" c:formatCode="yyyy/mm/dd">
                  <c:v>45026</c:v>
                </c:pt>
                <c:pt idx="107" c:formatCode="yyyy/mm/dd">
                  <c:v>45027</c:v>
                </c:pt>
                <c:pt idx="108" c:formatCode="yyyy/mm/dd">
                  <c:v>45028</c:v>
                </c:pt>
                <c:pt idx="109" c:formatCode="yyyy/mm/dd">
                  <c:v>45029</c:v>
                </c:pt>
                <c:pt idx="110" c:formatCode="yyyy/mm/dd">
                  <c:v>45030</c:v>
                </c:pt>
                <c:pt idx="111" c:formatCode="yyyy/mm/dd">
                  <c:v>45033</c:v>
                </c:pt>
                <c:pt idx="112" c:formatCode="yyyy/mm/dd">
                  <c:v>45034</c:v>
                </c:pt>
                <c:pt idx="113" c:formatCode="yyyy/mm/dd">
                  <c:v>45035</c:v>
                </c:pt>
                <c:pt idx="114" c:formatCode="yyyy/mm/dd">
                  <c:v>45036</c:v>
                </c:pt>
                <c:pt idx="115" c:formatCode="yyyy/mm/dd">
                  <c:v>45037</c:v>
                </c:pt>
                <c:pt idx="116" c:formatCode="yyyy/mm/dd">
                  <c:v>45040</c:v>
                </c:pt>
                <c:pt idx="117" c:formatCode="yyyy/mm/dd">
                  <c:v>45041</c:v>
                </c:pt>
                <c:pt idx="118" c:formatCode="yyyy/mm/dd">
                  <c:v>45042</c:v>
                </c:pt>
                <c:pt idx="119" c:formatCode="yyyy/mm/dd">
                  <c:v>45043</c:v>
                </c:pt>
                <c:pt idx="120" c:formatCode="yyyy/mm/dd">
                  <c:v>45044</c:v>
                </c:pt>
                <c:pt idx="121" c:formatCode="yyyy/mm/dd">
                  <c:v>45050</c:v>
                </c:pt>
                <c:pt idx="122" c:formatCode="yyyy/mm/dd">
                  <c:v>45051</c:v>
                </c:pt>
                <c:pt idx="123" c:formatCode="yyyy/mm/dd">
                  <c:v>45054</c:v>
                </c:pt>
                <c:pt idx="124" c:formatCode="yyyy/mm/dd">
                  <c:v>45055</c:v>
                </c:pt>
                <c:pt idx="125" c:formatCode="yyyy/mm/dd">
                  <c:v>45056</c:v>
                </c:pt>
                <c:pt idx="126" c:formatCode="yyyy/mm/dd">
                  <c:v>45057</c:v>
                </c:pt>
                <c:pt idx="127" c:formatCode="yyyy/mm/dd">
                  <c:v>45058</c:v>
                </c:pt>
                <c:pt idx="128" c:formatCode="yyyy/mm/dd">
                  <c:v>45061</c:v>
                </c:pt>
                <c:pt idx="129" c:formatCode="yyyy/mm/dd">
                  <c:v>45062</c:v>
                </c:pt>
                <c:pt idx="130" c:formatCode="yyyy/mm/dd">
                  <c:v>45063</c:v>
                </c:pt>
                <c:pt idx="131" c:formatCode="yyyy/mm/dd">
                  <c:v>45064</c:v>
                </c:pt>
                <c:pt idx="132" c:formatCode="yyyy/mm/dd">
                  <c:v>45065</c:v>
                </c:pt>
                <c:pt idx="133" c:formatCode="yyyy/mm/dd">
                  <c:v>45068</c:v>
                </c:pt>
                <c:pt idx="134" c:formatCode="yyyy/mm/dd">
                  <c:v>45069</c:v>
                </c:pt>
                <c:pt idx="135" c:formatCode="yyyy/mm/dd">
                  <c:v>45070</c:v>
                </c:pt>
                <c:pt idx="136" c:formatCode="yyyy/mm/dd">
                  <c:v>45071</c:v>
                </c:pt>
                <c:pt idx="137" c:formatCode="yyyy/mm/dd">
                  <c:v>45072</c:v>
                </c:pt>
                <c:pt idx="138" c:formatCode="yyyy/mm/dd">
                  <c:v>45075</c:v>
                </c:pt>
                <c:pt idx="139" c:formatCode="yyyy/mm/dd">
                  <c:v>45076</c:v>
                </c:pt>
                <c:pt idx="140" c:formatCode="yyyy/mm/dd">
                  <c:v>45077</c:v>
                </c:pt>
                <c:pt idx="141" c:formatCode="yyyy/mm/dd">
                  <c:v>45078</c:v>
                </c:pt>
                <c:pt idx="142" c:formatCode="yyyy/mm/dd">
                  <c:v>45079</c:v>
                </c:pt>
                <c:pt idx="143" c:formatCode="yyyy/mm/dd">
                  <c:v>45082</c:v>
                </c:pt>
                <c:pt idx="144" c:formatCode="yyyy/mm/dd">
                  <c:v>45083</c:v>
                </c:pt>
                <c:pt idx="145" c:formatCode="yyyy/mm/dd">
                  <c:v>45084</c:v>
                </c:pt>
                <c:pt idx="146" c:formatCode="yyyy/mm/dd">
                  <c:v>45085</c:v>
                </c:pt>
                <c:pt idx="147" c:formatCode="yyyy/mm/dd">
                  <c:v>45086</c:v>
                </c:pt>
                <c:pt idx="148" c:formatCode="yyyy/mm/dd">
                  <c:v>45089</c:v>
                </c:pt>
                <c:pt idx="149" c:formatCode="yyyy/mm/dd">
                  <c:v>45090</c:v>
                </c:pt>
                <c:pt idx="150" c:formatCode="yyyy/mm/dd">
                  <c:v>45091</c:v>
                </c:pt>
                <c:pt idx="151" c:formatCode="yyyy/mm/dd">
                  <c:v>45092</c:v>
                </c:pt>
                <c:pt idx="152" c:formatCode="yyyy/mm/dd">
                  <c:v>45093</c:v>
                </c:pt>
                <c:pt idx="153" c:formatCode="yyyy/mm/dd">
                  <c:v>45096</c:v>
                </c:pt>
                <c:pt idx="154" c:formatCode="yyyy/mm/dd">
                  <c:v>45097</c:v>
                </c:pt>
                <c:pt idx="155" c:formatCode="yyyy/mm/dd">
                  <c:v>45098</c:v>
                </c:pt>
                <c:pt idx="156" c:formatCode="yyyy/mm/dd">
                  <c:v>45103</c:v>
                </c:pt>
                <c:pt idx="157" c:formatCode="yyyy/mm/dd">
                  <c:v>45104</c:v>
                </c:pt>
                <c:pt idx="158" c:formatCode="yyyy/mm/dd">
                  <c:v>45105</c:v>
                </c:pt>
                <c:pt idx="159" c:formatCode="yyyy/mm/dd">
                  <c:v>45106</c:v>
                </c:pt>
                <c:pt idx="160" c:formatCode="yyyy/mm/dd">
                  <c:v>45107</c:v>
                </c:pt>
                <c:pt idx="161" c:formatCode="yyyy/mm/dd">
                  <c:v>45110</c:v>
                </c:pt>
                <c:pt idx="162" c:formatCode="yyyy/mm/dd">
                  <c:v>45111</c:v>
                </c:pt>
                <c:pt idx="163" c:formatCode="yyyy/mm/dd">
                  <c:v>45112</c:v>
                </c:pt>
                <c:pt idx="164" c:formatCode="yyyy/mm/dd">
                  <c:v>45113</c:v>
                </c:pt>
                <c:pt idx="165" c:formatCode="yyyy/mm/dd">
                  <c:v>45114</c:v>
                </c:pt>
                <c:pt idx="166" c:formatCode="yyyy/mm/dd">
                  <c:v>45117</c:v>
                </c:pt>
                <c:pt idx="167" c:formatCode="yyyy/mm/dd">
                  <c:v>45118</c:v>
                </c:pt>
                <c:pt idx="168" c:formatCode="yyyy/mm/dd">
                  <c:v>45119</c:v>
                </c:pt>
                <c:pt idx="169" c:formatCode="yyyy/mm/dd">
                  <c:v>45120</c:v>
                </c:pt>
                <c:pt idx="170" c:formatCode="yyyy/mm/dd">
                  <c:v>45121</c:v>
                </c:pt>
                <c:pt idx="171" c:formatCode="yyyy/mm/dd">
                  <c:v>45124</c:v>
                </c:pt>
                <c:pt idx="172" c:formatCode="yyyy/mm/dd">
                  <c:v>45125</c:v>
                </c:pt>
                <c:pt idx="173" c:formatCode="yyyy/mm/dd">
                  <c:v>45126</c:v>
                </c:pt>
                <c:pt idx="174" c:formatCode="yyyy/mm/dd">
                  <c:v>45127</c:v>
                </c:pt>
                <c:pt idx="175" c:formatCode="yyyy/mm/dd">
                  <c:v>45128</c:v>
                </c:pt>
                <c:pt idx="176" c:formatCode="yyyy/mm/dd">
                  <c:v>45131</c:v>
                </c:pt>
                <c:pt idx="177" c:formatCode="yyyy/mm/dd">
                  <c:v>45132</c:v>
                </c:pt>
                <c:pt idx="178" c:formatCode="yyyy/mm/dd">
                  <c:v>45133</c:v>
                </c:pt>
                <c:pt idx="179" c:formatCode="yyyy/mm/dd">
                  <c:v>45134</c:v>
                </c:pt>
                <c:pt idx="180" c:formatCode="yyyy/mm/dd">
                  <c:v>45135</c:v>
                </c:pt>
                <c:pt idx="181" c:formatCode="yyyy/mm/dd">
                  <c:v>45138</c:v>
                </c:pt>
                <c:pt idx="182" c:formatCode="yyyy/mm/dd">
                  <c:v>45139</c:v>
                </c:pt>
                <c:pt idx="183" c:formatCode="yyyy/mm/dd">
                  <c:v>45140</c:v>
                </c:pt>
                <c:pt idx="184" c:formatCode="yyyy/mm/dd">
                  <c:v>45141</c:v>
                </c:pt>
                <c:pt idx="185" c:formatCode="yyyy/mm/dd">
                  <c:v>45142</c:v>
                </c:pt>
                <c:pt idx="186" c:formatCode="yyyy/mm/dd">
                  <c:v>45145</c:v>
                </c:pt>
                <c:pt idx="187" c:formatCode="yyyy/mm/dd">
                  <c:v>45146</c:v>
                </c:pt>
                <c:pt idx="188" c:formatCode="yyyy/mm/dd">
                  <c:v>45147</c:v>
                </c:pt>
                <c:pt idx="189" c:formatCode="yyyy/mm/dd">
                  <c:v>45148</c:v>
                </c:pt>
                <c:pt idx="190" c:formatCode="yyyy/mm/dd">
                  <c:v>45149</c:v>
                </c:pt>
                <c:pt idx="191" c:formatCode="yyyy/mm/dd">
                  <c:v>45152</c:v>
                </c:pt>
                <c:pt idx="192" c:formatCode="yyyy/mm/dd">
                  <c:v>45153</c:v>
                </c:pt>
                <c:pt idx="193" c:formatCode="yyyy/mm/dd">
                  <c:v>45154</c:v>
                </c:pt>
                <c:pt idx="194" c:formatCode="yyyy/mm/dd">
                  <c:v>45155</c:v>
                </c:pt>
                <c:pt idx="195" c:formatCode="yyyy/mm/dd">
                  <c:v>45156</c:v>
                </c:pt>
                <c:pt idx="196" c:formatCode="yyyy/mm/dd">
                  <c:v>45159</c:v>
                </c:pt>
                <c:pt idx="197" c:formatCode="yyyy/mm/dd">
                  <c:v>45160</c:v>
                </c:pt>
                <c:pt idx="198" c:formatCode="yyyy/mm/dd">
                  <c:v>45161</c:v>
                </c:pt>
                <c:pt idx="199" c:formatCode="yyyy/mm/dd">
                  <c:v>45162</c:v>
                </c:pt>
                <c:pt idx="200" c:formatCode="yyyy/mm/dd">
                  <c:v>45163</c:v>
                </c:pt>
                <c:pt idx="201" c:formatCode="yyyy/mm/dd">
                  <c:v>45166</c:v>
                </c:pt>
                <c:pt idx="202" c:formatCode="yyyy/mm/dd">
                  <c:v>45167</c:v>
                </c:pt>
                <c:pt idx="203" c:formatCode="yyyy/mm/dd">
                  <c:v>45168</c:v>
                </c:pt>
                <c:pt idx="204" c:formatCode="yyyy/mm/dd">
                  <c:v>45169</c:v>
                </c:pt>
                <c:pt idx="205" c:formatCode="yyyy/mm/dd">
                  <c:v>45170</c:v>
                </c:pt>
                <c:pt idx="206" c:formatCode="yyyy/mm/dd">
                  <c:v>45173</c:v>
                </c:pt>
                <c:pt idx="207" c:formatCode="yyyy/mm/dd">
                  <c:v>45174</c:v>
                </c:pt>
                <c:pt idx="208" c:formatCode="yyyy/mm/dd">
                  <c:v>45175</c:v>
                </c:pt>
                <c:pt idx="209" c:formatCode="yyyy/mm/dd">
                  <c:v>45176</c:v>
                </c:pt>
                <c:pt idx="210" c:formatCode="yyyy/mm/dd">
                  <c:v>45177</c:v>
                </c:pt>
                <c:pt idx="211" c:formatCode="yyyy/mm/dd">
                  <c:v>45180</c:v>
                </c:pt>
                <c:pt idx="212" c:formatCode="yyyy/mm/dd">
                  <c:v>45181</c:v>
                </c:pt>
                <c:pt idx="213" c:formatCode="yyyy/mm/dd">
                  <c:v>45182</c:v>
                </c:pt>
                <c:pt idx="214" c:formatCode="yyyy/mm/dd">
                  <c:v>45183</c:v>
                </c:pt>
                <c:pt idx="215" c:formatCode="yyyy/mm/dd">
                  <c:v>45184</c:v>
                </c:pt>
                <c:pt idx="216" c:formatCode="yyyy/mm/dd">
                  <c:v>45187</c:v>
                </c:pt>
                <c:pt idx="217" c:formatCode="yyyy/mm/dd">
                  <c:v>45188</c:v>
                </c:pt>
                <c:pt idx="218" c:formatCode="yyyy/mm/dd">
                  <c:v>45189</c:v>
                </c:pt>
                <c:pt idx="219" c:formatCode="yyyy/mm/dd">
                  <c:v>45190</c:v>
                </c:pt>
                <c:pt idx="220" c:formatCode="yyyy/mm/dd">
                  <c:v>45191</c:v>
                </c:pt>
                <c:pt idx="221" c:formatCode="yyyy/mm/dd">
                  <c:v>45194</c:v>
                </c:pt>
                <c:pt idx="222" c:formatCode="yyyy/mm/dd">
                  <c:v>45195</c:v>
                </c:pt>
                <c:pt idx="223" c:formatCode="yyyy/mm/dd">
                  <c:v>45196</c:v>
                </c:pt>
                <c:pt idx="224" c:formatCode="yyyy/mm/dd">
                  <c:v>45197</c:v>
                </c:pt>
                <c:pt idx="225" c:formatCode="yyyy/mm/dd">
                  <c:v>45199</c:v>
                </c:pt>
                <c:pt idx="226" c:formatCode="yyyy/mm/dd">
                  <c:v>45208</c:v>
                </c:pt>
                <c:pt idx="227" c:formatCode="yyyy/mm/dd">
                  <c:v>45209</c:v>
                </c:pt>
                <c:pt idx="228" c:formatCode="yyyy/mm/dd">
                  <c:v>45210</c:v>
                </c:pt>
                <c:pt idx="229" c:formatCode="yyyy/mm/dd">
                  <c:v>45211</c:v>
                </c:pt>
                <c:pt idx="230" c:formatCode="yyyy/mm/dd">
                  <c:v>45212</c:v>
                </c:pt>
                <c:pt idx="231" c:formatCode="yyyy/mm/dd">
                  <c:v>45215</c:v>
                </c:pt>
                <c:pt idx="232" c:formatCode="yyyy/mm/dd">
                  <c:v>45216</c:v>
                </c:pt>
                <c:pt idx="233" c:formatCode="yyyy/mm/dd">
                  <c:v>45217</c:v>
                </c:pt>
                <c:pt idx="234" c:formatCode="yyyy/mm/dd">
                  <c:v>45218</c:v>
                </c:pt>
                <c:pt idx="235" c:formatCode="yyyy/mm/dd">
                  <c:v>45219</c:v>
                </c:pt>
                <c:pt idx="236" c:formatCode="yyyy/mm/dd">
                  <c:v>45222</c:v>
                </c:pt>
                <c:pt idx="237" c:formatCode="yyyy/mm/dd">
                  <c:v>45223</c:v>
                </c:pt>
                <c:pt idx="238" c:formatCode="yyyy/mm/dd">
                  <c:v>45224</c:v>
                </c:pt>
                <c:pt idx="239" c:formatCode="yyyy/mm/dd">
                  <c:v>45225</c:v>
                </c:pt>
                <c:pt idx="240" c:formatCode="yyyy/mm/dd">
                  <c:v>45226</c:v>
                </c:pt>
                <c:pt idx="241" c:formatCode="yyyy/mm/dd">
                  <c:v>45229</c:v>
                </c:pt>
                <c:pt idx="242" c:formatCode="yyyy/mm/dd">
                  <c:v>45230</c:v>
                </c:pt>
                <c:pt idx="243" c:formatCode="yyyy/mm/dd">
                  <c:v>45231</c:v>
                </c:pt>
                <c:pt idx="244" c:formatCode="yyyy/mm/dd">
                  <c:v>45232</c:v>
                </c:pt>
                <c:pt idx="245" c:formatCode="yyyy/mm/dd">
                  <c:v>45233</c:v>
                </c:pt>
                <c:pt idx="246" c:formatCode="yyyy/mm/dd">
                  <c:v>45236</c:v>
                </c:pt>
                <c:pt idx="247" c:formatCode="yyyy/mm/dd">
                  <c:v>45237</c:v>
                </c:pt>
                <c:pt idx="248" c:formatCode="yyyy/mm/dd">
                  <c:v>45238</c:v>
                </c:pt>
                <c:pt idx="249" c:formatCode="yyyy/mm/dd">
                  <c:v>45239</c:v>
                </c:pt>
                <c:pt idx="250" c:formatCode="yyyy/mm/dd">
                  <c:v>45240</c:v>
                </c:pt>
                <c:pt idx="251" c:formatCode="yyyy/mm/dd">
                  <c:v>45243</c:v>
                </c:pt>
                <c:pt idx="252" c:formatCode="yyyy/mm/dd">
                  <c:v>45244</c:v>
                </c:pt>
                <c:pt idx="253" c:formatCode="yyyy/mm/dd">
                  <c:v>45245</c:v>
                </c:pt>
                <c:pt idx="254" c:formatCode="yyyy/mm/dd">
                  <c:v>45246</c:v>
                </c:pt>
                <c:pt idx="255" c:formatCode="yyyy/mm/dd">
                  <c:v>45247</c:v>
                </c:pt>
                <c:pt idx="256" c:formatCode="yyyy/mm/dd">
                  <c:v>45250</c:v>
                </c:pt>
                <c:pt idx="257" c:formatCode="yyyy/mm/dd">
                  <c:v>45251</c:v>
                </c:pt>
                <c:pt idx="258" c:formatCode="yyyy/mm/dd">
                  <c:v>45252</c:v>
                </c:pt>
                <c:pt idx="259" c:formatCode="yyyy/mm/dd">
                  <c:v>45253</c:v>
                </c:pt>
                <c:pt idx="260" c:formatCode="yyyy/mm/dd">
                  <c:v>45254</c:v>
                </c:pt>
                <c:pt idx="261" c:formatCode="yyyy/mm/dd">
                  <c:v>45257</c:v>
                </c:pt>
                <c:pt idx="262" c:formatCode="yyyy/mm/dd">
                  <c:v>45258</c:v>
                </c:pt>
                <c:pt idx="263" c:formatCode="yyyy/mm/dd">
                  <c:v>45259</c:v>
                </c:pt>
                <c:pt idx="264" c:formatCode="yyyy/mm/dd">
                  <c:v>45260</c:v>
                </c:pt>
                <c:pt idx="265" c:formatCode="yyyy/mm/dd">
                  <c:v>45261</c:v>
                </c:pt>
                <c:pt idx="266" c:formatCode="yyyy/mm/dd">
                  <c:v>45264</c:v>
                </c:pt>
                <c:pt idx="267" c:formatCode="yyyy/mm/dd">
                  <c:v>45265</c:v>
                </c:pt>
                <c:pt idx="268" c:formatCode="yyyy/mm/dd">
                  <c:v>45266</c:v>
                </c:pt>
                <c:pt idx="269" c:formatCode="yyyy/mm/dd">
                  <c:v>45267</c:v>
                </c:pt>
                <c:pt idx="270" c:formatCode="yyyy/mm/dd">
                  <c:v>45268</c:v>
                </c:pt>
                <c:pt idx="271" c:formatCode="yyyy/mm/dd">
                  <c:v>45271</c:v>
                </c:pt>
                <c:pt idx="272" c:formatCode="yyyy/mm/dd">
                  <c:v>45272</c:v>
                </c:pt>
                <c:pt idx="273" c:formatCode="yyyy/mm/dd">
                  <c:v>45273</c:v>
                </c:pt>
                <c:pt idx="274" c:formatCode="yyyy/mm/dd">
                  <c:v>45274</c:v>
                </c:pt>
                <c:pt idx="275" c:formatCode="yyyy/mm/dd">
                  <c:v>45275</c:v>
                </c:pt>
                <c:pt idx="276" c:formatCode="yyyy/mm/dd">
                  <c:v>45278</c:v>
                </c:pt>
                <c:pt idx="277" c:formatCode="yyyy/mm/dd">
                  <c:v>45279</c:v>
                </c:pt>
                <c:pt idx="278" c:formatCode="yyyy/mm/dd">
                  <c:v>45280</c:v>
                </c:pt>
                <c:pt idx="279" c:formatCode="yyyy/mm/dd">
                  <c:v>45281</c:v>
                </c:pt>
                <c:pt idx="280" c:formatCode="yyyy/mm/dd">
                  <c:v>45282</c:v>
                </c:pt>
                <c:pt idx="281" c:formatCode="yyyy/mm/dd">
                  <c:v>45285</c:v>
                </c:pt>
                <c:pt idx="282" c:formatCode="yyyy/mm/dd">
                  <c:v>45286</c:v>
                </c:pt>
                <c:pt idx="283" c:formatCode="yyyy/mm/dd">
                  <c:v>45287</c:v>
                </c:pt>
                <c:pt idx="284" c:formatCode="yyyy/mm/dd">
                  <c:v>45288</c:v>
                </c:pt>
                <c:pt idx="285" c:formatCode="yyyy/mm/dd">
                  <c:v>45289</c:v>
                </c:pt>
                <c:pt idx="286" c:formatCode="yyyy/mm/dd">
                  <c:v>45291</c:v>
                </c:pt>
                <c:pt idx="287" c:formatCode="yyyy/mm/dd">
                  <c:v>45293</c:v>
                </c:pt>
                <c:pt idx="288" c:formatCode="yyyy/mm/dd">
                  <c:v>45294</c:v>
                </c:pt>
                <c:pt idx="289" c:formatCode="yyyy/mm/dd">
                  <c:v>45295</c:v>
                </c:pt>
                <c:pt idx="290" c:formatCode="yyyy/mm/dd">
                  <c:v>45296</c:v>
                </c:pt>
                <c:pt idx="291" c:formatCode="yyyy/mm/dd">
                  <c:v>45299</c:v>
                </c:pt>
                <c:pt idx="292" c:formatCode="yyyy/mm/dd">
                  <c:v>45300</c:v>
                </c:pt>
                <c:pt idx="293" c:formatCode="yyyy/mm/dd">
                  <c:v>45301</c:v>
                </c:pt>
                <c:pt idx="294" c:formatCode="yyyy/mm/dd">
                  <c:v>45302</c:v>
                </c:pt>
                <c:pt idx="295" c:formatCode="yyyy/mm/dd">
                  <c:v>45303</c:v>
                </c:pt>
                <c:pt idx="296" c:formatCode="yyyy/mm/dd">
                  <c:v>45306</c:v>
                </c:pt>
                <c:pt idx="297" c:formatCode="yyyy/mm/dd">
                  <c:v>45307</c:v>
                </c:pt>
                <c:pt idx="298" c:formatCode="yyyy/mm/dd">
                  <c:v>45308</c:v>
                </c:pt>
                <c:pt idx="299" c:formatCode="yyyy/mm/dd">
                  <c:v>45309</c:v>
                </c:pt>
                <c:pt idx="300" c:formatCode="yyyy/mm/dd">
                  <c:v>45310</c:v>
                </c:pt>
                <c:pt idx="301" c:formatCode="yyyy/mm/dd">
                  <c:v>45313</c:v>
                </c:pt>
                <c:pt idx="302" c:formatCode="yyyy/mm/dd">
                  <c:v>45314</c:v>
                </c:pt>
                <c:pt idx="303" c:formatCode="yyyy/mm/dd">
                  <c:v>45315</c:v>
                </c:pt>
                <c:pt idx="304" c:formatCode="yyyy/mm/dd">
                  <c:v>45316</c:v>
                </c:pt>
                <c:pt idx="305" c:formatCode="yyyy/mm/dd">
                  <c:v>45317</c:v>
                </c:pt>
                <c:pt idx="306" c:formatCode="yyyy/mm/dd">
                  <c:v>45320</c:v>
                </c:pt>
                <c:pt idx="307" c:formatCode="yyyy/mm/dd">
                  <c:v>45321</c:v>
                </c:pt>
                <c:pt idx="308" c:formatCode="yyyy/mm/dd">
                  <c:v>45322</c:v>
                </c:pt>
                <c:pt idx="309" c:formatCode="yyyy/mm/dd">
                  <c:v>45323</c:v>
                </c:pt>
                <c:pt idx="310" c:formatCode="yyyy/mm/dd">
                  <c:v>45324</c:v>
                </c:pt>
                <c:pt idx="311" c:formatCode="yyyy/mm/dd">
                  <c:v>45327</c:v>
                </c:pt>
                <c:pt idx="312" c:formatCode="yyyy/mm/dd">
                  <c:v>45328</c:v>
                </c:pt>
                <c:pt idx="313" c:formatCode="yyyy/mm/dd">
                  <c:v>45329</c:v>
                </c:pt>
                <c:pt idx="314" c:formatCode="yyyy/mm/dd">
                  <c:v>45330</c:v>
                </c:pt>
                <c:pt idx="315" c:formatCode="yyyy/mm/dd">
                  <c:v>45341</c:v>
                </c:pt>
                <c:pt idx="316" c:formatCode="yyyy/mm/dd">
                  <c:v>45342</c:v>
                </c:pt>
                <c:pt idx="317" c:formatCode="yyyy/mm/dd">
                  <c:v>45343</c:v>
                </c:pt>
                <c:pt idx="318" c:formatCode="yyyy/mm/dd">
                  <c:v>45344</c:v>
                </c:pt>
                <c:pt idx="319" c:formatCode="yyyy/mm/dd">
                  <c:v>45345</c:v>
                </c:pt>
                <c:pt idx="320" c:formatCode="yyyy/mm/dd">
                  <c:v>45348</c:v>
                </c:pt>
                <c:pt idx="321" c:formatCode="yyyy/mm/dd">
                  <c:v>45349</c:v>
                </c:pt>
                <c:pt idx="322" c:formatCode="yyyy/mm/dd">
                  <c:v>45350</c:v>
                </c:pt>
                <c:pt idx="323" c:formatCode="yyyy/mm/dd">
                  <c:v>45351</c:v>
                </c:pt>
                <c:pt idx="324" c:formatCode="yyyy/mm/dd">
                  <c:v>45352</c:v>
                </c:pt>
                <c:pt idx="325" c:formatCode="yyyy/mm/dd">
                  <c:v>45355</c:v>
                </c:pt>
                <c:pt idx="326" c:formatCode="yyyy/mm/dd">
                  <c:v>45356</c:v>
                </c:pt>
                <c:pt idx="327" c:formatCode="yyyy/mm/dd">
                  <c:v>45357</c:v>
                </c:pt>
                <c:pt idx="328" c:formatCode="yyyy/mm/dd">
                  <c:v>45358</c:v>
                </c:pt>
                <c:pt idx="329" c:formatCode="yyyy/mm/dd">
                  <c:v>45359</c:v>
                </c:pt>
                <c:pt idx="330" c:formatCode="yyyy/mm/dd">
                  <c:v>45362</c:v>
                </c:pt>
                <c:pt idx="331" c:formatCode="yyyy/mm/dd">
                  <c:v>45363</c:v>
                </c:pt>
                <c:pt idx="332" c:formatCode="yyyy/mm/dd">
                  <c:v>45364</c:v>
                </c:pt>
                <c:pt idx="333" c:formatCode="yyyy/mm/dd">
                  <c:v>45365</c:v>
                </c:pt>
                <c:pt idx="334" c:formatCode="yyyy/mm/dd">
                  <c:v>45366</c:v>
                </c:pt>
                <c:pt idx="335" c:formatCode="yyyy/mm/dd">
                  <c:v>45369</c:v>
                </c:pt>
                <c:pt idx="336" c:formatCode="yyyy/mm/dd">
                  <c:v>45370</c:v>
                </c:pt>
                <c:pt idx="337" c:formatCode="yyyy/mm/dd">
                  <c:v>45371</c:v>
                </c:pt>
                <c:pt idx="338" c:formatCode="yyyy/mm/dd">
                  <c:v>45372</c:v>
                </c:pt>
                <c:pt idx="339" c:formatCode="yyyy/mm/dd">
                  <c:v>45373</c:v>
                </c:pt>
                <c:pt idx="340" c:formatCode="yyyy/mm/dd">
                  <c:v>45376</c:v>
                </c:pt>
                <c:pt idx="341" c:formatCode="yyyy/mm/dd">
                  <c:v>45377</c:v>
                </c:pt>
                <c:pt idx="342" c:formatCode="yyyy/mm/dd">
                  <c:v>45378</c:v>
                </c:pt>
                <c:pt idx="343" c:formatCode="yyyy/mm/dd">
                  <c:v>45379</c:v>
                </c:pt>
                <c:pt idx="344" c:formatCode="yyyy/mm/dd">
                  <c:v>45380</c:v>
                </c:pt>
                <c:pt idx="345" c:formatCode="yyyy/mm/dd">
                  <c:v>45382</c:v>
                </c:pt>
                <c:pt idx="346" c:formatCode="yyyy/mm/dd">
                  <c:v>45383</c:v>
                </c:pt>
                <c:pt idx="347" c:formatCode="yyyy/mm/dd">
                  <c:v>45384</c:v>
                </c:pt>
                <c:pt idx="348" c:formatCode="yyyy/mm/dd">
                  <c:v>45385</c:v>
                </c:pt>
                <c:pt idx="349" c:formatCode="yyyy/mm/dd">
                  <c:v>45390</c:v>
                </c:pt>
                <c:pt idx="350" c:formatCode="yyyy/mm/dd">
                  <c:v>45391</c:v>
                </c:pt>
                <c:pt idx="351" c:formatCode="yyyy/mm/dd">
                  <c:v>45392</c:v>
                </c:pt>
                <c:pt idx="352" c:formatCode="yyyy/mm/dd">
                  <c:v>45393</c:v>
                </c:pt>
                <c:pt idx="353" c:formatCode="yyyy/mm/dd">
                  <c:v>45394</c:v>
                </c:pt>
                <c:pt idx="354" c:formatCode="yyyy/mm/dd">
                  <c:v>45397</c:v>
                </c:pt>
                <c:pt idx="355" c:formatCode="yyyy/mm/dd">
                  <c:v>45398</c:v>
                </c:pt>
                <c:pt idx="356" c:formatCode="yyyy/mm/dd">
                  <c:v>45399</c:v>
                </c:pt>
                <c:pt idx="357" c:formatCode="yyyy/mm/dd">
                  <c:v>45400</c:v>
                </c:pt>
                <c:pt idx="358" c:formatCode="yyyy/mm/dd">
                  <c:v>45401</c:v>
                </c:pt>
                <c:pt idx="359" c:formatCode="yyyy/mm/dd">
                  <c:v>45404</c:v>
                </c:pt>
                <c:pt idx="360" c:formatCode="yyyy/mm/dd">
                  <c:v>45405</c:v>
                </c:pt>
                <c:pt idx="361" c:formatCode="yyyy/mm/dd">
                  <c:v>45406</c:v>
                </c:pt>
                <c:pt idx="362" c:formatCode="yyyy/mm/dd">
                  <c:v>45407</c:v>
                </c:pt>
                <c:pt idx="363" c:formatCode="yyyy/mm/dd">
                  <c:v>45408</c:v>
                </c:pt>
                <c:pt idx="364" c:formatCode="yyyy/mm/dd">
                  <c:v>45411</c:v>
                </c:pt>
                <c:pt idx="365" c:formatCode="yyyy/mm/dd">
                  <c:v>45412</c:v>
                </c:pt>
                <c:pt idx="366" c:formatCode="yyyy/mm/dd">
                  <c:v>45418</c:v>
                </c:pt>
                <c:pt idx="367" c:formatCode="yyyy/mm/dd">
                  <c:v>45419</c:v>
                </c:pt>
                <c:pt idx="368" c:formatCode="yyyy/mm/dd">
                  <c:v>45420</c:v>
                </c:pt>
                <c:pt idx="369" c:formatCode="yyyy/mm/dd">
                  <c:v>45421</c:v>
                </c:pt>
                <c:pt idx="370" c:formatCode="yyyy/mm/dd">
                  <c:v>45422</c:v>
                </c:pt>
                <c:pt idx="371" c:formatCode="yyyy/mm/dd">
                  <c:v>45425</c:v>
                </c:pt>
                <c:pt idx="372" c:formatCode="yyyy/mm/dd">
                  <c:v>45426</c:v>
                </c:pt>
                <c:pt idx="373" c:formatCode="yyyy/mm/dd">
                  <c:v>45427</c:v>
                </c:pt>
                <c:pt idx="374" c:formatCode="yyyy/mm/dd">
                  <c:v>45428</c:v>
                </c:pt>
                <c:pt idx="375" c:formatCode="yyyy/mm/dd">
                  <c:v>45429</c:v>
                </c:pt>
                <c:pt idx="376" c:formatCode="yyyy/mm/dd">
                  <c:v>45432</c:v>
                </c:pt>
                <c:pt idx="377" c:formatCode="yyyy/mm/dd">
                  <c:v>45433</c:v>
                </c:pt>
                <c:pt idx="378" c:formatCode="yyyy/mm/dd">
                  <c:v>45434</c:v>
                </c:pt>
                <c:pt idx="379" c:formatCode="yyyy/mm/dd">
                  <c:v>45435</c:v>
                </c:pt>
                <c:pt idx="380" c:formatCode="yyyy/mm/dd">
                  <c:v>45436</c:v>
                </c:pt>
                <c:pt idx="381" c:formatCode="yyyy/mm/dd">
                  <c:v>45439</c:v>
                </c:pt>
                <c:pt idx="382" c:formatCode="yyyy/mm/dd">
                  <c:v>45440</c:v>
                </c:pt>
                <c:pt idx="383" c:formatCode="yyyy/mm/dd">
                  <c:v>45441</c:v>
                </c:pt>
                <c:pt idx="384" c:formatCode="yyyy/mm/dd">
                  <c:v>45442</c:v>
                </c:pt>
                <c:pt idx="385" c:formatCode="yyyy/mm/dd">
                  <c:v>45443</c:v>
                </c:pt>
                <c:pt idx="386" c:formatCode="yyyy/mm/dd">
                  <c:v>45446</c:v>
                </c:pt>
                <c:pt idx="387" c:formatCode="yyyy/mm/dd">
                  <c:v>45447</c:v>
                </c:pt>
                <c:pt idx="388" c:formatCode="yyyy/mm/dd">
                  <c:v>45448</c:v>
                </c:pt>
                <c:pt idx="389" c:formatCode="yyyy/mm/dd">
                  <c:v>45449</c:v>
                </c:pt>
                <c:pt idx="390" c:formatCode="yyyy/mm/dd">
                  <c:v>45450</c:v>
                </c:pt>
                <c:pt idx="391" c:formatCode="yyyy/mm/dd">
                  <c:v>45454</c:v>
                </c:pt>
                <c:pt idx="392" c:formatCode="yyyy/mm/dd">
                  <c:v>45455</c:v>
                </c:pt>
                <c:pt idx="393" c:formatCode="yyyy/mm/dd">
                  <c:v>45456</c:v>
                </c:pt>
                <c:pt idx="394" c:formatCode="yyyy/mm/dd">
                  <c:v>45457</c:v>
                </c:pt>
                <c:pt idx="395" c:formatCode="yyyy/mm/dd">
                  <c:v>45460</c:v>
                </c:pt>
                <c:pt idx="396" c:formatCode="yyyy/mm/dd">
                  <c:v>45461</c:v>
                </c:pt>
                <c:pt idx="397" c:formatCode="yyyy/mm/dd">
                  <c:v>45462</c:v>
                </c:pt>
                <c:pt idx="398" c:formatCode="yyyy/mm/dd">
                  <c:v>45463</c:v>
                </c:pt>
                <c:pt idx="399" c:formatCode="yyyy/mm/dd">
                  <c:v>45464</c:v>
                </c:pt>
                <c:pt idx="400" c:formatCode="yyyy/mm/dd">
                  <c:v>45467</c:v>
                </c:pt>
                <c:pt idx="401" c:formatCode="yyyy/mm/dd">
                  <c:v>45468</c:v>
                </c:pt>
                <c:pt idx="402" c:formatCode="yyyy/mm/dd">
                  <c:v>45469</c:v>
                </c:pt>
                <c:pt idx="403" c:formatCode="yyyy/mm/dd">
                  <c:v>45470</c:v>
                </c:pt>
                <c:pt idx="404" c:formatCode="yyyy/mm/dd">
                  <c:v>45471</c:v>
                </c:pt>
                <c:pt idx="405" c:formatCode="yyyy/mm/dd">
                  <c:v>45473</c:v>
                </c:pt>
                <c:pt idx="406" c:formatCode="yyyy/mm/dd">
                  <c:v>45474</c:v>
                </c:pt>
                <c:pt idx="407" c:formatCode="yyyy/mm/dd">
                  <c:v>45475</c:v>
                </c:pt>
                <c:pt idx="408" c:formatCode="yyyy/mm/dd">
                  <c:v>45476</c:v>
                </c:pt>
                <c:pt idx="409" c:formatCode="yyyy/mm/dd">
                  <c:v>45477</c:v>
                </c:pt>
                <c:pt idx="410" c:formatCode="yyyy/mm/dd">
                  <c:v>45478</c:v>
                </c:pt>
                <c:pt idx="411" c:formatCode="yyyy/mm/dd">
                  <c:v>45481</c:v>
                </c:pt>
                <c:pt idx="412" c:formatCode="yyyy/mm/dd">
                  <c:v>45482</c:v>
                </c:pt>
                <c:pt idx="413" c:formatCode="yyyy/mm/dd">
                  <c:v>45483</c:v>
                </c:pt>
                <c:pt idx="414" c:formatCode="yyyy/mm/dd">
                  <c:v>45484</c:v>
                </c:pt>
                <c:pt idx="415" c:formatCode="yyyy/mm/dd">
                  <c:v>45485</c:v>
                </c:pt>
                <c:pt idx="416" c:formatCode="yyyy/mm/dd">
                  <c:v>45488</c:v>
                </c:pt>
                <c:pt idx="417" c:formatCode="yyyy/mm/dd">
                  <c:v>45489</c:v>
                </c:pt>
                <c:pt idx="418" c:formatCode="yyyy/mm/dd">
                  <c:v>45490</c:v>
                </c:pt>
                <c:pt idx="419" c:formatCode="yyyy/mm/dd">
                  <c:v>45491</c:v>
                </c:pt>
                <c:pt idx="420" c:formatCode="yyyy/mm/dd">
                  <c:v>45492</c:v>
                </c:pt>
                <c:pt idx="421" c:formatCode="yyyy/mm/dd">
                  <c:v>45495</c:v>
                </c:pt>
                <c:pt idx="422" c:formatCode="yyyy/mm/dd">
                  <c:v>45496</c:v>
                </c:pt>
                <c:pt idx="423" c:formatCode="yyyy/mm/dd">
                  <c:v>45497</c:v>
                </c:pt>
                <c:pt idx="424" c:formatCode="yyyy/mm/dd">
                  <c:v>45498</c:v>
                </c:pt>
                <c:pt idx="425" c:formatCode="yyyy/mm/dd">
                  <c:v>45499</c:v>
                </c:pt>
                <c:pt idx="426" c:formatCode="yyyy/mm/dd">
                  <c:v>45502</c:v>
                </c:pt>
                <c:pt idx="427" c:formatCode="yyyy/mm/dd">
                  <c:v>45503</c:v>
                </c:pt>
                <c:pt idx="428" c:formatCode="yyyy/mm/dd">
                  <c:v>45504</c:v>
                </c:pt>
                <c:pt idx="429" c:formatCode="yyyy/mm/dd">
                  <c:v>45505</c:v>
                </c:pt>
                <c:pt idx="430" c:formatCode="yyyy/mm/dd">
                  <c:v>45506</c:v>
                </c:pt>
                <c:pt idx="431" c:formatCode="yyyy/mm/dd">
                  <c:v>45509</c:v>
                </c:pt>
                <c:pt idx="432" c:formatCode="yyyy/mm/dd">
                  <c:v>45510</c:v>
                </c:pt>
                <c:pt idx="433" c:formatCode="yyyy/mm/dd">
                  <c:v>45511</c:v>
                </c:pt>
                <c:pt idx="434" c:formatCode="yyyy/mm/dd">
                  <c:v>45512</c:v>
                </c:pt>
                <c:pt idx="435" c:formatCode="yyyy/mm/dd">
                  <c:v>45513</c:v>
                </c:pt>
                <c:pt idx="436" c:formatCode="yyyy/mm/dd">
                  <c:v>45516</c:v>
                </c:pt>
                <c:pt idx="437" c:formatCode="yyyy/mm/dd">
                  <c:v>45517</c:v>
                </c:pt>
                <c:pt idx="438" c:formatCode="yyyy/mm/dd">
                  <c:v>45518</c:v>
                </c:pt>
                <c:pt idx="439" c:formatCode="yyyy/mm/dd">
                  <c:v>45519</c:v>
                </c:pt>
                <c:pt idx="440" c:formatCode="yyyy/mm/dd">
                  <c:v>45520</c:v>
                </c:pt>
                <c:pt idx="441" c:formatCode="yyyy/mm/dd">
                  <c:v>45523</c:v>
                </c:pt>
                <c:pt idx="442" c:formatCode="yyyy/mm/dd">
                  <c:v>45524</c:v>
                </c:pt>
                <c:pt idx="443" c:formatCode="yyyy/mm/dd">
                  <c:v>45525</c:v>
                </c:pt>
                <c:pt idx="444" c:formatCode="yyyy/mm/dd">
                  <c:v>45526</c:v>
                </c:pt>
                <c:pt idx="445" c:formatCode="yyyy/mm/dd">
                  <c:v>45527</c:v>
                </c:pt>
                <c:pt idx="446" c:formatCode="yyyy/mm/dd">
                  <c:v>45530</c:v>
                </c:pt>
                <c:pt idx="447" c:formatCode="yyyy/mm/dd">
                  <c:v>45531</c:v>
                </c:pt>
                <c:pt idx="448" c:formatCode="yyyy/mm/dd">
                  <c:v>45532</c:v>
                </c:pt>
                <c:pt idx="449" c:formatCode="yyyy/mm/dd">
                  <c:v>45533</c:v>
                </c:pt>
                <c:pt idx="450" c:formatCode="yyyy/mm/dd">
                  <c:v>45534</c:v>
                </c:pt>
                <c:pt idx="451" c:formatCode="yyyy/mm/dd">
                  <c:v>45537</c:v>
                </c:pt>
                <c:pt idx="452" c:formatCode="yyyy/mm/dd">
                  <c:v>45538</c:v>
                </c:pt>
                <c:pt idx="453" c:formatCode="yyyy/mm/dd">
                  <c:v>45539</c:v>
                </c:pt>
                <c:pt idx="454" c:formatCode="yyyy/mm/dd">
                  <c:v>45540</c:v>
                </c:pt>
                <c:pt idx="455" c:formatCode="yyyy/mm/dd">
                  <c:v>45541</c:v>
                </c:pt>
                <c:pt idx="456" c:formatCode="yyyy/mm/dd">
                  <c:v>45544</c:v>
                </c:pt>
                <c:pt idx="457" c:formatCode="yyyy/mm/dd">
                  <c:v>45545</c:v>
                </c:pt>
                <c:pt idx="458" c:formatCode="yyyy/mm/dd">
                  <c:v>45546</c:v>
                </c:pt>
                <c:pt idx="459" c:formatCode="yyyy/mm/dd">
                  <c:v>45547</c:v>
                </c:pt>
                <c:pt idx="460" c:formatCode="yyyy/mm/dd">
                  <c:v>45548</c:v>
                </c:pt>
                <c:pt idx="461" c:formatCode="yyyy/mm/dd">
                  <c:v>45553</c:v>
                </c:pt>
                <c:pt idx="462" c:formatCode="yyyy/mm/dd">
                  <c:v>45554</c:v>
                </c:pt>
                <c:pt idx="463" c:formatCode="yyyy/mm/dd">
                  <c:v>45555</c:v>
                </c:pt>
                <c:pt idx="464" c:formatCode="yyyy/mm/dd">
                  <c:v>45558</c:v>
                </c:pt>
                <c:pt idx="465" c:formatCode="yyyy/mm/dd">
                  <c:v>45559</c:v>
                </c:pt>
                <c:pt idx="466" c:formatCode="yyyy/mm/dd">
                  <c:v>45560</c:v>
                </c:pt>
                <c:pt idx="467" c:formatCode="yyyy/mm/dd">
                  <c:v>45561</c:v>
                </c:pt>
                <c:pt idx="468" c:formatCode="yyyy/mm/dd">
                  <c:v>45562</c:v>
                </c:pt>
                <c:pt idx="469" c:formatCode="yyyy/mm/dd">
                  <c:v>45565</c:v>
                </c:pt>
                <c:pt idx="470" c:formatCode="yyyy/mm/dd">
                  <c:v>45573</c:v>
                </c:pt>
                <c:pt idx="471" c:formatCode="yyyy/mm/dd">
                  <c:v>45574</c:v>
                </c:pt>
                <c:pt idx="472" c:formatCode="yyyy/mm/dd">
                  <c:v>45575</c:v>
                </c:pt>
                <c:pt idx="473" c:formatCode="yyyy/mm/dd">
                  <c:v>45576</c:v>
                </c:pt>
                <c:pt idx="474" c:formatCode="yyyy/mm/dd">
                  <c:v>45579</c:v>
                </c:pt>
                <c:pt idx="475" c:formatCode="yyyy/mm/dd">
                  <c:v>45580</c:v>
                </c:pt>
                <c:pt idx="476" c:formatCode="yyyy/mm/dd">
                  <c:v>45581</c:v>
                </c:pt>
                <c:pt idx="477" c:formatCode="yyyy/mm/dd">
                  <c:v>45582</c:v>
                </c:pt>
                <c:pt idx="478" c:formatCode="yyyy/mm/dd">
                  <c:v>45583</c:v>
                </c:pt>
                <c:pt idx="479" c:formatCode="yyyy/mm/dd">
                  <c:v>45586</c:v>
                </c:pt>
                <c:pt idx="480" c:formatCode="yyyy/mm/dd">
                  <c:v>45587</c:v>
                </c:pt>
                <c:pt idx="481" c:formatCode="yyyy/mm/dd">
                  <c:v>45588</c:v>
                </c:pt>
                <c:pt idx="482" c:formatCode="yyyy/mm/dd">
                  <c:v>45589</c:v>
                </c:pt>
                <c:pt idx="483" c:formatCode="yyyy/mm/dd">
                  <c:v>45590</c:v>
                </c:pt>
                <c:pt idx="484" c:formatCode="yyyy/mm/dd">
                  <c:v>45593</c:v>
                </c:pt>
                <c:pt idx="485" c:formatCode="yyyy/mm/dd">
                  <c:v>45594</c:v>
                </c:pt>
                <c:pt idx="486" c:formatCode="yyyy/mm/dd">
                  <c:v>45595</c:v>
                </c:pt>
                <c:pt idx="487" c:formatCode="yyyy/mm/dd">
                  <c:v>45596</c:v>
                </c:pt>
                <c:pt idx="488" c:formatCode="yyyy/mm/dd">
                  <c:v>45597</c:v>
                </c:pt>
                <c:pt idx="489" c:formatCode="yyyy/mm/dd">
                  <c:v>45600</c:v>
                </c:pt>
                <c:pt idx="490" c:formatCode="yyyy/mm/dd">
                  <c:v>45601</c:v>
                </c:pt>
                <c:pt idx="491" c:formatCode="yyyy/mm/dd">
                  <c:v>45602</c:v>
                </c:pt>
                <c:pt idx="492" c:formatCode="yyyy/mm/dd">
                  <c:v>45603</c:v>
                </c:pt>
                <c:pt idx="493" c:formatCode="yyyy/mm/dd">
                  <c:v>45604</c:v>
                </c:pt>
                <c:pt idx="494" c:formatCode="yyyy/mm/dd">
                  <c:v>45607</c:v>
                </c:pt>
                <c:pt idx="495" c:formatCode="yyyy/mm/dd">
                  <c:v>45608</c:v>
                </c:pt>
                <c:pt idx="496" c:formatCode="yyyy/mm/dd">
                  <c:v>45609</c:v>
                </c:pt>
                <c:pt idx="497" c:formatCode="yyyy/mm/dd">
                  <c:v>45610</c:v>
                </c:pt>
                <c:pt idx="498" c:formatCode="yyyy/mm/dd">
                  <c:v>45611</c:v>
                </c:pt>
                <c:pt idx="499" c:formatCode="yyyy/mm/dd">
                  <c:v>45614</c:v>
                </c:pt>
                <c:pt idx="500" c:formatCode="yyyy/mm/dd">
                  <c:v>45615</c:v>
                </c:pt>
                <c:pt idx="501" c:formatCode="yyyy/mm/dd">
                  <c:v>45616</c:v>
                </c:pt>
                <c:pt idx="502" c:formatCode="yyyy/mm/dd">
                  <c:v>45617</c:v>
                </c:pt>
                <c:pt idx="503" c:formatCode="yyyy/mm/dd">
                  <c:v>45618</c:v>
                </c:pt>
                <c:pt idx="504" c:formatCode="yyyy/mm/dd">
                  <c:v>45621</c:v>
                </c:pt>
                <c:pt idx="505" c:formatCode="yyyy/mm/dd">
                  <c:v>45622</c:v>
                </c:pt>
                <c:pt idx="506" c:formatCode="yyyy/mm/dd">
                  <c:v>45623</c:v>
                </c:pt>
                <c:pt idx="507" c:formatCode="yyyy/mm/dd">
                  <c:v>45624</c:v>
                </c:pt>
                <c:pt idx="508" c:formatCode="yyyy/mm/dd">
                  <c:v>45625</c:v>
                </c:pt>
                <c:pt idx="509" c:formatCode="yyyy/mm/dd">
                  <c:v>45628</c:v>
                </c:pt>
                <c:pt idx="510" c:formatCode="yyyy/mm/dd">
                  <c:v>45629</c:v>
                </c:pt>
                <c:pt idx="511" c:formatCode="yyyy/mm/dd">
                  <c:v>45630</c:v>
                </c:pt>
                <c:pt idx="512" c:formatCode="yyyy/mm/dd">
                  <c:v>45631</c:v>
                </c:pt>
                <c:pt idx="513" c:formatCode="yyyy/mm/dd">
                  <c:v>45632</c:v>
                </c:pt>
                <c:pt idx="514" c:formatCode="yyyy/mm/dd">
                  <c:v>45635</c:v>
                </c:pt>
                <c:pt idx="515" c:formatCode="yyyy/mm/dd">
                  <c:v>45636</c:v>
                </c:pt>
                <c:pt idx="516" c:formatCode="yyyy/mm/dd">
                  <c:v>45637</c:v>
                </c:pt>
                <c:pt idx="517" c:formatCode="yyyy/mm/dd">
                  <c:v>45638</c:v>
                </c:pt>
                <c:pt idx="518" c:formatCode="yyyy/mm/dd">
                  <c:v>45639</c:v>
                </c:pt>
                <c:pt idx="519" c:formatCode="yyyy/mm/dd">
                  <c:v>45642</c:v>
                </c:pt>
                <c:pt idx="520" c:formatCode="yyyy/mm/dd">
                  <c:v>45643</c:v>
                </c:pt>
                <c:pt idx="521" c:formatCode="yyyy/mm/dd">
                  <c:v>45644</c:v>
                </c:pt>
                <c:pt idx="522" c:formatCode="yyyy/mm/dd">
                  <c:v>45645</c:v>
                </c:pt>
                <c:pt idx="523" c:formatCode="yyyy/mm/dd">
                  <c:v>45646</c:v>
                </c:pt>
                <c:pt idx="524" c:formatCode="yyyy/mm/dd">
                  <c:v>45649</c:v>
                </c:pt>
                <c:pt idx="525" c:formatCode="yyyy/mm/dd">
                  <c:v>45650</c:v>
                </c:pt>
                <c:pt idx="526" c:formatCode="yyyy/mm/dd">
                  <c:v>45651</c:v>
                </c:pt>
                <c:pt idx="527" c:formatCode="yyyy/mm/dd">
                  <c:v>45652</c:v>
                </c:pt>
                <c:pt idx="528" c:formatCode="yyyy/mm/dd">
                  <c:v>45653</c:v>
                </c:pt>
                <c:pt idx="529" c:formatCode="yyyy/mm/dd">
                  <c:v>45656</c:v>
                </c:pt>
                <c:pt idx="530" c:formatCode="yyyy/mm/dd">
                  <c:v>45657</c:v>
                </c:pt>
                <c:pt idx="531" c:formatCode="yyyy/mm/dd">
                  <c:v>45659</c:v>
                </c:pt>
                <c:pt idx="532" c:formatCode="yyyy/mm/dd">
                  <c:v>45660</c:v>
                </c:pt>
                <c:pt idx="533" c:formatCode="yyyy/mm/dd">
                  <c:v>45663</c:v>
                </c:pt>
                <c:pt idx="534" c:formatCode="yyyy/mm/dd">
                  <c:v>45664</c:v>
                </c:pt>
                <c:pt idx="535" c:formatCode="yyyy/mm/dd">
                  <c:v>45665</c:v>
                </c:pt>
                <c:pt idx="536" c:formatCode="yyyy/mm/dd">
                  <c:v>45666</c:v>
                </c:pt>
                <c:pt idx="537" c:formatCode="yyyy/mm/dd">
                  <c:v>45667</c:v>
                </c:pt>
                <c:pt idx="538" c:formatCode="yyyy/mm/dd">
                  <c:v>45670</c:v>
                </c:pt>
                <c:pt idx="539" c:formatCode="yyyy/mm/dd">
                  <c:v>45671</c:v>
                </c:pt>
                <c:pt idx="540" c:formatCode="yyyy/mm/dd">
                  <c:v>45672</c:v>
                </c:pt>
                <c:pt idx="541" c:formatCode="yyyy/mm/dd">
                  <c:v>45673</c:v>
                </c:pt>
                <c:pt idx="542" c:formatCode="yyyy/mm/dd">
                  <c:v>45674</c:v>
                </c:pt>
                <c:pt idx="543" c:formatCode="yyyy/mm/dd">
                  <c:v>45677</c:v>
                </c:pt>
                <c:pt idx="544" c:formatCode="yyyy/mm/dd">
                  <c:v>45678</c:v>
                </c:pt>
                <c:pt idx="545" c:formatCode="yyyy/mm/dd">
                  <c:v>45679</c:v>
                </c:pt>
                <c:pt idx="546" c:formatCode="yyyy/mm/dd">
                  <c:v>45680</c:v>
                </c:pt>
                <c:pt idx="547" c:formatCode="yyyy/mm/dd">
                  <c:v>45681</c:v>
                </c:pt>
                <c:pt idx="548" c:formatCode="yyyy/mm/dd">
                  <c:v>45684</c:v>
                </c:pt>
                <c:pt idx="549" c:formatCode="yyyy/mm/dd">
                  <c:v>45693</c:v>
                </c:pt>
                <c:pt idx="550" c:formatCode="yyyy/mm/dd">
                  <c:v>45694</c:v>
                </c:pt>
                <c:pt idx="551" c:formatCode="yyyy/mm/dd">
                  <c:v>45695</c:v>
                </c:pt>
                <c:pt idx="552" c:formatCode="yyyy/mm/dd">
                  <c:v>45698</c:v>
                </c:pt>
                <c:pt idx="553" c:formatCode="yyyy/mm/dd">
                  <c:v>45699</c:v>
                </c:pt>
                <c:pt idx="554" c:formatCode="yyyy/mm/dd">
                  <c:v>45700</c:v>
                </c:pt>
                <c:pt idx="555" c:formatCode="yyyy/mm/dd">
                  <c:v>45701</c:v>
                </c:pt>
                <c:pt idx="556" c:formatCode="yyyy/mm/dd">
                  <c:v>45702</c:v>
                </c:pt>
                <c:pt idx="557" c:formatCode="yyyy/mm/dd">
                  <c:v>45705</c:v>
                </c:pt>
                <c:pt idx="558" c:formatCode="yyyy/mm/dd">
                  <c:v>45706</c:v>
                </c:pt>
                <c:pt idx="559" c:formatCode="yyyy/mm/dd">
                  <c:v>45707</c:v>
                </c:pt>
                <c:pt idx="560" c:formatCode="yyyy/mm/dd">
                  <c:v>45708</c:v>
                </c:pt>
                <c:pt idx="561" c:formatCode="yyyy/mm/dd">
                  <c:v>45709</c:v>
                </c:pt>
                <c:pt idx="562" c:formatCode="yyyy/mm/dd">
                  <c:v>45712</c:v>
                </c:pt>
                <c:pt idx="563" c:formatCode="yyyy/mm/dd">
                  <c:v>45713</c:v>
                </c:pt>
                <c:pt idx="564" c:formatCode="yyyy/mm/dd">
                  <c:v>45714</c:v>
                </c:pt>
                <c:pt idx="565" c:formatCode="yyyy/mm/dd">
                  <c:v>45715</c:v>
                </c:pt>
                <c:pt idx="566" c:formatCode="yyyy/mm/dd">
                  <c:v>45716</c:v>
                </c:pt>
                <c:pt idx="567" c:formatCode="yyyy/mm/dd">
                  <c:v>45719</c:v>
                </c:pt>
                <c:pt idx="568" c:formatCode="yyyy/mm/dd">
                  <c:v>45720</c:v>
                </c:pt>
                <c:pt idx="569" c:formatCode="yyyy/mm/dd">
                  <c:v>45721</c:v>
                </c:pt>
                <c:pt idx="570" c:formatCode="yyyy/mm/dd">
                  <c:v>45722</c:v>
                </c:pt>
                <c:pt idx="571" c:formatCode="yyyy/mm/dd">
                  <c:v>45723</c:v>
                </c:pt>
                <c:pt idx="572" c:formatCode="yyyy/mm/dd">
                  <c:v>45726</c:v>
                </c:pt>
                <c:pt idx="573" c:formatCode="yyyy/mm/dd">
                  <c:v>45727</c:v>
                </c:pt>
                <c:pt idx="574" c:formatCode="yyyy/mm/dd">
                  <c:v>45728</c:v>
                </c:pt>
                <c:pt idx="575" c:formatCode="yyyy/mm/dd">
                  <c:v>45729</c:v>
                </c:pt>
                <c:pt idx="576" c:formatCode="yyyy/mm/dd">
                  <c:v>45730</c:v>
                </c:pt>
                <c:pt idx="577" c:formatCode="yyyy/mm/dd">
                  <c:v>45733</c:v>
                </c:pt>
                <c:pt idx="578" c:formatCode="yyyy/mm/dd">
                  <c:v>45734</c:v>
                </c:pt>
                <c:pt idx="579" c:formatCode="yyyy/mm/dd">
                  <c:v>45735</c:v>
                </c:pt>
                <c:pt idx="580" c:formatCode="yyyy/mm/dd">
                  <c:v>45736</c:v>
                </c:pt>
                <c:pt idx="581" c:formatCode="yyyy/mm/dd">
                  <c:v>45737</c:v>
                </c:pt>
                <c:pt idx="582" c:formatCode="yyyy/mm/dd">
                  <c:v>45740</c:v>
                </c:pt>
                <c:pt idx="583" c:formatCode="yyyy/mm/dd">
                  <c:v>45741</c:v>
                </c:pt>
                <c:pt idx="584" c:formatCode="yyyy/mm/dd">
                  <c:v>45742</c:v>
                </c:pt>
                <c:pt idx="585" c:formatCode="yyyy/mm/dd">
                  <c:v>45743</c:v>
                </c:pt>
                <c:pt idx="586" c:formatCode="yyyy/mm/dd">
                  <c:v>45744</c:v>
                </c:pt>
                <c:pt idx="587" c:formatCode="yyyy/mm/dd">
                  <c:v>45747</c:v>
                </c:pt>
                <c:pt idx="588" c:formatCode="yyyy/mm/dd">
                  <c:v>45748</c:v>
                </c:pt>
                <c:pt idx="589" c:formatCode="yyyy/mm/dd">
                  <c:v>45749</c:v>
                </c:pt>
                <c:pt idx="590" c:formatCode="yyyy/mm/dd">
                  <c:v>45750</c:v>
                </c:pt>
                <c:pt idx="591" c:formatCode="yyyy/mm/dd">
                  <c:v>45754</c:v>
                </c:pt>
                <c:pt idx="592" c:formatCode="yyyy/mm/dd">
                  <c:v>45755</c:v>
                </c:pt>
                <c:pt idx="593" c:formatCode="yyyy/mm/dd">
                  <c:v>45756</c:v>
                </c:pt>
                <c:pt idx="594" c:formatCode="yyyy/mm/dd">
                  <c:v>45757</c:v>
                </c:pt>
                <c:pt idx="595" c:formatCode="yyyy/mm/dd">
                  <c:v>45758</c:v>
                </c:pt>
                <c:pt idx="596" c:formatCode="yyyy/mm/dd">
                  <c:v>45761</c:v>
                </c:pt>
                <c:pt idx="597" c:formatCode="yyyy/mm/dd">
                  <c:v>45762</c:v>
                </c:pt>
                <c:pt idx="598" c:formatCode="yyyy/mm/dd">
                  <c:v>45763</c:v>
                </c:pt>
                <c:pt idx="599" c:formatCode="yyyy/mm/dd">
                  <c:v>45764</c:v>
                </c:pt>
                <c:pt idx="600" c:formatCode="yyyy/mm/dd">
                  <c:v>45765</c:v>
                </c:pt>
                <c:pt idx="601" c:formatCode="yyyy/mm/dd">
                  <c:v>45768</c:v>
                </c:pt>
                <c:pt idx="602" c:formatCode="yyyy/mm/dd">
                  <c:v>45769</c:v>
                </c:pt>
                <c:pt idx="603" c:formatCode="yyyy/mm/dd">
                  <c:v>45770</c:v>
                </c:pt>
                <c:pt idx="604" c:formatCode="yyyy/mm/dd">
                  <c:v>45771</c:v>
                </c:pt>
                <c:pt idx="605" c:formatCode="yyyy/mm/dd">
                  <c:v>45772</c:v>
                </c:pt>
                <c:pt idx="606" c:formatCode="yyyy/mm/dd">
                  <c:v>45775</c:v>
                </c:pt>
                <c:pt idx="607" c:formatCode="yyyy/mm/dd">
                  <c:v>45776</c:v>
                </c:pt>
                <c:pt idx="608" c:formatCode="yyyy/mm/dd">
                  <c:v>45777</c:v>
                </c:pt>
                <c:pt idx="609" c:formatCode="yyyy/mm/dd">
                  <c:v>45783</c:v>
                </c:pt>
                <c:pt idx="610" c:formatCode="yyyy/mm/dd">
                  <c:v>45784</c:v>
                </c:pt>
                <c:pt idx="611" c:formatCode="yyyy/mm/dd">
                  <c:v>45785</c:v>
                </c:pt>
                <c:pt idx="612" c:formatCode="yyyy/mm/dd">
                  <c:v>45786</c:v>
                </c:pt>
                <c:pt idx="613" c:formatCode="yyyy/mm/dd">
                  <c:v>45789</c:v>
                </c:pt>
                <c:pt idx="614" c:formatCode="yyyy/mm/dd">
                  <c:v>45790</c:v>
                </c:pt>
                <c:pt idx="615" c:formatCode="yyyy/mm/dd">
                  <c:v>45791</c:v>
                </c:pt>
                <c:pt idx="616" c:formatCode="yyyy/mm/dd">
                  <c:v>45792</c:v>
                </c:pt>
                <c:pt idx="617" c:formatCode="yyyy/mm/dd">
                  <c:v>45793</c:v>
                </c:pt>
                <c:pt idx="618" c:formatCode="yyyy/mm/dd">
                  <c:v>45796</c:v>
                </c:pt>
                <c:pt idx="619" c:formatCode="yyyy/mm/dd">
                  <c:v>45797</c:v>
                </c:pt>
                <c:pt idx="620" c:formatCode="yyyy/mm/dd">
                  <c:v>45798</c:v>
                </c:pt>
                <c:pt idx="621" c:formatCode="yyyy/mm/dd">
                  <c:v>45799</c:v>
                </c:pt>
                <c:pt idx="622" c:formatCode="yyyy/mm/dd">
                  <c:v>45800</c:v>
                </c:pt>
                <c:pt idx="623" c:formatCode="yyyy/mm/dd">
                  <c:v>45803</c:v>
                </c:pt>
                <c:pt idx="624" c:formatCode="yyyy/mm/dd">
                  <c:v>45804</c:v>
                </c:pt>
                <c:pt idx="625" c:formatCode="yyyy/mm/dd">
                  <c:v>45805</c:v>
                </c:pt>
                <c:pt idx="626" c:formatCode="yyyy/mm/dd">
                  <c:v>45806</c:v>
                </c:pt>
                <c:pt idx="627" c:formatCode="yyyy/mm/dd">
                  <c:v>45807</c:v>
                </c:pt>
                <c:pt idx="628" c:formatCode="yyyy/mm/dd">
                  <c:v>45811</c:v>
                </c:pt>
                <c:pt idx="629" c:formatCode="yyyy/mm/dd">
                  <c:v>45812</c:v>
                </c:pt>
                <c:pt idx="630" c:formatCode="yyyy/mm/dd">
                  <c:v>45813</c:v>
                </c:pt>
                <c:pt idx="631" c:formatCode="yyyy/mm/dd">
                  <c:v>45814</c:v>
                </c:pt>
                <c:pt idx="632" c:formatCode="yyyy/mm/dd">
                  <c:v>45817</c:v>
                </c:pt>
                <c:pt idx="633" c:formatCode="yyyy/mm/dd">
                  <c:v>45818</c:v>
                </c:pt>
                <c:pt idx="634" c:formatCode="yyyy/mm/dd">
                  <c:v>45819</c:v>
                </c:pt>
                <c:pt idx="635" c:formatCode="yyyy/mm/dd">
                  <c:v>45820</c:v>
                </c:pt>
                <c:pt idx="636" c:formatCode="yyyy/mm/dd">
                  <c:v>45821</c:v>
                </c:pt>
                <c:pt idx="637" c:formatCode="yyyy/mm/dd">
                  <c:v>45824</c:v>
                </c:pt>
                <c:pt idx="638" c:formatCode="yyyy/mm/dd">
                  <c:v>45825</c:v>
                </c:pt>
                <c:pt idx="639" c:formatCode="yyyy/mm/dd">
                  <c:v>45826</c:v>
                </c:pt>
                <c:pt idx="640" c:formatCode="yyyy/mm/dd">
                  <c:v>45827</c:v>
                </c:pt>
                <c:pt idx="641" c:formatCode="yyyy/mm/dd">
                  <c:v>45828</c:v>
                </c:pt>
                <c:pt idx="642" c:formatCode="yyyy/mm/dd">
                  <c:v>45831</c:v>
                </c:pt>
                <c:pt idx="643" c:formatCode="yyyy/mm/dd">
                  <c:v>45832</c:v>
                </c:pt>
                <c:pt idx="644" c:formatCode="yyyy/mm/dd">
                  <c:v>45833</c:v>
                </c:pt>
                <c:pt idx="645" c:formatCode="yyyy/mm/dd">
                  <c:v>45834</c:v>
                </c:pt>
                <c:pt idx="646" c:formatCode="yyyy/mm/dd">
                  <c:v>45835</c:v>
                </c:pt>
                <c:pt idx="647" c:formatCode="yyyy/mm/dd">
                  <c:v>45838</c:v>
                </c:pt>
                <c:pt idx="648" c:formatCode="yyyy/mm/dd">
                  <c:v>45839</c:v>
                </c:pt>
                <c:pt idx="649" c:formatCode="yyyy/mm/dd">
                  <c:v>45840</c:v>
                </c:pt>
                <c:pt idx="650" c:formatCode="yyyy/mm/dd">
                  <c:v>45841</c:v>
                </c:pt>
                <c:pt idx="651" c:formatCode="yyyy/mm/dd">
                  <c:v>45842</c:v>
                </c:pt>
                <c:pt idx="652" c:formatCode="yyyy/mm/dd">
                  <c:v>45845</c:v>
                </c:pt>
                <c:pt idx="653" c:formatCode="yyyy/mm/dd">
                  <c:v>45846</c:v>
                </c:pt>
                <c:pt idx="654" c:formatCode="yyyy/mm/dd">
                  <c:v>45847</c:v>
                </c:pt>
                <c:pt idx="655" c:formatCode="yyyy/mm/dd">
                  <c:v>45848</c:v>
                </c:pt>
                <c:pt idx="656" c:formatCode="yyyy/mm/dd">
                  <c:v>45849</c:v>
                </c:pt>
                <c:pt idx="657" c:formatCode="yyyy/mm/dd">
                  <c:v>45852</c:v>
                </c:pt>
                <c:pt idx="658" c:formatCode="yyyy/mm/dd">
                  <c:v>45853</c:v>
                </c:pt>
                <c:pt idx="659" c:formatCode="yyyy/mm/dd">
                  <c:v>45854</c:v>
                </c:pt>
                <c:pt idx="660" c:formatCode="yyyy/mm/dd">
                  <c:v>45855</c:v>
                </c:pt>
                <c:pt idx="661" c:formatCode="yyyy/mm/dd">
                  <c:v>45856</c:v>
                </c:pt>
                <c:pt idx="662" c:formatCode="yyyy/mm/dd">
                  <c:v>45859</c:v>
                </c:pt>
                <c:pt idx="663" c:formatCode="yyyy/mm/dd">
                  <c:v>45860</c:v>
                </c:pt>
                <c:pt idx="664" c:formatCode="yyyy/mm/dd">
                  <c:v>45861</c:v>
                </c:pt>
                <c:pt idx="665" c:formatCode="yyyy/mm/dd">
                  <c:v>45862</c:v>
                </c:pt>
                <c:pt idx="666" c:formatCode="yyyy/mm/dd">
                  <c:v>45863</c:v>
                </c:pt>
                <c:pt idx="667" c:formatCode="yyyy/mm/dd">
                  <c:v>45866</c:v>
                </c:pt>
                <c:pt idx="668" c:formatCode="yyyy/mm/dd">
                  <c:v>45867</c:v>
                </c:pt>
                <c:pt idx="669" c:formatCode="yyyy/mm/dd">
                  <c:v>45868</c:v>
                </c:pt>
                <c:pt idx="670" c:formatCode="yyyy/mm/dd">
                  <c:v>45869</c:v>
                </c:pt>
                <c:pt idx="671" c:formatCode="yyyy/mm/dd">
                  <c:v>45870</c:v>
                </c:pt>
                <c:pt idx="672" c:formatCode="yyyy/mm/dd">
                  <c:v>45873</c:v>
                </c:pt>
                <c:pt idx="673" c:formatCode="yyyy/mm/dd">
                  <c:v>45874</c:v>
                </c:pt>
                <c:pt idx="674" c:formatCode="yyyy/mm/dd">
                  <c:v>45875</c:v>
                </c:pt>
                <c:pt idx="675" c:formatCode="yyyy/mm/dd">
                  <c:v>45876</c:v>
                </c:pt>
                <c:pt idx="676" c:formatCode="yyyy/mm/dd">
                  <c:v>45877</c:v>
                </c:pt>
                <c:pt idx="677" c:formatCode="yyyy/mm/dd">
                  <c:v>45880</c:v>
                </c:pt>
                <c:pt idx="678" c:formatCode="yyyy/mm/dd">
                  <c:v>45881</c:v>
                </c:pt>
                <c:pt idx="679" c:formatCode="yyyy/mm/dd">
                  <c:v>45882</c:v>
                </c:pt>
                <c:pt idx="680" c:formatCode="yyyy/mm/dd">
                  <c:v>45883</c:v>
                </c:pt>
                <c:pt idx="681" c:formatCode="yyyy/mm/dd">
                  <c:v>45884</c:v>
                </c:pt>
                <c:pt idx="682" c:formatCode="yyyy/mm/dd">
                  <c:v>45887</c:v>
                </c:pt>
                <c:pt idx="683" c:formatCode="yyyy/mm/dd">
                  <c:v>45888</c:v>
                </c:pt>
                <c:pt idx="684" c:formatCode="yyyy/mm/dd">
                  <c:v>45889</c:v>
                </c:pt>
                <c:pt idx="685" c:formatCode="yyyy/mm/dd">
                  <c:v>45890</c:v>
                </c:pt>
                <c:pt idx="686" c:formatCode="yyyy/mm/dd">
                  <c:v>45891</c:v>
                </c:pt>
                <c:pt idx="687" c:formatCode="yyyy/mm/dd">
                  <c:v>45894</c:v>
                </c:pt>
                <c:pt idx="688" c:formatCode="yyyy/mm/dd">
                  <c:v>45895</c:v>
                </c:pt>
                <c:pt idx="689" c:formatCode="yyyy/mm/dd">
                  <c:v>45896</c:v>
                </c:pt>
                <c:pt idx="690" c:formatCode="yyyy/mm/dd">
                  <c:v>45897</c:v>
                </c:pt>
                <c:pt idx="691" c:formatCode="yyyy/mm/dd">
                  <c:v>45898</c:v>
                </c:pt>
                <c:pt idx="692" c:formatCode="yyyy/mm/dd">
                  <c:v>45901</c:v>
                </c:pt>
                <c:pt idx="693" c:formatCode="yyyy/mm/dd">
                  <c:v>45902</c:v>
                </c:pt>
                <c:pt idx="694" c:formatCode="yyyy/mm/dd">
                  <c:v>45903</c:v>
                </c:pt>
                <c:pt idx="695" c:formatCode="yyyy/mm/dd">
                  <c:v>45904</c:v>
                </c:pt>
                <c:pt idx="696" c:formatCode="yyyy/mm/dd">
                  <c:v>45905</c:v>
                </c:pt>
                <c:pt idx="697" c:formatCode="yyyy/mm/dd">
                  <c:v>45908</c:v>
                </c:pt>
                <c:pt idx="698" c:formatCode="yyyy/mm/dd">
                  <c:v>45909</c:v>
                </c:pt>
                <c:pt idx="699" c:formatCode="yyyy/mm/dd">
                  <c:v>45910</c:v>
                </c:pt>
                <c:pt idx="700" c:formatCode="yyyy/mm/dd">
                  <c:v>45911</c:v>
                </c:pt>
                <c:pt idx="701" c:formatCode="yyyy/mm/dd">
                  <c:v>45912</c:v>
                </c:pt>
                <c:pt idx="702" c:formatCode="yyyy/mm/dd">
                  <c:v>45915</c:v>
                </c:pt>
                <c:pt idx="703" c:formatCode="yyyy/mm/dd">
                  <c:v>45916</c:v>
                </c:pt>
                <c:pt idx="704" c:formatCode="yyyy/mm/dd">
                  <c:v>45917</c:v>
                </c:pt>
                <c:pt idx="705" c:formatCode="yyyy/mm/dd">
                  <c:v>45918</c:v>
                </c:pt>
                <c:pt idx="706" c:formatCode="yyyy/mm/dd">
                  <c:v>45919</c:v>
                </c:pt>
                <c:pt idx="707" c:formatCode="yyyy/mm/dd">
                  <c:v>45922</c:v>
                </c:pt>
                <c:pt idx="708" c:formatCode="yyyy/mm/dd">
                  <c:v>45923</c:v>
                </c:pt>
                <c:pt idx="709" c:formatCode="yyyy/mm/dd">
                  <c:v>45924</c:v>
                </c:pt>
                <c:pt idx="710" c:formatCode="yyyy/mm/dd">
                  <c:v>45925</c:v>
                </c:pt>
                <c:pt idx="711" c:formatCode="yyyy/mm/dd">
                  <c:v>45926</c:v>
                </c:pt>
                <c:pt idx="712" c:formatCode="yyyy/mm/dd">
                  <c:v>45929</c:v>
                </c:pt>
                <c:pt idx="713" c:formatCode="yyyy/mm/dd">
                  <c:v>45930</c:v>
                </c:pt>
                <c:pt idx="714" c:formatCode="yyyy/mm/dd">
                  <c:v>45939</c:v>
                </c:pt>
                <c:pt idx="715" c:formatCode="yyyy/mm/dd">
                  <c:v>45940</c:v>
                </c:pt>
                <c:pt idx="716" c:formatCode="yyyy/mm/dd">
                  <c:v>45943</c:v>
                </c:pt>
                <c:pt idx="717" c:formatCode="yyyy/mm/dd">
                  <c:v>45944</c:v>
                </c:pt>
                <c:pt idx="718" c:formatCode="yyyy/mm/dd">
                  <c:v>45945</c:v>
                </c:pt>
                <c:pt idx="719" c:formatCode="yyyy/mm/dd">
                  <c:v>45946</c:v>
                </c:pt>
                <c:pt idx="720" c:formatCode="yyyy/mm/dd">
                  <c:v>45947</c:v>
                </c:pt>
                <c:pt idx="721" c:formatCode="yyyy/mm/dd">
                  <c:v>45950</c:v>
                </c:pt>
                <c:pt idx="722" c:formatCode="yyyy/mm/dd">
                  <c:v>45951</c:v>
                </c:pt>
                <c:pt idx="723" c:formatCode="yyyy/mm/dd">
                  <c:v>45952</c:v>
                </c:pt>
                <c:pt idx="724" c:formatCode="yyyy/mm/dd">
                  <c:v>45953</c:v>
                </c:pt>
                <c:pt idx="725" c:formatCode="yyyy/mm/dd">
                  <c:v>45954</c:v>
                </c:pt>
                <c:pt idx="726" c:formatCode="yyyy/mm/dd">
                  <c:v>45957</c:v>
                </c:pt>
                <c:pt idx="727" c:formatCode="yyyy/mm/dd">
                  <c:v>45958</c:v>
                </c:pt>
                <c:pt idx="728" c:formatCode="yyyy/mm/dd">
                  <c:v>45959</c:v>
                </c:pt>
                <c:pt idx="729" c:formatCode="yyyy/mm/dd">
                  <c:v>45960</c:v>
                </c:pt>
                <c:pt idx="730" c:formatCode="yyyy/mm/dd">
                  <c:v>45961</c:v>
                </c:pt>
                <c:pt idx="731" c:formatCode="yyyy/mm/dd">
                  <c:v>45964</c:v>
                </c:pt>
                <c:pt idx="732" c:formatCode="yyyy/mm/dd">
                  <c:v>45965</c:v>
                </c:pt>
                <c:pt idx="733" c:formatCode="yyyy/mm/dd">
                  <c:v>45966</c:v>
                </c:pt>
                <c:pt idx="734" c:formatCode="yyyy/mm/dd">
                  <c:v>45967</c:v>
                </c:pt>
                <c:pt idx="735" c:formatCode="yyyy/mm/dd">
                  <c:v>45968</c:v>
                </c:pt>
              </c:numCache>
            </c:numRef>
          </c:cat>
          <c:val>
            <c:numRef>
              <c:f>[320016.OF.xlsx]file!$G$2:$G$737</c:f>
              <c:numCache>
                <c:formatCode>General</c:formatCode>
                <c:ptCount val="736"/>
                <c:pt idx="0">
                  <c:v>1</c:v>
                </c:pt>
                <c:pt idx="1">
                  <c:v>1.0174763693754</c:v>
                </c:pt>
                <c:pt idx="2">
                  <c:v>1.02519170397818</c:v>
                </c:pt>
                <c:pt idx="3">
                  <c:v>1.02457842279519</c:v>
                </c:pt>
                <c:pt idx="4">
                  <c:v>1.02673562863466</c:v>
                </c:pt>
                <c:pt idx="5">
                  <c:v>1.02228397920848</c:v>
                </c:pt>
                <c:pt idx="6">
                  <c:v>1.02180364709313</c:v>
                </c:pt>
                <c:pt idx="7">
                  <c:v>1.01834697133447</c:v>
                </c:pt>
                <c:pt idx="8">
                  <c:v>1.03934863534215</c:v>
                </c:pt>
                <c:pt idx="9">
                  <c:v>1.03534729727412</c:v>
                </c:pt>
                <c:pt idx="10">
                  <c:v>1.04054088827132</c:v>
                </c:pt>
                <c:pt idx="11">
                  <c:v>1.03329301974508</c:v>
                </c:pt>
                <c:pt idx="12">
                  <c:v>1.04081965244541</c:v>
                </c:pt>
                <c:pt idx="13">
                  <c:v>1.02464275298921</c:v>
                </c:pt>
                <c:pt idx="14">
                  <c:v>1.01783661846191</c:v>
                </c:pt>
                <c:pt idx="15">
                  <c:v>1.0233175509924</c:v>
                </c:pt>
                <c:pt idx="16">
                  <c:v>1.00956375551095</c:v>
                </c:pt>
                <c:pt idx="17">
                  <c:v>1.00645875147959</c:v>
                </c:pt>
                <c:pt idx="18">
                  <c:v>1.02401231708782</c:v>
                </c:pt>
                <c:pt idx="19">
                  <c:v>1.02476283601805</c:v>
                </c:pt>
                <c:pt idx="20">
                  <c:v>1.03162043470056</c:v>
                </c:pt>
                <c:pt idx="21">
                  <c:v>1.03970459574906</c:v>
                </c:pt>
                <c:pt idx="22">
                  <c:v>1.04458511313537</c:v>
                </c:pt>
                <c:pt idx="23">
                  <c:v>1.03703274835744</c:v>
                </c:pt>
                <c:pt idx="24">
                  <c:v>1.03799341258813</c:v>
                </c:pt>
                <c:pt idx="25">
                  <c:v>1.0340135179181</c:v>
                </c:pt>
                <c:pt idx="26">
                  <c:v>1.03099857615837</c:v>
                </c:pt>
                <c:pt idx="27">
                  <c:v>1.03023090250974</c:v>
                </c:pt>
                <c:pt idx="28">
                  <c:v>1.02554766438509</c:v>
                </c:pt>
                <c:pt idx="29">
                  <c:v>1.02179506973393</c:v>
                </c:pt>
                <c:pt idx="30">
                  <c:v>1.02826239857273</c:v>
                </c:pt>
                <c:pt idx="31">
                  <c:v>1.01528485409912</c:v>
                </c:pt>
                <c:pt idx="32">
                  <c:v>0.992936544696619</c:v>
                </c:pt>
                <c:pt idx="33">
                  <c:v>0.989432693462337</c:v>
                </c:pt>
                <c:pt idx="34">
                  <c:v>0.980906798414904</c:v>
                </c:pt>
                <c:pt idx="35">
                  <c:v>0.964515464978642</c:v>
                </c:pt>
                <c:pt idx="36">
                  <c:v>0.96000806271765</c:v>
                </c:pt>
                <c:pt idx="37">
                  <c:v>0.980199166280686</c:v>
                </c:pt>
                <c:pt idx="38">
                  <c:v>0.984500711920814</c:v>
                </c:pt>
                <c:pt idx="39">
                  <c:v>0.971686137272057</c:v>
                </c:pt>
                <c:pt idx="40">
                  <c:v>0.966659804779305</c:v>
                </c:pt>
                <c:pt idx="41">
                  <c:v>0.974786852623814</c:v>
                </c:pt>
                <c:pt idx="42">
                  <c:v>0.974786852623814</c:v>
                </c:pt>
                <c:pt idx="43">
                  <c:v>1.00027447549449</c:v>
                </c:pt>
                <c:pt idx="44">
                  <c:v>1.00525792119122</c:v>
                </c:pt>
                <c:pt idx="45">
                  <c:v>1.01009555178152</c:v>
                </c:pt>
                <c:pt idx="46">
                  <c:v>1.00845727617381</c:v>
                </c:pt>
                <c:pt idx="47">
                  <c:v>1.01511330691507</c:v>
                </c:pt>
                <c:pt idx="48">
                  <c:v>1.01374092944264</c:v>
                </c:pt>
                <c:pt idx="49">
                  <c:v>1.00512497212358</c:v>
                </c:pt>
                <c:pt idx="50">
                  <c:v>1.00543804573448</c:v>
                </c:pt>
                <c:pt idx="51">
                  <c:v>1.00595268728664</c:v>
                </c:pt>
                <c:pt idx="52">
                  <c:v>1.01443569553806</c:v>
                </c:pt>
                <c:pt idx="53">
                  <c:v>1.01201259156331</c:v>
                </c:pt>
                <c:pt idx="54">
                  <c:v>1.01654572590191</c:v>
                </c:pt>
                <c:pt idx="55">
                  <c:v>1.02094162249327</c:v>
                </c:pt>
                <c:pt idx="56">
                  <c:v>1.03056970819824</c:v>
                </c:pt>
                <c:pt idx="57">
                  <c:v>1.04845779081536</c:v>
                </c:pt>
                <c:pt idx="58">
                  <c:v>1.0544019007428</c:v>
                </c:pt>
                <c:pt idx="59">
                  <c:v>1.0735251230851</c:v>
                </c:pt>
                <c:pt idx="60">
                  <c:v>1.07668587995128</c:v>
                </c:pt>
                <c:pt idx="61">
                  <c:v>1.07749215171633</c:v>
                </c:pt>
                <c:pt idx="62">
                  <c:v>1.07785668948244</c:v>
                </c:pt>
                <c:pt idx="63">
                  <c:v>1.08736469215858</c:v>
                </c:pt>
                <c:pt idx="64">
                  <c:v>1.08265572195632</c:v>
                </c:pt>
                <c:pt idx="65">
                  <c:v>1.09604926835126</c:v>
                </c:pt>
                <c:pt idx="66">
                  <c:v>1.09386204175458</c:v>
                </c:pt>
                <c:pt idx="67">
                  <c:v>1.10552296159059</c:v>
                </c:pt>
                <c:pt idx="68">
                  <c:v>1.10551867291098</c:v>
                </c:pt>
                <c:pt idx="69">
                  <c:v>1.11035630350128</c:v>
                </c:pt>
                <c:pt idx="70">
                  <c:v>1.08086734256257</c:v>
                </c:pt>
                <c:pt idx="71">
                  <c:v>1.0744772099566</c:v>
                </c:pt>
                <c:pt idx="72">
                  <c:v>1.08726176384815</c:v>
                </c:pt>
                <c:pt idx="73">
                  <c:v>1.09237386993293</c:v>
                </c:pt>
                <c:pt idx="74">
                  <c:v>1.09333453416362</c:v>
                </c:pt>
                <c:pt idx="75">
                  <c:v>1.09055975846156</c:v>
                </c:pt>
                <c:pt idx="76">
                  <c:v>1.08837253186489</c:v>
                </c:pt>
                <c:pt idx="77">
                  <c:v>1.07856003293706</c:v>
                </c:pt>
                <c:pt idx="78">
                  <c:v>1.08897723568868</c:v>
                </c:pt>
                <c:pt idx="79">
                  <c:v>1.09892697236375</c:v>
                </c:pt>
                <c:pt idx="80">
                  <c:v>1.09301288319352</c:v>
                </c:pt>
                <c:pt idx="81">
                  <c:v>1.09138318494502</c:v>
                </c:pt>
                <c:pt idx="82">
                  <c:v>1.09319729641638</c:v>
                </c:pt>
                <c:pt idx="83">
                  <c:v>1.06872609061122</c:v>
                </c:pt>
                <c:pt idx="84">
                  <c:v>1.07879162163553</c:v>
                </c:pt>
                <c:pt idx="85">
                  <c:v>1.08019830854477</c:v>
                </c:pt>
                <c:pt idx="86">
                  <c:v>1.06382412982691</c:v>
                </c:pt>
                <c:pt idx="87">
                  <c:v>1.06581407716192</c:v>
                </c:pt>
                <c:pt idx="88">
                  <c:v>1.05034052116035</c:v>
                </c:pt>
                <c:pt idx="89">
                  <c:v>1.05996860686532</c:v>
                </c:pt>
                <c:pt idx="90">
                  <c:v>1.04137718079358</c:v>
                </c:pt>
                <c:pt idx="91">
                  <c:v>1.04989020980221</c:v>
                </c:pt>
                <c:pt idx="92">
                  <c:v>1.04744137374985</c:v>
                </c:pt>
                <c:pt idx="93">
                  <c:v>1.06490058840684</c:v>
                </c:pt>
                <c:pt idx="94">
                  <c:v>1.07200264182663</c:v>
                </c:pt>
                <c:pt idx="95">
                  <c:v>1.06973393031753</c:v>
                </c:pt>
                <c:pt idx="96">
                  <c:v>1.07307481172697</c:v>
                </c:pt>
                <c:pt idx="97">
                  <c:v>1.07538641003208</c:v>
                </c:pt>
                <c:pt idx="98">
                  <c:v>1.0641329147582</c:v>
                </c:pt>
                <c:pt idx="99">
                  <c:v>1.06001149366133</c:v>
                </c:pt>
                <c:pt idx="100">
                  <c:v>1.05262209870825</c:v>
                </c:pt>
                <c:pt idx="101">
                  <c:v>1.06647453382053</c:v>
                </c:pt>
                <c:pt idx="102">
                  <c:v>1.07822551592816</c:v>
                </c:pt>
                <c:pt idx="103">
                  <c:v>1.06453176196113</c:v>
                </c:pt>
                <c:pt idx="104">
                  <c:v>1.06209579194758</c:v>
                </c:pt>
                <c:pt idx="105">
                  <c:v>1.07380817593879</c:v>
                </c:pt>
                <c:pt idx="106">
                  <c:v>1.05733964626971</c:v>
                </c:pt>
                <c:pt idx="107">
                  <c:v>1.06097215789203</c:v>
                </c:pt>
                <c:pt idx="108">
                  <c:v>1.07332784382344</c:v>
                </c:pt>
                <c:pt idx="109">
                  <c:v>1.06674900931501</c:v>
                </c:pt>
                <c:pt idx="110">
                  <c:v>1.06870035853361</c:v>
                </c:pt>
                <c:pt idx="111">
                  <c:v>1.06555246770624</c:v>
                </c:pt>
                <c:pt idx="112">
                  <c:v>1.05887928224658</c:v>
                </c:pt>
                <c:pt idx="113">
                  <c:v>1.0573267802309</c:v>
                </c:pt>
                <c:pt idx="114">
                  <c:v>1.0547278403925</c:v>
                </c:pt>
                <c:pt idx="115">
                  <c:v>1.02360060384609</c:v>
                </c:pt>
                <c:pt idx="116">
                  <c:v>1.02190657540356</c:v>
                </c:pt>
                <c:pt idx="117">
                  <c:v>0.999781277340333</c:v>
                </c:pt>
                <c:pt idx="118">
                  <c:v>1.01253581047467</c:v>
                </c:pt>
                <c:pt idx="119">
                  <c:v>1.00631293637315</c:v>
                </c:pt>
                <c:pt idx="120">
                  <c:v>1.03064261575146</c:v>
                </c:pt>
                <c:pt idx="121">
                  <c:v>1.03929288250733</c:v>
                </c:pt>
                <c:pt idx="122">
                  <c:v>1.02902149486216</c:v>
                </c:pt>
                <c:pt idx="123">
                  <c:v>1.034982759508</c:v>
                </c:pt>
                <c:pt idx="124">
                  <c:v>1.01609970322337</c:v>
                </c:pt>
                <c:pt idx="125">
                  <c:v>1.0230044773815</c:v>
                </c:pt>
                <c:pt idx="126">
                  <c:v>1.02996500437445</c:v>
                </c:pt>
                <c:pt idx="127">
                  <c:v>1.01802960904397</c:v>
                </c:pt>
                <c:pt idx="128">
                  <c:v>1.02625529651931</c:v>
                </c:pt>
                <c:pt idx="129">
                  <c:v>1.01730911087095</c:v>
                </c:pt>
                <c:pt idx="130">
                  <c:v>1.02922735148303</c:v>
                </c:pt>
                <c:pt idx="131">
                  <c:v>1.03745303895837</c:v>
                </c:pt>
                <c:pt idx="132">
                  <c:v>1.03677542758136</c:v>
                </c:pt>
                <c:pt idx="133">
                  <c:v>1.04089684867823</c:v>
                </c:pt>
                <c:pt idx="134">
                  <c:v>1.02932170243425</c:v>
                </c:pt>
                <c:pt idx="135">
                  <c:v>1.03189919887465</c:v>
                </c:pt>
                <c:pt idx="136">
                  <c:v>1.03170191961299</c:v>
                </c:pt>
                <c:pt idx="137">
                  <c:v>1.03959737875903</c:v>
                </c:pt>
                <c:pt idx="138">
                  <c:v>1.03611068224315</c:v>
                </c:pt>
                <c:pt idx="139">
                  <c:v>1.04360300550666</c:v>
                </c:pt>
                <c:pt idx="140">
                  <c:v>1.04155730533683</c:v>
                </c:pt>
                <c:pt idx="141">
                  <c:v>1.04590173777297</c:v>
                </c:pt>
                <c:pt idx="142">
                  <c:v>1.05186300241882</c:v>
                </c:pt>
                <c:pt idx="143">
                  <c:v>1.0589221690426</c:v>
                </c:pt>
                <c:pt idx="144">
                  <c:v>1.03631225018441</c:v>
                </c:pt>
                <c:pt idx="145">
                  <c:v>1.04406618290361</c:v>
                </c:pt>
                <c:pt idx="146">
                  <c:v>1.0375688333076</c:v>
                </c:pt>
                <c:pt idx="147">
                  <c:v>1.04431063764088</c:v>
                </c:pt>
                <c:pt idx="148">
                  <c:v>1.05332544216287</c:v>
                </c:pt>
                <c:pt idx="149">
                  <c:v>1.05864340486851</c:v>
                </c:pt>
                <c:pt idx="150">
                  <c:v>1.06110081828007</c:v>
                </c:pt>
                <c:pt idx="151">
                  <c:v>1.0637855317105</c:v>
                </c:pt>
                <c:pt idx="152">
                  <c:v>1.07391110424922</c:v>
                </c:pt>
                <c:pt idx="153">
                  <c:v>1.07917331412005</c:v>
                </c:pt>
                <c:pt idx="154">
                  <c:v>1.07570806100218</c:v>
                </c:pt>
                <c:pt idx="155">
                  <c:v>1.05642186883502</c:v>
                </c:pt>
                <c:pt idx="156">
                  <c:v>1.03117012334243</c:v>
                </c:pt>
                <c:pt idx="157">
                  <c:v>1.05104386461496</c:v>
                </c:pt>
                <c:pt idx="158">
                  <c:v>1.04476094899902</c:v>
                </c:pt>
                <c:pt idx="159">
                  <c:v>1.058283155782</c:v>
                </c:pt>
                <c:pt idx="160">
                  <c:v>1.07094762664471</c:v>
                </c:pt>
                <c:pt idx="161">
                  <c:v>1.07126927761481</c:v>
                </c:pt>
                <c:pt idx="162">
                  <c:v>1.07827269140377</c:v>
                </c:pt>
                <c:pt idx="163">
                  <c:v>1.06946803218225</c:v>
                </c:pt>
                <c:pt idx="164">
                  <c:v>1.07032147942292</c:v>
                </c:pt>
                <c:pt idx="165">
                  <c:v>1.06243030895648</c:v>
                </c:pt>
                <c:pt idx="166">
                  <c:v>1.06037174274784</c:v>
                </c:pt>
                <c:pt idx="167">
                  <c:v>1.06823289245707</c:v>
                </c:pt>
                <c:pt idx="168">
                  <c:v>1.05276791381469</c:v>
                </c:pt>
                <c:pt idx="169">
                  <c:v>1.06333093167276</c:v>
                </c:pt>
                <c:pt idx="170">
                  <c:v>1.06438165817508</c:v>
                </c:pt>
                <c:pt idx="171">
                  <c:v>1.06172696550186</c:v>
                </c:pt>
                <c:pt idx="172">
                  <c:v>1.05994287478771</c:v>
                </c:pt>
                <c:pt idx="173">
                  <c:v>1.05753263685177</c:v>
                </c:pt>
                <c:pt idx="174">
                  <c:v>1.04247937145112</c:v>
                </c:pt>
                <c:pt idx="175">
                  <c:v>1.03668536530973</c:v>
                </c:pt>
                <c:pt idx="176">
                  <c:v>1.03798483522893</c:v>
                </c:pt>
                <c:pt idx="177">
                  <c:v>1.05326111196885</c:v>
                </c:pt>
                <c:pt idx="178">
                  <c:v>1.0437230885355</c:v>
                </c:pt>
                <c:pt idx="179">
                  <c:v>1.03536874067212</c:v>
                </c:pt>
                <c:pt idx="180">
                  <c:v>1.03890261266361</c:v>
                </c:pt>
                <c:pt idx="181">
                  <c:v>1.04861218328101</c:v>
                </c:pt>
                <c:pt idx="182">
                  <c:v>1.0453442094248</c:v>
                </c:pt>
                <c:pt idx="183">
                  <c:v>1.04516837356115</c:v>
                </c:pt>
                <c:pt idx="184">
                  <c:v>1.04263376391677</c:v>
                </c:pt>
                <c:pt idx="185">
                  <c:v>1.04547715849244</c:v>
                </c:pt>
                <c:pt idx="186">
                  <c:v>1.04122707700753</c:v>
                </c:pt>
                <c:pt idx="187">
                  <c:v>1.03845230130547</c:v>
                </c:pt>
                <c:pt idx="188">
                  <c:v>1.02631104935412</c:v>
                </c:pt>
                <c:pt idx="189">
                  <c:v>1.02824524385432</c:v>
                </c:pt>
                <c:pt idx="190">
                  <c:v>1.0116480537972</c:v>
                </c:pt>
                <c:pt idx="191">
                  <c:v>1.01901171667267</c:v>
                </c:pt>
                <c:pt idx="192">
                  <c:v>1.01064879145009</c:v>
                </c:pt>
                <c:pt idx="193">
                  <c:v>0.998335992314686</c:v>
                </c:pt>
                <c:pt idx="194">
                  <c:v>1.01362513509341</c:v>
                </c:pt>
                <c:pt idx="195">
                  <c:v>0.995938620417546</c:v>
                </c:pt>
                <c:pt idx="196">
                  <c:v>0.99135402192373</c:v>
                </c:pt>
                <c:pt idx="197">
                  <c:v>0.998631911207178</c:v>
                </c:pt>
                <c:pt idx="198">
                  <c:v>0.981953236237627</c:v>
                </c:pt>
                <c:pt idx="199">
                  <c:v>0.982214845693308</c:v>
                </c:pt>
                <c:pt idx="200">
                  <c:v>0.959459111728681</c:v>
                </c:pt>
                <c:pt idx="201">
                  <c:v>0.967749129398041</c:v>
                </c:pt>
                <c:pt idx="202">
                  <c:v>1.00403135882524</c:v>
                </c:pt>
                <c:pt idx="203">
                  <c:v>1.01332063884171</c:v>
                </c:pt>
                <c:pt idx="204">
                  <c:v>1.00751805534112</c:v>
                </c:pt>
                <c:pt idx="205">
                  <c:v>1.00682757792531</c:v>
                </c:pt>
                <c:pt idx="206">
                  <c:v>1.02049131113513</c:v>
                </c:pt>
                <c:pt idx="207">
                  <c:v>1.01633129192184</c:v>
                </c:pt>
                <c:pt idx="208">
                  <c:v>1.02275144528503</c:v>
                </c:pt>
                <c:pt idx="209">
                  <c:v>1.00497057965793</c:v>
                </c:pt>
                <c:pt idx="210">
                  <c:v>1.00828572898976</c:v>
                </c:pt>
                <c:pt idx="211">
                  <c:v>1.01886590156623</c:v>
                </c:pt>
                <c:pt idx="212">
                  <c:v>1.01886590156623</c:v>
                </c:pt>
                <c:pt idx="213">
                  <c:v>1.00578971746179</c:v>
                </c:pt>
                <c:pt idx="214">
                  <c:v>0.996646252551765</c:v>
                </c:pt>
                <c:pt idx="215">
                  <c:v>0.998130135693823</c:v>
                </c:pt>
                <c:pt idx="216">
                  <c:v>1.00412570977647</c:v>
                </c:pt>
                <c:pt idx="217">
                  <c:v>0.991221072856089</c:v>
                </c:pt>
                <c:pt idx="218">
                  <c:v>0.98264371365344</c:v>
                </c:pt>
                <c:pt idx="219">
                  <c:v>0.976159230096238</c:v>
                </c:pt>
                <c:pt idx="220">
                  <c:v>0.997551163947644</c:v>
                </c:pt>
                <c:pt idx="221">
                  <c:v>0.99511090525449</c:v>
                </c:pt>
                <c:pt idx="222">
                  <c:v>0.99219460312559</c:v>
                </c:pt>
                <c:pt idx="223">
                  <c:v>0.996213095912031</c:v>
                </c:pt>
                <c:pt idx="224">
                  <c:v>1.00962808570497</c:v>
                </c:pt>
                <c:pt idx="225">
                  <c:v>1.00962808570497</c:v>
                </c:pt>
                <c:pt idx="226">
                  <c:v>1.00659170054724</c:v>
                </c:pt>
                <c:pt idx="227">
                  <c:v>1.00677611377009</c:v>
                </c:pt>
                <c:pt idx="228">
                  <c:v>1.01026709896557</c:v>
                </c:pt>
                <c:pt idx="229">
                  <c:v>1.01483454274098</c:v>
                </c:pt>
                <c:pt idx="230">
                  <c:v>1.00997975743228</c:v>
                </c:pt>
                <c:pt idx="231">
                  <c:v>1.00425008148491</c:v>
                </c:pt>
                <c:pt idx="232">
                  <c:v>1.00125658312319</c:v>
                </c:pt>
                <c:pt idx="233">
                  <c:v>0.982034721150052</c:v>
                </c:pt>
                <c:pt idx="234">
                  <c:v>0.972689688298767</c:v>
                </c:pt>
                <c:pt idx="235">
                  <c:v>0.959677834388349</c:v>
                </c:pt>
                <c:pt idx="236">
                  <c:v>0.936416036230765</c:v>
                </c:pt>
                <c:pt idx="237">
                  <c:v>0.960810045803098</c:v>
                </c:pt>
                <c:pt idx="238">
                  <c:v>0.977823237781552</c:v>
                </c:pt>
                <c:pt idx="239">
                  <c:v>0.982592249498225</c:v>
                </c:pt>
                <c:pt idx="240">
                  <c:v>0.9938457447721</c:v>
                </c:pt>
                <c:pt idx="241">
                  <c:v>1.00820424407733</c:v>
                </c:pt>
                <c:pt idx="242">
                  <c:v>1.00214862848026</c:v>
                </c:pt>
                <c:pt idx="243">
                  <c:v>1.00503062117235</c:v>
                </c:pt>
                <c:pt idx="244">
                  <c:v>0.993725661743263</c:v>
                </c:pt>
                <c:pt idx="245">
                  <c:v>1.00668605149846</c:v>
                </c:pt>
                <c:pt idx="246">
                  <c:v>1.03097284408076</c:v>
                </c:pt>
                <c:pt idx="247">
                  <c:v>1.04090113735783</c:v>
                </c:pt>
                <c:pt idx="248">
                  <c:v>1.04602182080181</c:v>
                </c:pt>
                <c:pt idx="249">
                  <c:v>1.03739299744395</c:v>
                </c:pt>
                <c:pt idx="250">
                  <c:v>1.0346525311787</c:v>
                </c:pt>
                <c:pt idx="251">
                  <c:v>1.04755716809909</c:v>
                </c:pt>
                <c:pt idx="252">
                  <c:v>1.05597155747688</c:v>
                </c:pt>
                <c:pt idx="253">
                  <c:v>1.06284202219821</c:v>
                </c:pt>
                <c:pt idx="254">
                  <c:v>1.05706088209562</c:v>
                </c:pt>
                <c:pt idx="255">
                  <c:v>1.06762818863328</c:v>
                </c:pt>
                <c:pt idx="256">
                  <c:v>1.07881735371314</c:v>
                </c:pt>
                <c:pt idx="257">
                  <c:v>1.07147084555607</c:v>
                </c:pt>
                <c:pt idx="258">
                  <c:v>1.0602473710394</c:v>
                </c:pt>
                <c:pt idx="259">
                  <c:v>1.06949376425986</c:v>
                </c:pt>
                <c:pt idx="260">
                  <c:v>1.05600157823409</c:v>
                </c:pt>
                <c:pt idx="261">
                  <c:v>1.05678211792153</c:v>
                </c:pt>
                <c:pt idx="262">
                  <c:v>1.06433448269947</c:v>
                </c:pt>
                <c:pt idx="263">
                  <c:v>1.05881924073216</c:v>
                </c:pt>
                <c:pt idx="264">
                  <c:v>1.05230473641775</c:v>
                </c:pt>
                <c:pt idx="265">
                  <c:v>1.0625032165097</c:v>
                </c:pt>
                <c:pt idx="266">
                  <c:v>1.06417151287462</c:v>
                </c:pt>
                <c:pt idx="267">
                  <c:v>1.04410049234042</c:v>
                </c:pt>
                <c:pt idx="268">
                  <c:v>1.04933268145403</c:v>
                </c:pt>
                <c:pt idx="269">
                  <c:v>1.04616334722866</c:v>
                </c:pt>
                <c:pt idx="270">
                  <c:v>1.03550597841936</c:v>
                </c:pt>
                <c:pt idx="271">
                  <c:v>1.04658363782959</c:v>
                </c:pt>
                <c:pt idx="272">
                  <c:v>1.0521374779133</c:v>
                </c:pt>
                <c:pt idx="273">
                  <c:v>1.04773300396274</c:v>
                </c:pt>
                <c:pt idx="274">
                  <c:v>1.04374453193351</c:v>
                </c:pt>
                <c:pt idx="275">
                  <c:v>1.0382078465682</c:v>
                </c:pt>
                <c:pt idx="276">
                  <c:v>1.02351911893366</c:v>
                </c:pt>
                <c:pt idx="277">
                  <c:v>1.02603657385964</c:v>
                </c:pt>
                <c:pt idx="278">
                  <c:v>1.01340641243374</c:v>
                </c:pt>
                <c:pt idx="279">
                  <c:v>1.02080867342563</c:v>
                </c:pt>
                <c:pt idx="280">
                  <c:v>1.00235877378073</c:v>
                </c:pt>
                <c:pt idx="281">
                  <c:v>0.999828452815947</c:v>
                </c:pt>
                <c:pt idx="282">
                  <c:v>0.984667970425265</c:v>
                </c:pt>
                <c:pt idx="283">
                  <c:v>0.992863637143396</c:v>
                </c:pt>
                <c:pt idx="284">
                  <c:v>1.00952515739454</c:v>
                </c:pt>
                <c:pt idx="285">
                  <c:v>1.02905580429897</c:v>
                </c:pt>
                <c:pt idx="286">
                  <c:v>1.02905580429897</c:v>
                </c:pt>
                <c:pt idx="287">
                  <c:v>1.03015370627691</c:v>
                </c:pt>
                <c:pt idx="288">
                  <c:v>1.02465561902801</c:v>
                </c:pt>
                <c:pt idx="289">
                  <c:v>1.02156348103546</c:v>
                </c:pt>
                <c:pt idx="290">
                  <c:v>1.00135093407442</c:v>
                </c:pt>
                <c:pt idx="291">
                  <c:v>0.982446434391779</c:v>
                </c:pt>
                <c:pt idx="292">
                  <c:v>0.988523493386856</c:v>
                </c:pt>
                <c:pt idx="293">
                  <c:v>0.975498773437634</c:v>
                </c:pt>
                <c:pt idx="294">
                  <c:v>0.994733501449574</c:v>
                </c:pt>
                <c:pt idx="295">
                  <c:v>0.984899559123737</c:v>
                </c:pt>
                <c:pt idx="296">
                  <c:v>0.983514315612509</c:v>
                </c:pt>
                <c:pt idx="297">
                  <c:v>0.978209218945671</c:v>
                </c:pt>
                <c:pt idx="298">
                  <c:v>0.952966050812276</c:v>
                </c:pt>
                <c:pt idx="299">
                  <c:v>0.945739625684044</c:v>
                </c:pt>
                <c:pt idx="300">
                  <c:v>0.931852881134956</c:v>
                </c:pt>
                <c:pt idx="301">
                  <c:v>0.87422160465236</c:v>
                </c:pt>
                <c:pt idx="302">
                  <c:v>0.876421697287839</c:v>
                </c:pt>
                <c:pt idx="303">
                  <c:v>0.888991817199321</c:v>
                </c:pt>
                <c:pt idx="304">
                  <c:v>0.922091846362342</c:v>
                </c:pt>
                <c:pt idx="305">
                  <c:v>0.918699500797694</c:v>
                </c:pt>
                <c:pt idx="306">
                  <c:v>0.8866587754962</c:v>
                </c:pt>
                <c:pt idx="307">
                  <c:v>0.858409242962277</c:v>
                </c:pt>
                <c:pt idx="308">
                  <c:v>0.813288044876743</c:v>
                </c:pt>
                <c:pt idx="309">
                  <c:v>0.800271902286724</c:v>
                </c:pt>
                <c:pt idx="310">
                  <c:v>0.764500025732078</c:v>
                </c:pt>
                <c:pt idx="311">
                  <c:v>0.69193556687767</c:v>
                </c:pt>
                <c:pt idx="312">
                  <c:v>0.705899507659582</c:v>
                </c:pt>
                <c:pt idx="313">
                  <c:v>0.686111539979071</c:v>
                </c:pt>
                <c:pt idx="314">
                  <c:v>0.746174497795619</c:v>
                </c:pt>
                <c:pt idx="315">
                  <c:v>0.7788199269209</c:v>
                </c:pt>
                <c:pt idx="316">
                  <c:v>0.790146329747997</c:v>
                </c:pt>
                <c:pt idx="317">
                  <c:v>0.801219700478617</c:v>
                </c:pt>
                <c:pt idx="318">
                  <c:v>0.821676702176934</c:v>
                </c:pt>
                <c:pt idx="319">
                  <c:v>0.848253649666341</c:v>
                </c:pt>
                <c:pt idx="320">
                  <c:v>0.863062460329714</c:v>
                </c:pt>
                <c:pt idx="321">
                  <c:v>0.888507196404371</c:v>
                </c:pt>
                <c:pt idx="322">
                  <c:v>0.827749472492409</c:v>
                </c:pt>
                <c:pt idx="323">
                  <c:v>0.861878784759748</c:v>
                </c:pt>
                <c:pt idx="324">
                  <c:v>0.875070763213422</c:v>
                </c:pt>
                <c:pt idx="325">
                  <c:v>0.881855454342717</c:v>
                </c:pt>
                <c:pt idx="326">
                  <c:v>0.86719674746539</c:v>
                </c:pt>
                <c:pt idx="327">
                  <c:v>0.87768685777023</c:v>
                </c:pt>
                <c:pt idx="328">
                  <c:v>0.869246736314823</c:v>
                </c:pt>
                <c:pt idx="329">
                  <c:v>0.8805045202683</c:v>
                </c:pt>
                <c:pt idx="330">
                  <c:v>0.898156725507351</c:v>
                </c:pt>
                <c:pt idx="331">
                  <c:v>0.909697562314515</c:v>
                </c:pt>
                <c:pt idx="332">
                  <c:v>0.91330863053883</c:v>
                </c:pt>
                <c:pt idx="333">
                  <c:v>0.906862745098039</c:v>
                </c:pt>
                <c:pt idx="334">
                  <c:v>0.919574391436365</c:v>
                </c:pt>
                <c:pt idx="335">
                  <c:v>0.939499596864118</c:v>
                </c:pt>
                <c:pt idx="336">
                  <c:v>0.937312370267442</c:v>
                </c:pt>
                <c:pt idx="337">
                  <c:v>0.949294941073542</c:v>
                </c:pt>
                <c:pt idx="338">
                  <c:v>0.951829550717925</c:v>
                </c:pt>
                <c:pt idx="339">
                  <c:v>0.940786200744515</c:v>
                </c:pt>
                <c:pt idx="340">
                  <c:v>0.914505172147599</c:v>
                </c:pt>
                <c:pt idx="341">
                  <c:v>0.912849741821488</c:v>
                </c:pt>
                <c:pt idx="342">
                  <c:v>0.879878373046507</c:v>
                </c:pt>
                <c:pt idx="343">
                  <c:v>0.903573327843824</c:v>
                </c:pt>
                <c:pt idx="344">
                  <c:v>0.915384351465871</c:v>
                </c:pt>
                <c:pt idx="345">
                  <c:v>0.915384351465871</c:v>
                </c:pt>
                <c:pt idx="346">
                  <c:v>0.934181634158475</c:v>
                </c:pt>
                <c:pt idx="347">
                  <c:v>0.930064501741204</c:v>
                </c:pt>
                <c:pt idx="348">
                  <c:v>0.9200118367557</c:v>
                </c:pt>
                <c:pt idx="349">
                  <c:v>0.899336112397715</c:v>
                </c:pt>
                <c:pt idx="350">
                  <c:v>0.911588870018699</c:v>
                </c:pt>
                <c:pt idx="351">
                  <c:v>0.890278421079718</c:v>
                </c:pt>
                <c:pt idx="352">
                  <c:v>0.892281234453537</c:v>
                </c:pt>
                <c:pt idx="353">
                  <c:v>0.885878235808759</c:v>
                </c:pt>
                <c:pt idx="354">
                  <c:v>0.849814729041223</c:v>
                </c:pt>
                <c:pt idx="355">
                  <c:v>0.788984097576038</c:v>
                </c:pt>
                <c:pt idx="356">
                  <c:v>0.841494690614654</c:v>
                </c:pt>
                <c:pt idx="357">
                  <c:v>0.840238107491466</c:v>
                </c:pt>
                <c:pt idx="358">
                  <c:v>0.836832895888014</c:v>
                </c:pt>
                <c:pt idx="359">
                  <c:v>0.830099668913935</c:v>
                </c:pt>
                <c:pt idx="360">
                  <c:v>0.836090954316985</c:v>
                </c:pt>
                <c:pt idx="361">
                  <c:v>0.855029763436433</c:v>
                </c:pt>
                <c:pt idx="362">
                  <c:v>0.857212701353507</c:v>
                </c:pt>
                <c:pt idx="363">
                  <c:v>0.870353215651965</c:v>
                </c:pt>
                <c:pt idx="364">
                  <c:v>0.893902355342837</c:v>
                </c:pt>
                <c:pt idx="365">
                  <c:v>0.888588681316796</c:v>
                </c:pt>
                <c:pt idx="366">
                  <c:v>0.906789837544817</c:v>
                </c:pt>
                <c:pt idx="367">
                  <c:v>0.912643885200625</c:v>
                </c:pt>
                <c:pt idx="368">
                  <c:v>0.900515499288079</c:v>
                </c:pt>
                <c:pt idx="369">
                  <c:v>0.911005609592919</c:v>
                </c:pt>
                <c:pt idx="370">
                  <c:v>0.900759954025355</c:v>
                </c:pt>
                <c:pt idx="371">
                  <c:v>0.885324996140188</c:v>
                </c:pt>
                <c:pt idx="372">
                  <c:v>0.892804453364898</c:v>
                </c:pt>
                <c:pt idx="373">
                  <c:v>0.885170603674541</c:v>
                </c:pt>
                <c:pt idx="374">
                  <c:v>0.889056147393341</c:v>
                </c:pt>
                <c:pt idx="375">
                  <c:v>0.898495531195855</c:v>
                </c:pt>
                <c:pt idx="376">
                  <c:v>0.902839963631997</c:v>
                </c:pt>
                <c:pt idx="377">
                  <c:v>0.893863757226425</c:v>
                </c:pt>
                <c:pt idx="378">
                  <c:v>0.897380474499511</c:v>
                </c:pt>
                <c:pt idx="379">
                  <c:v>0.877806940799067</c:v>
                </c:pt>
                <c:pt idx="380">
                  <c:v>0.868899353267116</c:v>
                </c:pt>
                <c:pt idx="381">
                  <c:v>0.873805602731031</c:v>
                </c:pt>
                <c:pt idx="382">
                  <c:v>0.866510558729179</c:v>
                </c:pt>
                <c:pt idx="383">
                  <c:v>0.867942977716021</c:v>
                </c:pt>
                <c:pt idx="384">
                  <c:v>0.861501380954832</c:v>
                </c:pt>
                <c:pt idx="385">
                  <c:v>0.869010858936751</c:v>
                </c:pt>
                <c:pt idx="386">
                  <c:v>0.852490865112449</c:v>
                </c:pt>
                <c:pt idx="387">
                  <c:v>0.844037877618239</c:v>
                </c:pt>
                <c:pt idx="388">
                  <c:v>0.825553668536531</c:v>
                </c:pt>
                <c:pt idx="389">
                  <c:v>0.793187003585336</c:v>
                </c:pt>
                <c:pt idx="390">
                  <c:v>0.807682740637813</c:v>
                </c:pt>
                <c:pt idx="391">
                  <c:v>0.813969944933354</c:v>
                </c:pt>
                <c:pt idx="392">
                  <c:v>0.826827406378124</c:v>
                </c:pt>
                <c:pt idx="393">
                  <c:v>0.822873243785703</c:v>
                </c:pt>
                <c:pt idx="394">
                  <c:v>0.824382859005369</c:v>
                </c:pt>
                <c:pt idx="395">
                  <c:v>0.820814677577068</c:v>
                </c:pt>
                <c:pt idx="396">
                  <c:v>0.833299023896523</c:v>
                </c:pt>
                <c:pt idx="397">
                  <c:v>0.828684404645498</c:v>
                </c:pt>
                <c:pt idx="398">
                  <c:v>0.809303861527113</c:v>
                </c:pt>
                <c:pt idx="399">
                  <c:v>0.808373218053626</c:v>
                </c:pt>
                <c:pt idx="400">
                  <c:v>0.7759079134716</c:v>
                </c:pt>
                <c:pt idx="401">
                  <c:v>0.776658432401832</c:v>
                </c:pt>
                <c:pt idx="402">
                  <c:v>0.799894498481807</c:v>
                </c:pt>
                <c:pt idx="403">
                  <c:v>0.783601804676376</c:v>
                </c:pt>
                <c:pt idx="404">
                  <c:v>0.789477295730191</c:v>
                </c:pt>
                <c:pt idx="405">
                  <c:v>0.789477295730191</c:v>
                </c:pt>
                <c:pt idx="406">
                  <c:v>0.795700169831712</c:v>
                </c:pt>
                <c:pt idx="407">
                  <c:v>0.796420668004735</c:v>
                </c:pt>
                <c:pt idx="408">
                  <c:v>0.7869169540082</c:v>
                </c:pt>
                <c:pt idx="409">
                  <c:v>0.765271988060316</c:v>
                </c:pt>
                <c:pt idx="410">
                  <c:v>0.773369015147616</c:v>
                </c:pt>
                <c:pt idx="411">
                  <c:v>0.751209407647573</c:v>
                </c:pt>
                <c:pt idx="412">
                  <c:v>0.766575746659119</c:v>
                </c:pt>
                <c:pt idx="413">
                  <c:v>0.76062305937248</c:v>
                </c:pt>
                <c:pt idx="414">
                  <c:v>0.786209321873982</c:v>
                </c:pt>
                <c:pt idx="415">
                  <c:v>0.782190829087541</c:v>
                </c:pt>
                <c:pt idx="416">
                  <c:v>0.768720086459781</c:v>
                </c:pt>
                <c:pt idx="417">
                  <c:v>0.769500626147222</c:v>
                </c:pt>
                <c:pt idx="418">
                  <c:v>0.756214296742319</c:v>
                </c:pt>
                <c:pt idx="419">
                  <c:v>0.75492340418232</c:v>
                </c:pt>
                <c:pt idx="420">
                  <c:v>0.75916490830803</c:v>
                </c:pt>
                <c:pt idx="421">
                  <c:v>0.763492186025766</c:v>
                </c:pt>
                <c:pt idx="422">
                  <c:v>0.748649065925583</c:v>
                </c:pt>
                <c:pt idx="423">
                  <c:v>0.735885955432042</c:v>
                </c:pt>
                <c:pt idx="424">
                  <c:v>0.738888031152969</c:v>
                </c:pt>
                <c:pt idx="425">
                  <c:v>0.752903436090097</c:v>
                </c:pt>
                <c:pt idx="426">
                  <c:v>0.756407287324379</c:v>
                </c:pt>
                <c:pt idx="427">
                  <c:v>0.761785291544439</c:v>
                </c:pt>
                <c:pt idx="428">
                  <c:v>0.788169248451787</c:v>
                </c:pt>
                <c:pt idx="429">
                  <c:v>0.790643816581751</c:v>
                </c:pt>
                <c:pt idx="430">
                  <c:v>0.780067932684885</c:v>
                </c:pt>
                <c:pt idx="431">
                  <c:v>0.758178511999726</c:v>
                </c:pt>
                <c:pt idx="432">
                  <c:v>0.773480520817251</c:v>
                </c:pt>
                <c:pt idx="433">
                  <c:v>0.775058754910538</c:v>
                </c:pt>
                <c:pt idx="434">
                  <c:v>0.770229701679447</c:v>
                </c:pt>
                <c:pt idx="435">
                  <c:v>0.765109018235466</c:v>
                </c:pt>
                <c:pt idx="436">
                  <c:v>0.75789974782564</c:v>
                </c:pt>
                <c:pt idx="437">
                  <c:v>0.763509340744172</c:v>
                </c:pt>
                <c:pt idx="438">
                  <c:v>0.761588012282778</c:v>
                </c:pt>
                <c:pt idx="439">
                  <c:v>0.76952635822483</c:v>
                </c:pt>
                <c:pt idx="440">
                  <c:v>0.767969567529549</c:v>
                </c:pt>
                <c:pt idx="441">
                  <c:v>0.763728063403839</c:v>
                </c:pt>
                <c:pt idx="442">
                  <c:v>0.75051893023176</c:v>
                </c:pt>
                <c:pt idx="443">
                  <c:v>0.749292367865782</c:v>
                </c:pt>
                <c:pt idx="444">
                  <c:v>0.736100389412108</c:v>
                </c:pt>
                <c:pt idx="445">
                  <c:v>0.732266309848524</c:v>
                </c:pt>
                <c:pt idx="446">
                  <c:v>0.740757895459146</c:v>
                </c:pt>
                <c:pt idx="447">
                  <c:v>0.727261420753778</c:v>
                </c:pt>
                <c:pt idx="448">
                  <c:v>0.730803870104472</c:v>
                </c:pt>
                <c:pt idx="449">
                  <c:v>0.742507676736486</c:v>
                </c:pt>
                <c:pt idx="450">
                  <c:v>0.758401523338994</c:v>
                </c:pt>
                <c:pt idx="451">
                  <c:v>0.746101590242396</c:v>
                </c:pt>
                <c:pt idx="452">
                  <c:v>0.754078534300859</c:v>
                </c:pt>
                <c:pt idx="453">
                  <c:v>0.748919252740466</c:v>
                </c:pt>
                <c:pt idx="454">
                  <c:v>0.756788979808896</c:v>
                </c:pt>
                <c:pt idx="455">
                  <c:v>0.742186025766387</c:v>
                </c:pt>
                <c:pt idx="456">
                  <c:v>0.740513440721871</c:v>
                </c:pt>
                <c:pt idx="457">
                  <c:v>0.745128059972896</c:v>
                </c:pt>
                <c:pt idx="458">
                  <c:v>0.73937694062752</c:v>
                </c:pt>
                <c:pt idx="459">
                  <c:v>0.738390544319215</c:v>
                </c:pt>
                <c:pt idx="460">
                  <c:v>0.727257132074177</c:v>
                </c:pt>
                <c:pt idx="461">
                  <c:v>0.722608203386341</c:v>
                </c:pt>
                <c:pt idx="462">
                  <c:v>0.739977355771705</c:v>
                </c:pt>
                <c:pt idx="463">
                  <c:v>0.739068155696224</c:v>
                </c:pt>
                <c:pt idx="464">
                  <c:v>0.741684250253032</c:v>
                </c:pt>
                <c:pt idx="465">
                  <c:v>0.765276276739917</c:v>
                </c:pt>
                <c:pt idx="466">
                  <c:v>0.774840032250871</c:v>
                </c:pt>
                <c:pt idx="467">
                  <c:v>0.798376305902939</c:v>
                </c:pt>
                <c:pt idx="468">
                  <c:v>0.836296810937849</c:v>
                </c:pt>
                <c:pt idx="469">
                  <c:v>0.929000909200076</c:v>
                </c:pt>
                <c:pt idx="470">
                  <c:v>1.00953802343335</c:v>
                </c:pt>
                <c:pt idx="471">
                  <c:v>0.915015525020157</c:v>
                </c:pt>
                <c:pt idx="472">
                  <c:v>0.914033417391454</c:v>
                </c:pt>
                <c:pt idx="473">
                  <c:v>0.877596795498602</c:v>
                </c:pt>
                <c:pt idx="474">
                  <c:v>0.909731871751325</c:v>
                </c:pt>
                <c:pt idx="475">
                  <c:v>0.899087368980838</c:v>
                </c:pt>
                <c:pt idx="476">
                  <c:v>0.904070814677577</c:v>
                </c:pt>
                <c:pt idx="477">
                  <c:v>0.90330314102894</c:v>
                </c:pt>
                <c:pt idx="478">
                  <c:v>0.930969413137083</c:v>
                </c:pt>
                <c:pt idx="479">
                  <c:v>0.954604326419982</c:v>
                </c:pt>
                <c:pt idx="480">
                  <c:v>0.962937230885355</c:v>
                </c:pt>
                <c:pt idx="481">
                  <c:v>0.963426140359906</c:v>
                </c:pt>
                <c:pt idx="482">
                  <c:v>0.96279141577891</c:v>
                </c:pt>
                <c:pt idx="483">
                  <c:v>0.98565436673357</c:v>
                </c:pt>
                <c:pt idx="484">
                  <c:v>1.01494604841062</c:v>
                </c:pt>
                <c:pt idx="485">
                  <c:v>0.995544061894224</c:v>
                </c:pt>
                <c:pt idx="486">
                  <c:v>1.00104643782272</c:v>
                </c:pt>
                <c:pt idx="487">
                  <c:v>1.0194191412348</c:v>
                </c:pt>
                <c:pt idx="488">
                  <c:v>0.975490196078432</c:v>
                </c:pt>
                <c:pt idx="489">
                  <c:v>0.995436844904191</c:v>
                </c:pt>
                <c:pt idx="490">
                  <c:v>1.02718165131319</c:v>
                </c:pt>
                <c:pt idx="491">
                  <c:v>1.03639802377644</c:v>
                </c:pt>
                <c:pt idx="492">
                  <c:v>1.06061190880552</c:v>
                </c:pt>
                <c:pt idx="493">
                  <c:v>1.06450174120392</c:v>
                </c:pt>
                <c:pt idx="494">
                  <c:v>1.08829104695246</c:v>
                </c:pt>
                <c:pt idx="495">
                  <c:v>1.07535210059527</c:v>
                </c:pt>
                <c:pt idx="496">
                  <c:v>1.07595680441906</c:v>
                </c:pt>
                <c:pt idx="497">
                  <c:v>1.04239788653869</c:v>
                </c:pt>
                <c:pt idx="498">
                  <c:v>1.01984800919493</c:v>
                </c:pt>
                <c:pt idx="499">
                  <c:v>0.98973290103443</c:v>
                </c:pt>
                <c:pt idx="500">
                  <c:v>1.02059423944556</c:v>
                </c:pt>
                <c:pt idx="501">
                  <c:v>1.0485821625238</c:v>
                </c:pt>
                <c:pt idx="502">
                  <c:v>1.05238622133018</c:v>
                </c:pt>
                <c:pt idx="503">
                  <c:v>1.01690597498842</c:v>
                </c:pt>
                <c:pt idx="504">
                  <c:v>1.03264971780488</c:v>
                </c:pt>
                <c:pt idx="505">
                  <c:v>1.01968503937008</c:v>
                </c:pt>
                <c:pt idx="506">
                  <c:v>1.0372514710171</c:v>
                </c:pt>
                <c:pt idx="507">
                  <c:v>1.0411155713379</c:v>
                </c:pt>
                <c:pt idx="508">
                  <c:v>1.05978848232206</c:v>
                </c:pt>
                <c:pt idx="509">
                  <c:v>1.08579503542449</c:v>
                </c:pt>
                <c:pt idx="510">
                  <c:v>1.08954334139605</c:v>
                </c:pt>
                <c:pt idx="511">
                  <c:v>1.07421131182132</c:v>
                </c:pt>
                <c:pt idx="512">
                  <c:v>1.09250681900057</c:v>
                </c:pt>
                <c:pt idx="513">
                  <c:v>1.10248228775325</c:v>
                </c:pt>
                <c:pt idx="514">
                  <c:v>1.10077968195152</c:v>
                </c:pt>
                <c:pt idx="515">
                  <c:v>1.11178443380852</c:v>
                </c:pt>
                <c:pt idx="516">
                  <c:v>1.13031581836584</c:v>
                </c:pt>
                <c:pt idx="517">
                  <c:v>1.14241418352118</c:v>
                </c:pt>
                <c:pt idx="518">
                  <c:v>1.12441459523442</c:v>
                </c:pt>
                <c:pt idx="519">
                  <c:v>1.11609884548745</c:v>
                </c:pt>
                <c:pt idx="520">
                  <c:v>1.06677045271302</c:v>
                </c:pt>
                <c:pt idx="521">
                  <c:v>1.07569090628377</c:v>
                </c:pt>
                <c:pt idx="522">
                  <c:v>1.07744497624072</c:v>
                </c:pt>
                <c:pt idx="523">
                  <c:v>1.09181634158475</c:v>
                </c:pt>
                <c:pt idx="524">
                  <c:v>1.03856809565471</c:v>
                </c:pt>
                <c:pt idx="525">
                  <c:v>1.04898958708593</c:v>
                </c:pt>
                <c:pt idx="526">
                  <c:v>1.02454411335838</c:v>
                </c:pt>
                <c:pt idx="527">
                  <c:v>1.04200332801537</c:v>
                </c:pt>
                <c:pt idx="528">
                  <c:v>1.04964575506493</c:v>
                </c:pt>
                <c:pt idx="529">
                  <c:v>1.03753023519119</c:v>
                </c:pt>
                <c:pt idx="530">
                  <c:v>1.00702914586657</c:v>
                </c:pt>
                <c:pt idx="531">
                  <c:v>0.992314686154427</c:v>
                </c:pt>
                <c:pt idx="532">
                  <c:v>0.948257080610022</c:v>
                </c:pt>
                <c:pt idx="533">
                  <c:v>0.940280136551559</c:v>
                </c:pt>
                <c:pt idx="534">
                  <c:v>0.967830614310466</c:v>
                </c:pt>
                <c:pt idx="535">
                  <c:v>0.970965639099034</c:v>
                </c:pt>
                <c:pt idx="536">
                  <c:v>0.976219271610657</c:v>
                </c:pt>
                <c:pt idx="537">
                  <c:v>0.946472989895871</c:v>
                </c:pt>
                <c:pt idx="538">
                  <c:v>0.946237112517798</c:v>
                </c:pt>
                <c:pt idx="539">
                  <c:v>0.997023656356681</c:v>
                </c:pt>
                <c:pt idx="540">
                  <c:v>0.99413737498499</c:v>
                </c:pt>
                <c:pt idx="541">
                  <c:v>1.00146243974405</c:v>
                </c:pt>
                <c:pt idx="542">
                  <c:v>1.00040313588252</c:v>
                </c:pt>
                <c:pt idx="543">
                  <c:v>1.01245861424185</c:v>
                </c:pt>
                <c:pt idx="544">
                  <c:v>1.01452146913008</c:v>
                </c:pt>
                <c:pt idx="545">
                  <c:v>1.00113221141475</c:v>
                </c:pt>
                <c:pt idx="546">
                  <c:v>0.99857615837236</c:v>
                </c:pt>
                <c:pt idx="547">
                  <c:v>1.01307189542484</c:v>
                </c:pt>
                <c:pt idx="548">
                  <c:v>0.996183075154822</c:v>
                </c:pt>
                <c:pt idx="549">
                  <c:v>1.01001406686909</c:v>
                </c:pt>
                <c:pt idx="550">
                  <c:v>1.03855951829551</c:v>
                </c:pt>
                <c:pt idx="551">
                  <c:v>1.05437187998559</c:v>
                </c:pt>
                <c:pt idx="552">
                  <c:v>1.07766369890038</c:v>
                </c:pt>
                <c:pt idx="553">
                  <c:v>1.07459300430583</c:v>
                </c:pt>
                <c:pt idx="554">
                  <c:v>1.08865987339818</c:v>
                </c:pt>
                <c:pt idx="555">
                  <c:v>1.0767373441065</c:v>
                </c:pt>
                <c:pt idx="556">
                  <c:v>1.07502187226597</c:v>
                </c:pt>
                <c:pt idx="557">
                  <c:v>1.09420513612269</c:v>
                </c:pt>
                <c:pt idx="558">
                  <c:v>1.06331806563395</c:v>
                </c:pt>
                <c:pt idx="559">
                  <c:v>1.09479268522807</c:v>
                </c:pt>
                <c:pt idx="560">
                  <c:v>1.10839637692347</c:v>
                </c:pt>
                <c:pt idx="561">
                  <c:v>1.12263479319987</c:v>
                </c:pt>
                <c:pt idx="562">
                  <c:v>1.12465476129209</c:v>
                </c:pt>
                <c:pt idx="563">
                  <c:v>1.12349681779974</c:v>
                </c:pt>
                <c:pt idx="564">
                  <c:v>1.14128197210643</c:v>
                </c:pt>
                <c:pt idx="565">
                  <c:v>1.13791535861939</c:v>
                </c:pt>
                <c:pt idx="566">
                  <c:v>1.09054689242276</c:v>
                </c:pt>
                <c:pt idx="567">
                  <c:v>1.09251968503937</c:v>
                </c:pt>
                <c:pt idx="568">
                  <c:v>1.10948570154221</c:v>
                </c:pt>
                <c:pt idx="569">
                  <c:v>1.11761274938672</c:v>
                </c:pt>
                <c:pt idx="570">
                  <c:v>1.14064724752543</c:v>
                </c:pt>
                <c:pt idx="571">
                  <c:v>1.1340555469782</c:v>
                </c:pt>
                <c:pt idx="572">
                  <c:v>1.13849433036557</c:v>
                </c:pt>
                <c:pt idx="573">
                  <c:v>1.14179661365859</c:v>
                </c:pt>
                <c:pt idx="574">
                  <c:v>1.15017669359957</c:v>
                </c:pt>
                <c:pt idx="575">
                  <c:v>1.12902492580584</c:v>
                </c:pt>
                <c:pt idx="576">
                  <c:v>1.1492889369221</c:v>
                </c:pt>
                <c:pt idx="577">
                  <c:v>1.15825227728887</c:v>
                </c:pt>
                <c:pt idx="578">
                  <c:v>1.16519136088381</c:v>
                </c:pt>
                <c:pt idx="579">
                  <c:v>1.15884840375345</c:v>
                </c:pt>
                <c:pt idx="580">
                  <c:v>1.16042234916714</c:v>
                </c:pt>
                <c:pt idx="581">
                  <c:v>1.13588252448836</c:v>
                </c:pt>
                <c:pt idx="582">
                  <c:v>1.11435764156931</c:v>
                </c:pt>
                <c:pt idx="583">
                  <c:v>1.10340006518793</c:v>
                </c:pt>
                <c:pt idx="584">
                  <c:v>1.11640763041875</c:v>
                </c:pt>
                <c:pt idx="585">
                  <c:v>1.10828915993344</c:v>
                </c:pt>
                <c:pt idx="586">
                  <c:v>1.09157188684748</c:v>
                </c:pt>
                <c:pt idx="587">
                  <c:v>1.07831986687939</c:v>
                </c:pt>
                <c:pt idx="588">
                  <c:v>1.08789648842914</c:v>
                </c:pt>
                <c:pt idx="589">
                  <c:v>1.09085996603366</c:v>
                </c:pt>
                <c:pt idx="590">
                  <c:v>1.07967937831301</c:v>
                </c:pt>
                <c:pt idx="591">
                  <c:v>0.941142161151425</c:v>
                </c:pt>
                <c:pt idx="592">
                  <c:v>0.93627022112432</c:v>
                </c:pt>
                <c:pt idx="593">
                  <c:v>0.964240989484158</c:v>
                </c:pt>
                <c:pt idx="594">
                  <c:v>0.994356097644657</c:v>
                </c:pt>
                <c:pt idx="595">
                  <c:v>1.00400562674764</c:v>
                </c:pt>
                <c:pt idx="596">
                  <c:v>1.0259122021512</c:v>
                </c:pt>
                <c:pt idx="597">
                  <c:v>1.02540184927864</c:v>
                </c:pt>
                <c:pt idx="598">
                  <c:v>1.00788259310723</c:v>
                </c:pt>
                <c:pt idx="599">
                  <c:v>1.01352649546258</c:v>
                </c:pt>
                <c:pt idx="600">
                  <c:v>1.01154083680716</c:v>
                </c:pt>
                <c:pt idx="601">
                  <c:v>1.03471257269312</c:v>
                </c:pt>
                <c:pt idx="602">
                  <c:v>1.03455818022747</c:v>
                </c:pt>
                <c:pt idx="603">
                  <c:v>1.04669943217882</c:v>
                </c:pt>
                <c:pt idx="604">
                  <c:v>1.0359520010979</c:v>
                </c:pt>
                <c:pt idx="605">
                  <c:v>1.03892834474122</c:v>
                </c:pt>
                <c:pt idx="606">
                  <c:v>1.02414955483506</c:v>
                </c:pt>
                <c:pt idx="607">
                  <c:v>1.03429228209219</c:v>
                </c:pt>
                <c:pt idx="608">
                  <c:v>1.04767725112792</c:v>
                </c:pt>
                <c:pt idx="609">
                  <c:v>1.08173794452164</c:v>
                </c:pt>
                <c:pt idx="610">
                  <c:v>1.08974490933731</c:v>
                </c:pt>
                <c:pt idx="611">
                  <c:v>1.10162026315338</c:v>
                </c:pt>
                <c:pt idx="612">
                  <c:v>1.0851817542415</c:v>
                </c:pt>
                <c:pt idx="613">
                  <c:v>1.10250373115125</c:v>
                </c:pt>
                <c:pt idx="614">
                  <c:v>1.09914998370302</c:v>
                </c:pt>
                <c:pt idx="615">
                  <c:v>1.10035081399139</c:v>
                </c:pt>
                <c:pt idx="616">
                  <c:v>1.08587652033692</c:v>
                </c:pt>
                <c:pt idx="617">
                  <c:v>1.09566328718714</c:v>
                </c:pt>
                <c:pt idx="618">
                  <c:v>1.10507693891205</c:v>
                </c:pt>
                <c:pt idx="619">
                  <c:v>1.11435335288971</c:v>
                </c:pt>
                <c:pt idx="620">
                  <c:v>1.10543289931896</c:v>
                </c:pt>
                <c:pt idx="621">
                  <c:v>1.09182491894396</c:v>
                </c:pt>
                <c:pt idx="622">
                  <c:v>1.07898032353799</c:v>
                </c:pt>
                <c:pt idx="623">
                  <c:v>1.09252397371897</c:v>
                </c:pt>
                <c:pt idx="624">
                  <c:v>1.09475408711166</c:v>
                </c:pt>
                <c:pt idx="625">
                  <c:v>1.09102722453811</c:v>
                </c:pt>
                <c:pt idx="626">
                  <c:v>1.11014615820081</c:v>
                </c:pt>
                <c:pt idx="627">
                  <c:v>1.09069699620881</c:v>
                </c:pt>
                <c:pt idx="628">
                  <c:v>1.09966891393478</c:v>
                </c:pt>
                <c:pt idx="629">
                  <c:v>1.11127408093596</c:v>
                </c:pt>
                <c:pt idx="630">
                  <c:v>1.11784862676479</c:v>
                </c:pt>
                <c:pt idx="631">
                  <c:v>1.11569570960493</c:v>
                </c:pt>
                <c:pt idx="632">
                  <c:v>1.13173537131388</c:v>
                </c:pt>
                <c:pt idx="633">
                  <c:v>1.12248897809342</c:v>
                </c:pt>
                <c:pt idx="634">
                  <c:v>1.12743811435335</c:v>
                </c:pt>
                <c:pt idx="635">
                  <c:v>1.13031581836584</c:v>
                </c:pt>
                <c:pt idx="636">
                  <c:v>1.10735422778035</c:v>
                </c:pt>
                <c:pt idx="637">
                  <c:v>1.11920384951881</c:v>
                </c:pt>
                <c:pt idx="638">
                  <c:v>1.11761703806632</c:v>
                </c:pt>
                <c:pt idx="639">
                  <c:v>1.11449487931656</c:v>
                </c:pt>
                <c:pt idx="640">
                  <c:v>1.09275127373784</c:v>
                </c:pt>
                <c:pt idx="641">
                  <c:v>1.08281011442197</c:v>
                </c:pt>
                <c:pt idx="642">
                  <c:v>1.10383751050727</c:v>
                </c:pt>
                <c:pt idx="643">
                  <c:v>1.12836875782684</c:v>
                </c:pt>
                <c:pt idx="644">
                  <c:v>1.13967800593553</c:v>
                </c:pt>
                <c:pt idx="645">
                  <c:v>1.13758513029009</c:v>
                </c:pt>
                <c:pt idx="646">
                  <c:v>1.14292024771413</c:v>
                </c:pt>
                <c:pt idx="647">
                  <c:v>1.16050812275916</c:v>
                </c:pt>
                <c:pt idx="648">
                  <c:v>1.16380611737258</c:v>
                </c:pt>
                <c:pt idx="649">
                  <c:v>1.15394644296914</c:v>
                </c:pt>
                <c:pt idx="650">
                  <c:v>1.16218499648328</c:v>
                </c:pt>
                <c:pt idx="651">
                  <c:v>1.14965776336781</c:v>
                </c:pt>
                <c:pt idx="652">
                  <c:v>1.1573816753298</c:v>
                </c:pt>
                <c:pt idx="653">
                  <c:v>1.1722848369444</c:v>
                </c:pt>
                <c:pt idx="654">
                  <c:v>1.17132846139331</c:v>
                </c:pt>
                <c:pt idx="655">
                  <c:v>1.17078379908394</c:v>
                </c:pt>
                <c:pt idx="656">
                  <c:v>1.17637194860446</c:v>
                </c:pt>
                <c:pt idx="657">
                  <c:v>1.18385998318838</c:v>
                </c:pt>
                <c:pt idx="658">
                  <c:v>1.17573293534387</c:v>
                </c:pt>
                <c:pt idx="659">
                  <c:v>1.18327243408299</c:v>
                </c:pt>
                <c:pt idx="660">
                  <c:v>1.19612989552777</c:v>
                </c:pt>
                <c:pt idx="661">
                  <c:v>1.19686754841919</c:v>
                </c:pt>
                <c:pt idx="662">
                  <c:v>1.2121052270427</c:v>
                </c:pt>
                <c:pt idx="663">
                  <c:v>1.21219100063472</c:v>
                </c:pt>
                <c:pt idx="664">
                  <c:v>1.20146930163141</c:v>
                </c:pt>
                <c:pt idx="665">
                  <c:v>1.21492717822037</c:v>
                </c:pt>
                <c:pt idx="666">
                  <c:v>1.21853824644468</c:v>
                </c:pt>
                <c:pt idx="667">
                  <c:v>1.22720995659856</c:v>
                </c:pt>
                <c:pt idx="668">
                  <c:v>1.23173880225756</c:v>
                </c:pt>
                <c:pt idx="669">
                  <c:v>1.22069974096375</c:v>
                </c:pt>
                <c:pt idx="670">
                  <c:v>1.21282572521572</c:v>
                </c:pt>
                <c:pt idx="671">
                  <c:v>1.21838814265864</c:v>
                </c:pt>
                <c:pt idx="672">
                  <c:v>1.23741701404971</c:v>
                </c:pt>
                <c:pt idx="673">
                  <c:v>1.24855471497435</c:v>
                </c:pt>
                <c:pt idx="674">
                  <c:v>1.26345358790935</c:v>
                </c:pt>
                <c:pt idx="675">
                  <c:v>1.26435849930523</c:v>
                </c:pt>
                <c:pt idx="676">
                  <c:v>1.26150223869075</c:v>
                </c:pt>
                <c:pt idx="677">
                  <c:v>1.28299710085259</c:v>
                </c:pt>
                <c:pt idx="678">
                  <c:v>1.28373904242362</c:v>
                </c:pt>
                <c:pt idx="679">
                  <c:v>1.29708112466334</c:v>
                </c:pt>
                <c:pt idx="680">
                  <c:v>1.27285008491586</c:v>
                </c:pt>
                <c:pt idx="681">
                  <c:v>1.29871082291184</c:v>
                </c:pt>
                <c:pt idx="682">
                  <c:v>1.32653577616523</c:v>
                </c:pt>
                <c:pt idx="683">
                  <c:v>1.33575643730808</c:v>
                </c:pt>
                <c:pt idx="684">
                  <c:v>1.34141320570223</c:v>
                </c:pt>
                <c:pt idx="685">
                  <c:v>1.33143344826995</c:v>
                </c:pt>
                <c:pt idx="686">
                  <c:v>1.34065410941279</c:v>
                </c:pt>
                <c:pt idx="687">
                  <c:v>1.35634638807404</c:v>
                </c:pt>
                <c:pt idx="688">
                  <c:v>1.35657368809291</c:v>
                </c:pt>
                <c:pt idx="689">
                  <c:v>1.3251376666152</c:v>
                </c:pt>
                <c:pt idx="690">
                  <c:v>1.33475717496097</c:v>
                </c:pt>
                <c:pt idx="691">
                  <c:v>1.33015113306915</c:v>
                </c:pt>
                <c:pt idx="692">
                  <c:v>1.34438526066595</c:v>
                </c:pt>
                <c:pt idx="693">
                  <c:v>1.31765392071089</c:v>
                </c:pt>
                <c:pt idx="694">
                  <c:v>1.29093973547424</c:v>
                </c:pt>
                <c:pt idx="695">
                  <c:v>1.27227969052888</c:v>
                </c:pt>
                <c:pt idx="696">
                  <c:v>1.30722385192047</c:v>
                </c:pt>
                <c:pt idx="697">
                  <c:v>1.32314771928019</c:v>
                </c:pt>
                <c:pt idx="698">
                  <c:v>1.30605733106891</c:v>
                </c:pt>
                <c:pt idx="699">
                  <c:v>1.3102387936802</c:v>
                </c:pt>
                <c:pt idx="700">
                  <c:v>1.33534472406635</c:v>
                </c:pt>
                <c:pt idx="701">
                  <c:v>1.33546480709519</c:v>
                </c:pt>
                <c:pt idx="702">
                  <c:v>1.33403667678795</c:v>
                </c:pt>
                <c:pt idx="703">
                  <c:v>1.3555572710274</c:v>
                </c:pt>
                <c:pt idx="704">
                  <c:v>1.36129981301357</c:v>
                </c:pt>
                <c:pt idx="705">
                  <c:v>1.34654246650541</c:v>
                </c:pt>
                <c:pt idx="706">
                  <c:v>1.33523750707632</c:v>
                </c:pt>
                <c:pt idx="707">
                  <c:v>1.34095431698489</c:v>
                </c:pt>
                <c:pt idx="708">
                  <c:v>1.32180965124457</c:v>
                </c:pt>
                <c:pt idx="709">
                  <c:v>1.34016091125864</c:v>
                </c:pt>
                <c:pt idx="710">
                  <c:v>1.33196095586091</c:v>
                </c:pt>
                <c:pt idx="711">
                  <c:v>1.31134956169694</c:v>
                </c:pt>
                <c:pt idx="712">
                  <c:v>1.32234573619474</c:v>
                </c:pt>
                <c:pt idx="713">
                  <c:v>1.32662154975726</c:v>
                </c:pt>
                <c:pt idx="714">
                  <c:v>1.33507024857187</c:v>
                </c:pt>
                <c:pt idx="715">
                  <c:v>1.32583672139022</c:v>
                </c:pt>
                <c:pt idx="716">
                  <c:v>1.32328924570703</c:v>
                </c:pt>
                <c:pt idx="717">
                  <c:v>1.30244197416499</c:v>
                </c:pt>
                <c:pt idx="718">
                  <c:v>1.32454154015062</c:v>
                </c:pt>
                <c:pt idx="719">
                  <c:v>1.30822740294718</c:v>
                </c:pt>
                <c:pt idx="720">
                  <c:v>1.27087729229925</c:v>
                </c:pt>
                <c:pt idx="721">
                  <c:v>1.28906987116806</c:v>
                </c:pt>
                <c:pt idx="722">
                  <c:v>1.31398709965176</c:v>
                </c:pt>
                <c:pt idx="723">
                  <c:v>1.30909800490625</c:v>
                </c:pt>
                <c:pt idx="724">
                  <c:v>1.30626318768977</c:v>
                </c:pt>
                <c:pt idx="725">
                  <c:v>1.31855025474757</c:v>
                </c:pt>
                <c:pt idx="726">
                  <c:v>1.33100029163021</c:v>
                </c:pt>
                <c:pt idx="727">
                  <c:v>1.33329473521692</c:v>
                </c:pt>
                <c:pt idx="728">
                  <c:v>1.33735182611977</c:v>
                </c:pt>
                <c:pt idx="729">
                  <c:v>1.31721647539156</c:v>
                </c:pt>
                <c:pt idx="730">
                  <c:v>1.33109464258144</c:v>
                </c:pt>
                <c:pt idx="731">
                  <c:v>1.34139605098382</c:v>
                </c:pt>
                <c:pt idx="732">
                  <c:v>1.32989810097267</c:v>
                </c:pt>
                <c:pt idx="733">
                  <c:v>1.34018235465665</c:v>
                </c:pt>
                <c:pt idx="734">
                  <c:v>1.34824078362754</c:v>
                </c:pt>
                <c:pt idx="735">
                  <c:v>1.34284133600947</c:v>
                </c:pt>
              </c:numCache>
            </c:numRef>
          </c:val>
          <c:smooth val="0"/>
        </c:ser>
        <c:dLbls>
          <c:showLegendKey val="0"/>
          <c:showVal val="0"/>
          <c:showCatName val="0"/>
          <c:showSerName val="0"/>
          <c:showPercent val="0"/>
          <c:showBubbleSize val="0"/>
        </c:dLbls>
        <c:marker val="0"/>
        <c:smooth val="0"/>
        <c:axId val="783395198"/>
        <c:axId val="192770202"/>
      </c:lineChart>
      <c:dateAx>
        <c:axId val="783395198"/>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700" b="0" i="0" u="none" strike="noStrike" kern="1200" baseline="0">
                <a:solidFill>
                  <a:schemeClr val="tx1">
                    <a:lumMod val="65000"/>
                    <a:lumOff val="35000"/>
                  </a:schemeClr>
                </a:solidFill>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defRPr>
            </a:pPr>
          </a:p>
        </c:txPr>
        <c:crossAx val="192770202"/>
        <c:crosses val="autoZero"/>
        <c:auto val="1"/>
        <c:lblOffset val="100"/>
        <c:baseTimeUnit val="days"/>
      </c:dateAx>
      <c:valAx>
        <c:axId val="192770202"/>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800" b="0" i="0" u="none" strike="noStrike" kern="1200" baseline="0">
                <a:solidFill>
                  <a:schemeClr val="tx1">
                    <a:lumMod val="65000"/>
                    <a:lumOff val="35000"/>
                  </a:schemeClr>
                </a:solidFill>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defRPr>
            </a:pPr>
          </a:p>
        </c:txPr>
        <c:crossAx val="783395198"/>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800" b="0" i="0" u="none" strike="noStrike" kern="1200" baseline="0">
                <a:solidFill>
                  <a:schemeClr val="tx1">
                    <a:lumMod val="65000"/>
                    <a:lumOff val="35000"/>
                  </a:schemeClr>
                </a:solidFill>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defRPr>
            </a:pPr>
          </a:p>
        </c:txPr>
      </c:legendEntry>
      <c:legendEntry>
        <c:idx val="1"/>
        <c:txPr>
          <a:bodyPr rot="0" spcFirstLastPara="0" vertOverflow="ellipsis" vert="horz" wrap="square" anchor="ctr" anchorCtr="1"/>
          <a:lstStyle/>
          <a:p>
            <a:pPr>
              <a:defRPr lang="zh-CN" sz="800" b="0" i="0" u="none" strike="noStrike" kern="1200" baseline="0">
                <a:solidFill>
                  <a:schemeClr val="tx1">
                    <a:lumMod val="65000"/>
                    <a:lumOff val="35000"/>
                  </a:schemeClr>
                </a:solidFill>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defRPr>
            </a:pPr>
          </a:p>
        </c:txPr>
      </c:legendEntry>
      <c:legendEntry>
        <c:idx val="2"/>
        <c:txPr>
          <a:bodyPr rot="0" spcFirstLastPara="0" vertOverflow="ellipsis" vert="horz" wrap="square" anchor="ctr" anchorCtr="1"/>
          <a:lstStyle/>
          <a:p>
            <a:pPr>
              <a:defRPr lang="zh-CN" sz="800" b="0" i="0" u="none" strike="noStrike" kern="1200" baseline="0">
                <a:solidFill>
                  <a:schemeClr val="tx1">
                    <a:lumMod val="65000"/>
                    <a:lumOff val="35000"/>
                  </a:schemeClr>
                </a:solidFill>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defRPr>
            </a:pPr>
          </a:p>
        </c:txPr>
      </c:legendEntry>
      <c:layout>
        <c:manualLayout>
          <c:xMode val="edge"/>
          <c:yMode val="edge"/>
          <c:x val="0.0492052360916316"/>
          <c:y val="0.821874401700257"/>
        </c:manualLayout>
      </c:layout>
      <c:overlay val="0"/>
      <c:spPr>
        <a:noFill/>
        <a:ln>
          <a:noFill/>
        </a:ln>
        <a:effectLst/>
      </c:spPr>
      <c:txPr>
        <a:bodyPr rot="0" spcFirstLastPara="0" vertOverflow="ellipsis" vert="horz" wrap="square" anchor="ctr" anchorCtr="1"/>
        <a:lstStyle/>
        <a:p>
          <a:pPr>
            <a:defRPr lang="zh-CN" sz="800" b="0" i="0" u="none" strike="noStrike" kern="1200" baseline="0">
              <a:solidFill>
                <a:schemeClr val="tx1">
                  <a:lumMod val="65000"/>
                  <a:lumOff val="35000"/>
                </a:schemeClr>
              </a:solidFill>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defRPr>
          </a:pPr>
        </a:p>
      </c:txPr>
    </c:legend>
    <c:plotVisOnly val="1"/>
    <c:dispBlanksAs val="gap"/>
    <c:showDLblsOverMax val="0"/>
    <c:extLst>
      <c:ext uri="{0b15fc19-7d7d-44ad-8c2d-2c3a37ce22c3}">
        <chartProps xmlns="https://web.wps.cn/et/2018/main" chartId="{59006feb-9ba2-4045-8e00-baea685e69e7}"/>
      </c:ext>
    </c:extLst>
  </c:chart>
  <c:spPr>
    <a:solidFill>
      <a:schemeClr val="bg1"/>
    </a:solidFill>
    <a:ln w="9525" cap="flat" cmpd="sng" algn="ctr">
      <a:noFill/>
      <a:round/>
    </a:ln>
    <a:effectLst/>
  </c:spPr>
  <c:txPr>
    <a:bodyPr/>
    <a:lstStyle/>
    <a:p>
      <a:pPr>
        <a:defRPr lang="zh-CN" sz="800">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净值!$B$1</c:f>
              <c:strCache>
                <c:ptCount val="1"/>
                <c:pt idx="0">
                  <c:v>诺安多策略</c:v>
                </c:pt>
              </c:strCache>
            </c:strRef>
          </c:tx>
          <c:spPr>
            <a:ln w="28575" cap="rnd">
              <a:solidFill>
                <a:schemeClr val="accent1"/>
              </a:solidFill>
              <a:round/>
            </a:ln>
            <a:effectLst/>
          </c:spPr>
          <c:marker>
            <c:symbol val="none"/>
          </c:marker>
          <c:dLbls>
            <c:delete val="1"/>
          </c:dLbls>
          <c:cat>
            <c:numRef>
              <c:f>净值!$A$2:$A$383</c:f>
              <c:numCache>
                <c:formatCode>yyyy/mm/dd</c:formatCode>
                <c:ptCount val="382"/>
                <c:pt idx="0" c:formatCode="yyyy/mm/dd">
                  <c:v>45293</c:v>
                </c:pt>
                <c:pt idx="1" c:formatCode="yyyy/mm/dd">
                  <c:v>45294</c:v>
                </c:pt>
                <c:pt idx="2" c:formatCode="yyyy/mm/dd">
                  <c:v>45295</c:v>
                </c:pt>
                <c:pt idx="3" c:formatCode="yyyy/mm/dd">
                  <c:v>45296</c:v>
                </c:pt>
                <c:pt idx="4" c:formatCode="yyyy/mm/dd">
                  <c:v>45299</c:v>
                </c:pt>
                <c:pt idx="5" c:formatCode="yyyy/mm/dd">
                  <c:v>45300</c:v>
                </c:pt>
                <c:pt idx="6" c:formatCode="yyyy/mm/dd">
                  <c:v>45301</c:v>
                </c:pt>
                <c:pt idx="7" c:formatCode="yyyy/mm/dd">
                  <c:v>45302</c:v>
                </c:pt>
                <c:pt idx="8" c:formatCode="yyyy/mm/dd">
                  <c:v>45303</c:v>
                </c:pt>
                <c:pt idx="9" c:formatCode="yyyy/mm/dd">
                  <c:v>45306</c:v>
                </c:pt>
                <c:pt idx="10" c:formatCode="yyyy/mm/dd">
                  <c:v>45307</c:v>
                </c:pt>
                <c:pt idx="11" c:formatCode="yyyy/mm/dd">
                  <c:v>45308</c:v>
                </c:pt>
                <c:pt idx="12" c:formatCode="yyyy/mm/dd">
                  <c:v>45309</c:v>
                </c:pt>
                <c:pt idx="13" c:formatCode="yyyy/mm/dd">
                  <c:v>45310</c:v>
                </c:pt>
                <c:pt idx="14" c:formatCode="yyyy/mm/dd">
                  <c:v>45313</c:v>
                </c:pt>
                <c:pt idx="15" c:formatCode="yyyy/mm/dd">
                  <c:v>45314</c:v>
                </c:pt>
                <c:pt idx="16" c:formatCode="yyyy/mm/dd">
                  <c:v>45315</c:v>
                </c:pt>
                <c:pt idx="17" c:formatCode="yyyy/mm/dd">
                  <c:v>45316</c:v>
                </c:pt>
                <c:pt idx="18" c:formatCode="yyyy/mm/dd">
                  <c:v>45317</c:v>
                </c:pt>
                <c:pt idx="19" c:formatCode="yyyy/mm/dd">
                  <c:v>45320</c:v>
                </c:pt>
                <c:pt idx="20" c:formatCode="yyyy/mm/dd">
                  <c:v>45321</c:v>
                </c:pt>
                <c:pt idx="21" c:formatCode="yyyy/mm/dd">
                  <c:v>45322</c:v>
                </c:pt>
                <c:pt idx="22" c:formatCode="yyyy/mm/dd">
                  <c:v>45323</c:v>
                </c:pt>
                <c:pt idx="23" c:formatCode="yyyy/mm/dd">
                  <c:v>45324</c:v>
                </c:pt>
                <c:pt idx="24" c:formatCode="yyyy/mm/dd">
                  <c:v>45327</c:v>
                </c:pt>
                <c:pt idx="25" c:formatCode="yyyy/mm/dd">
                  <c:v>45328</c:v>
                </c:pt>
                <c:pt idx="26" c:formatCode="yyyy/mm/dd">
                  <c:v>45329</c:v>
                </c:pt>
                <c:pt idx="27" c:formatCode="yyyy/mm/dd">
                  <c:v>45330</c:v>
                </c:pt>
                <c:pt idx="28" c:formatCode="yyyy/mm/dd">
                  <c:v>45341</c:v>
                </c:pt>
                <c:pt idx="29" c:formatCode="yyyy/mm/dd">
                  <c:v>45342</c:v>
                </c:pt>
                <c:pt idx="30" c:formatCode="yyyy/mm/dd">
                  <c:v>45343</c:v>
                </c:pt>
                <c:pt idx="31" c:formatCode="yyyy/mm/dd">
                  <c:v>45344</c:v>
                </c:pt>
                <c:pt idx="32" c:formatCode="yyyy/mm/dd">
                  <c:v>45345</c:v>
                </c:pt>
                <c:pt idx="33" c:formatCode="yyyy/mm/dd">
                  <c:v>45348</c:v>
                </c:pt>
                <c:pt idx="34" c:formatCode="yyyy/mm/dd">
                  <c:v>45349</c:v>
                </c:pt>
                <c:pt idx="35" c:formatCode="yyyy/mm/dd">
                  <c:v>45350</c:v>
                </c:pt>
                <c:pt idx="36" c:formatCode="yyyy/mm/dd">
                  <c:v>45351</c:v>
                </c:pt>
                <c:pt idx="37" c:formatCode="yyyy/mm/dd">
                  <c:v>45352</c:v>
                </c:pt>
                <c:pt idx="38" c:formatCode="yyyy/mm/dd">
                  <c:v>45355</c:v>
                </c:pt>
                <c:pt idx="39" c:formatCode="yyyy/mm/dd">
                  <c:v>45356</c:v>
                </c:pt>
                <c:pt idx="40" c:formatCode="yyyy/mm/dd">
                  <c:v>45357</c:v>
                </c:pt>
                <c:pt idx="41" c:formatCode="yyyy/mm/dd">
                  <c:v>45358</c:v>
                </c:pt>
                <c:pt idx="42" c:formatCode="yyyy/mm/dd">
                  <c:v>45359</c:v>
                </c:pt>
                <c:pt idx="43" c:formatCode="yyyy/mm/dd">
                  <c:v>45362</c:v>
                </c:pt>
                <c:pt idx="44" c:formatCode="yyyy/mm/dd">
                  <c:v>45363</c:v>
                </c:pt>
                <c:pt idx="45" c:formatCode="yyyy/mm/dd">
                  <c:v>45364</c:v>
                </c:pt>
                <c:pt idx="46" c:formatCode="yyyy/mm/dd">
                  <c:v>45365</c:v>
                </c:pt>
                <c:pt idx="47" c:formatCode="yyyy/mm/dd">
                  <c:v>45366</c:v>
                </c:pt>
                <c:pt idx="48" c:formatCode="yyyy/mm/dd">
                  <c:v>45369</c:v>
                </c:pt>
                <c:pt idx="49" c:formatCode="yyyy/mm/dd">
                  <c:v>45370</c:v>
                </c:pt>
                <c:pt idx="50" c:formatCode="yyyy/mm/dd">
                  <c:v>45371</c:v>
                </c:pt>
                <c:pt idx="51" c:formatCode="yyyy/mm/dd">
                  <c:v>45372</c:v>
                </c:pt>
                <c:pt idx="52" c:formatCode="yyyy/mm/dd">
                  <c:v>45373</c:v>
                </c:pt>
                <c:pt idx="53" c:formatCode="yyyy/mm/dd">
                  <c:v>45376</c:v>
                </c:pt>
                <c:pt idx="54" c:formatCode="yyyy/mm/dd">
                  <c:v>45377</c:v>
                </c:pt>
                <c:pt idx="55" c:formatCode="yyyy/mm/dd">
                  <c:v>45378</c:v>
                </c:pt>
                <c:pt idx="56" c:formatCode="yyyy/mm/dd">
                  <c:v>45379</c:v>
                </c:pt>
                <c:pt idx="57" c:formatCode="yyyy/mm/dd">
                  <c:v>45380</c:v>
                </c:pt>
                <c:pt idx="58" c:formatCode="yyyy/mm/dd">
                  <c:v>45383</c:v>
                </c:pt>
                <c:pt idx="59" c:formatCode="yyyy/mm/dd">
                  <c:v>45384</c:v>
                </c:pt>
                <c:pt idx="60" c:formatCode="yyyy/mm/dd">
                  <c:v>45385</c:v>
                </c:pt>
                <c:pt idx="61" c:formatCode="yyyy/mm/dd">
                  <c:v>45390</c:v>
                </c:pt>
                <c:pt idx="62" c:formatCode="yyyy/mm/dd">
                  <c:v>45391</c:v>
                </c:pt>
                <c:pt idx="63" c:formatCode="yyyy/mm/dd">
                  <c:v>45392</c:v>
                </c:pt>
                <c:pt idx="64" c:formatCode="yyyy/mm/dd">
                  <c:v>45393</c:v>
                </c:pt>
                <c:pt idx="65" c:formatCode="yyyy/mm/dd">
                  <c:v>45394</c:v>
                </c:pt>
                <c:pt idx="66" c:formatCode="yyyy/mm/dd">
                  <c:v>45397</c:v>
                </c:pt>
                <c:pt idx="67" c:formatCode="yyyy/mm/dd">
                  <c:v>45398</c:v>
                </c:pt>
                <c:pt idx="68" c:formatCode="yyyy/mm/dd">
                  <c:v>45399</c:v>
                </c:pt>
                <c:pt idx="69" c:formatCode="yyyy/mm/dd">
                  <c:v>45400</c:v>
                </c:pt>
                <c:pt idx="70" c:formatCode="yyyy/mm/dd">
                  <c:v>45401</c:v>
                </c:pt>
                <c:pt idx="71" c:formatCode="yyyy/mm/dd">
                  <c:v>45404</c:v>
                </c:pt>
                <c:pt idx="72" c:formatCode="yyyy/mm/dd">
                  <c:v>45405</c:v>
                </c:pt>
                <c:pt idx="73" c:formatCode="yyyy/mm/dd">
                  <c:v>45406</c:v>
                </c:pt>
                <c:pt idx="74" c:formatCode="yyyy/mm/dd">
                  <c:v>45407</c:v>
                </c:pt>
                <c:pt idx="75" c:formatCode="yyyy/mm/dd">
                  <c:v>45408</c:v>
                </c:pt>
                <c:pt idx="76" c:formatCode="yyyy/mm/dd">
                  <c:v>45411</c:v>
                </c:pt>
                <c:pt idx="77" c:formatCode="yyyy/mm/dd">
                  <c:v>45412</c:v>
                </c:pt>
                <c:pt idx="78" c:formatCode="yyyy/mm/dd">
                  <c:v>45418</c:v>
                </c:pt>
                <c:pt idx="79" c:formatCode="yyyy/mm/dd">
                  <c:v>45419</c:v>
                </c:pt>
                <c:pt idx="80" c:formatCode="yyyy/mm/dd">
                  <c:v>45420</c:v>
                </c:pt>
                <c:pt idx="81" c:formatCode="yyyy/mm/dd">
                  <c:v>45421</c:v>
                </c:pt>
                <c:pt idx="82" c:formatCode="yyyy/mm/dd">
                  <c:v>45422</c:v>
                </c:pt>
                <c:pt idx="83" c:formatCode="yyyy/mm/dd">
                  <c:v>45425</c:v>
                </c:pt>
                <c:pt idx="84" c:formatCode="yyyy/mm/dd">
                  <c:v>45426</c:v>
                </c:pt>
                <c:pt idx="85" c:formatCode="yyyy/mm/dd">
                  <c:v>45427</c:v>
                </c:pt>
                <c:pt idx="86" c:formatCode="yyyy/mm/dd">
                  <c:v>45428</c:v>
                </c:pt>
                <c:pt idx="87" c:formatCode="yyyy/mm/dd">
                  <c:v>45429</c:v>
                </c:pt>
                <c:pt idx="88" c:formatCode="yyyy/mm/dd">
                  <c:v>45432</c:v>
                </c:pt>
                <c:pt idx="89" c:formatCode="yyyy/mm/dd">
                  <c:v>45433</c:v>
                </c:pt>
                <c:pt idx="90" c:formatCode="yyyy/mm/dd">
                  <c:v>45434</c:v>
                </c:pt>
                <c:pt idx="91" c:formatCode="yyyy/mm/dd">
                  <c:v>45435</c:v>
                </c:pt>
                <c:pt idx="92" c:formatCode="yyyy/mm/dd">
                  <c:v>45436</c:v>
                </c:pt>
                <c:pt idx="93" c:formatCode="yyyy/mm/dd">
                  <c:v>45439</c:v>
                </c:pt>
                <c:pt idx="94" c:formatCode="yyyy/mm/dd">
                  <c:v>45440</c:v>
                </c:pt>
                <c:pt idx="95" c:formatCode="yyyy/mm/dd">
                  <c:v>45441</c:v>
                </c:pt>
                <c:pt idx="96" c:formatCode="yyyy/mm/dd">
                  <c:v>45442</c:v>
                </c:pt>
                <c:pt idx="97" c:formatCode="yyyy/mm/dd">
                  <c:v>45443</c:v>
                </c:pt>
                <c:pt idx="98" c:formatCode="yyyy/mm/dd">
                  <c:v>45446</c:v>
                </c:pt>
                <c:pt idx="99" c:formatCode="yyyy/mm/dd">
                  <c:v>45447</c:v>
                </c:pt>
                <c:pt idx="100" c:formatCode="yyyy/mm/dd">
                  <c:v>45448</c:v>
                </c:pt>
                <c:pt idx="101" c:formatCode="yyyy/mm/dd">
                  <c:v>45449</c:v>
                </c:pt>
                <c:pt idx="102" c:formatCode="yyyy/mm/dd">
                  <c:v>45450</c:v>
                </c:pt>
                <c:pt idx="103" c:formatCode="yyyy/mm/dd">
                  <c:v>45454</c:v>
                </c:pt>
                <c:pt idx="104" c:formatCode="yyyy/mm/dd">
                  <c:v>45455</c:v>
                </c:pt>
                <c:pt idx="105" c:formatCode="yyyy/mm/dd">
                  <c:v>45456</c:v>
                </c:pt>
                <c:pt idx="106" c:formatCode="yyyy/mm/dd">
                  <c:v>45457</c:v>
                </c:pt>
                <c:pt idx="107" c:formatCode="yyyy/mm/dd">
                  <c:v>45460</c:v>
                </c:pt>
                <c:pt idx="108" c:formatCode="yyyy/mm/dd">
                  <c:v>45461</c:v>
                </c:pt>
                <c:pt idx="109" c:formatCode="yyyy/mm/dd">
                  <c:v>45462</c:v>
                </c:pt>
                <c:pt idx="110" c:formatCode="yyyy/mm/dd">
                  <c:v>45463</c:v>
                </c:pt>
                <c:pt idx="111" c:formatCode="yyyy/mm/dd">
                  <c:v>45464</c:v>
                </c:pt>
                <c:pt idx="112" c:formatCode="yyyy/mm/dd">
                  <c:v>45467</c:v>
                </c:pt>
                <c:pt idx="113" c:formatCode="yyyy/mm/dd">
                  <c:v>45468</c:v>
                </c:pt>
                <c:pt idx="114" c:formatCode="yyyy/mm/dd">
                  <c:v>45469</c:v>
                </c:pt>
                <c:pt idx="115" c:formatCode="yyyy/mm/dd">
                  <c:v>45470</c:v>
                </c:pt>
                <c:pt idx="116" c:formatCode="yyyy/mm/dd">
                  <c:v>45471</c:v>
                </c:pt>
                <c:pt idx="117" c:formatCode="yyyy/mm/dd">
                  <c:v>45474</c:v>
                </c:pt>
                <c:pt idx="118" c:formatCode="yyyy/mm/dd">
                  <c:v>45475</c:v>
                </c:pt>
                <c:pt idx="119" c:formatCode="yyyy/mm/dd">
                  <c:v>45476</c:v>
                </c:pt>
                <c:pt idx="120" c:formatCode="yyyy/mm/dd">
                  <c:v>45477</c:v>
                </c:pt>
                <c:pt idx="121" c:formatCode="yyyy/mm/dd">
                  <c:v>45478</c:v>
                </c:pt>
                <c:pt idx="122" c:formatCode="yyyy/mm/dd">
                  <c:v>45481</c:v>
                </c:pt>
                <c:pt idx="123" c:formatCode="yyyy/mm/dd">
                  <c:v>45482</c:v>
                </c:pt>
                <c:pt idx="124" c:formatCode="yyyy/mm/dd">
                  <c:v>45483</c:v>
                </c:pt>
                <c:pt idx="125" c:formatCode="yyyy/mm/dd">
                  <c:v>45484</c:v>
                </c:pt>
                <c:pt idx="126" c:formatCode="yyyy/mm/dd">
                  <c:v>45485</c:v>
                </c:pt>
                <c:pt idx="127" c:formatCode="yyyy/mm/dd">
                  <c:v>45488</c:v>
                </c:pt>
                <c:pt idx="128" c:formatCode="yyyy/mm/dd">
                  <c:v>45489</c:v>
                </c:pt>
                <c:pt idx="129" c:formatCode="yyyy/mm/dd">
                  <c:v>45490</c:v>
                </c:pt>
                <c:pt idx="130" c:formatCode="yyyy/mm/dd">
                  <c:v>45491</c:v>
                </c:pt>
                <c:pt idx="131" c:formatCode="yyyy/mm/dd">
                  <c:v>45492</c:v>
                </c:pt>
                <c:pt idx="132" c:formatCode="yyyy/mm/dd">
                  <c:v>45495</c:v>
                </c:pt>
                <c:pt idx="133" c:formatCode="yyyy/mm/dd">
                  <c:v>45496</c:v>
                </c:pt>
                <c:pt idx="134" c:formatCode="yyyy/mm/dd">
                  <c:v>45497</c:v>
                </c:pt>
                <c:pt idx="135" c:formatCode="yyyy/mm/dd">
                  <c:v>45498</c:v>
                </c:pt>
                <c:pt idx="136" c:formatCode="yyyy/mm/dd">
                  <c:v>45499</c:v>
                </c:pt>
                <c:pt idx="137" c:formatCode="yyyy/mm/dd">
                  <c:v>45502</c:v>
                </c:pt>
                <c:pt idx="138" c:formatCode="yyyy/mm/dd">
                  <c:v>45503</c:v>
                </c:pt>
                <c:pt idx="139" c:formatCode="yyyy/mm/dd">
                  <c:v>45504</c:v>
                </c:pt>
                <c:pt idx="140" c:formatCode="yyyy/mm/dd">
                  <c:v>45505</c:v>
                </c:pt>
                <c:pt idx="141" c:formatCode="yyyy/mm/dd">
                  <c:v>45506</c:v>
                </c:pt>
                <c:pt idx="142" c:formatCode="yyyy/mm/dd">
                  <c:v>45509</c:v>
                </c:pt>
                <c:pt idx="143" c:formatCode="yyyy/mm/dd">
                  <c:v>45510</c:v>
                </c:pt>
                <c:pt idx="144" c:formatCode="yyyy/mm/dd">
                  <c:v>45511</c:v>
                </c:pt>
                <c:pt idx="145" c:formatCode="yyyy/mm/dd">
                  <c:v>45512</c:v>
                </c:pt>
                <c:pt idx="146" c:formatCode="yyyy/mm/dd">
                  <c:v>45513</c:v>
                </c:pt>
                <c:pt idx="147" c:formatCode="yyyy/mm/dd">
                  <c:v>45516</c:v>
                </c:pt>
                <c:pt idx="148" c:formatCode="yyyy/mm/dd">
                  <c:v>45517</c:v>
                </c:pt>
                <c:pt idx="149" c:formatCode="yyyy/mm/dd">
                  <c:v>45518</c:v>
                </c:pt>
                <c:pt idx="150" c:formatCode="yyyy/mm/dd">
                  <c:v>45519</c:v>
                </c:pt>
                <c:pt idx="151" c:formatCode="yyyy/mm/dd">
                  <c:v>45520</c:v>
                </c:pt>
                <c:pt idx="152" c:formatCode="yyyy/mm/dd">
                  <c:v>45523</c:v>
                </c:pt>
                <c:pt idx="153" c:formatCode="yyyy/mm/dd">
                  <c:v>45524</c:v>
                </c:pt>
                <c:pt idx="154" c:formatCode="yyyy/mm/dd">
                  <c:v>45525</c:v>
                </c:pt>
                <c:pt idx="155" c:formatCode="yyyy/mm/dd">
                  <c:v>45526</c:v>
                </c:pt>
                <c:pt idx="156" c:formatCode="yyyy/mm/dd">
                  <c:v>45527</c:v>
                </c:pt>
                <c:pt idx="157" c:formatCode="yyyy/mm/dd">
                  <c:v>45530</c:v>
                </c:pt>
                <c:pt idx="158" c:formatCode="yyyy/mm/dd">
                  <c:v>45531</c:v>
                </c:pt>
                <c:pt idx="159" c:formatCode="yyyy/mm/dd">
                  <c:v>45532</c:v>
                </c:pt>
                <c:pt idx="160" c:formatCode="yyyy/mm/dd">
                  <c:v>45533</c:v>
                </c:pt>
                <c:pt idx="161" c:formatCode="yyyy/mm/dd">
                  <c:v>45534</c:v>
                </c:pt>
                <c:pt idx="162" c:formatCode="yyyy/mm/dd">
                  <c:v>45537</c:v>
                </c:pt>
                <c:pt idx="163" c:formatCode="yyyy/mm/dd">
                  <c:v>45538</c:v>
                </c:pt>
                <c:pt idx="164" c:formatCode="yyyy/mm/dd">
                  <c:v>45539</c:v>
                </c:pt>
                <c:pt idx="165" c:formatCode="yyyy/mm/dd">
                  <c:v>45540</c:v>
                </c:pt>
                <c:pt idx="166" c:formatCode="yyyy/mm/dd">
                  <c:v>45541</c:v>
                </c:pt>
                <c:pt idx="167" c:formatCode="yyyy/mm/dd">
                  <c:v>45544</c:v>
                </c:pt>
                <c:pt idx="168" c:formatCode="yyyy/mm/dd">
                  <c:v>45545</c:v>
                </c:pt>
                <c:pt idx="169" c:formatCode="yyyy/mm/dd">
                  <c:v>45546</c:v>
                </c:pt>
                <c:pt idx="170" c:formatCode="yyyy/mm/dd">
                  <c:v>45547</c:v>
                </c:pt>
                <c:pt idx="171" c:formatCode="yyyy/mm/dd">
                  <c:v>45548</c:v>
                </c:pt>
                <c:pt idx="172" c:formatCode="yyyy/mm/dd">
                  <c:v>45553</c:v>
                </c:pt>
                <c:pt idx="173" c:formatCode="yyyy/mm/dd">
                  <c:v>45554</c:v>
                </c:pt>
                <c:pt idx="174" c:formatCode="yyyy/mm/dd">
                  <c:v>45555</c:v>
                </c:pt>
                <c:pt idx="175" c:formatCode="yyyy/mm/dd">
                  <c:v>45558</c:v>
                </c:pt>
                <c:pt idx="176" c:formatCode="yyyy/mm/dd">
                  <c:v>45559</c:v>
                </c:pt>
                <c:pt idx="177" c:formatCode="yyyy/mm/dd">
                  <c:v>45560</c:v>
                </c:pt>
                <c:pt idx="178" c:formatCode="yyyy/mm/dd">
                  <c:v>45561</c:v>
                </c:pt>
                <c:pt idx="179" c:formatCode="yyyy/mm/dd">
                  <c:v>45562</c:v>
                </c:pt>
                <c:pt idx="180" c:formatCode="yyyy/mm/dd">
                  <c:v>45565</c:v>
                </c:pt>
                <c:pt idx="181" c:formatCode="yyyy/mm/dd">
                  <c:v>45573</c:v>
                </c:pt>
                <c:pt idx="182" c:formatCode="yyyy/mm/dd">
                  <c:v>45574</c:v>
                </c:pt>
                <c:pt idx="183" c:formatCode="yyyy/mm/dd">
                  <c:v>45575</c:v>
                </c:pt>
                <c:pt idx="184" c:formatCode="yyyy/mm/dd">
                  <c:v>45576</c:v>
                </c:pt>
                <c:pt idx="185" c:formatCode="yyyy/mm/dd">
                  <c:v>45579</c:v>
                </c:pt>
                <c:pt idx="186" c:formatCode="yyyy/mm/dd">
                  <c:v>45580</c:v>
                </c:pt>
                <c:pt idx="187" c:formatCode="yyyy/mm/dd">
                  <c:v>45581</c:v>
                </c:pt>
                <c:pt idx="188" c:formatCode="yyyy/mm/dd">
                  <c:v>45582</c:v>
                </c:pt>
                <c:pt idx="189" c:formatCode="yyyy/mm/dd">
                  <c:v>45583</c:v>
                </c:pt>
                <c:pt idx="190" c:formatCode="yyyy/mm/dd">
                  <c:v>45586</c:v>
                </c:pt>
                <c:pt idx="191" c:formatCode="yyyy/mm/dd">
                  <c:v>45587</c:v>
                </c:pt>
                <c:pt idx="192" c:formatCode="yyyy/mm/dd">
                  <c:v>45588</c:v>
                </c:pt>
                <c:pt idx="193" c:formatCode="yyyy/mm/dd">
                  <c:v>45589</c:v>
                </c:pt>
                <c:pt idx="194" c:formatCode="yyyy/mm/dd">
                  <c:v>45590</c:v>
                </c:pt>
                <c:pt idx="195" c:formatCode="yyyy/mm/dd">
                  <c:v>45593</c:v>
                </c:pt>
                <c:pt idx="196" c:formatCode="yyyy/mm/dd">
                  <c:v>45594</c:v>
                </c:pt>
                <c:pt idx="197" c:formatCode="yyyy/mm/dd">
                  <c:v>45595</c:v>
                </c:pt>
                <c:pt idx="198" c:formatCode="yyyy/mm/dd">
                  <c:v>45596</c:v>
                </c:pt>
                <c:pt idx="199" c:formatCode="yyyy/mm/dd">
                  <c:v>45597</c:v>
                </c:pt>
                <c:pt idx="200" c:formatCode="yyyy/mm/dd">
                  <c:v>45600</c:v>
                </c:pt>
                <c:pt idx="201" c:formatCode="yyyy/mm/dd">
                  <c:v>45601</c:v>
                </c:pt>
                <c:pt idx="202" c:formatCode="yyyy/mm/dd">
                  <c:v>45602</c:v>
                </c:pt>
                <c:pt idx="203" c:formatCode="yyyy/mm/dd">
                  <c:v>45603</c:v>
                </c:pt>
                <c:pt idx="204" c:formatCode="yyyy/mm/dd">
                  <c:v>45604</c:v>
                </c:pt>
                <c:pt idx="205" c:formatCode="yyyy/mm/dd">
                  <c:v>45607</c:v>
                </c:pt>
                <c:pt idx="206" c:formatCode="yyyy/mm/dd">
                  <c:v>45608</c:v>
                </c:pt>
                <c:pt idx="207" c:formatCode="yyyy/mm/dd">
                  <c:v>45609</c:v>
                </c:pt>
                <c:pt idx="208" c:formatCode="yyyy/mm/dd">
                  <c:v>45610</c:v>
                </c:pt>
                <c:pt idx="209" c:formatCode="yyyy/mm/dd">
                  <c:v>45611</c:v>
                </c:pt>
                <c:pt idx="210" c:formatCode="yyyy/mm/dd">
                  <c:v>45614</c:v>
                </c:pt>
                <c:pt idx="211" c:formatCode="yyyy/mm/dd">
                  <c:v>45615</c:v>
                </c:pt>
                <c:pt idx="212" c:formatCode="yyyy/mm/dd">
                  <c:v>45616</c:v>
                </c:pt>
                <c:pt idx="213" c:formatCode="yyyy/mm/dd">
                  <c:v>45617</c:v>
                </c:pt>
                <c:pt idx="214" c:formatCode="yyyy/mm/dd">
                  <c:v>45618</c:v>
                </c:pt>
                <c:pt idx="215" c:formatCode="yyyy/mm/dd">
                  <c:v>45621</c:v>
                </c:pt>
                <c:pt idx="216" c:formatCode="yyyy/mm/dd">
                  <c:v>45622</c:v>
                </c:pt>
                <c:pt idx="217" c:formatCode="yyyy/mm/dd">
                  <c:v>45623</c:v>
                </c:pt>
                <c:pt idx="218" c:formatCode="yyyy/mm/dd">
                  <c:v>45624</c:v>
                </c:pt>
                <c:pt idx="219" c:formatCode="yyyy/mm/dd">
                  <c:v>45625</c:v>
                </c:pt>
                <c:pt idx="220" c:formatCode="yyyy/mm/dd">
                  <c:v>45628</c:v>
                </c:pt>
                <c:pt idx="221" c:formatCode="yyyy/mm/dd">
                  <c:v>45629</c:v>
                </c:pt>
                <c:pt idx="222" c:formatCode="yyyy/mm/dd">
                  <c:v>45630</c:v>
                </c:pt>
                <c:pt idx="223" c:formatCode="yyyy/mm/dd">
                  <c:v>45631</c:v>
                </c:pt>
                <c:pt idx="224" c:formatCode="yyyy/mm/dd">
                  <c:v>45632</c:v>
                </c:pt>
                <c:pt idx="225" c:formatCode="yyyy/mm/dd">
                  <c:v>45635</c:v>
                </c:pt>
                <c:pt idx="226" c:formatCode="yyyy/mm/dd">
                  <c:v>45636</c:v>
                </c:pt>
                <c:pt idx="227" c:formatCode="yyyy/mm/dd">
                  <c:v>45637</c:v>
                </c:pt>
                <c:pt idx="228" c:formatCode="yyyy/mm/dd">
                  <c:v>45638</c:v>
                </c:pt>
                <c:pt idx="229" c:formatCode="yyyy/mm/dd">
                  <c:v>45639</c:v>
                </c:pt>
                <c:pt idx="230" c:formatCode="yyyy/mm/dd">
                  <c:v>45642</c:v>
                </c:pt>
                <c:pt idx="231" c:formatCode="yyyy/mm/dd">
                  <c:v>45643</c:v>
                </c:pt>
                <c:pt idx="232" c:formatCode="yyyy/mm/dd">
                  <c:v>45644</c:v>
                </c:pt>
                <c:pt idx="233" c:formatCode="yyyy/mm/dd">
                  <c:v>45645</c:v>
                </c:pt>
                <c:pt idx="234" c:formatCode="yyyy/mm/dd">
                  <c:v>45646</c:v>
                </c:pt>
                <c:pt idx="235" c:formatCode="yyyy/mm/dd">
                  <c:v>45649</c:v>
                </c:pt>
                <c:pt idx="236" c:formatCode="yyyy/mm/dd">
                  <c:v>45650</c:v>
                </c:pt>
                <c:pt idx="237" c:formatCode="yyyy/mm/dd">
                  <c:v>45651</c:v>
                </c:pt>
                <c:pt idx="238" c:formatCode="yyyy/mm/dd">
                  <c:v>45652</c:v>
                </c:pt>
                <c:pt idx="239" c:formatCode="yyyy/mm/dd">
                  <c:v>45653</c:v>
                </c:pt>
                <c:pt idx="240" c:formatCode="yyyy/mm/dd">
                  <c:v>45656</c:v>
                </c:pt>
                <c:pt idx="241" c:formatCode="yyyy/mm/dd">
                  <c:v>45657</c:v>
                </c:pt>
                <c:pt idx="242" c:formatCode="yyyy/mm/dd">
                  <c:v>45659</c:v>
                </c:pt>
                <c:pt idx="243" c:formatCode="yyyy/mm/dd">
                  <c:v>45660</c:v>
                </c:pt>
                <c:pt idx="244" c:formatCode="yyyy/mm/dd">
                  <c:v>45663</c:v>
                </c:pt>
                <c:pt idx="245" c:formatCode="yyyy/mm/dd">
                  <c:v>45664</c:v>
                </c:pt>
                <c:pt idx="246" c:formatCode="yyyy/mm/dd">
                  <c:v>45665</c:v>
                </c:pt>
                <c:pt idx="247" c:formatCode="yyyy/mm/dd">
                  <c:v>45666</c:v>
                </c:pt>
                <c:pt idx="248" c:formatCode="yyyy/mm/dd">
                  <c:v>45667</c:v>
                </c:pt>
                <c:pt idx="249" c:formatCode="yyyy/mm/dd">
                  <c:v>45670</c:v>
                </c:pt>
                <c:pt idx="250" c:formatCode="yyyy/mm/dd">
                  <c:v>45671</c:v>
                </c:pt>
                <c:pt idx="251" c:formatCode="yyyy/mm/dd">
                  <c:v>45672</c:v>
                </c:pt>
                <c:pt idx="252" c:formatCode="yyyy/mm/dd">
                  <c:v>45673</c:v>
                </c:pt>
                <c:pt idx="253" c:formatCode="yyyy/mm/dd">
                  <c:v>45674</c:v>
                </c:pt>
                <c:pt idx="254" c:formatCode="yyyy/mm/dd">
                  <c:v>45677</c:v>
                </c:pt>
                <c:pt idx="255" c:formatCode="yyyy/mm/dd">
                  <c:v>45678</c:v>
                </c:pt>
                <c:pt idx="256" c:formatCode="yyyy/mm/dd">
                  <c:v>45679</c:v>
                </c:pt>
                <c:pt idx="257" c:formatCode="yyyy/mm/dd">
                  <c:v>45680</c:v>
                </c:pt>
                <c:pt idx="258" c:formatCode="yyyy/mm/dd">
                  <c:v>45681</c:v>
                </c:pt>
                <c:pt idx="259" c:formatCode="yyyy/mm/dd">
                  <c:v>45684</c:v>
                </c:pt>
                <c:pt idx="260" c:formatCode="yyyy/mm/dd">
                  <c:v>45693</c:v>
                </c:pt>
                <c:pt idx="261" c:formatCode="yyyy/mm/dd">
                  <c:v>45694</c:v>
                </c:pt>
                <c:pt idx="262" c:formatCode="yyyy/mm/dd">
                  <c:v>45695</c:v>
                </c:pt>
                <c:pt idx="263" c:formatCode="yyyy/mm/dd">
                  <c:v>45698</c:v>
                </c:pt>
                <c:pt idx="264" c:formatCode="yyyy/mm/dd">
                  <c:v>45699</c:v>
                </c:pt>
                <c:pt idx="265" c:formatCode="yyyy/mm/dd">
                  <c:v>45700</c:v>
                </c:pt>
                <c:pt idx="266" c:formatCode="yyyy/mm/dd">
                  <c:v>45701</c:v>
                </c:pt>
                <c:pt idx="267" c:formatCode="yyyy/mm/dd">
                  <c:v>45702</c:v>
                </c:pt>
                <c:pt idx="268" c:formatCode="yyyy/mm/dd">
                  <c:v>45705</c:v>
                </c:pt>
                <c:pt idx="269" c:formatCode="yyyy/mm/dd">
                  <c:v>45706</c:v>
                </c:pt>
                <c:pt idx="270" c:formatCode="yyyy/mm/dd">
                  <c:v>45707</c:v>
                </c:pt>
                <c:pt idx="271" c:formatCode="yyyy/mm/dd">
                  <c:v>45708</c:v>
                </c:pt>
                <c:pt idx="272" c:formatCode="yyyy/mm/dd">
                  <c:v>45709</c:v>
                </c:pt>
                <c:pt idx="273" c:formatCode="yyyy/mm/dd">
                  <c:v>45712</c:v>
                </c:pt>
                <c:pt idx="274" c:formatCode="yyyy/mm/dd">
                  <c:v>45713</c:v>
                </c:pt>
                <c:pt idx="275" c:formatCode="yyyy/mm/dd">
                  <c:v>45714</c:v>
                </c:pt>
                <c:pt idx="276" c:formatCode="yyyy/mm/dd">
                  <c:v>45715</c:v>
                </c:pt>
                <c:pt idx="277" c:formatCode="yyyy/mm/dd">
                  <c:v>45716</c:v>
                </c:pt>
                <c:pt idx="278" c:formatCode="yyyy/mm/dd">
                  <c:v>45719</c:v>
                </c:pt>
                <c:pt idx="279" c:formatCode="yyyy/mm/dd">
                  <c:v>45720</c:v>
                </c:pt>
                <c:pt idx="280" c:formatCode="yyyy/mm/dd">
                  <c:v>45721</c:v>
                </c:pt>
                <c:pt idx="281" c:formatCode="yyyy/mm/dd">
                  <c:v>45722</c:v>
                </c:pt>
                <c:pt idx="282" c:formatCode="yyyy/mm/dd">
                  <c:v>45723</c:v>
                </c:pt>
                <c:pt idx="283" c:formatCode="yyyy/mm/dd">
                  <c:v>45726</c:v>
                </c:pt>
                <c:pt idx="284" c:formatCode="yyyy/mm/dd">
                  <c:v>45727</c:v>
                </c:pt>
                <c:pt idx="285" c:formatCode="yyyy/mm/dd">
                  <c:v>45728</c:v>
                </c:pt>
                <c:pt idx="286" c:formatCode="yyyy/mm/dd">
                  <c:v>45729</c:v>
                </c:pt>
                <c:pt idx="287" c:formatCode="yyyy/mm/dd">
                  <c:v>45730</c:v>
                </c:pt>
                <c:pt idx="288" c:formatCode="yyyy/mm/dd">
                  <c:v>45733</c:v>
                </c:pt>
                <c:pt idx="289" c:formatCode="yyyy/mm/dd">
                  <c:v>45734</c:v>
                </c:pt>
                <c:pt idx="290" c:formatCode="yyyy/mm/dd">
                  <c:v>45735</c:v>
                </c:pt>
                <c:pt idx="291" c:formatCode="yyyy/mm/dd">
                  <c:v>45736</c:v>
                </c:pt>
                <c:pt idx="292" c:formatCode="yyyy/mm/dd">
                  <c:v>45737</c:v>
                </c:pt>
                <c:pt idx="293" c:formatCode="yyyy/mm/dd">
                  <c:v>45740</c:v>
                </c:pt>
                <c:pt idx="294" c:formatCode="yyyy/mm/dd">
                  <c:v>45741</c:v>
                </c:pt>
                <c:pt idx="295" c:formatCode="yyyy/mm/dd">
                  <c:v>45742</c:v>
                </c:pt>
                <c:pt idx="296" c:formatCode="yyyy/mm/dd">
                  <c:v>45743</c:v>
                </c:pt>
                <c:pt idx="297" c:formatCode="yyyy/mm/dd">
                  <c:v>45744</c:v>
                </c:pt>
                <c:pt idx="298" c:formatCode="yyyy/mm/dd">
                  <c:v>45747</c:v>
                </c:pt>
                <c:pt idx="299" c:formatCode="yyyy/mm/dd">
                  <c:v>45748</c:v>
                </c:pt>
                <c:pt idx="300" c:formatCode="yyyy/mm/dd">
                  <c:v>45749</c:v>
                </c:pt>
                <c:pt idx="301" c:formatCode="yyyy/mm/dd">
                  <c:v>45750</c:v>
                </c:pt>
                <c:pt idx="302" c:formatCode="yyyy/mm/dd">
                  <c:v>45754</c:v>
                </c:pt>
                <c:pt idx="303" c:formatCode="yyyy/mm/dd">
                  <c:v>45755</c:v>
                </c:pt>
                <c:pt idx="304" c:formatCode="yyyy/mm/dd">
                  <c:v>45756</c:v>
                </c:pt>
                <c:pt idx="305" c:formatCode="yyyy/mm/dd">
                  <c:v>45757</c:v>
                </c:pt>
                <c:pt idx="306" c:formatCode="yyyy/mm/dd">
                  <c:v>45758</c:v>
                </c:pt>
                <c:pt idx="307" c:formatCode="yyyy/mm/dd">
                  <c:v>45761</c:v>
                </c:pt>
                <c:pt idx="308" c:formatCode="yyyy/mm/dd">
                  <c:v>45762</c:v>
                </c:pt>
                <c:pt idx="309" c:formatCode="yyyy/mm/dd">
                  <c:v>45763</c:v>
                </c:pt>
                <c:pt idx="310" c:formatCode="yyyy/mm/dd">
                  <c:v>45764</c:v>
                </c:pt>
                <c:pt idx="311" c:formatCode="yyyy/mm/dd">
                  <c:v>45765</c:v>
                </c:pt>
                <c:pt idx="312" c:formatCode="yyyy/mm/dd">
                  <c:v>45768</c:v>
                </c:pt>
                <c:pt idx="313" c:formatCode="yyyy/mm/dd">
                  <c:v>45769</c:v>
                </c:pt>
                <c:pt idx="314" c:formatCode="yyyy/mm/dd">
                  <c:v>45770</c:v>
                </c:pt>
                <c:pt idx="315" c:formatCode="yyyy/mm/dd">
                  <c:v>45771</c:v>
                </c:pt>
                <c:pt idx="316" c:formatCode="yyyy/mm/dd">
                  <c:v>45772</c:v>
                </c:pt>
                <c:pt idx="317" c:formatCode="yyyy/mm/dd">
                  <c:v>45775</c:v>
                </c:pt>
                <c:pt idx="318" c:formatCode="yyyy/mm/dd">
                  <c:v>45776</c:v>
                </c:pt>
                <c:pt idx="319" c:formatCode="yyyy/mm/dd">
                  <c:v>45777</c:v>
                </c:pt>
                <c:pt idx="320" c:formatCode="yyyy/mm/dd">
                  <c:v>45783</c:v>
                </c:pt>
                <c:pt idx="321" c:formatCode="yyyy/mm/dd">
                  <c:v>45784</c:v>
                </c:pt>
                <c:pt idx="322" c:formatCode="yyyy/mm/dd">
                  <c:v>45785</c:v>
                </c:pt>
                <c:pt idx="323" c:formatCode="yyyy/mm/dd">
                  <c:v>45786</c:v>
                </c:pt>
                <c:pt idx="324" c:formatCode="yyyy/mm/dd">
                  <c:v>45789</c:v>
                </c:pt>
                <c:pt idx="325" c:formatCode="yyyy/mm/dd">
                  <c:v>45790</c:v>
                </c:pt>
                <c:pt idx="326" c:formatCode="yyyy/mm/dd">
                  <c:v>45791</c:v>
                </c:pt>
                <c:pt idx="327" c:formatCode="yyyy/mm/dd">
                  <c:v>45792</c:v>
                </c:pt>
                <c:pt idx="328" c:formatCode="yyyy/mm/dd">
                  <c:v>45793</c:v>
                </c:pt>
                <c:pt idx="329" c:formatCode="yyyy/mm/dd">
                  <c:v>45796</c:v>
                </c:pt>
                <c:pt idx="330" c:formatCode="yyyy/mm/dd">
                  <c:v>45797</c:v>
                </c:pt>
                <c:pt idx="331" c:formatCode="yyyy/mm/dd">
                  <c:v>45798</c:v>
                </c:pt>
                <c:pt idx="332" c:formatCode="yyyy/mm/dd">
                  <c:v>45799</c:v>
                </c:pt>
                <c:pt idx="333" c:formatCode="yyyy/mm/dd">
                  <c:v>45800</c:v>
                </c:pt>
                <c:pt idx="334" c:formatCode="yyyy/mm/dd">
                  <c:v>45803</c:v>
                </c:pt>
                <c:pt idx="335" c:formatCode="yyyy/mm/dd">
                  <c:v>45804</c:v>
                </c:pt>
                <c:pt idx="336" c:formatCode="yyyy/mm/dd">
                  <c:v>45805</c:v>
                </c:pt>
                <c:pt idx="337" c:formatCode="yyyy/mm/dd">
                  <c:v>45806</c:v>
                </c:pt>
                <c:pt idx="338" c:formatCode="yyyy/mm/dd">
                  <c:v>45807</c:v>
                </c:pt>
                <c:pt idx="339" c:formatCode="yyyy/mm/dd">
                  <c:v>45811</c:v>
                </c:pt>
                <c:pt idx="340" c:formatCode="yyyy/mm/dd">
                  <c:v>45812</c:v>
                </c:pt>
                <c:pt idx="341" c:formatCode="yyyy/mm/dd">
                  <c:v>45813</c:v>
                </c:pt>
                <c:pt idx="342" c:formatCode="yyyy/mm/dd">
                  <c:v>45814</c:v>
                </c:pt>
                <c:pt idx="343" c:formatCode="yyyy/mm/dd">
                  <c:v>45817</c:v>
                </c:pt>
                <c:pt idx="344" c:formatCode="yyyy/mm/dd">
                  <c:v>45818</c:v>
                </c:pt>
                <c:pt idx="345" c:formatCode="yyyy/mm/dd">
                  <c:v>45819</c:v>
                </c:pt>
                <c:pt idx="346" c:formatCode="yyyy/mm/dd">
                  <c:v>45820</c:v>
                </c:pt>
                <c:pt idx="347" c:formatCode="yyyy/mm/dd">
                  <c:v>45821</c:v>
                </c:pt>
                <c:pt idx="348" c:formatCode="yyyy/mm/dd">
                  <c:v>45824</c:v>
                </c:pt>
                <c:pt idx="349" c:formatCode="yyyy/mm/dd">
                  <c:v>45825</c:v>
                </c:pt>
                <c:pt idx="350" c:formatCode="yyyy/mm/dd">
                  <c:v>45826</c:v>
                </c:pt>
                <c:pt idx="351" c:formatCode="yyyy/mm/dd">
                  <c:v>45827</c:v>
                </c:pt>
                <c:pt idx="352" c:formatCode="yyyy/mm/dd">
                  <c:v>45828</c:v>
                </c:pt>
                <c:pt idx="353" c:formatCode="yyyy/mm/dd">
                  <c:v>45831</c:v>
                </c:pt>
                <c:pt idx="354" c:formatCode="yyyy/mm/dd">
                  <c:v>45832</c:v>
                </c:pt>
                <c:pt idx="355" c:formatCode="yyyy/mm/dd">
                  <c:v>45833</c:v>
                </c:pt>
                <c:pt idx="356" c:formatCode="yyyy/mm/dd">
                  <c:v>45834</c:v>
                </c:pt>
                <c:pt idx="357" c:formatCode="yyyy/mm/dd">
                  <c:v>45835</c:v>
                </c:pt>
                <c:pt idx="358" c:formatCode="yyyy/mm/dd">
                  <c:v>45838</c:v>
                </c:pt>
                <c:pt idx="359" c:formatCode="yyyy/mm/dd">
                  <c:v>45839</c:v>
                </c:pt>
                <c:pt idx="360" c:formatCode="yyyy/mm/dd">
                  <c:v>45840</c:v>
                </c:pt>
                <c:pt idx="361" c:formatCode="yyyy/mm/dd">
                  <c:v>45841</c:v>
                </c:pt>
                <c:pt idx="362" c:formatCode="yyyy/mm/dd">
                  <c:v>45842</c:v>
                </c:pt>
                <c:pt idx="363" c:formatCode="yyyy/mm/dd">
                  <c:v>45845</c:v>
                </c:pt>
                <c:pt idx="364" c:formatCode="yyyy/mm/dd">
                  <c:v>45846</c:v>
                </c:pt>
                <c:pt idx="365" c:formatCode="yyyy/mm/dd">
                  <c:v>45847</c:v>
                </c:pt>
                <c:pt idx="366" c:formatCode="yyyy/mm/dd">
                  <c:v>45848</c:v>
                </c:pt>
                <c:pt idx="367" c:formatCode="yyyy/mm/dd">
                  <c:v>45849</c:v>
                </c:pt>
                <c:pt idx="368" c:formatCode="yyyy/mm/dd">
                  <c:v>45852</c:v>
                </c:pt>
                <c:pt idx="369" c:formatCode="yyyy/mm/dd">
                  <c:v>45853</c:v>
                </c:pt>
                <c:pt idx="370" c:formatCode="yyyy/mm/dd">
                  <c:v>45854</c:v>
                </c:pt>
                <c:pt idx="371" c:formatCode="yyyy/mm/dd">
                  <c:v>45855</c:v>
                </c:pt>
                <c:pt idx="372" c:formatCode="yyyy/mm/dd">
                  <c:v>45856</c:v>
                </c:pt>
                <c:pt idx="373" c:formatCode="yyyy/mm/dd">
                  <c:v>45859</c:v>
                </c:pt>
                <c:pt idx="374" c:formatCode="yyyy/mm/dd">
                  <c:v>45860</c:v>
                </c:pt>
                <c:pt idx="375" c:formatCode="yyyy/mm/dd">
                  <c:v>45861</c:v>
                </c:pt>
                <c:pt idx="376" c:formatCode="yyyy/mm/dd">
                  <c:v>45862</c:v>
                </c:pt>
                <c:pt idx="377" c:formatCode="yyyy/mm/dd">
                  <c:v>45863</c:v>
                </c:pt>
                <c:pt idx="378" c:formatCode="yyyy/mm/dd">
                  <c:v>45866</c:v>
                </c:pt>
                <c:pt idx="379" c:formatCode="yyyy/mm/dd">
                  <c:v>45867</c:v>
                </c:pt>
                <c:pt idx="380" c:formatCode="yyyy/mm/dd">
                  <c:v>45868</c:v>
                </c:pt>
                <c:pt idx="381" c:formatCode="yyyy/mm/dd">
                  <c:v>45869</c:v>
                </c:pt>
              </c:numCache>
            </c:numRef>
          </c:cat>
          <c:val>
            <c:numRef>
              <c:f>净值!$B$2:$B$383</c:f>
              <c:numCache>
                <c:formatCode>General</c:formatCode>
                <c:ptCount val="382"/>
                <c:pt idx="0">
                  <c:v>1</c:v>
                </c:pt>
                <c:pt idx="1">
                  <c:v>0.99671772428884</c:v>
                </c:pt>
                <c:pt idx="2">
                  <c:v>1.00054704595186</c:v>
                </c:pt>
                <c:pt idx="3">
                  <c:v>0.986323851203501</c:v>
                </c:pt>
                <c:pt idx="4">
                  <c:v>0.973741794310722</c:v>
                </c:pt>
                <c:pt idx="5">
                  <c:v>0.984682713347921</c:v>
                </c:pt>
                <c:pt idx="6">
                  <c:v>0.974835886214442</c:v>
                </c:pt>
                <c:pt idx="7">
                  <c:v>0.986323851203501</c:v>
                </c:pt>
                <c:pt idx="8">
                  <c:v>0.979759299781182</c:v>
                </c:pt>
                <c:pt idx="9">
                  <c:v>0.979212253829322</c:v>
                </c:pt>
                <c:pt idx="10">
                  <c:v>0.973741794310722</c:v>
                </c:pt>
                <c:pt idx="11">
                  <c:v>0.957330415754923</c:v>
                </c:pt>
                <c:pt idx="12">
                  <c:v>0.940371991247265</c:v>
                </c:pt>
                <c:pt idx="13">
                  <c:v>0.926695842450766</c:v>
                </c:pt>
                <c:pt idx="14">
                  <c:v>0.867614879649891</c:v>
                </c:pt>
                <c:pt idx="15">
                  <c:v>0.846280087527352</c:v>
                </c:pt>
                <c:pt idx="16">
                  <c:v>0.864879649890591</c:v>
                </c:pt>
                <c:pt idx="17">
                  <c:v>0.909190371991247</c:v>
                </c:pt>
                <c:pt idx="18">
                  <c:v>0.917943107221006</c:v>
                </c:pt>
                <c:pt idx="19">
                  <c:v>0.87964989059081</c:v>
                </c:pt>
                <c:pt idx="20">
                  <c:v>0.845733041575492</c:v>
                </c:pt>
                <c:pt idx="21">
                  <c:v>0.792669584245077</c:v>
                </c:pt>
                <c:pt idx="22">
                  <c:v>0.769693654266958</c:v>
                </c:pt>
                <c:pt idx="23">
                  <c:v>0.724288840262582</c:v>
                </c:pt>
                <c:pt idx="24">
                  <c:v>0.62253829321663</c:v>
                </c:pt>
                <c:pt idx="25">
                  <c:v>0.599562363238512</c:v>
                </c:pt>
                <c:pt idx="26">
                  <c:v>0.547045951859956</c:v>
                </c:pt>
                <c:pt idx="27">
                  <c:v>0.596280087527352</c:v>
                </c:pt>
                <c:pt idx="28">
                  <c:v>0.62964989059081</c:v>
                </c:pt>
                <c:pt idx="29">
                  <c:v>0.642778993435449</c:v>
                </c:pt>
                <c:pt idx="30">
                  <c:v>0.667396061269147</c:v>
                </c:pt>
                <c:pt idx="31">
                  <c:v>0.694201312910284</c:v>
                </c:pt>
                <c:pt idx="32">
                  <c:v>0.724835886214442</c:v>
                </c:pt>
                <c:pt idx="33">
                  <c:v>0.74562363238512</c:v>
                </c:pt>
                <c:pt idx="34">
                  <c:v>0.769146608315098</c:v>
                </c:pt>
                <c:pt idx="35">
                  <c:v>0.691466083150985</c:v>
                </c:pt>
                <c:pt idx="36">
                  <c:v>0.714442013129103</c:v>
                </c:pt>
                <c:pt idx="37">
                  <c:v>0.723741794310722</c:v>
                </c:pt>
                <c:pt idx="38">
                  <c:v>0.718818380743983</c:v>
                </c:pt>
                <c:pt idx="39">
                  <c:v>0.697483588621444</c:v>
                </c:pt>
                <c:pt idx="40">
                  <c:v>0.716083150984683</c:v>
                </c:pt>
                <c:pt idx="41">
                  <c:v>0.723194748358862</c:v>
                </c:pt>
                <c:pt idx="42">
                  <c:v>0.728665207877462</c:v>
                </c:pt>
                <c:pt idx="43">
                  <c:v>0.743982494529541</c:v>
                </c:pt>
                <c:pt idx="44">
                  <c:v>0.762035010940919</c:v>
                </c:pt>
                <c:pt idx="45">
                  <c:v>0.761487964989059</c:v>
                </c:pt>
                <c:pt idx="46">
                  <c:v>0.760940919037199</c:v>
                </c:pt>
                <c:pt idx="47">
                  <c:v>0.779540481400438</c:v>
                </c:pt>
                <c:pt idx="48">
                  <c:v>0.803063457330416</c:v>
                </c:pt>
                <c:pt idx="49">
                  <c:v>0.801969365426696</c:v>
                </c:pt>
                <c:pt idx="50">
                  <c:v>0.816739606126915</c:v>
                </c:pt>
                <c:pt idx="51">
                  <c:v>0.820568927789934</c:v>
                </c:pt>
                <c:pt idx="52">
                  <c:v>0.805798687089716</c:v>
                </c:pt>
                <c:pt idx="53">
                  <c:v>0.786105032822757</c:v>
                </c:pt>
                <c:pt idx="54">
                  <c:v>0.789387308533917</c:v>
                </c:pt>
                <c:pt idx="55">
                  <c:v>0.769146608315098</c:v>
                </c:pt>
                <c:pt idx="56">
                  <c:v>0.790481400437637</c:v>
                </c:pt>
                <c:pt idx="57">
                  <c:v>0.804704595185996</c:v>
                </c:pt>
                <c:pt idx="58">
                  <c:v>0.825492341356674</c:v>
                </c:pt>
                <c:pt idx="59">
                  <c:v>0.836980306345733</c:v>
                </c:pt>
                <c:pt idx="60">
                  <c:v>0.833698030634573</c:v>
                </c:pt>
                <c:pt idx="61">
                  <c:v>0.799234135667396</c:v>
                </c:pt>
                <c:pt idx="62">
                  <c:v>0.812910284463895</c:v>
                </c:pt>
                <c:pt idx="63">
                  <c:v>0.794310722100656</c:v>
                </c:pt>
                <c:pt idx="64">
                  <c:v>0.799234135667396</c:v>
                </c:pt>
                <c:pt idx="65">
                  <c:v>0.801969365426696</c:v>
                </c:pt>
                <c:pt idx="66">
                  <c:v>0.743435448577681</c:v>
                </c:pt>
                <c:pt idx="67">
                  <c:v>0.676695842450766</c:v>
                </c:pt>
                <c:pt idx="68">
                  <c:v>0.731947483588621</c:v>
                </c:pt>
                <c:pt idx="69">
                  <c:v>0.729212253829322</c:v>
                </c:pt>
                <c:pt idx="70">
                  <c:v>0.725382932166302</c:v>
                </c:pt>
                <c:pt idx="71">
                  <c:v>0.713894967177243</c:v>
                </c:pt>
                <c:pt idx="72">
                  <c:v>0.736870897155361</c:v>
                </c:pt>
                <c:pt idx="73">
                  <c:v>0.759846827133479</c:v>
                </c:pt>
                <c:pt idx="74">
                  <c:v>0.770787746170678</c:v>
                </c:pt>
                <c:pt idx="75">
                  <c:v>0.771881838074398</c:v>
                </c:pt>
                <c:pt idx="76">
                  <c:v>0.801422319474836</c:v>
                </c:pt>
                <c:pt idx="77">
                  <c:v>0.797592997811816</c:v>
                </c:pt>
                <c:pt idx="78">
                  <c:v>0.821115973741794</c:v>
                </c:pt>
                <c:pt idx="79">
                  <c:v>0.830962800875274</c:v>
                </c:pt>
                <c:pt idx="80">
                  <c:v>0.820568927789934</c:v>
                </c:pt>
                <c:pt idx="81">
                  <c:v>0.833150984682713</c:v>
                </c:pt>
                <c:pt idx="82">
                  <c:v>0.823851203501094</c:v>
                </c:pt>
                <c:pt idx="83">
                  <c:v>0.804157549234136</c:v>
                </c:pt>
                <c:pt idx="84">
                  <c:v>0.818380743982495</c:v>
                </c:pt>
                <c:pt idx="85">
                  <c:v>0.818380743982495</c:v>
                </c:pt>
                <c:pt idx="86">
                  <c:v>0.833698030634573</c:v>
                </c:pt>
                <c:pt idx="87">
                  <c:v>0.844638949671772</c:v>
                </c:pt>
                <c:pt idx="88">
                  <c:v>0.841903719912473</c:v>
                </c:pt>
                <c:pt idx="89">
                  <c:v>0.830962800875274</c:v>
                </c:pt>
                <c:pt idx="90">
                  <c:v>0.838621444201313</c:v>
                </c:pt>
                <c:pt idx="91">
                  <c:v>0.818927789934355</c:v>
                </c:pt>
                <c:pt idx="92">
                  <c:v>0.815098468271335</c:v>
                </c:pt>
                <c:pt idx="93">
                  <c:v>0.817286652078775</c:v>
                </c:pt>
                <c:pt idx="94">
                  <c:v>0.804157549234136</c:v>
                </c:pt>
                <c:pt idx="95">
                  <c:v>0.812363238512035</c:v>
                </c:pt>
                <c:pt idx="96">
                  <c:v>0.800875273522976</c:v>
                </c:pt>
                <c:pt idx="97">
                  <c:v>0.809628008752735</c:v>
                </c:pt>
                <c:pt idx="98">
                  <c:v>0.782275711159737</c:v>
                </c:pt>
                <c:pt idx="99">
                  <c:v>0.760393873085339</c:v>
                </c:pt>
                <c:pt idx="100">
                  <c:v>0.742341356673961</c:v>
                </c:pt>
                <c:pt idx="101">
                  <c:v>0.695295404814004</c:v>
                </c:pt>
                <c:pt idx="102">
                  <c:v>0.733588621444201</c:v>
                </c:pt>
                <c:pt idx="103">
                  <c:v>0.728665207877462</c:v>
                </c:pt>
                <c:pt idx="104">
                  <c:v>0.74890590809628</c:v>
                </c:pt>
                <c:pt idx="105">
                  <c:v>0.745076586433261</c:v>
                </c:pt>
                <c:pt idx="106">
                  <c:v>0.7445295404814</c:v>
                </c:pt>
                <c:pt idx="107">
                  <c:v>0.731400437636762</c:v>
                </c:pt>
                <c:pt idx="108">
                  <c:v>0.75054704595186</c:v>
                </c:pt>
                <c:pt idx="109">
                  <c:v>0.757658643326039</c:v>
                </c:pt>
                <c:pt idx="110">
                  <c:v>0.739059080962801</c:v>
                </c:pt>
                <c:pt idx="111">
                  <c:v>0.737964989059081</c:v>
                </c:pt>
                <c:pt idx="112">
                  <c:v>0.707330415754924</c:v>
                </c:pt>
                <c:pt idx="113">
                  <c:v>0.717177242888403</c:v>
                </c:pt>
                <c:pt idx="114">
                  <c:v>0.74562363238512</c:v>
                </c:pt>
                <c:pt idx="115">
                  <c:v>0.739059080962801</c:v>
                </c:pt>
                <c:pt idx="116">
                  <c:v>0.740700218818381</c:v>
                </c:pt>
                <c:pt idx="117">
                  <c:v>0.743982494529541</c:v>
                </c:pt>
                <c:pt idx="118">
                  <c:v>0.75328227571116</c:v>
                </c:pt>
                <c:pt idx="119">
                  <c:v>0.74835886214442</c:v>
                </c:pt>
                <c:pt idx="120">
                  <c:v>0.721006564551422</c:v>
                </c:pt>
                <c:pt idx="121">
                  <c:v>0.732494529540481</c:v>
                </c:pt>
                <c:pt idx="122">
                  <c:v>0.710065645514223</c:v>
                </c:pt>
                <c:pt idx="123">
                  <c:v>0.720459518599562</c:v>
                </c:pt>
                <c:pt idx="124">
                  <c:v>0.711159737417943</c:v>
                </c:pt>
                <c:pt idx="125">
                  <c:v>0.741247264770241</c:v>
                </c:pt>
                <c:pt idx="126">
                  <c:v>0.741247264770241</c:v>
                </c:pt>
                <c:pt idx="127">
                  <c:v>0.723741794310722</c:v>
                </c:pt>
                <c:pt idx="128">
                  <c:v>0.721006564551422</c:v>
                </c:pt>
                <c:pt idx="129">
                  <c:v>0.713347921225383</c:v>
                </c:pt>
                <c:pt idx="130">
                  <c:v>0.707877461706783</c:v>
                </c:pt>
                <c:pt idx="131">
                  <c:v>0.716083150984683</c:v>
                </c:pt>
                <c:pt idx="132">
                  <c:v>0.725382932166302</c:v>
                </c:pt>
                <c:pt idx="133">
                  <c:v>0.717177242888403</c:v>
                </c:pt>
                <c:pt idx="134">
                  <c:v>0.706783369803063</c:v>
                </c:pt>
                <c:pt idx="135">
                  <c:v>0.715536105032823</c:v>
                </c:pt>
                <c:pt idx="136">
                  <c:v>0.728665207877462</c:v>
                </c:pt>
                <c:pt idx="137">
                  <c:v>0.733588621444201</c:v>
                </c:pt>
                <c:pt idx="138">
                  <c:v>0.740153172866521</c:v>
                </c:pt>
                <c:pt idx="139">
                  <c:v>0.759846827133479</c:v>
                </c:pt>
                <c:pt idx="140">
                  <c:v>0.764223194748359</c:v>
                </c:pt>
                <c:pt idx="141">
                  <c:v>0.75382932166302</c:v>
                </c:pt>
                <c:pt idx="142">
                  <c:v>0.736323851203501</c:v>
                </c:pt>
                <c:pt idx="143">
                  <c:v>0.757111597374179</c:v>
                </c:pt>
                <c:pt idx="144">
                  <c:v>0.759299781181619</c:v>
                </c:pt>
                <c:pt idx="145">
                  <c:v>0.760940919037199</c:v>
                </c:pt>
                <c:pt idx="146">
                  <c:v>0.758752735229759</c:v>
                </c:pt>
                <c:pt idx="147">
                  <c:v>0.757658643326039</c:v>
                </c:pt>
                <c:pt idx="148">
                  <c:v>0.769146608315098</c:v>
                </c:pt>
                <c:pt idx="149">
                  <c:v>0.769693654266958</c:v>
                </c:pt>
                <c:pt idx="150">
                  <c:v>0.774617067833698</c:v>
                </c:pt>
                <c:pt idx="151">
                  <c:v>0.768052516411379</c:v>
                </c:pt>
                <c:pt idx="152">
                  <c:v>0.766958424507659</c:v>
                </c:pt>
                <c:pt idx="153">
                  <c:v>0.75164113785558</c:v>
                </c:pt>
                <c:pt idx="154">
                  <c:v>0.7527352297593</c:v>
                </c:pt>
                <c:pt idx="155">
                  <c:v>0.741247264770241</c:v>
                </c:pt>
                <c:pt idx="156">
                  <c:v>0.734135667396061</c:v>
                </c:pt>
                <c:pt idx="157">
                  <c:v>0.75164113785558</c:v>
                </c:pt>
                <c:pt idx="158">
                  <c:v>0.745076586433261</c:v>
                </c:pt>
                <c:pt idx="159">
                  <c:v>0.75437636761488</c:v>
                </c:pt>
                <c:pt idx="160">
                  <c:v>0.763129102844639</c:v>
                </c:pt>
                <c:pt idx="161">
                  <c:v>0.777352297592998</c:v>
                </c:pt>
                <c:pt idx="162">
                  <c:v>0.769693654266958</c:v>
                </c:pt>
                <c:pt idx="163">
                  <c:v>0.775164113785558</c:v>
                </c:pt>
                <c:pt idx="164">
                  <c:v>0.766411378555799</c:v>
                </c:pt>
                <c:pt idx="165">
                  <c:v>0.777352297592998</c:v>
                </c:pt>
                <c:pt idx="166">
                  <c:v>0.762582056892779</c:v>
                </c:pt>
                <c:pt idx="167">
                  <c:v>0.767505470459519</c:v>
                </c:pt>
                <c:pt idx="168">
                  <c:v>0.774617067833698</c:v>
                </c:pt>
                <c:pt idx="169">
                  <c:v>0.769693654266958</c:v>
                </c:pt>
                <c:pt idx="170">
                  <c:v>0.769146608315098</c:v>
                </c:pt>
                <c:pt idx="171">
                  <c:v>0.760940919037199</c:v>
                </c:pt>
                <c:pt idx="172">
                  <c:v>0.75164113785558</c:v>
                </c:pt>
                <c:pt idx="173">
                  <c:v>0.775164113785558</c:v>
                </c:pt>
                <c:pt idx="174">
                  <c:v>0.771881838074398</c:v>
                </c:pt>
                <c:pt idx="175">
                  <c:v>0.774070021881838</c:v>
                </c:pt>
                <c:pt idx="176">
                  <c:v>0.796498905908096</c:v>
                </c:pt>
                <c:pt idx="177">
                  <c:v>0.804704595185996</c:v>
                </c:pt>
                <c:pt idx="178">
                  <c:v>0.824398249452954</c:v>
                </c:pt>
                <c:pt idx="179">
                  <c:v>0.856126914660832</c:v>
                </c:pt>
                <c:pt idx="180">
                  <c:v>0.936542669584245</c:v>
                </c:pt>
                <c:pt idx="181">
                  <c:v>0.99781181619256</c:v>
                </c:pt>
                <c:pt idx="182">
                  <c:v>0.895514223194748</c:v>
                </c:pt>
                <c:pt idx="183">
                  <c:v>0.916849015317287</c:v>
                </c:pt>
                <c:pt idx="184">
                  <c:v>0.892231947483589</c:v>
                </c:pt>
                <c:pt idx="185">
                  <c:v>0.918490153172867</c:v>
                </c:pt>
                <c:pt idx="186">
                  <c:v>0.911925601750547</c:v>
                </c:pt>
                <c:pt idx="187">
                  <c:v>0.925601750547046</c:v>
                </c:pt>
                <c:pt idx="188">
                  <c:v>0.919037199124726</c:v>
                </c:pt>
                <c:pt idx="189">
                  <c:v>0.940371991247265</c:v>
                </c:pt>
                <c:pt idx="190">
                  <c:v>0.952407002188184</c:v>
                </c:pt>
                <c:pt idx="191">
                  <c:v>0.965536105032823</c:v>
                </c:pt>
                <c:pt idx="192">
                  <c:v>0.965536105032823</c:v>
                </c:pt>
                <c:pt idx="193">
                  <c:v>0.968271334792123</c:v>
                </c:pt>
                <c:pt idx="194">
                  <c:v>0.991794310722101</c:v>
                </c:pt>
                <c:pt idx="195">
                  <c:v>1.0246170678337</c:v>
                </c:pt>
                <c:pt idx="196">
                  <c:v>0.99890590809628</c:v>
                </c:pt>
                <c:pt idx="197">
                  <c:v>0.993982494529541</c:v>
                </c:pt>
                <c:pt idx="198">
                  <c:v>1.01312910284464</c:v>
                </c:pt>
                <c:pt idx="199">
                  <c:v>0.978118161925602</c:v>
                </c:pt>
                <c:pt idx="200">
                  <c:v>1.00218818380744</c:v>
                </c:pt>
                <c:pt idx="201">
                  <c:v>1.02242888402626</c:v>
                </c:pt>
                <c:pt idx="202">
                  <c:v>1.03063457330416</c:v>
                </c:pt>
                <c:pt idx="203">
                  <c:v>1.06017505470459</c:v>
                </c:pt>
                <c:pt idx="204">
                  <c:v>1.06017505470459</c:v>
                </c:pt>
                <c:pt idx="205">
                  <c:v>1.08479212253829</c:v>
                </c:pt>
                <c:pt idx="206">
                  <c:v>1.08424507658643</c:v>
                </c:pt>
                <c:pt idx="207">
                  <c:v>1.09190371991247</c:v>
                </c:pt>
                <c:pt idx="208">
                  <c:v>1.06181619256018</c:v>
                </c:pt>
                <c:pt idx="209">
                  <c:v>1.04759299781182</c:v>
                </c:pt>
                <c:pt idx="210">
                  <c:v>1.02297592997812</c:v>
                </c:pt>
                <c:pt idx="211">
                  <c:v>1.04595185995624</c:v>
                </c:pt>
                <c:pt idx="212">
                  <c:v>1.07603938730853</c:v>
                </c:pt>
                <c:pt idx="213">
                  <c:v>1.08752735229759</c:v>
                </c:pt>
                <c:pt idx="214">
                  <c:v>1.05361050328228</c:v>
                </c:pt>
                <c:pt idx="215">
                  <c:v>1.08971553610503</c:v>
                </c:pt>
                <c:pt idx="216">
                  <c:v>1.08807439824945</c:v>
                </c:pt>
                <c:pt idx="217">
                  <c:v>1.09737417943107</c:v>
                </c:pt>
                <c:pt idx="218">
                  <c:v>1.11542669584245</c:v>
                </c:pt>
                <c:pt idx="219">
                  <c:v>1.13293216630197</c:v>
                </c:pt>
                <c:pt idx="220">
                  <c:v>1.15481400437637</c:v>
                </c:pt>
                <c:pt idx="221">
                  <c:v>1.16137855579869</c:v>
                </c:pt>
                <c:pt idx="222">
                  <c:v>1.14660831509847</c:v>
                </c:pt>
                <c:pt idx="223">
                  <c:v>1.16466083150985</c:v>
                </c:pt>
                <c:pt idx="224">
                  <c:v>1.17341356673961</c:v>
                </c:pt>
                <c:pt idx="225">
                  <c:v>1.18161925601751</c:v>
                </c:pt>
                <c:pt idx="226">
                  <c:v>1.18216630196937</c:v>
                </c:pt>
                <c:pt idx="227">
                  <c:v>1.19584245076586</c:v>
                </c:pt>
                <c:pt idx="228">
                  <c:v>1.22483588621444</c:v>
                </c:pt>
                <c:pt idx="229">
                  <c:v>1.21006564551422</c:v>
                </c:pt>
                <c:pt idx="230">
                  <c:v>1.21553610503282</c:v>
                </c:pt>
                <c:pt idx="231">
                  <c:v>1.14660831509847</c:v>
                </c:pt>
                <c:pt idx="232">
                  <c:v>1.14442013129103</c:v>
                </c:pt>
                <c:pt idx="233">
                  <c:v>1.14387308533917</c:v>
                </c:pt>
                <c:pt idx="234">
                  <c:v>1.16466083150985</c:v>
                </c:pt>
                <c:pt idx="235">
                  <c:v>1.08807439824945</c:v>
                </c:pt>
                <c:pt idx="236">
                  <c:v>1.08916849015317</c:v>
                </c:pt>
                <c:pt idx="237">
                  <c:v>1.05689277899344</c:v>
                </c:pt>
                <c:pt idx="238">
                  <c:v>1.07221006564551</c:v>
                </c:pt>
                <c:pt idx="239">
                  <c:v>1.09080962800875</c:v>
                </c:pt>
                <c:pt idx="240">
                  <c:v>1.07385120350109</c:v>
                </c:pt>
                <c:pt idx="241">
                  <c:v>1.05579868708972</c:v>
                </c:pt>
                <c:pt idx="242">
                  <c:v>1.04485776805252</c:v>
                </c:pt>
                <c:pt idx="243">
                  <c:v>0.99617067833698</c:v>
                </c:pt>
                <c:pt idx="244">
                  <c:v>0.991247264770241</c:v>
                </c:pt>
                <c:pt idx="245">
                  <c:v>1.02899343544858</c:v>
                </c:pt>
                <c:pt idx="246">
                  <c:v>1.02789934354486</c:v>
                </c:pt>
                <c:pt idx="247">
                  <c:v>1.03118161925602</c:v>
                </c:pt>
                <c:pt idx="248">
                  <c:v>1</c:v>
                </c:pt>
                <c:pt idx="249">
                  <c:v>1.00929978118162</c:v>
                </c:pt>
                <c:pt idx="250">
                  <c:v>1.06181619256018</c:v>
                </c:pt>
                <c:pt idx="251">
                  <c:v>1.06236323851203</c:v>
                </c:pt>
                <c:pt idx="252">
                  <c:v>1.0683807439825</c:v>
                </c:pt>
                <c:pt idx="253">
                  <c:v>1.06236323851203</c:v>
                </c:pt>
                <c:pt idx="254">
                  <c:v>1.08588621444201</c:v>
                </c:pt>
                <c:pt idx="255">
                  <c:v>1.07439824945295</c:v>
                </c:pt>
                <c:pt idx="256">
                  <c:v>1.06400437636762</c:v>
                </c:pt>
                <c:pt idx="257">
                  <c:v>1.07111597374179</c:v>
                </c:pt>
                <c:pt idx="258">
                  <c:v>1.08369803063457</c:v>
                </c:pt>
                <c:pt idx="259">
                  <c:v>1.08643326039387</c:v>
                </c:pt>
                <c:pt idx="260">
                  <c:v>1.10667396061269</c:v>
                </c:pt>
                <c:pt idx="261">
                  <c:v>1.11925601750547</c:v>
                </c:pt>
                <c:pt idx="262">
                  <c:v>1.12636761487965</c:v>
                </c:pt>
                <c:pt idx="263">
                  <c:v>1.14660831509847</c:v>
                </c:pt>
                <c:pt idx="264">
                  <c:v>1.14551422319475</c:v>
                </c:pt>
                <c:pt idx="265">
                  <c:v>1.14989059080963</c:v>
                </c:pt>
                <c:pt idx="266">
                  <c:v>1.13457330415755</c:v>
                </c:pt>
                <c:pt idx="267">
                  <c:v>1.13730853391685</c:v>
                </c:pt>
                <c:pt idx="268">
                  <c:v>1.15919037199125</c:v>
                </c:pt>
                <c:pt idx="269">
                  <c:v>1.13129102844639</c:v>
                </c:pt>
                <c:pt idx="270">
                  <c:v>1.15371991247265</c:v>
                </c:pt>
                <c:pt idx="271">
                  <c:v>1.16630196936543</c:v>
                </c:pt>
                <c:pt idx="272">
                  <c:v>1.16247264770241</c:v>
                </c:pt>
                <c:pt idx="273">
                  <c:v>1.17505470459519</c:v>
                </c:pt>
                <c:pt idx="274">
                  <c:v>1.16958424507659</c:v>
                </c:pt>
                <c:pt idx="275">
                  <c:v>1.18380743982494</c:v>
                </c:pt>
                <c:pt idx="276">
                  <c:v>1.18052516411379</c:v>
                </c:pt>
                <c:pt idx="277">
                  <c:v>1.15426695842451</c:v>
                </c:pt>
                <c:pt idx="278">
                  <c:v>1.16411378555799</c:v>
                </c:pt>
                <c:pt idx="279">
                  <c:v>1.18599562363238</c:v>
                </c:pt>
                <c:pt idx="280">
                  <c:v>1.18326039387309</c:v>
                </c:pt>
                <c:pt idx="281">
                  <c:v>1.20021881838074</c:v>
                </c:pt>
                <c:pt idx="282">
                  <c:v>1.195295404814</c:v>
                </c:pt>
                <c:pt idx="283">
                  <c:v>1.2089715536105</c:v>
                </c:pt>
                <c:pt idx="284">
                  <c:v>1.2171772428884</c:v>
                </c:pt>
                <c:pt idx="285">
                  <c:v>1.222647702407</c:v>
                </c:pt>
                <c:pt idx="286">
                  <c:v>1.2171772428884</c:v>
                </c:pt>
                <c:pt idx="287">
                  <c:v>1.2417943107221</c:v>
                </c:pt>
                <c:pt idx="288">
                  <c:v>1.2527352297593</c:v>
                </c:pt>
                <c:pt idx="289">
                  <c:v>1.2636761487965</c:v>
                </c:pt>
                <c:pt idx="290">
                  <c:v>1.25875273522976</c:v>
                </c:pt>
                <c:pt idx="291">
                  <c:v>1.26586433260394</c:v>
                </c:pt>
                <c:pt idx="292">
                  <c:v>1.25164113785558</c:v>
                </c:pt>
                <c:pt idx="293">
                  <c:v>1.20514223194748</c:v>
                </c:pt>
                <c:pt idx="294">
                  <c:v>1.20951859956236</c:v>
                </c:pt>
                <c:pt idx="295">
                  <c:v>1.2363238512035</c:v>
                </c:pt>
                <c:pt idx="296">
                  <c:v>1.22975929978118</c:v>
                </c:pt>
                <c:pt idx="297">
                  <c:v>1.20842450765864</c:v>
                </c:pt>
                <c:pt idx="298">
                  <c:v>1.19748358862144</c:v>
                </c:pt>
                <c:pt idx="299">
                  <c:v>1.222647702407</c:v>
                </c:pt>
                <c:pt idx="300">
                  <c:v>1.22866520787746</c:v>
                </c:pt>
                <c:pt idx="301">
                  <c:v>1.23030634573304</c:v>
                </c:pt>
                <c:pt idx="302">
                  <c:v>1.09245076586433</c:v>
                </c:pt>
                <c:pt idx="303">
                  <c:v>1.09792122538293</c:v>
                </c:pt>
                <c:pt idx="304">
                  <c:v>1.13238512035011</c:v>
                </c:pt>
                <c:pt idx="305">
                  <c:v>1.16958424507659</c:v>
                </c:pt>
                <c:pt idx="306">
                  <c:v>1.17396061269147</c:v>
                </c:pt>
                <c:pt idx="307">
                  <c:v>1.19857768052516</c:v>
                </c:pt>
                <c:pt idx="308">
                  <c:v>1.2062363238512</c:v>
                </c:pt>
                <c:pt idx="309">
                  <c:v>1.18927789934355</c:v>
                </c:pt>
                <c:pt idx="310">
                  <c:v>1.2062363238512</c:v>
                </c:pt>
                <c:pt idx="311">
                  <c:v>1.20568927789934</c:v>
                </c:pt>
                <c:pt idx="312">
                  <c:v>1.22210065645514</c:v>
                </c:pt>
                <c:pt idx="313">
                  <c:v>1.23140043763676</c:v>
                </c:pt>
                <c:pt idx="314">
                  <c:v>1.24234135667396</c:v>
                </c:pt>
                <c:pt idx="315">
                  <c:v>1.23796498905908</c:v>
                </c:pt>
                <c:pt idx="316">
                  <c:v>1.24070021881838</c:v>
                </c:pt>
                <c:pt idx="317">
                  <c:v>1.22866520787746</c:v>
                </c:pt>
                <c:pt idx="318">
                  <c:v>1.25382932166302</c:v>
                </c:pt>
                <c:pt idx="319">
                  <c:v>1.26859956236324</c:v>
                </c:pt>
                <c:pt idx="320">
                  <c:v>1.2992341356674</c:v>
                </c:pt>
                <c:pt idx="321">
                  <c:v>1.31181619256018</c:v>
                </c:pt>
                <c:pt idx="322">
                  <c:v>1.33315098468271</c:v>
                </c:pt>
                <c:pt idx="323">
                  <c:v>1.32549234135667</c:v>
                </c:pt>
                <c:pt idx="324">
                  <c:v>1.33643326039387</c:v>
                </c:pt>
                <c:pt idx="325">
                  <c:v>1.33205689277899</c:v>
                </c:pt>
                <c:pt idx="326">
                  <c:v>1.32713347921225</c:v>
                </c:pt>
                <c:pt idx="327">
                  <c:v>1.33150984682713</c:v>
                </c:pt>
                <c:pt idx="328">
                  <c:v>1.33862144420131</c:v>
                </c:pt>
                <c:pt idx="329">
                  <c:v>1.35557986870897</c:v>
                </c:pt>
                <c:pt idx="330">
                  <c:v>1.37746170678337</c:v>
                </c:pt>
                <c:pt idx="331">
                  <c:v>1.36597374179431</c:v>
                </c:pt>
                <c:pt idx="332">
                  <c:v>1.34846827133479</c:v>
                </c:pt>
                <c:pt idx="333">
                  <c:v>1.33807439824945</c:v>
                </c:pt>
                <c:pt idx="334">
                  <c:v>1.35065645514223</c:v>
                </c:pt>
                <c:pt idx="335">
                  <c:v>1.35940919037199</c:v>
                </c:pt>
                <c:pt idx="336">
                  <c:v>1.35557986870897</c:v>
                </c:pt>
                <c:pt idx="337">
                  <c:v>1.38129102844639</c:v>
                </c:pt>
                <c:pt idx="338">
                  <c:v>1.36706783369803</c:v>
                </c:pt>
                <c:pt idx="339">
                  <c:v>1.38129102844639</c:v>
                </c:pt>
                <c:pt idx="340">
                  <c:v>1.39496717724289</c:v>
                </c:pt>
                <c:pt idx="341">
                  <c:v>1.39934354485777</c:v>
                </c:pt>
                <c:pt idx="342">
                  <c:v>1.41192560175055</c:v>
                </c:pt>
                <c:pt idx="343">
                  <c:v>1.42997811816193</c:v>
                </c:pt>
                <c:pt idx="344">
                  <c:v>1.41794310722101</c:v>
                </c:pt>
                <c:pt idx="345">
                  <c:v>1.42778993435449</c:v>
                </c:pt>
                <c:pt idx="346">
                  <c:v>1.43654266958424</c:v>
                </c:pt>
                <c:pt idx="347">
                  <c:v>1.41411378555799</c:v>
                </c:pt>
                <c:pt idx="348">
                  <c:v>1.42997811816193</c:v>
                </c:pt>
                <c:pt idx="349">
                  <c:v>1.42341356673961</c:v>
                </c:pt>
                <c:pt idx="350">
                  <c:v>1.41575492341357</c:v>
                </c:pt>
                <c:pt idx="351">
                  <c:v>1.38676148796499</c:v>
                </c:pt>
                <c:pt idx="352">
                  <c:v>1.38129102844639</c:v>
                </c:pt>
                <c:pt idx="353">
                  <c:v>1.41083150984683</c:v>
                </c:pt>
                <c:pt idx="354">
                  <c:v>1.4480306345733</c:v>
                </c:pt>
                <c:pt idx="355">
                  <c:v>1.45514223194748</c:v>
                </c:pt>
                <c:pt idx="356">
                  <c:v>1.45459518599562</c:v>
                </c:pt>
                <c:pt idx="357">
                  <c:v>1.46553610503282</c:v>
                </c:pt>
                <c:pt idx="358">
                  <c:v>1.48468271334792</c:v>
                </c:pt>
                <c:pt idx="359">
                  <c:v>1.49343544857768</c:v>
                </c:pt>
                <c:pt idx="360">
                  <c:v>1.49945295404814</c:v>
                </c:pt>
                <c:pt idx="361">
                  <c:v>1.50765864332604</c:v>
                </c:pt>
                <c:pt idx="362">
                  <c:v>1.49015317286652</c:v>
                </c:pt>
                <c:pt idx="363">
                  <c:v>1.51312910284464</c:v>
                </c:pt>
                <c:pt idx="364">
                  <c:v>1.52516411378556</c:v>
                </c:pt>
                <c:pt idx="365">
                  <c:v>1.52789934354486</c:v>
                </c:pt>
                <c:pt idx="366">
                  <c:v>1.53063457330416</c:v>
                </c:pt>
                <c:pt idx="367">
                  <c:v>1.53172866520788</c:v>
                </c:pt>
                <c:pt idx="368">
                  <c:v>1.55306345733042</c:v>
                </c:pt>
                <c:pt idx="369">
                  <c:v>1.53336980306346</c:v>
                </c:pt>
                <c:pt idx="370">
                  <c:v>1.54978118161926</c:v>
                </c:pt>
                <c:pt idx="371">
                  <c:v>1.55798687089715</c:v>
                </c:pt>
                <c:pt idx="372">
                  <c:v>1.56509846827133</c:v>
                </c:pt>
                <c:pt idx="373">
                  <c:v>1.59190371991247</c:v>
                </c:pt>
                <c:pt idx="374">
                  <c:v>1.59245076586433</c:v>
                </c:pt>
                <c:pt idx="375">
                  <c:v>1.58588621444201</c:v>
                </c:pt>
                <c:pt idx="376">
                  <c:v>1.60120350109409</c:v>
                </c:pt>
                <c:pt idx="377">
                  <c:v>1.61652078774617</c:v>
                </c:pt>
                <c:pt idx="378">
                  <c:v>1.63402625820569</c:v>
                </c:pt>
                <c:pt idx="379">
                  <c:v>1.62910284463895</c:v>
                </c:pt>
                <c:pt idx="380">
                  <c:v>1.62691466083151</c:v>
                </c:pt>
                <c:pt idx="381">
                  <c:v>1.60886214442013</c:v>
                </c:pt>
              </c:numCache>
            </c:numRef>
          </c:val>
          <c:smooth val="0"/>
        </c:ser>
        <c:ser>
          <c:idx val="1"/>
          <c:order val="1"/>
          <c:tx>
            <c:strRef>
              <c:f>净值!$C$1</c:f>
              <c:strCache>
                <c:ptCount val="1"/>
                <c:pt idx="0">
                  <c:v>万得微盘指数</c:v>
                </c:pt>
              </c:strCache>
            </c:strRef>
          </c:tx>
          <c:spPr>
            <a:ln w="28575" cap="rnd">
              <a:solidFill>
                <a:schemeClr val="accent2"/>
              </a:solidFill>
              <a:round/>
            </a:ln>
            <a:effectLst/>
          </c:spPr>
          <c:marker>
            <c:symbol val="none"/>
          </c:marker>
          <c:dLbls>
            <c:delete val="1"/>
          </c:dLbls>
          <c:cat>
            <c:numRef>
              <c:f>净值!$A$2:$A$383</c:f>
              <c:numCache>
                <c:formatCode>yyyy/mm/dd</c:formatCode>
                <c:ptCount val="382"/>
                <c:pt idx="0" c:formatCode="yyyy/mm/dd">
                  <c:v>45293</c:v>
                </c:pt>
                <c:pt idx="1" c:formatCode="yyyy/mm/dd">
                  <c:v>45294</c:v>
                </c:pt>
                <c:pt idx="2" c:formatCode="yyyy/mm/dd">
                  <c:v>45295</c:v>
                </c:pt>
                <c:pt idx="3" c:formatCode="yyyy/mm/dd">
                  <c:v>45296</c:v>
                </c:pt>
                <c:pt idx="4" c:formatCode="yyyy/mm/dd">
                  <c:v>45299</c:v>
                </c:pt>
                <c:pt idx="5" c:formatCode="yyyy/mm/dd">
                  <c:v>45300</c:v>
                </c:pt>
                <c:pt idx="6" c:formatCode="yyyy/mm/dd">
                  <c:v>45301</c:v>
                </c:pt>
                <c:pt idx="7" c:formatCode="yyyy/mm/dd">
                  <c:v>45302</c:v>
                </c:pt>
                <c:pt idx="8" c:formatCode="yyyy/mm/dd">
                  <c:v>45303</c:v>
                </c:pt>
                <c:pt idx="9" c:formatCode="yyyy/mm/dd">
                  <c:v>45306</c:v>
                </c:pt>
                <c:pt idx="10" c:formatCode="yyyy/mm/dd">
                  <c:v>45307</c:v>
                </c:pt>
                <c:pt idx="11" c:formatCode="yyyy/mm/dd">
                  <c:v>45308</c:v>
                </c:pt>
                <c:pt idx="12" c:formatCode="yyyy/mm/dd">
                  <c:v>45309</c:v>
                </c:pt>
                <c:pt idx="13" c:formatCode="yyyy/mm/dd">
                  <c:v>45310</c:v>
                </c:pt>
                <c:pt idx="14" c:formatCode="yyyy/mm/dd">
                  <c:v>45313</c:v>
                </c:pt>
                <c:pt idx="15" c:formatCode="yyyy/mm/dd">
                  <c:v>45314</c:v>
                </c:pt>
                <c:pt idx="16" c:formatCode="yyyy/mm/dd">
                  <c:v>45315</c:v>
                </c:pt>
                <c:pt idx="17" c:formatCode="yyyy/mm/dd">
                  <c:v>45316</c:v>
                </c:pt>
                <c:pt idx="18" c:formatCode="yyyy/mm/dd">
                  <c:v>45317</c:v>
                </c:pt>
                <c:pt idx="19" c:formatCode="yyyy/mm/dd">
                  <c:v>45320</c:v>
                </c:pt>
                <c:pt idx="20" c:formatCode="yyyy/mm/dd">
                  <c:v>45321</c:v>
                </c:pt>
                <c:pt idx="21" c:formatCode="yyyy/mm/dd">
                  <c:v>45322</c:v>
                </c:pt>
                <c:pt idx="22" c:formatCode="yyyy/mm/dd">
                  <c:v>45323</c:v>
                </c:pt>
                <c:pt idx="23" c:formatCode="yyyy/mm/dd">
                  <c:v>45324</c:v>
                </c:pt>
                <c:pt idx="24" c:formatCode="yyyy/mm/dd">
                  <c:v>45327</c:v>
                </c:pt>
                <c:pt idx="25" c:formatCode="yyyy/mm/dd">
                  <c:v>45328</c:v>
                </c:pt>
                <c:pt idx="26" c:formatCode="yyyy/mm/dd">
                  <c:v>45329</c:v>
                </c:pt>
                <c:pt idx="27" c:formatCode="yyyy/mm/dd">
                  <c:v>45330</c:v>
                </c:pt>
                <c:pt idx="28" c:formatCode="yyyy/mm/dd">
                  <c:v>45341</c:v>
                </c:pt>
                <c:pt idx="29" c:formatCode="yyyy/mm/dd">
                  <c:v>45342</c:v>
                </c:pt>
                <c:pt idx="30" c:formatCode="yyyy/mm/dd">
                  <c:v>45343</c:v>
                </c:pt>
                <c:pt idx="31" c:formatCode="yyyy/mm/dd">
                  <c:v>45344</c:v>
                </c:pt>
                <c:pt idx="32" c:formatCode="yyyy/mm/dd">
                  <c:v>45345</c:v>
                </c:pt>
                <c:pt idx="33" c:formatCode="yyyy/mm/dd">
                  <c:v>45348</c:v>
                </c:pt>
                <c:pt idx="34" c:formatCode="yyyy/mm/dd">
                  <c:v>45349</c:v>
                </c:pt>
                <c:pt idx="35" c:formatCode="yyyy/mm/dd">
                  <c:v>45350</c:v>
                </c:pt>
                <c:pt idx="36" c:formatCode="yyyy/mm/dd">
                  <c:v>45351</c:v>
                </c:pt>
                <c:pt idx="37" c:formatCode="yyyy/mm/dd">
                  <c:v>45352</c:v>
                </c:pt>
                <c:pt idx="38" c:formatCode="yyyy/mm/dd">
                  <c:v>45355</c:v>
                </c:pt>
                <c:pt idx="39" c:formatCode="yyyy/mm/dd">
                  <c:v>45356</c:v>
                </c:pt>
                <c:pt idx="40" c:formatCode="yyyy/mm/dd">
                  <c:v>45357</c:v>
                </c:pt>
                <c:pt idx="41" c:formatCode="yyyy/mm/dd">
                  <c:v>45358</c:v>
                </c:pt>
                <c:pt idx="42" c:formatCode="yyyy/mm/dd">
                  <c:v>45359</c:v>
                </c:pt>
                <c:pt idx="43" c:formatCode="yyyy/mm/dd">
                  <c:v>45362</c:v>
                </c:pt>
                <c:pt idx="44" c:formatCode="yyyy/mm/dd">
                  <c:v>45363</c:v>
                </c:pt>
                <c:pt idx="45" c:formatCode="yyyy/mm/dd">
                  <c:v>45364</c:v>
                </c:pt>
                <c:pt idx="46" c:formatCode="yyyy/mm/dd">
                  <c:v>45365</c:v>
                </c:pt>
                <c:pt idx="47" c:formatCode="yyyy/mm/dd">
                  <c:v>45366</c:v>
                </c:pt>
                <c:pt idx="48" c:formatCode="yyyy/mm/dd">
                  <c:v>45369</c:v>
                </c:pt>
                <c:pt idx="49" c:formatCode="yyyy/mm/dd">
                  <c:v>45370</c:v>
                </c:pt>
                <c:pt idx="50" c:formatCode="yyyy/mm/dd">
                  <c:v>45371</c:v>
                </c:pt>
                <c:pt idx="51" c:formatCode="yyyy/mm/dd">
                  <c:v>45372</c:v>
                </c:pt>
                <c:pt idx="52" c:formatCode="yyyy/mm/dd">
                  <c:v>45373</c:v>
                </c:pt>
                <c:pt idx="53" c:formatCode="yyyy/mm/dd">
                  <c:v>45376</c:v>
                </c:pt>
                <c:pt idx="54" c:formatCode="yyyy/mm/dd">
                  <c:v>45377</c:v>
                </c:pt>
                <c:pt idx="55" c:formatCode="yyyy/mm/dd">
                  <c:v>45378</c:v>
                </c:pt>
                <c:pt idx="56" c:formatCode="yyyy/mm/dd">
                  <c:v>45379</c:v>
                </c:pt>
                <c:pt idx="57" c:formatCode="yyyy/mm/dd">
                  <c:v>45380</c:v>
                </c:pt>
                <c:pt idx="58" c:formatCode="yyyy/mm/dd">
                  <c:v>45383</c:v>
                </c:pt>
                <c:pt idx="59" c:formatCode="yyyy/mm/dd">
                  <c:v>45384</c:v>
                </c:pt>
                <c:pt idx="60" c:formatCode="yyyy/mm/dd">
                  <c:v>45385</c:v>
                </c:pt>
                <c:pt idx="61" c:formatCode="yyyy/mm/dd">
                  <c:v>45390</c:v>
                </c:pt>
                <c:pt idx="62" c:formatCode="yyyy/mm/dd">
                  <c:v>45391</c:v>
                </c:pt>
                <c:pt idx="63" c:formatCode="yyyy/mm/dd">
                  <c:v>45392</c:v>
                </c:pt>
                <c:pt idx="64" c:formatCode="yyyy/mm/dd">
                  <c:v>45393</c:v>
                </c:pt>
                <c:pt idx="65" c:formatCode="yyyy/mm/dd">
                  <c:v>45394</c:v>
                </c:pt>
                <c:pt idx="66" c:formatCode="yyyy/mm/dd">
                  <c:v>45397</c:v>
                </c:pt>
                <c:pt idx="67" c:formatCode="yyyy/mm/dd">
                  <c:v>45398</c:v>
                </c:pt>
                <c:pt idx="68" c:formatCode="yyyy/mm/dd">
                  <c:v>45399</c:v>
                </c:pt>
                <c:pt idx="69" c:formatCode="yyyy/mm/dd">
                  <c:v>45400</c:v>
                </c:pt>
                <c:pt idx="70" c:formatCode="yyyy/mm/dd">
                  <c:v>45401</c:v>
                </c:pt>
                <c:pt idx="71" c:formatCode="yyyy/mm/dd">
                  <c:v>45404</c:v>
                </c:pt>
                <c:pt idx="72" c:formatCode="yyyy/mm/dd">
                  <c:v>45405</c:v>
                </c:pt>
                <c:pt idx="73" c:formatCode="yyyy/mm/dd">
                  <c:v>45406</c:v>
                </c:pt>
                <c:pt idx="74" c:formatCode="yyyy/mm/dd">
                  <c:v>45407</c:v>
                </c:pt>
                <c:pt idx="75" c:formatCode="yyyy/mm/dd">
                  <c:v>45408</c:v>
                </c:pt>
                <c:pt idx="76" c:formatCode="yyyy/mm/dd">
                  <c:v>45411</c:v>
                </c:pt>
                <c:pt idx="77" c:formatCode="yyyy/mm/dd">
                  <c:v>45412</c:v>
                </c:pt>
                <c:pt idx="78" c:formatCode="yyyy/mm/dd">
                  <c:v>45418</c:v>
                </c:pt>
                <c:pt idx="79" c:formatCode="yyyy/mm/dd">
                  <c:v>45419</c:v>
                </c:pt>
                <c:pt idx="80" c:formatCode="yyyy/mm/dd">
                  <c:v>45420</c:v>
                </c:pt>
                <c:pt idx="81" c:formatCode="yyyy/mm/dd">
                  <c:v>45421</c:v>
                </c:pt>
                <c:pt idx="82" c:formatCode="yyyy/mm/dd">
                  <c:v>45422</c:v>
                </c:pt>
                <c:pt idx="83" c:formatCode="yyyy/mm/dd">
                  <c:v>45425</c:v>
                </c:pt>
                <c:pt idx="84" c:formatCode="yyyy/mm/dd">
                  <c:v>45426</c:v>
                </c:pt>
                <c:pt idx="85" c:formatCode="yyyy/mm/dd">
                  <c:v>45427</c:v>
                </c:pt>
                <c:pt idx="86" c:formatCode="yyyy/mm/dd">
                  <c:v>45428</c:v>
                </c:pt>
                <c:pt idx="87" c:formatCode="yyyy/mm/dd">
                  <c:v>45429</c:v>
                </c:pt>
                <c:pt idx="88" c:formatCode="yyyy/mm/dd">
                  <c:v>45432</c:v>
                </c:pt>
                <c:pt idx="89" c:formatCode="yyyy/mm/dd">
                  <c:v>45433</c:v>
                </c:pt>
                <c:pt idx="90" c:formatCode="yyyy/mm/dd">
                  <c:v>45434</c:v>
                </c:pt>
                <c:pt idx="91" c:formatCode="yyyy/mm/dd">
                  <c:v>45435</c:v>
                </c:pt>
                <c:pt idx="92" c:formatCode="yyyy/mm/dd">
                  <c:v>45436</c:v>
                </c:pt>
                <c:pt idx="93" c:formatCode="yyyy/mm/dd">
                  <c:v>45439</c:v>
                </c:pt>
                <c:pt idx="94" c:formatCode="yyyy/mm/dd">
                  <c:v>45440</c:v>
                </c:pt>
                <c:pt idx="95" c:formatCode="yyyy/mm/dd">
                  <c:v>45441</c:v>
                </c:pt>
                <c:pt idx="96" c:formatCode="yyyy/mm/dd">
                  <c:v>45442</c:v>
                </c:pt>
                <c:pt idx="97" c:formatCode="yyyy/mm/dd">
                  <c:v>45443</c:v>
                </c:pt>
                <c:pt idx="98" c:formatCode="yyyy/mm/dd">
                  <c:v>45446</c:v>
                </c:pt>
                <c:pt idx="99" c:formatCode="yyyy/mm/dd">
                  <c:v>45447</c:v>
                </c:pt>
                <c:pt idx="100" c:formatCode="yyyy/mm/dd">
                  <c:v>45448</c:v>
                </c:pt>
                <c:pt idx="101" c:formatCode="yyyy/mm/dd">
                  <c:v>45449</c:v>
                </c:pt>
                <c:pt idx="102" c:formatCode="yyyy/mm/dd">
                  <c:v>45450</c:v>
                </c:pt>
                <c:pt idx="103" c:formatCode="yyyy/mm/dd">
                  <c:v>45454</c:v>
                </c:pt>
                <c:pt idx="104" c:formatCode="yyyy/mm/dd">
                  <c:v>45455</c:v>
                </c:pt>
                <c:pt idx="105" c:formatCode="yyyy/mm/dd">
                  <c:v>45456</c:v>
                </c:pt>
                <c:pt idx="106" c:formatCode="yyyy/mm/dd">
                  <c:v>45457</c:v>
                </c:pt>
                <c:pt idx="107" c:formatCode="yyyy/mm/dd">
                  <c:v>45460</c:v>
                </c:pt>
                <c:pt idx="108" c:formatCode="yyyy/mm/dd">
                  <c:v>45461</c:v>
                </c:pt>
                <c:pt idx="109" c:formatCode="yyyy/mm/dd">
                  <c:v>45462</c:v>
                </c:pt>
                <c:pt idx="110" c:formatCode="yyyy/mm/dd">
                  <c:v>45463</c:v>
                </c:pt>
                <c:pt idx="111" c:formatCode="yyyy/mm/dd">
                  <c:v>45464</c:v>
                </c:pt>
                <c:pt idx="112" c:formatCode="yyyy/mm/dd">
                  <c:v>45467</c:v>
                </c:pt>
                <c:pt idx="113" c:formatCode="yyyy/mm/dd">
                  <c:v>45468</c:v>
                </c:pt>
                <c:pt idx="114" c:formatCode="yyyy/mm/dd">
                  <c:v>45469</c:v>
                </c:pt>
                <c:pt idx="115" c:formatCode="yyyy/mm/dd">
                  <c:v>45470</c:v>
                </c:pt>
                <c:pt idx="116" c:formatCode="yyyy/mm/dd">
                  <c:v>45471</c:v>
                </c:pt>
                <c:pt idx="117" c:formatCode="yyyy/mm/dd">
                  <c:v>45474</c:v>
                </c:pt>
                <c:pt idx="118" c:formatCode="yyyy/mm/dd">
                  <c:v>45475</c:v>
                </c:pt>
                <c:pt idx="119" c:formatCode="yyyy/mm/dd">
                  <c:v>45476</c:v>
                </c:pt>
                <c:pt idx="120" c:formatCode="yyyy/mm/dd">
                  <c:v>45477</c:v>
                </c:pt>
                <c:pt idx="121" c:formatCode="yyyy/mm/dd">
                  <c:v>45478</c:v>
                </c:pt>
                <c:pt idx="122" c:formatCode="yyyy/mm/dd">
                  <c:v>45481</c:v>
                </c:pt>
                <c:pt idx="123" c:formatCode="yyyy/mm/dd">
                  <c:v>45482</c:v>
                </c:pt>
                <c:pt idx="124" c:formatCode="yyyy/mm/dd">
                  <c:v>45483</c:v>
                </c:pt>
                <c:pt idx="125" c:formatCode="yyyy/mm/dd">
                  <c:v>45484</c:v>
                </c:pt>
                <c:pt idx="126" c:formatCode="yyyy/mm/dd">
                  <c:v>45485</c:v>
                </c:pt>
                <c:pt idx="127" c:formatCode="yyyy/mm/dd">
                  <c:v>45488</c:v>
                </c:pt>
                <c:pt idx="128" c:formatCode="yyyy/mm/dd">
                  <c:v>45489</c:v>
                </c:pt>
                <c:pt idx="129" c:formatCode="yyyy/mm/dd">
                  <c:v>45490</c:v>
                </c:pt>
                <c:pt idx="130" c:formatCode="yyyy/mm/dd">
                  <c:v>45491</c:v>
                </c:pt>
                <c:pt idx="131" c:formatCode="yyyy/mm/dd">
                  <c:v>45492</c:v>
                </c:pt>
                <c:pt idx="132" c:formatCode="yyyy/mm/dd">
                  <c:v>45495</c:v>
                </c:pt>
                <c:pt idx="133" c:formatCode="yyyy/mm/dd">
                  <c:v>45496</c:v>
                </c:pt>
                <c:pt idx="134" c:formatCode="yyyy/mm/dd">
                  <c:v>45497</c:v>
                </c:pt>
                <c:pt idx="135" c:formatCode="yyyy/mm/dd">
                  <c:v>45498</c:v>
                </c:pt>
                <c:pt idx="136" c:formatCode="yyyy/mm/dd">
                  <c:v>45499</c:v>
                </c:pt>
                <c:pt idx="137" c:formatCode="yyyy/mm/dd">
                  <c:v>45502</c:v>
                </c:pt>
                <c:pt idx="138" c:formatCode="yyyy/mm/dd">
                  <c:v>45503</c:v>
                </c:pt>
                <c:pt idx="139" c:formatCode="yyyy/mm/dd">
                  <c:v>45504</c:v>
                </c:pt>
                <c:pt idx="140" c:formatCode="yyyy/mm/dd">
                  <c:v>45505</c:v>
                </c:pt>
                <c:pt idx="141" c:formatCode="yyyy/mm/dd">
                  <c:v>45506</c:v>
                </c:pt>
                <c:pt idx="142" c:formatCode="yyyy/mm/dd">
                  <c:v>45509</c:v>
                </c:pt>
                <c:pt idx="143" c:formatCode="yyyy/mm/dd">
                  <c:v>45510</c:v>
                </c:pt>
                <c:pt idx="144" c:formatCode="yyyy/mm/dd">
                  <c:v>45511</c:v>
                </c:pt>
                <c:pt idx="145" c:formatCode="yyyy/mm/dd">
                  <c:v>45512</c:v>
                </c:pt>
                <c:pt idx="146" c:formatCode="yyyy/mm/dd">
                  <c:v>45513</c:v>
                </c:pt>
                <c:pt idx="147" c:formatCode="yyyy/mm/dd">
                  <c:v>45516</c:v>
                </c:pt>
                <c:pt idx="148" c:formatCode="yyyy/mm/dd">
                  <c:v>45517</c:v>
                </c:pt>
                <c:pt idx="149" c:formatCode="yyyy/mm/dd">
                  <c:v>45518</c:v>
                </c:pt>
                <c:pt idx="150" c:formatCode="yyyy/mm/dd">
                  <c:v>45519</c:v>
                </c:pt>
                <c:pt idx="151" c:formatCode="yyyy/mm/dd">
                  <c:v>45520</c:v>
                </c:pt>
                <c:pt idx="152" c:formatCode="yyyy/mm/dd">
                  <c:v>45523</c:v>
                </c:pt>
                <c:pt idx="153" c:formatCode="yyyy/mm/dd">
                  <c:v>45524</c:v>
                </c:pt>
                <c:pt idx="154" c:formatCode="yyyy/mm/dd">
                  <c:v>45525</c:v>
                </c:pt>
                <c:pt idx="155" c:formatCode="yyyy/mm/dd">
                  <c:v>45526</c:v>
                </c:pt>
                <c:pt idx="156" c:formatCode="yyyy/mm/dd">
                  <c:v>45527</c:v>
                </c:pt>
                <c:pt idx="157" c:formatCode="yyyy/mm/dd">
                  <c:v>45530</c:v>
                </c:pt>
                <c:pt idx="158" c:formatCode="yyyy/mm/dd">
                  <c:v>45531</c:v>
                </c:pt>
                <c:pt idx="159" c:formatCode="yyyy/mm/dd">
                  <c:v>45532</c:v>
                </c:pt>
                <c:pt idx="160" c:formatCode="yyyy/mm/dd">
                  <c:v>45533</c:v>
                </c:pt>
                <c:pt idx="161" c:formatCode="yyyy/mm/dd">
                  <c:v>45534</c:v>
                </c:pt>
                <c:pt idx="162" c:formatCode="yyyy/mm/dd">
                  <c:v>45537</c:v>
                </c:pt>
                <c:pt idx="163" c:formatCode="yyyy/mm/dd">
                  <c:v>45538</c:v>
                </c:pt>
                <c:pt idx="164" c:formatCode="yyyy/mm/dd">
                  <c:v>45539</c:v>
                </c:pt>
                <c:pt idx="165" c:formatCode="yyyy/mm/dd">
                  <c:v>45540</c:v>
                </c:pt>
                <c:pt idx="166" c:formatCode="yyyy/mm/dd">
                  <c:v>45541</c:v>
                </c:pt>
                <c:pt idx="167" c:formatCode="yyyy/mm/dd">
                  <c:v>45544</c:v>
                </c:pt>
                <c:pt idx="168" c:formatCode="yyyy/mm/dd">
                  <c:v>45545</c:v>
                </c:pt>
                <c:pt idx="169" c:formatCode="yyyy/mm/dd">
                  <c:v>45546</c:v>
                </c:pt>
                <c:pt idx="170" c:formatCode="yyyy/mm/dd">
                  <c:v>45547</c:v>
                </c:pt>
                <c:pt idx="171" c:formatCode="yyyy/mm/dd">
                  <c:v>45548</c:v>
                </c:pt>
                <c:pt idx="172" c:formatCode="yyyy/mm/dd">
                  <c:v>45553</c:v>
                </c:pt>
                <c:pt idx="173" c:formatCode="yyyy/mm/dd">
                  <c:v>45554</c:v>
                </c:pt>
                <c:pt idx="174" c:formatCode="yyyy/mm/dd">
                  <c:v>45555</c:v>
                </c:pt>
                <c:pt idx="175" c:formatCode="yyyy/mm/dd">
                  <c:v>45558</c:v>
                </c:pt>
                <c:pt idx="176" c:formatCode="yyyy/mm/dd">
                  <c:v>45559</c:v>
                </c:pt>
                <c:pt idx="177" c:formatCode="yyyy/mm/dd">
                  <c:v>45560</c:v>
                </c:pt>
                <c:pt idx="178" c:formatCode="yyyy/mm/dd">
                  <c:v>45561</c:v>
                </c:pt>
                <c:pt idx="179" c:formatCode="yyyy/mm/dd">
                  <c:v>45562</c:v>
                </c:pt>
                <c:pt idx="180" c:formatCode="yyyy/mm/dd">
                  <c:v>45565</c:v>
                </c:pt>
                <c:pt idx="181" c:formatCode="yyyy/mm/dd">
                  <c:v>45573</c:v>
                </c:pt>
                <c:pt idx="182" c:formatCode="yyyy/mm/dd">
                  <c:v>45574</c:v>
                </c:pt>
                <c:pt idx="183" c:formatCode="yyyy/mm/dd">
                  <c:v>45575</c:v>
                </c:pt>
                <c:pt idx="184" c:formatCode="yyyy/mm/dd">
                  <c:v>45576</c:v>
                </c:pt>
                <c:pt idx="185" c:formatCode="yyyy/mm/dd">
                  <c:v>45579</c:v>
                </c:pt>
                <c:pt idx="186" c:formatCode="yyyy/mm/dd">
                  <c:v>45580</c:v>
                </c:pt>
                <c:pt idx="187" c:formatCode="yyyy/mm/dd">
                  <c:v>45581</c:v>
                </c:pt>
                <c:pt idx="188" c:formatCode="yyyy/mm/dd">
                  <c:v>45582</c:v>
                </c:pt>
                <c:pt idx="189" c:formatCode="yyyy/mm/dd">
                  <c:v>45583</c:v>
                </c:pt>
                <c:pt idx="190" c:formatCode="yyyy/mm/dd">
                  <c:v>45586</c:v>
                </c:pt>
                <c:pt idx="191" c:formatCode="yyyy/mm/dd">
                  <c:v>45587</c:v>
                </c:pt>
                <c:pt idx="192" c:formatCode="yyyy/mm/dd">
                  <c:v>45588</c:v>
                </c:pt>
                <c:pt idx="193" c:formatCode="yyyy/mm/dd">
                  <c:v>45589</c:v>
                </c:pt>
                <c:pt idx="194" c:formatCode="yyyy/mm/dd">
                  <c:v>45590</c:v>
                </c:pt>
                <c:pt idx="195" c:formatCode="yyyy/mm/dd">
                  <c:v>45593</c:v>
                </c:pt>
                <c:pt idx="196" c:formatCode="yyyy/mm/dd">
                  <c:v>45594</c:v>
                </c:pt>
                <c:pt idx="197" c:formatCode="yyyy/mm/dd">
                  <c:v>45595</c:v>
                </c:pt>
                <c:pt idx="198" c:formatCode="yyyy/mm/dd">
                  <c:v>45596</c:v>
                </c:pt>
                <c:pt idx="199" c:formatCode="yyyy/mm/dd">
                  <c:v>45597</c:v>
                </c:pt>
                <c:pt idx="200" c:formatCode="yyyy/mm/dd">
                  <c:v>45600</c:v>
                </c:pt>
                <c:pt idx="201" c:formatCode="yyyy/mm/dd">
                  <c:v>45601</c:v>
                </c:pt>
                <c:pt idx="202" c:formatCode="yyyy/mm/dd">
                  <c:v>45602</c:v>
                </c:pt>
                <c:pt idx="203" c:formatCode="yyyy/mm/dd">
                  <c:v>45603</c:v>
                </c:pt>
                <c:pt idx="204" c:formatCode="yyyy/mm/dd">
                  <c:v>45604</c:v>
                </c:pt>
                <c:pt idx="205" c:formatCode="yyyy/mm/dd">
                  <c:v>45607</c:v>
                </c:pt>
                <c:pt idx="206" c:formatCode="yyyy/mm/dd">
                  <c:v>45608</c:v>
                </c:pt>
                <c:pt idx="207" c:formatCode="yyyy/mm/dd">
                  <c:v>45609</c:v>
                </c:pt>
                <c:pt idx="208" c:formatCode="yyyy/mm/dd">
                  <c:v>45610</c:v>
                </c:pt>
                <c:pt idx="209" c:formatCode="yyyy/mm/dd">
                  <c:v>45611</c:v>
                </c:pt>
                <c:pt idx="210" c:formatCode="yyyy/mm/dd">
                  <c:v>45614</c:v>
                </c:pt>
                <c:pt idx="211" c:formatCode="yyyy/mm/dd">
                  <c:v>45615</c:v>
                </c:pt>
                <c:pt idx="212" c:formatCode="yyyy/mm/dd">
                  <c:v>45616</c:v>
                </c:pt>
                <c:pt idx="213" c:formatCode="yyyy/mm/dd">
                  <c:v>45617</c:v>
                </c:pt>
                <c:pt idx="214" c:formatCode="yyyy/mm/dd">
                  <c:v>45618</c:v>
                </c:pt>
                <c:pt idx="215" c:formatCode="yyyy/mm/dd">
                  <c:v>45621</c:v>
                </c:pt>
                <c:pt idx="216" c:formatCode="yyyy/mm/dd">
                  <c:v>45622</c:v>
                </c:pt>
                <c:pt idx="217" c:formatCode="yyyy/mm/dd">
                  <c:v>45623</c:v>
                </c:pt>
                <c:pt idx="218" c:formatCode="yyyy/mm/dd">
                  <c:v>45624</c:v>
                </c:pt>
                <c:pt idx="219" c:formatCode="yyyy/mm/dd">
                  <c:v>45625</c:v>
                </c:pt>
                <c:pt idx="220" c:formatCode="yyyy/mm/dd">
                  <c:v>45628</c:v>
                </c:pt>
                <c:pt idx="221" c:formatCode="yyyy/mm/dd">
                  <c:v>45629</c:v>
                </c:pt>
                <c:pt idx="222" c:formatCode="yyyy/mm/dd">
                  <c:v>45630</c:v>
                </c:pt>
                <c:pt idx="223" c:formatCode="yyyy/mm/dd">
                  <c:v>45631</c:v>
                </c:pt>
                <c:pt idx="224" c:formatCode="yyyy/mm/dd">
                  <c:v>45632</c:v>
                </c:pt>
                <c:pt idx="225" c:formatCode="yyyy/mm/dd">
                  <c:v>45635</c:v>
                </c:pt>
                <c:pt idx="226" c:formatCode="yyyy/mm/dd">
                  <c:v>45636</c:v>
                </c:pt>
                <c:pt idx="227" c:formatCode="yyyy/mm/dd">
                  <c:v>45637</c:v>
                </c:pt>
                <c:pt idx="228" c:formatCode="yyyy/mm/dd">
                  <c:v>45638</c:v>
                </c:pt>
                <c:pt idx="229" c:formatCode="yyyy/mm/dd">
                  <c:v>45639</c:v>
                </c:pt>
                <c:pt idx="230" c:formatCode="yyyy/mm/dd">
                  <c:v>45642</c:v>
                </c:pt>
                <c:pt idx="231" c:formatCode="yyyy/mm/dd">
                  <c:v>45643</c:v>
                </c:pt>
                <c:pt idx="232" c:formatCode="yyyy/mm/dd">
                  <c:v>45644</c:v>
                </c:pt>
                <c:pt idx="233" c:formatCode="yyyy/mm/dd">
                  <c:v>45645</c:v>
                </c:pt>
                <c:pt idx="234" c:formatCode="yyyy/mm/dd">
                  <c:v>45646</c:v>
                </c:pt>
                <c:pt idx="235" c:formatCode="yyyy/mm/dd">
                  <c:v>45649</c:v>
                </c:pt>
                <c:pt idx="236" c:formatCode="yyyy/mm/dd">
                  <c:v>45650</c:v>
                </c:pt>
                <c:pt idx="237" c:formatCode="yyyy/mm/dd">
                  <c:v>45651</c:v>
                </c:pt>
                <c:pt idx="238" c:formatCode="yyyy/mm/dd">
                  <c:v>45652</c:v>
                </c:pt>
                <c:pt idx="239" c:formatCode="yyyy/mm/dd">
                  <c:v>45653</c:v>
                </c:pt>
                <c:pt idx="240" c:formatCode="yyyy/mm/dd">
                  <c:v>45656</c:v>
                </c:pt>
                <c:pt idx="241" c:formatCode="yyyy/mm/dd">
                  <c:v>45657</c:v>
                </c:pt>
                <c:pt idx="242" c:formatCode="yyyy/mm/dd">
                  <c:v>45659</c:v>
                </c:pt>
                <c:pt idx="243" c:formatCode="yyyy/mm/dd">
                  <c:v>45660</c:v>
                </c:pt>
                <c:pt idx="244" c:formatCode="yyyy/mm/dd">
                  <c:v>45663</c:v>
                </c:pt>
                <c:pt idx="245" c:formatCode="yyyy/mm/dd">
                  <c:v>45664</c:v>
                </c:pt>
                <c:pt idx="246" c:formatCode="yyyy/mm/dd">
                  <c:v>45665</c:v>
                </c:pt>
                <c:pt idx="247" c:formatCode="yyyy/mm/dd">
                  <c:v>45666</c:v>
                </c:pt>
                <c:pt idx="248" c:formatCode="yyyy/mm/dd">
                  <c:v>45667</c:v>
                </c:pt>
                <c:pt idx="249" c:formatCode="yyyy/mm/dd">
                  <c:v>45670</c:v>
                </c:pt>
                <c:pt idx="250" c:formatCode="yyyy/mm/dd">
                  <c:v>45671</c:v>
                </c:pt>
                <c:pt idx="251" c:formatCode="yyyy/mm/dd">
                  <c:v>45672</c:v>
                </c:pt>
                <c:pt idx="252" c:formatCode="yyyy/mm/dd">
                  <c:v>45673</c:v>
                </c:pt>
                <c:pt idx="253" c:formatCode="yyyy/mm/dd">
                  <c:v>45674</c:v>
                </c:pt>
                <c:pt idx="254" c:formatCode="yyyy/mm/dd">
                  <c:v>45677</c:v>
                </c:pt>
                <c:pt idx="255" c:formatCode="yyyy/mm/dd">
                  <c:v>45678</c:v>
                </c:pt>
                <c:pt idx="256" c:formatCode="yyyy/mm/dd">
                  <c:v>45679</c:v>
                </c:pt>
                <c:pt idx="257" c:formatCode="yyyy/mm/dd">
                  <c:v>45680</c:v>
                </c:pt>
                <c:pt idx="258" c:formatCode="yyyy/mm/dd">
                  <c:v>45681</c:v>
                </c:pt>
                <c:pt idx="259" c:formatCode="yyyy/mm/dd">
                  <c:v>45684</c:v>
                </c:pt>
                <c:pt idx="260" c:formatCode="yyyy/mm/dd">
                  <c:v>45693</c:v>
                </c:pt>
                <c:pt idx="261" c:formatCode="yyyy/mm/dd">
                  <c:v>45694</c:v>
                </c:pt>
                <c:pt idx="262" c:formatCode="yyyy/mm/dd">
                  <c:v>45695</c:v>
                </c:pt>
                <c:pt idx="263" c:formatCode="yyyy/mm/dd">
                  <c:v>45698</c:v>
                </c:pt>
                <c:pt idx="264" c:formatCode="yyyy/mm/dd">
                  <c:v>45699</c:v>
                </c:pt>
                <c:pt idx="265" c:formatCode="yyyy/mm/dd">
                  <c:v>45700</c:v>
                </c:pt>
                <c:pt idx="266" c:formatCode="yyyy/mm/dd">
                  <c:v>45701</c:v>
                </c:pt>
                <c:pt idx="267" c:formatCode="yyyy/mm/dd">
                  <c:v>45702</c:v>
                </c:pt>
                <c:pt idx="268" c:formatCode="yyyy/mm/dd">
                  <c:v>45705</c:v>
                </c:pt>
                <c:pt idx="269" c:formatCode="yyyy/mm/dd">
                  <c:v>45706</c:v>
                </c:pt>
                <c:pt idx="270" c:formatCode="yyyy/mm/dd">
                  <c:v>45707</c:v>
                </c:pt>
                <c:pt idx="271" c:formatCode="yyyy/mm/dd">
                  <c:v>45708</c:v>
                </c:pt>
                <c:pt idx="272" c:formatCode="yyyy/mm/dd">
                  <c:v>45709</c:v>
                </c:pt>
                <c:pt idx="273" c:formatCode="yyyy/mm/dd">
                  <c:v>45712</c:v>
                </c:pt>
                <c:pt idx="274" c:formatCode="yyyy/mm/dd">
                  <c:v>45713</c:v>
                </c:pt>
                <c:pt idx="275" c:formatCode="yyyy/mm/dd">
                  <c:v>45714</c:v>
                </c:pt>
                <c:pt idx="276" c:formatCode="yyyy/mm/dd">
                  <c:v>45715</c:v>
                </c:pt>
                <c:pt idx="277" c:formatCode="yyyy/mm/dd">
                  <c:v>45716</c:v>
                </c:pt>
                <c:pt idx="278" c:formatCode="yyyy/mm/dd">
                  <c:v>45719</c:v>
                </c:pt>
                <c:pt idx="279" c:formatCode="yyyy/mm/dd">
                  <c:v>45720</c:v>
                </c:pt>
                <c:pt idx="280" c:formatCode="yyyy/mm/dd">
                  <c:v>45721</c:v>
                </c:pt>
                <c:pt idx="281" c:formatCode="yyyy/mm/dd">
                  <c:v>45722</c:v>
                </c:pt>
                <c:pt idx="282" c:formatCode="yyyy/mm/dd">
                  <c:v>45723</c:v>
                </c:pt>
                <c:pt idx="283" c:formatCode="yyyy/mm/dd">
                  <c:v>45726</c:v>
                </c:pt>
                <c:pt idx="284" c:formatCode="yyyy/mm/dd">
                  <c:v>45727</c:v>
                </c:pt>
                <c:pt idx="285" c:formatCode="yyyy/mm/dd">
                  <c:v>45728</c:v>
                </c:pt>
                <c:pt idx="286" c:formatCode="yyyy/mm/dd">
                  <c:v>45729</c:v>
                </c:pt>
                <c:pt idx="287" c:formatCode="yyyy/mm/dd">
                  <c:v>45730</c:v>
                </c:pt>
                <c:pt idx="288" c:formatCode="yyyy/mm/dd">
                  <c:v>45733</c:v>
                </c:pt>
                <c:pt idx="289" c:formatCode="yyyy/mm/dd">
                  <c:v>45734</c:v>
                </c:pt>
                <c:pt idx="290" c:formatCode="yyyy/mm/dd">
                  <c:v>45735</c:v>
                </c:pt>
                <c:pt idx="291" c:formatCode="yyyy/mm/dd">
                  <c:v>45736</c:v>
                </c:pt>
                <c:pt idx="292" c:formatCode="yyyy/mm/dd">
                  <c:v>45737</c:v>
                </c:pt>
                <c:pt idx="293" c:formatCode="yyyy/mm/dd">
                  <c:v>45740</c:v>
                </c:pt>
                <c:pt idx="294" c:formatCode="yyyy/mm/dd">
                  <c:v>45741</c:v>
                </c:pt>
                <c:pt idx="295" c:formatCode="yyyy/mm/dd">
                  <c:v>45742</c:v>
                </c:pt>
                <c:pt idx="296" c:formatCode="yyyy/mm/dd">
                  <c:v>45743</c:v>
                </c:pt>
                <c:pt idx="297" c:formatCode="yyyy/mm/dd">
                  <c:v>45744</c:v>
                </c:pt>
                <c:pt idx="298" c:formatCode="yyyy/mm/dd">
                  <c:v>45747</c:v>
                </c:pt>
                <c:pt idx="299" c:formatCode="yyyy/mm/dd">
                  <c:v>45748</c:v>
                </c:pt>
                <c:pt idx="300" c:formatCode="yyyy/mm/dd">
                  <c:v>45749</c:v>
                </c:pt>
                <c:pt idx="301" c:formatCode="yyyy/mm/dd">
                  <c:v>45750</c:v>
                </c:pt>
                <c:pt idx="302" c:formatCode="yyyy/mm/dd">
                  <c:v>45754</c:v>
                </c:pt>
                <c:pt idx="303" c:formatCode="yyyy/mm/dd">
                  <c:v>45755</c:v>
                </c:pt>
                <c:pt idx="304" c:formatCode="yyyy/mm/dd">
                  <c:v>45756</c:v>
                </c:pt>
                <c:pt idx="305" c:formatCode="yyyy/mm/dd">
                  <c:v>45757</c:v>
                </c:pt>
                <c:pt idx="306" c:formatCode="yyyy/mm/dd">
                  <c:v>45758</c:v>
                </c:pt>
                <c:pt idx="307" c:formatCode="yyyy/mm/dd">
                  <c:v>45761</c:v>
                </c:pt>
                <c:pt idx="308" c:formatCode="yyyy/mm/dd">
                  <c:v>45762</c:v>
                </c:pt>
                <c:pt idx="309" c:formatCode="yyyy/mm/dd">
                  <c:v>45763</c:v>
                </c:pt>
                <c:pt idx="310" c:formatCode="yyyy/mm/dd">
                  <c:v>45764</c:v>
                </c:pt>
                <c:pt idx="311" c:formatCode="yyyy/mm/dd">
                  <c:v>45765</c:v>
                </c:pt>
                <c:pt idx="312" c:formatCode="yyyy/mm/dd">
                  <c:v>45768</c:v>
                </c:pt>
                <c:pt idx="313" c:formatCode="yyyy/mm/dd">
                  <c:v>45769</c:v>
                </c:pt>
                <c:pt idx="314" c:formatCode="yyyy/mm/dd">
                  <c:v>45770</c:v>
                </c:pt>
                <c:pt idx="315" c:formatCode="yyyy/mm/dd">
                  <c:v>45771</c:v>
                </c:pt>
                <c:pt idx="316" c:formatCode="yyyy/mm/dd">
                  <c:v>45772</c:v>
                </c:pt>
                <c:pt idx="317" c:formatCode="yyyy/mm/dd">
                  <c:v>45775</c:v>
                </c:pt>
                <c:pt idx="318" c:formatCode="yyyy/mm/dd">
                  <c:v>45776</c:v>
                </c:pt>
                <c:pt idx="319" c:formatCode="yyyy/mm/dd">
                  <c:v>45777</c:v>
                </c:pt>
                <c:pt idx="320" c:formatCode="yyyy/mm/dd">
                  <c:v>45783</c:v>
                </c:pt>
                <c:pt idx="321" c:formatCode="yyyy/mm/dd">
                  <c:v>45784</c:v>
                </c:pt>
                <c:pt idx="322" c:formatCode="yyyy/mm/dd">
                  <c:v>45785</c:v>
                </c:pt>
                <c:pt idx="323" c:formatCode="yyyy/mm/dd">
                  <c:v>45786</c:v>
                </c:pt>
                <c:pt idx="324" c:formatCode="yyyy/mm/dd">
                  <c:v>45789</c:v>
                </c:pt>
                <c:pt idx="325" c:formatCode="yyyy/mm/dd">
                  <c:v>45790</c:v>
                </c:pt>
                <c:pt idx="326" c:formatCode="yyyy/mm/dd">
                  <c:v>45791</c:v>
                </c:pt>
                <c:pt idx="327" c:formatCode="yyyy/mm/dd">
                  <c:v>45792</c:v>
                </c:pt>
                <c:pt idx="328" c:formatCode="yyyy/mm/dd">
                  <c:v>45793</c:v>
                </c:pt>
                <c:pt idx="329" c:formatCode="yyyy/mm/dd">
                  <c:v>45796</c:v>
                </c:pt>
                <c:pt idx="330" c:formatCode="yyyy/mm/dd">
                  <c:v>45797</c:v>
                </c:pt>
                <c:pt idx="331" c:formatCode="yyyy/mm/dd">
                  <c:v>45798</c:v>
                </c:pt>
                <c:pt idx="332" c:formatCode="yyyy/mm/dd">
                  <c:v>45799</c:v>
                </c:pt>
                <c:pt idx="333" c:formatCode="yyyy/mm/dd">
                  <c:v>45800</c:v>
                </c:pt>
                <c:pt idx="334" c:formatCode="yyyy/mm/dd">
                  <c:v>45803</c:v>
                </c:pt>
                <c:pt idx="335" c:formatCode="yyyy/mm/dd">
                  <c:v>45804</c:v>
                </c:pt>
                <c:pt idx="336" c:formatCode="yyyy/mm/dd">
                  <c:v>45805</c:v>
                </c:pt>
                <c:pt idx="337" c:formatCode="yyyy/mm/dd">
                  <c:v>45806</c:v>
                </c:pt>
                <c:pt idx="338" c:formatCode="yyyy/mm/dd">
                  <c:v>45807</c:v>
                </c:pt>
                <c:pt idx="339" c:formatCode="yyyy/mm/dd">
                  <c:v>45811</c:v>
                </c:pt>
                <c:pt idx="340" c:formatCode="yyyy/mm/dd">
                  <c:v>45812</c:v>
                </c:pt>
                <c:pt idx="341" c:formatCode="yyyy/mm/dd">
                  <c:v>45813</c:v>
                </c:pt>
                <c:pt idx="342" c:formatCode="yyyy/mm/dd">
                  <c:v>45814</c:v>
                </c:pt>
                <c:pt idx="343" c:formatCode="yyyy/mm/dd">
                  <c:v>45817</c:v>
                </c:pt>
                <c:pt idx="344" c:formatCode="yyyy/mm/dd">
                  <c:v>45818</c:v>
                </c:pt>
                <c:pt idx="345" c:formatCode="yyyy/mm/dd">
                  <c:v>45819</c:v>
                </c:pt>
                <c:pt idx="346" c:formatCode="yyyy/mm/dd">
                  <c:v>45820</c:v>
                </c:pt>
                <c:pt idx="347" c:formatCode="yyyy/mm/dd">
                  <c:v>45821</c:v>
                </c:pt>
                <c:pt idx="348" c:formatCode="yyyy/mm/dd">
                  <c:v>45824</c:v>
                </c:pt>
                <c:pt idx="349" c:formatCode="yyyy/mm/dd">
                  <c:v>45825</c:v>
                </c:pt>
                <c:pt idx="350" c:formatCode="yyyy/mm/dd">
                  <c:v>45826</c:v>
                </c:pt>
                <c:pt idx="351" c:formatCode="yyyy/mm/dd">
                  <c:v>45827</c:v>
                </c:pt>
                <c:pt idx="352" c:formatCode="yyyy/mm/dd">
                  <c:v>45828</c:v>
                </c:pt>
                <c:pt idx="353" c:formatCode="yyyy/mm/dd">
                  <c:v>45831</c:v>
                </c:pt>
                <c:pt idx="354" c:formatCode="yyyy/mm/dd">
                  <c:v>45832</c:v>
                </c:pt>
                <c:pt idx="355" c:formatCode="yyyy/mm/dd">
                  <c:v>45833</c:v>
                </c:pt>
                <c:pt idx="356" c:formatCode="yyyy/mm/dd">
                  <c:v>45834</c:v>
                </c:pt>
                <c:pt idx="357" c:formatCode="yyyy/mm/dd">
                  <c:v>45835</c:v>
                </c:pt>
                <c:pt idx="358" c:formatCode="yyyy/mm/dd">
                  <c:v>45838</c:v>
                </c:pt>
                <c:pt idx="359" c:formatCode="yyyy/mm/dd">
                  <c:v>45839</c:v>
                </c:pt>
                <c:pt idx="360" c:formatCode="yyyy/mm/dd">
                  <c:v>45840</c:v>
                </c:pt>
                <c:pt idx="361" c:formatCode="yyyy/mm/dd">
                  <c:v>45841</c:v>
                </c:pt>
                <c:pt idx="362" c:formatCode="yyyy/mm/dd">
                  <c:v>45842</c:v>
                </c:pt>
                <c:pt idx="363" c:formatCode="yyyy/mm/dd">
                  <c:v>45845</c:v>
                </c:pt>
                <c:pt idx="364" c:formatCode="yyyy/mm/dd">
                  <c:v>45846</c:v>
                </c:pt>
                <c:pt idx="365" c:formatCode="yyyy/mm/dd">
                  <c:v>45847</c:v>
                </c:pt>
                <c:pt idx="366" c:formatCode="yyyy/mm/dd">
                  <c:v>45848</c:v>
                </c:pt>
                <c:pt idx="367" c:formatCode="yyyy/mm/dd">
                  <c:v>45849</c:v>
                </c:pt>
                <c:pt idx="368" c:formatCode="yyyy/mm/dd">
                  <c:v>45852</c:v>
                </c:pt>
                <c:pt idx="369" c:formatCode="yyyy/mm/dd">
                  <c:v>45853</c:v>
                </c:pt>
                <c:pt idx="370" c:formatCode="yyyy/mm/dd">
                  <c:v>45854</c:v>
                </c:pt>
                <c:pt idx="371" c:formatCode="yyyy/mm/dd">
                  <c:v>45855</c:v>
                </c:pt>
                <c:pt idx="372" c:formatCode="yyyy/mm/dd">
                  <c:v>45856</c:v>
                </c:pt>
                <c:pt idx="373" c:formatCode="yyyy/mm/dd">
                  <c:v>45859</c:v>
                </c:pt>
                <c:pt idx="374" c:formatCode="yyyy/mm/dd">
                  <c:v>45860</c:v>
                </c:pt>
                <c:pt idx="375" c:formatCode="yyyy/mm/dd">
                  <c:v>45861</c:v>
                </c:pt>
                <c:pt idx="376" c:formatCode="yyyy/mm/dd">
                  <c:v>45862</c:v>
                </c:pt>
                <c:pt idx="377" c:formatCode="yyyy/mm/dd">
                  <c:v>45863</c:v>
                </c:pt>
                <c:pt idx="378" c:formatCode="yyyy/mm/dd">
                  <c:v>45866</c:v>
                </c:pt>
                <c:pt idx="379" c:formatCode="yyyy/mm/dd">
                  <c:v>45867</c:v>
                </c:pt>
                <c:pt idx="380" c:formatCode="yyyy/mm/dd">
                  <c:v>45868</c:v>
                </c:pt>
                <c:pt idx="381" c:formatCode="yyyy/mm/dd">
                  <c:v>45869</c:v>
                </c:pt>
              </c:numCache>
            </c:numRef>
          </c:cat>
          <c:val>
            <c:numRef>
              <c:f>净值!$C$2:$C$383</c:f>
              <c:numCache>
                <c:formatCode>General</c:formatCode>
                <c:ptCount val="382"/>
                <c:pt idx="0">
                  <c:v>1</c:v>
                </c:pt>
                <c:pt idx="1">
                  <c:v>0.99502481585273</c:v>
                </c:pt>
                <c:pt idx="2">
                  <c:v>0.998497016333813</c:v>
                </c:pt>
                <c:pt idx="3">
                  <c:v>0.983015172201602</c:v>
                </c:pt>
                <c:pt idx="4">
                  <c:v>0.969386280605187</c:v>
                </c:pt>
                <c:pt idx="5">
                  <c:v>0.983090471127093</c:v>
                </c:pt>
                <c:pt idx="6">
                  <c:v>0.971973076617282</c:v>
                </c:pt>
                <c:pt idx="7">
                  <c:v>0.986016540138699</c:v>
                </c:pt>
                <c:pt idx="8">
                  <c:v>0.97720645906872</c:v>
                </c:pt>
                <c:pt idx="9">
                  <c:v>0.976064246929809</c:v>
                </c:pt>
                <c:pt idx="10">
                  <c:v>0.969263384886626</c:v>
                </c:pt>
                <c:pt idx="11">
                  <c:v>0.948618109635686</c:v>
                </c:pt>
                <c:pt idx="12">
                  <c:v>0.929688772653452</c:v>
                </c:pt>
                <c:pt idx="13">
                  <c:v>0.914957778602128</c:v>
                </c:pt>
                <c:pt idx="14">
                  <c:v>0.852114514545647</c:v>
                </c:pt>
                <c:pt idx="15">
                  <c:v>0.835594957096517</c:v>
                </c:pt>
                <c:pt idx="16">
                  <c:v>0.853186347859313</c:v>
                </c:pt>
                <c:pt idx="17">
                  <c:v>0.899162759393443</c:v>
                </c:pt>
                <c:pt idx="18">
                  <c:v>0.904674020207763</c:v>
                </c:pt>
                <c:pt idx="19">
                  <c:v>0.864242828961081</c:v>
                </c:pt>
                <c:pt idx="20">
                  <c:v>0.828769601681944</c:v>
                </c:pt>
                <c:pt idx="21">
                  <c:v>0.77375571453728</c:v>
                </c:pt>
                <c:pt idx="22">
                  <c:v>0.754790011596712</c:v>
                </c:pt>
                <c:pt idx="23">
                  <c:v>0.708441116471982</c:v>
                </c:pt>
                <c:pt idx="24">
                  <c:v>0.611378715734234</c:v>
                </c:pt>
                <c:pt idx="25">
                  <c:v>0.586943839971482</c:v>
                </c:pt>
                <c:pt idx="26">
                  <c:v>0.532682140148169</c:v>
                </c:pt>
                <c:pt idx="27">
                  <c:v>0.588935357589966</c:v>
                </c:pt>
                <c:pt idx="28">
                  <c:v>0.627659006740403</c:v>
                </c:pt>
                <c:pt idx="29">
                  <c:v>0.643314391279389</c:v>
                </c:pt>
                <c:pt idx="30">
                  <c:v>0.672113663270758</c:v>
                </c:pt>
                <c:pt idx="31">
                  <c:v>0.702165742355585</c:v>
                </c:pt>
                <c:pt idx="32">
                  <c:v>0.736593662763435</c:v>
                </c:pt>
                <c:pt idx="33">
                  <c:v>0.759601548931481</c:v>
                </c:pt>
                <c:pt idx="34">
                  <c:v>0.786438609988434</c:v>
                </c:pt>
                <c:pt idx="35">
                  <c:v>0.708313728487979</c:v>
                </c:pt>
                <c:pt idx="36">
                  <c:v>0.738083864779288</c:v>
                </c:pt>
                <c:pt idx="37">
                  <c:v>0.74779368244192</c:v>
                </c:pt>
                <c:pt idx="38">
                  <c:v>0.742896845799819</c:v>
                </c:pt>
                <c:pt idx="39">
                  <c:v>0.720069024690442</c:v>
                </c:pt>
                <c:pt idx="40">
                  <c:v>0.7396261021176</c:v>
                </c:pt>
                <c:pt idx="41">
                  <c:v>0.743848189880129</c:v>
                </c:pt>
                <c:pt idx="42">
                  <c:v>0.750303575319142</c:v>
                </c:pt>
                <c:pt idx="43">
                  <c:v>0.766530119663635</c:v>
                </c:pt>
                <c:pt idx="44">
                  <c:v>0.787018432935319</c:v>
                </c:pt>
                <c:pt idx="45">
                  <c:v>0.787295723624313</c:v>
                </c:pt>
                <c:pt idx="46">
                  <c:v>0.785133446525279</c:v>
                </c:pt>
                <c:pt idx="47">
                  <c:v>0.804015881860433</c:v>
                </c:pt>
                <c:pt idx="48">
                  <c:v>0.829703618452694</c:v>
                </c:pt>
                <c:pt idx="49">
                  <c:v>0.830877436631044</c:v>
                </c:pt>
                <c:pt idx="50">
                  <c:v>0.848721410109506</c:v>
                </c:pt>
                <c:pt idx="51">
                  <c:v>0.8542097287103</c:v>
                </c:pt>
                <c:pt idx="52">
                  <c:v>0.839163901637071</c:v>
                </c:pt>
                <c:pt idx="53">
                  <c:v>0.816610268900958</c:v>
                </c:pt>
                <c:pt idx="54">
                  <c:v>0.819195942274527</c:v>
                </c:pt>
                <c:pt idx="55">
                  <c:v>0.794626459072157</c:v>
                </c:pt>
                <c:pt idx="56">
                  <c:v>0.819944867098796</c:v>
                </c:pt>
                <c:pt idx="57">
                  <c:v>0.835397725251908</c:v>
                </c:pt>
                <c:pt idx="58">
                  <c:v>0.857232060552789</c:v>
                </c:pt>
                <c:pt idx="59">
                  <c:v>0.865095931560106</c:v>
                </c:pt>
                <c:pt idx="60">
                  <c:v>0.858312717873719</c:v>
                </c:pt>
                <c:pt idx="61">
                  <c:v>0.819403923383017</c:v>
                </c:pt>
                <c:pt idx="62">
                  <c:v>0.836918143357488</c:v>
                </c:pt>
                <c:pt idx="63">
                  <c:v>0.812328230872097</c:v>
                </c:pt>
                <c:pt idx="64">
                  <c:v>0.815187236949322</c:v>
                </c:pt>
                <c:pt idx="65">
                  <c:v>0.810654327201742</c:v>
                </c:pt>
                <c:pt idx="66">
                  <c:v>0.738691283071025</c:v>
                </c:pt>
                <c:pt idx="67">
                  <c:v>0.660751547253103</c:v>
                </c:pt>
                <c:pt idx="68">
                  <c:v>0.724723065081315</c:v>
                </c:pt>
                <c:pt idx="69">
                  <c:v>0.720014208441756</c:v>
                </c:pt>
                <c:pt idx="70">
                  <c:v>0.712481267313007</c:v>
                </c:pt>
                <c:pt idx="71">
                  <c:v>0.700797687176253</c:v>
                </c:pt>
                <c:pt idx="72">
                  <c:v>0.724904413644396</c:v>
                </c:pt>
                <c:pt idx="73">
                  <c:v>0.74994141315762</c:v>
                </c:pt>
                <c:pt idx="74">
                  <c:v>0.760117945539818</c:v>
                </c:pt>
                <c:pt idx="75">
                  <c:v>0.764498332179798</c:v>
                </c:pt>
                <c:pt idx="76">
                  <c:v>0.797473004204016</c:v>
                </c:pt>
                <c:pt idx="77">
                  <c:v>0.792903086745898</c:v>
                </c:pt>
                <c:pt idx="78">
                  <c:v>0.818612963618128</c:v>
                </c:pt>
                <c:pt idx="79">
                  <c:v>0.830350130235208</c:v>
                </c:pt>
                <c:pt idx="80">
                  <c:v>0.818653394007099</c:v>
                </c:pt>
                <c:pt idx="81">
                  <c:v>0.832620596145851</c:v>
                </c:pt>
                <c:pt idx="82">
                  <c:v>0.818843941018464</c:v>
                </c:pt>
                <c:pt idx="83">
                  <c:v>0.794358794666251</c:v>
                </c:pt>
                <c:pt idx="84">
                  <c:v>0.809866469410316</c:v>
                </c:pt>
                <c:pt idx="85">
                  <c:v>0.811822530133858</c:v>
                </c:pt>
                <c:pt idx="86">
                  <c:v>0.828648096597629</c:v>
                </c:pt>
                <c:pt idx="87">
                  <c:v>0.842936709461695</c:v>
                </c:pt>
                <c:pt idx="88">
                  <c:v>0.839961546235205</c:v>
                </c:pt>
                <c:pt idx="89">
                  <c:v>0.826487316920409</c:v>
                </c:pt>
                <c:pt idx="90">
                  <c:v>0.832951740284088</c:v>
                </c:pt>
                <c:pt idx="91">
                  <c:v>0.810202480255015</c:v>
                </c:pt>
                <c:pt idx="92">
                  <c:v>0.80307683820187</c:v>
                </c:pt>
                <c:pt idx="93">
                  <c:v>0.807667826352948</c:v>
                </c:pt>
                <c:pt idx="94">
                  <c:v>0.794760371365785</c:v>
                </c:pt>
                <c:pt idx="95">
                  <c:v>0.801343839592523</c:v>
                </c:pt>
                <c:pt idx="96">
                  <c:v>0.792000569227019</c:v>
                </c:pt>
                <c:pt idx="97">
                  <c:v>0.79949382850657</c:v>
                </c:pt>
                <c:pt idx="98">
                  <c:v>0.771002597574026</c:v>
                </c:pt>
                <c:pt idx="99">
                  <c:v>0.748685450696916</c:v>
                </c:pt>
                <c:pt idx="100">
                  <c:v>0.728824450035353</c:v>
                </c:pt>
                <c:pt idx="101">
                  <c:v>0.681356659768525</c:v>
                </c:pt>
                <c:pt idx="102">
                  <c:v>0.719489041219939</c:v>
                </c:pt>
                <c:pt idx="103">
                  <c:v>0.718651394067638</c:v>
                </c:pt>
                <c:pt idx="104">
                  <c:v>0.740317750814195</c:v>
                </c:pt>
                <c:pt idx="105">
                  <c:v>0.740180522629703</c:v>
                </c:pt>
                <c:pt idx="106">
                  <c:v>0.738143922175456</c:v>
                </c:pt>
                <c:pt idx="107">
                  <c:v>0.726390818540796</c:v>
                </c:pt>
                <c:pt idx="108">
                  <c:v>0.746447179526402</c:v>
                </c:pt>
                <c:pt idx="109">
                  <c:v>0.750612579177411</c:v>
                </c:pt>
                <c:pt idx="110">
                  <c:v>0.735682374631076</c:v>
                </c:pt>
                <c:pt idx="111">
                  <c:v>0.733646682897953</c:v>
                </c:pt>
                <c:pt idx="112">
                  <c:v>0.701776840518818</c:v>
                </c:pt>
                <c:pt idx="113">
                  <c:v>0.711185783526724</c:v>
                </c:pt>
                <c:pt idx="114">
                  <c:v>0.739578131225777</c:v>
                </c:pt>
                <c:pt idx="115">
                  <c:v>0.731579599042792</c:v>
                </c:pt>
                <c:pt idx="116">
                  <c:v>0.73289128715784</c:v>
                </c:pt>
                <c:pt idx="117">
                  <c:v>0.737261085057557</c:v>
                </c:pt>
                <c:pt idx="118">
                  <c:v>0.749340037946921</c:v>
                </c:pt>
                <c:pt idx="119">
                  <c:v>0.743727112630618</c:v>
                </c:pt>
                <c:pt idx="120">
                  <c:v>0.714016071278302</c:v>
                </c:pt>
                <c:pt idx="121">
                  <c:v>0.728245429022025</c:v>
                </c:pt>
                <c:pt idx="122">
                  <c:v>0.704557178728172</c:v>
                </c:pt>
                <c:pt idx="123">
                  <c:v>0.71302980526769</c:v>
                </c:pt>
                <c:pt idx="124">
                  <c:v>0.702119536196761</c:v>
                </c:pt>
                <c:pt idx="125">
                  <c:v>0.731941226581943</c:v>
                </c:pt>
                <c:pt idx="126">
                  <c:v>0.730881051937818</c:v>
                </c:pt>
                <c:pt idx="127">
                  <c:v>0.714482518344415</c:v>
                </c:pt>
                <c:pt idx="128">
                  <c:v>0.713274045204679</c:v>
                </c:pt>
                <c:pt idx="129">
                  <c:v>0.704635739808476</c:v>
                </c:pt>
                <c:pt idx="130">
                  <c:v>0.700328833624936</c:v>
                </c:pt>
                <c:pt idx="131">
                  <c:v>0.708003762172536</c:v>
                </c:pt>
                <c:pt idx="132">
                  <c:v>0.718955210172208</c:v>
                </c:pt>
                <c:pt idx="133">
                  <c:v>0.7110031518015</c:v>
                </c:pt>
                <c:pt idx="134">
                  <c:v>0.699159187007058</c:v>
                </c:pt>
                <c:pt idx="135">
                  <c:v>0.706566878983556</c:v>
                </c:pt>
                <c:pt idx="136">
                  <c:v>0.719826335226782</c:v>
                </c:pt>
                <c:pt idx="137">
                  <c:v>0.726581365552161</c:v>
                </c:pt>
                <c:pt idx="138">
                  <c:v>0.735567340462604</c:v>
                </c:pt>
                <c:pt idx="139">
                  <c:v>0.757940159258008</c:v>
                </c:pt>
                <c:pt idx="140">
                  <c:v>0.763035939083933</c:v>
                </c:pt>
                <c:pt idx="141">
                  <c:v>0.752897430947769</c:v>
                </c:pt>
                <c:pt idx="142">
                  <c:v>0.736231126160893</c:v>
                </c:pt>
                <c:pt idx="143">
                  <c:v>0.757660783131045</c:v>
                </c:pt>
                <c:pt idx="144">
                  <c:v>0.758210925295108</c:v>
                </c:pt>
                <c:pt idx="145">
                  <c:v>0.759767388311785</c:v>
                </c:pt>
                <c:pt idx="146">
                  <c:v>0.75573098085416</c:v>
                </c:pt>
                <c:pt idx="147">
                  <c:v>0.752116899741792</c:v>
                </c:pt>
                <c:pt idx="148">
                  <c:v>0.763000856630011</c:v>
                </c:pt>
                <c:pt idx="149">
                  <c:v>0.764279654858942</c:v>
                </c:pt>
                <c:pt idx="150">
                  <c:v>0.769962852212923</c:v>
                </c:pt>
                <c:pt idx="151">
                  <c:v>0.7638935339484</c:v>
                </c:pt>
                <c:pt idx="152">
                  <c:v>0.761471988958188</c:v>
                </c:pt>
                <c:pt idx="153">
                  <c:v>0.74631353454396</c:v>
                </c:pt>
                <c:pt idx="154">
                  <c:v>0.746499749813502</c:v>
                </c:pt>
                <c:pt idx="155">
                  <c:v>0.734844192514137</c:v>
                </c:pt>
                <c:pt idx="156">
                  <c:v>0.725228659031987</c:v>
                </c:pt>
                <c:pt idx="157">
                  <c:v>0.744145374887505</c:v>
                </c:pt>
                <c:pt idx="158">
                  <c:v>0.735664191651909</c:v>
                </c:pt>
                <c:pt idx="159">
                  <c:v>0.745020831683902</c:v>
                </c:pt>
                <c:pt idx="160">
                  <c:v>0.754624279003975</c:v>
                </c:pt>
                <c:pt idx="161">
                  <c:v>0.770208536177943</c:v>
                </c:pt>
                <c:pt idx="162">
                  <c:v>0.761557502525189</c:v>
                </c:pt>
                <c:pt idx="163">
                  <c:v>0.76646776256983</c:v>
                </c:pt>
                <c:pt idx="164">
                  <c:v>0.755881097476554</c:v>
                </c:pt>
                <c:pt idx="165">
                  <c:v>0.767720035040916</c:v>
                </c:pt>
                <c:pt idx="166">
                  <c:v>0.749591979252649</c:v>
                </c:pt>
                <c:pt idx="167">
                  <c:v>0.756016025621141</c:v>
                </c:pt>
                <c:pt idx="168">
                  <c:v>0.767194012149491</c:v>
                </c:pt>
                <c:pt idx="169">
                  <c:v>0.761956084038828</c:v>
                </c:pt>
                <c:pt idx="170">
                  <c:v>0.760871255499694</c:v>
                </c:pt>
                <c:pt idx="171">
                  <c:v>0.750579956602478</c:v>
                </c:pt>
                <c:pt idx="172">
                  <c:v>0.738888354734284</c:v>
                </c:pt>
                <c:pt idx="173">
                  <c:v>0.762495316415391</c:v>
                </c:pt>
                <c:pt idx="174">
                  <c:v>0.758733899949123</c:v>
                </c:pt>
                <c:pt idx="175">
                  <c:v>0.76195185942684</c:v>
                </c:pt>
                <c:pt idx="176">
                  <c:v>0.786380905683688</c:v>
                </c:pt>
                <c:pt idx="177">
                  <c:v>0.799388634538588</c:v>
                </c:pt>
                <c:pt idx="178">
                  <c:v>0.822283893365635</c:v>
                </c:pt>
                <c:pt idx="179">
                  <c:v>0.859981327002808</c:v>
                </c:pt>
                <c:pt idx="180">
                  <c:v>0.956704080300023</c:v>
                </c:pt>
                <c:pt idx="181">
                  <c:v>1.03272882753558</c:v>
                </c:pt>
                <c:pt idx="182">
                  <c:v>0.929860013362588</c:v>
                </c:pt>
                <c:pt idx="183">
                  <c:v>0.94713159760945</c:v>
                </c:pt>
                <c:pt idx="184">
                  <c:v>0.913687109234472</c:v>
                </c:pt>
                <c:pt idx="185">
                  <c:v>0.944551646611951</c:v>
                </c:pt>
                <c:pt idx="186">
                  <c:v>0.936887841769253</c:v>
                </c:pt>
                <c:pt idx="187">
                  <c:v>0.948143640838134</c:v>
                </c:pt>
                <c:pt idx="188">
                  <c:v>0.942692918306302</c:v>
                </c:pt>
                <c:pt idx="189">
                  <c:v>0.96769890013851</c:v>
                </c:pt>
                <c:pt idx="190">
                  <c:v>0.982617820456324</c:v>
                </c:pt>
                <c:pt idx="191">
                  <c:v>0.99946477866029</c:v>
                </c:pt>
                <c:pt idx="192">
                  <c:v>1.00414497036799</c:v>
                </c:pt>
                <c:pt idx="193">
                  <c:v>1.00740057930845</c:v>
                </c:pt>
                <c:pt idx="194">
                  <c:v>1.0356967175704</c:v>
                </c:pt>
                <c:pt idx="195">
                  <c:v>1.07603651269266</c:v>
                </c:pt>
                <c:pt idx="196">
                  <c:v>1.04771213733365</c:v>
                </c:pt>
                <c:pt idx="197">
                  <c:v>1.04436251152389</c:v>
                </c:pt>
                <c:pt idx="198">
                  <c:v>1.06713337721056</c:v>
                </c:pt>
                <c:pt idx="199">
                  <c:v>1.02616177721274</c:v>
                </c:pt>
                <c:pt idx="200">
                  <c:v>1.04836211081313</c:v>
                </c:pt>
                <c:pt idx="201">
                  <c:v>1.07339674285968</c:v>
                </c:pt>
                <c:pt idx="202">
                  <c:v>1.08380497106242</c:v>
                </c:pt>
                <c:pt idx="203">
                  <c:v>1.11594377025084</c:v>
                </c:pt>
                <c:pt idx="204">
                  <c:v>1.11821786556969</c:v>
                </c:pt>
                <c:pt idx="205">
                  <c:v>1.14711765854618</c:v>
                </c:pt>
                <c:pt idx="206">
                  <c:v>1.14578201168211</c:v>
                </c:pt>
                <c:pt idx="207">
                  <c:v>1.15578020198196</c:v>
                </c:pt>
                <c:pt idx="208">
                  <c:v>1.12277440240875</c:v>
                </c:pt>
                <c:pt idx="209">
                  <c:v>1.10491593388713</c:v>
                </c:pt>
                <c:pt idx="210">
                  <c:v>1.07358733778855</c:v>
                </c:pt>
                <c:pt idx="211">
                  <c:v>1.0976377334728</c:v>
                </c:pt>
                <c:pt idx="212">
                  <c:v>1.13041200904393</c:v>
                </c:pt>
                <c:pt idx="213">
                  <c:v>1.14150233735497</c:v>
                </c:pt>
                <c:pt idx="214">
                  <c:v>1.10054525875493</c:v>
                </c:pt>
                <c:pt idx="215">
                  <c:v>1.13475997470474</c:v>
                </c:pt>
                <c:pt idx="216">
                  <c:v>1.13169842375917</c:v>
                </c:pt>
                <c:pt idx="217">
                  <c:v>1.14198693556934</c:v>
                </c:pt>
                <c:pt idx="218">
                  <c:v>1.15904374126835</c:v>
                </c:pt>
                <c:pt idx="219">
                  <c:v>1.17306258375247</c:v>
                </c:pt>
                <c:pt idx="220">
                  <c:v>1.19799973757503</c:v>
                </c:pt>
                <c:pt idx="221">
                  <c:v>1.20601770714883</c:v>
                </c:pt>
                <c:pt idx="222">
                  <c:v>1.18819073959042</c:v>
                </c:pt>
                <c:pt idx="223">
                  <c:v>1.20901663129353</c:v>
                </c:pt>
                <c:pt idx="224">
                  <c:v>1.2214001789468</c:v>
                </c:pt>
                <c:pt idx="225">
                  <c:v>1.22977978290511</c:v>
                </c:pt>
                <c:pt idx="226">
                  <c:v>1.23397874636762</c:v>
                </c:pt>
                <c:pt idx="227">
                  <c:v>1.25190560890326</c:v>
                </c:pt>
                <c:pt idx="228">
                  <c:v>1.27813018678893</c:v>
                </c:pt>
                <c:pt idx="229">
                  <c:v>1.26022894847763</c:v>
                </c:pt>
                <c:pt idx="230">
                  <c:v>1.26508716772353</c:v>
                </c:pt>
                <c:pt idx="231">
                  <c:v>1.19139775436932</c:v>
                </c:pt>
                <c:pt idx="232">
                  <c:v>1.19028040114385</c:v>
                </c:pt>
                <c:pt idx="233">
                  <c:v>1.18683336008738</c:v>
                </c:pt>
                <c:pt idx="234">
                  <c:v>1.21004125697266</c:v>
                </c:pt>
                <c:pt idx="235">
                  <c:v>1.12535483634617</c:v>
                </c:pt>
                <c:pt idx="236">
                  <c:v>1.12200884370957</c:v>
                </c:pt>
                <c:pt idx="237">
                  <c:v>1.08656959267469</c:v>
                </c:pt>
                <c:pt idx="238">
                  <c:v>1.1036696042126</c:v>
                </c:pt>
                <c:pt idx="239">
                  <c:v>1.12247795327723</c:v>
                </c:pt>
                <c:pt idx="240">
                  <c:v>1.10124958231429</c:v>
                </c:pt>
                <c:pt idx="241">
                  <c:v>1.08122970742303</c:v>
                </c:pt>
                <c:pt idx="242">
                  <c:v>1.07235529985008</c:v>
                </c:pt>
                <c:pt idx="243">
                  <c:v>1.0215156021369</c:v>
                </c:pt>
                <c:pt idx="244">
                  <c:v>1.01518935503964</c:v>
                </c:pt>
                <c:pt idx="245">
                  <c:v>1.05277566799886</c:v>
                </c:pt>
                <c:pt idx="246">
                  <c:v>1.05156608693812</c:v>
                </c:pt>
                <c:pt idx="247">
                  <c:v>1.05800881770817</c:v>
                </c:pt>
                <c:pt idx="248">
                  <c:v>1.02505864761204</c:v>
                </c:pt>
                <c:pt idx="249">
                  <c:v>1.03280685262444</c:v>
                </c:pt>
                <c:pt idx="250">
                  <c:v>1.08973950322351</c:v>
                </c:pt>
                <c:pt idx="251">
                  <c:v>1.09023459194727</c:v>
                </c:pt>
                <c:pt idx="252">
                  <c:v>1.09729691342263</c:v>
                </c:pt>
                <c:pt idx="253">
                  <c:v>1.08994526335597</c:v>
                </c:pt>
                <c:pt idx="254">
                  <c:v>1.10717925735242</c:v>
                </c:pt>
                <c:pt idx="255">
                  <c:v>1.09590283733053</c:v>
                </c:pt>
                <c:pt idx="256">
                  <c:v>1.08402016067396</c:v>
                </c:pt>
                <c:pt idx="257">
                  <c:v>1.08674390592225</c:v>
                </c:pt>
                <c:pt idx="258">
                  <c:v>1.09582046920501</c:v>
                </c:pt>
                <c:pt idx="259">
                  <c:v>1.0938965946649</c:v>
                </c:pt>
                <c:pt idx="260">
                  <c:v>1.11819566505058</c:v>
                </c:pt>
                <c:pt idx="261">
                  <c:v>1.13467356644959</c:v>
                </c:pt>
                <c:pt idx="262">
                  <c:v>1.14621498324182</c:v>
                </c:pt>
                <c:pt idx="263">
                  <c:v>1.17666136480772</c:v>
                </c:pt>
                <c:pt idx="264">
                  <c:v>1.17695470991216</c:v>
                </c:pt>
                <c:pt idx="265">
                  <c:v>1.18499897181713</c:v>
                </c:pt>
                <c:pt idx="266">
                  <c:v>1.16926985593938</c:v>
                </c:pt>
                <c:pt idx="267">
                  <c:v>1.17360151561787</c:v>
                </c:pt>
                <c:pt idx="268">
                  <c:v>1.2020108274803</c:v>
                </c:pt>
                <c:pt idx="269">
                  <c:v>1.17222721610401</c:v>
                </c:pt>
                <c:pt idx="270">
                  <c:v>1.19828646595753</c:v>
                </c:pt>
                <c:pt idx="271">
                  <c:v>1.21136737578451</c:v>
                </c:pt>
                <c:pt idx="272">
                  <c:v>1.20877050922567</c:v>
                </c:pt>
                <c:pt idx="273">
                  <c:v>1.21798301308129</c:v>
                </c:pt>
                <c:pt idx="274">
                  <c:v>1.21358132505982</c:v>
                </c:pt>
                <c:pt idx="275">
                  <c:v>1.22962911009747</c:v>
                </c:pt>
                <c:pt idx="276">
                  <c:v>1.22422222523098</c:v>
                </c:pt>
                <c:pt idx="277">
                  <c:v>1.18952570876416</c:v>
                </c:pt>
                <c:pt idx="278">
                  <c:v>1.19877341520972</c:v>
                </c:pt>
                <c:pt idx="279">
                  <c:v>1.21817720011116</c:v>
                </c:pt>
                <c:pt idx="280">
                  <c:v>1.2147544426159</c:v>
                </c:pt>
                <c:pt idx="281">
                  <c:v>1.23584874726468</c:v>
                </c:pt>
                <c:pt idx="282">
                  <c:v>1.23111751486488</c:v>
                </c:pt>
                <c:pt idx="283">
                  <c:v>1.2497839079993</c:v>
                </c:pt>
                <c:pt idx="284">
                  <c:v>1.2599647851295</c:v>
                </c:pt>
                <c:pt idx="285">
                  <c:v>1.26845163460923</c:v>
                </c:pt>
                <c:pt idx="286">
                  <c:v>1.25982406341713</c:v>
                </c:pt>
                <c:pt idx="287">
                  <c:v>1.28069454953978</c:v>
                </c:pt>
                <c:pt idx="288">
                  <c:v>1.29242725948728</c:v>
                </c:pt>
                <c:pt idx="289">
                  <c:v>1.30297555224812</c:v>
                </c:pt>
                <c:pt idx="290">
                  <c:v>1.29944375164071</c:v>
                </c:pt>
                <c:pt idx="291">
                  <c:v>1.30539561761445</c:v>
                </c:pt>
                <c:pt idx="292">
                  <c:v>1.28847431267413</c:v>
                </c:pt>
                <c:pt idx="293">
                  <c:v>1.24026170924663</c:v>
                </c:pt>
                <c:pt idx="294">
                  <c:v>1.23475306986172</c:v>
                </c:pt>
                <c:pt idx="295">
                  <c:v>1.26441599383158</c:v>
                </c:pt>
                <c:pt idx="296">
                  <c:v>1.24951319809412</c:v>
                </c:pt>
                <c:pt idx="297">
                  <c:v>1.22274565197838</c:v>
                </c:pt>
                <c:pt idx="298">
                  <c:v>1.20736883752558</c:v>
                </c:pt>
                <c:pt idx="299">
                  <c:v>1.23479600941625</c:v>
                </c:pt>
                <c:pt idx="300">
                  <c:v>1.23880174933286</c:v>
                </c:pt>
                <c:pt idx="301">
                  <c:v>1.24061026523458</c:v>
                </c:pt>
                <c:pt idx="302">
                  <c:v>1.08039539703994</c:v>
                </c:pt>
                <c:pt idx="303">
                  <c:v>1.08736720373057</c:v>
                </c:pt>
                <c:pt idx="304">
                  <c:v>1.12383989144567</c:v>
                </c:pt>
                <c:pt idx="305">
                  <c:v>1.16532727299652</c:v>
                </c:pt>
                <c:pt idx="306">
                  <c:v>1.16985198508699</c:v>
                </c:pt>
                <c:pt idx="307">
                  <c:v>1.19814764656984</c:v>
                </c:pt>
                <c:pt idx="308">
                  <c:v>1.20298872949163</c:v>
                </c:pt>
                <c:pt idx="309">
                  <c:v>1.18250611874448</c:v>
                </c:pt>
                <c:pt idx="310">
                  <c:v>1.19931188090631</c:v>
                </c:pt>
                <c:pt idx="311">
                  <c:v>1.19230345532141</c:v>
                </c:pt>
                <c:pt idx="312">
                  <c:v>1.20687675973204</c:v>
                </c:pt>
                <c:pt idx="313">
                  <c:v>1.21464215275099</c:v>
                </c:pt>
                <c:pt idx="314">
                  <c:v>1.21783910964705</c:v>
                </c:pt>
                <c:pt idx="315">
                  <c:v>1.21112663758982</c:v>
                </c:pt>
                <c:pt idx="316">
                  <c:v>1.21022657515818</c:v>
                </c:pt>
                <c:pt idx="317">
                  <c:v>1.19428951445233</c:v>
                </c:pt>
                <c:pt idx="318">
                  <c:v>1.21737295042819</c:v>
                </c:pt>
                <c:pt idx="319">
                  <c:v>1.23014453055792</c:v>
                </c:pt>
                <c:pt idx="320">
                  <c:v>1.26916034980729</c:v>
                </c:pt>
                <c:pt idx="321">
                  <c:v>1.28438719036338</c:v>
                </c:pt>
                <c:pt idx="322">
                  <c:v>1.30606980106754</c:v>
                </c:pt>
                <c:pt idx="323">
                  <c:v>1.29731001967979</c:v>
                </c:pt>
                <c:pt idx="324">
                  <c:v>1.31091048114008</c:v>
                </c:pt>
                <c:pt idx="325">
                  <c:v>1.30847689003313</c:v>
                </c:pt>
                <c:pt idx="326">
                  <c:v>1.30550694194177</c:v>
                </c:pt>
                <c:pt idx="327">
                  <c:v>1.31020036435521</c:v>
                </c:pt>
                <c:pt idx="328">
                  <c:v>1.31953724081513</c:v>
                </c:pt>
                <c:pt idx="329">
                  <c:v>1.33810388751656</c:v>
                </c:pt>
                <c:pt idx="330">
                  <c:v>1.36159747537051</c:v>
                </c:pt>
                <c:pt idx="331">
                  <c:v>1.34874968040655</c:v>
                </c:pt>
                <c:pt idx="332">
                  <c:v>1.33030572782792</c:v>
                </c:pt>
                <c:pt idx="333">
                  <c:v>1.31870908064291</c:v>
                </c:pt>
                <c:pt idx="334">
                  <c:v>1.33428292294868</c:v>
                </c:pt>
                <c:pt idx="335">
                  <c:v>1.34467772364166</c:v>
                </c:pt>
                <c:pt idx="336">
                  <c:v>1.33951658571748</c:v>
                </c:pt>
                <c:pt idx="337">
                  <c:v>1.3642816068809</c:v>
                </c:pt>
                <c:pt idx="338">
                  <c:v>1.34461942618674</c:v>
                </c:pt>
                <c:pt idx="339">
                  <c:v>1.36355353540951</c:v>
                </c:pt>
                <c:pt idx="340">
                  <c:v>1.37990250314295</c:v>
                </c:pt>
                <c:pt idx="341">
                  <c:v>1.38308569950264</c:v>
                </c:pt>
                <c:pt idx="342">
                  <c:v>1.39415474149198</c:v>
                </c:pt>
                <c:pt idx="343">
                  <c:v>1.41731592874243</c:v>
                </c:pt>
                <c:pt idx="344">
                  <c:v>1.40422569656621</c:v>
                </c:pt>
                <c:pt idx="345">
                  <c:v>1.41425572359403</c:v>
                </c:pt>
                <c:pt idx="346">
                  <c:v>1.42527277578254</c:v>
                </c:pt>
                <c:pt idx="347">
                  <c:v>1.39596718252133</c:v>
                </c:pt>
                <c:pt idx="348">
                  <c:v>1.41601133002122</c:v>
                </c:pt>
                <c:pt idx="349">
                  <c:v>1.41131749791317</c:v>
                </c:pt>
                <c:pt idx="350">
                  <c:v>1.40417099395045</c:v>
                </c:pt>
                <c:pt idx="351">
                  <c:v>1.37363230480087</c:v>
                </c:pt>
                <c:pt idx="352">
                  <c:v>1.3661830276237</c:v>
                </c:pt>
                <c:pt idx="353">
                  <c:v>1.39884969486948</c:v>
                </c:pt>
                <c:pt idx="354">
                  <c:v>1.4332194776615</c:v>
                </c:pt>
                <c:pt idx="355">
                  <c:v>1.43841927097361</c:v>
                </c:pt>
                <c:pt idx="356">
                  <c:v>1.44218894807428</c:v>
                </c:pt>
                <c:pt idx="357">
                  <c:v>1.45065966818191</c:v>
                </c:pt>
                <c:pt idx="358">
                  <c:v>1.47491036448425</c:v>
                </c:pt>
                <c:pt idx="359">
                  <c:v>1.48376964861029</c:v>
                </c:pt>
                <c:pt idx="360">
                  <c:v>1.48675805623324</c:v>
                </c:pt>
                <c:pt idx="361">
                  <c:v>1.49597960348981</c:v>
                </c:pt>
                <c:pt idx="362">
                  <c:v>1.47599496644207</c:v>
                </c:pt>
                <c:pt idx="363">
                  <c:v>1.50081940632987</c:v>
                </c:pt>
                <c:pt idx="364">
                  <c:v>1.51286587902772</c:v>
                </c:pt>
                <c:pt idx="365">
                  <c:v>1.51474196784291</c:v>
                </c:pt>
                <c:pt idx="366">
                  <c:v>1.51507442184018</c:v>
                </c:pt>
                <c:pt idx="367">
                  <c:v>1.51562620654763</c:v>
                </c:pt>
                <c:pt idx="368">
                  <c:v>1.53781975331895</c:v>
                </c:pt>
                <c:pt idx="369">
                  <c:v>1.51632212811598</c:v>
                </c:pt>
                <c:pt idx="370">
                  <c:v>1.53310981990476</c:v>
                </c:pt>
                <c:pt idx="371">
                  <c:v>1.54187447073712</c:v>
                </c:pt>
                <c:pt idx="372">
                  <c:v>1.54961584647925</c:v>
                </c:pt>
                <c:pt idx="373">
                  <c:v>1.58034732209869</c:v>
                </c:pt>
                <c:pt idx="374">
                  <c:v>1.58030075655863</c:v>
                </c:pt>
                <c:pt idx="375">
                  <c:v>1.57591454178182</c:v>
                </c:pt>
                <c:pt idx="376">
                  <c:v>1.59821458211213</c:v>
                </c:pt>
                <c:pt idx="377">
                  <c:v>1.60923665571216</c:v>
                </c:pt>
                <c:pt idx="378">
                  <c:v>1.62621896613057</c:v>
                </c:pt>
                <c:pt idx="379">
                  <c:v>1.62435424060777</c:v>
                </c:pt>
                <c:pt idx="380">
                  <c:v>1.62610152513462</c:v>
                </c:pt>
                <c:pt idx="381">
                  <c:v>1.6045786525442</c:v>
                </c:pt>
              </c:numCache>
            </c:numRef>
          </c:val>
          <c:smooth val="0"/>
        </c:ser>
        <c:dLbls>
          <c:showLegendKey val="0"/>
          <c:showVal val="0"/>
          <c:showCatName val="0"/>
          <c:showSerName val="0"/>
          <c:showPercent val="0"/>
          <c:showBubbleSize val="0"/>
        </c:dLbls>
        <c:marker val="0"/>
        <c:smooth val="0"/>
        <c:axId val="1720430560"/>
        <c:axId val="1720433888"/>
      </c:lineChart>
      <c:dateAx>
        <c:axId val="1720430560"/>
        <c:scaling>
          <c:orientation val="minMax"/>
        </c:scaling>
        <c:delete val="0"/>
        <c:axPos val="b"/>
        <c:numFmt formatCode="yyyy/mm/dd"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400" b="0" i="0" u="none" strike="noStrike" kern="1200" baseline="0">
                <a:solidFill>
                  <a:schemeClr val="tx1">
                    <a:lumMod val="65000"/>
                    <a:lumOff val="35000"/>
                  </a:schemeClr>
                </a:solidFill>
                <a:latin typeface="华文楷体" panose="02010600040101010101" pitchFamily="2" charset="-122"/>
                <a:ea typeface="华文楷体" panose="02010600040101010101" pitchFamily="2" charset="-122"/>
                <a:cs typeface="+mn-cs"/>
              </a:defRPr>
            </a:pPr>
          </a:p>
        </c:txPr>
        <c:crossAx val="1720433888"/>
        <c:crosses val="autoZero"/>
        <c:auto val="1"/>
        <c:lblOffset val="100"/>
        <c:baseTimeUnit val="days"/>
      </c:dateAx>
      <c:valAx>
        <c:axId val="17204338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400" b="0" i="0" u="none" strike="noStrike" kern="1200" baseline="0">
                <a:solidFill>
                  <a:schemeClr val="tx1">
                    <a:lumMod val="65000"/>
                    <a:lumOff val="35000"/>
                  </a:schemeClr>
                </a:solidFill>
                <a:latin typeface="华文楷体" panose="02010600040101010101" pitchFamily="2" charset="-122"/>
                <a:ea typeface="华文楷体" panose="02010600040101010101" pitchFamily="2" charset="-122"/>
                <a:cs typeface="+mn-cs"/>
              </a:defRPr>
            </a:pPr>
          </a:p>
        </c:txPr>
        <c:crossAx val="172043056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华文楷体" panose="02010600040101010101" pitchFamily="2" charset="-122"/>
              <a:ea typeface="华文楷体" panose="02010600040101010101" pitchFamily="2" charset="-122"/>
              <a:cs typeface="+mn-cs"/>
            </a:defRPr>
          </a:pPr>
        </a:p>
      </c:txPr>
    </c:legend>
    <c:plotVisOnly val="1"/>
    <c:dispBlanksAs val="gap"/>
    <c:showDLblsOverMax val="0"/>
    <c:extLst>
      <c:ext uri="{0b15fc19-7d7d-44ad-8c2d-2c3a37ce22c3}">
        <chartProps xmlns="https://web.wps.cn/et/2018/main" chartId="{4cf237f0-78fa-48d5-b1c2-96a7a4f6b425}"/>
      </c:ext>
    </c:extLst>
  </c:chart>
  <c:spPr>
    <a:noFill/>
    <a:ln>
      <a:noFill/>
    </a:ln>
    <a:effectLst/>
  </c:spPr>
  <c:txPr>
    <a:bodyPr/>
    <a:lstStyle/>
    <a:p>
      <a:pPr>
        <a:defRPr lang="zh-CN" sz="1400">
          <a:latin typeface="华文楷体" panose="02010600040101010101" pitchFamily="2" charset="-122"/>
          <a:ea typeface="华文楷体" panose="02010600040101010101" pitchFamily="2"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areaChart>
        <c:grouping val="stacked"/>
        <c:varyColors val="0"/>
        <c:ser>
          <c:idx val="2"/>
          <c:order val="2"/>
          <c:tx>
            <c:strRef>
              <c:f>基金组合净值!$D$1</c:f>
              <c:strCache>
                <c:ptCount val="1"/>
                <c:pt idx="0">
                  <c:v>超额收益</c:v>
                </c:pt>
              </c:strCache>
            </c:strRef>
          </c:tx>
          <c:spPr>
            <a:solidFill>
              <a:srgbClr val="F25822">
                <a:lumMod val="40000"/>
                <a:lumOff val="60000"/>
              </a:srgbClr>
            </a:solidFill>
            <a:ln>
              <a:noFill/>
            </a:ln>
            <a:effectLst/>
          </c:spPr>
          <c:dLbls>
            <c:delete val="1"/>
          </c:dLbls>
          <c:cat>
            <c:numRef>
              <c:f>基金组合净值!$A$2:$A$2189</c:f>
              <c:numCache>
                <c:formatCode>yyyy/mm/dd</c:formatCode>
                <c:ptCount val="2188"/>
                <c:pt idx="0" c:formatCode="yyyy/mm/dd">
                  <c:v>42734</c:v>
                </c:pt>
                <c:pt idx="1" c:formatCode="yyyy/mm/dd">
                  <c:v>42738</c:v>
                </c:pt>
                <c:pt idx="2" c:formatCode="yyyy/mm/dd">
                  <c:v>42739</c:v>
                </c:pt>
                <c:pt idx="3" c:formatCode="yyyy/mm/dd">
                  <c:v>42740</c:v>
                </c:pt>
                <c:pt idx="4" c:formatCode="yyyy/mm/dd">
                  <c:v>42741</c:v>
                </c:pt>
                <c:pt idx="5" c:formatCode="yyyy/mm/dd">
                  <c:v>42744</c:v>
                </c:pt>
                <c:pt idx="6" c:formatCode="yyyy/mm/dd">
                  <c:v>42745</c:v>
                </c:pt>
                <c:pt idx="7" c:formatCode="yyyy/mm/dd">
                  <c:v>42746</c:v>
                </c:pt>
                <c:pt idx="8" c:formatCode="yyyy/mm/dd">
                  <c:v>42747</c:v>
                </c:pt>
                <c:pt idx="9" c:formatCode="yyyy/mm/dd">
                  <c:v>42748</c:v>
                </c:pt>
                <c:pt idx="10" c:formatCode="yyyy/mm/dd">
                  <c:v>42751</c:v>
                </c:pt>
                <c:pt idx="11" c:formatCode="yyyy/mm/dd">
                  <c:v>42752</c:v>
                </c:pt>
                <c:pt idx="12" c:formatCode="yyyy/mm/dd">
                  <c:v>42753</c:v>
                </c:pt>
                <c:pt idx="13" c:formatCode="yyyy/mm/dd">
                  <c:v>42754</c:v>
                </c:pt>
                <c:pt idx="14" c:formatCode="yyyy/mm/dd">
                  <c:v>42755</c:v>
                </c:pt>
                <c:pt idx="15" c:formatCode="yyyy/mm/dd">
                  <c:v>42758</c:v>
                </c:pt>
                <c:pt idx="16" c:formatCode="yyyy/mm/dd">
                  <c:v>42759</c:v>
                </c:pt>
                <c:pt idx="17" c:formatCode="yyyy/mm/dd">
                  <c:v>42760</c:v>
                </c:pt>
                <c:pt idx="18" c:formatCode="yyyy/mm/dd">
                  <c:v>42761</c:v>
                </c:pt>
                <c:pt idx="19" c:formatCode="yyyy/mm/dd">
                  <c:v>42769</c:v>
                </c:pt>
                <c:pt idx="20" c:formatCode="yyyy/mm/dd">
                  <c:v>42772</c:v>
                </c:pt>
                <c:pt idx="21" c:formatCode="yyyy/mm/dd">
                  <c:v>42773</c:v>
                </c:pt>
                <c:pt idx="22" c:formatCode="yyyy/mm/dd">
                  <c:v>42774</c:v>
                </c:pt>
                <c:pt idx="23" c:formatCode="yyyy/mm/dd">
                  <c:v>42775</c:v>
                </c:pt>
                <c:pt idx="24" c:formatCode="yyyy/mm/dd">
                  <c:v>42776</c:v>
                </c:pt>
                <c:pt idx="25" c:formatCode="yyyy/mm/dd">
                  <c:v>42779</c:v>
                </c:pt>
                <c:pt idx="26" c:formatCode="yyyy/mm/dd">
                  <c:v>42780</c:v>
                </c:pt>
                <c:pt idx="27" c:formatCode="yyyy/mm/dd">
                  <c:v>42781</c:v>
                </c:pt>
                <c:pt idx="28" c:formatCode="yyyy/mm/dd">
                  <c:v>42782</c:v>
                </c:pt>
                <c:pt idx="29" c:formatCode="yyyy/mm/dd">
                  <c:v>42783</c:v>
                </c:pt>
                <c:pt idx="30" c:formatCode="yyyy/mm/dd">
                  <c:v>42786</c:v>
                </c:pt>
                <c:pt idx="31" c:formatCode="yyyy/mm/dd">
                  <c:v>42787</c:v>
                </c:pt>
                <c:pt idx="32" c:formatCode="yyyy/mm/dd">
                  <c:v>42788</c:v>
                </c:pt>
                <c:pt idx="33" c:formatCode="yyyy/mm/dd">
                  <c:v>42789</c:v>
                </c:pt>
                <c:pt idx="34" c:formatCode="yyyy/mm/dd">
                  <c:v>42790</c:v>
                </c:pt>
                <c:pt idx="35" c:formatCode="yyyy/mm/dd">
                  <c:v>42793</c:v>
                </c:pt>
                <c:pt idx="36" c:formatCode="yyyy/mm/dd">
                  <c:v>42794</c:v>
                </c:pt>
                <c:pt idx="37" c:formatCode="yyyy/mm/dd">
                  <c:v>42795</c:v>
                </c:pt>
                <c:pt idx="38" c:formatCode="yyyy/mm/dd">
                  <c:v>42796</c:v>
                </c:pt>
                <c:pt idx="39" c:formatCode="yyyy/mm/dd">
                  <c:v>42797</c:v>
                </c:pt>
                <c:pt idx="40" c:formatCode="yyyy/mm/dd">
                  <c:v>42800</c:v>
                </c:pt>
                <c:pt idx="41" c:formatCode="yyyy/mm/dd">
                  <c:v>42801</c:v>
                </c:pt>
                <c:pt idx="42" c:formatCode="yyyy/mm/dd">
                  <c:v>42802</c:v>
                </c:pt>
                <c:pt idx="43" c:formatCode="yyyy/mm/dd">
                  <c:v>42803</c:v>
                </c:pt>
                <c:pt idx="44" c:formatCode="yyyy/mm/dd">
                  <c:v>42804</c:v>
                </c:pt>
                <c:pt idx="45" c:formatCode="yyyy/mm/dd">
                  <c:v>42807</c:v>
                </c:pt>
                <c:pt idx="46" c:formatCode="yyyy/mm/dd">
                  <c:v>42808</c:v>
                </c:pt>
                <c:pt idx="47" c:formatCode="yyyy/mm/dd">
                  <c:v>42809</c:v>
                </c:pt>
                <c:pt idx="48" c:formatCode="yyyy/mm/dd">
                  <c:v>42810</c:v>
                </c:pt>
                <c:pt idx="49" c:formatCode="yyyy/mm/dd">
                  <c:v>42811</c:v>
                </c:pt>
                <c:pt idx="50" c:formatCode="yyyy/mm/dd">
                  <c:v>42814</c:v>
                </c:pt>
                <c:pt idx="51" c:formatCode="yyyy/mm/dd">
                  <c:v>42815</c:v>
                </c:pt>
                <c:pt idx="52" c:formatCode="yyyy/mm/dd">
                  <c:v>42816</c:v>
                </c:pt>
                <c:pt idx="53" c:formatCode="yyyy/mm/dd">
                  <c:v>42817</c:v>
                </c:pt>
                <c:pt idx="54" c:formatCode="yyyy/mm/dd">
                  <c:v>42818</c:v>
                </c:pt>
                <c:pt idx="55" c:formatCode="yyyy/mm/dd">
                  <c:v>42821</c:v>
                </c:pt>
                <c:pt idx="56" c:formatCode="yyyy/mm/dd">
                  <c:v>42822</c:v>
                </c:pt>
                <c:pt idx="57" c:formatCode="yyyy/mm/dd">
                  <c:v>42823</c:v>
                </c:pt>
                <c:pt idx="58" c:formatCode="yyyy/mm/dd">
                  <c:v>42824</c:v>
                </c:pt>
                <c:pt idx="59" c:formatCode="yyyy/mm/dd">
                  <c:v>42825</c:v>
                </c:pt>
                <c:pt idx="60" c:formatCode="yyyy/mm/dd">
                  <c:v>42830</c:v>
                </c:pt>
                <c:pt idx="61" c:formatCode="yyyy/mm/dd">
                  <c:v>42831</c:v>
                </c:pt>
                <c:pt idx="62" c:formatCode="yyyy/mm/dd">
                  <c:v>42832</c:v>
                </c:pt>
                <c:pt idx="63" c:formatCode="yyyy/mm/dd">
                  <c:v>42835</c:v>
                </c:pt>
                <c:pt idx="64" c:formatCode="yyyy/mm/dd">
                  <c:v>42836</c:v>
                </c:pt>
                <c:pt idx="65" c:formatCode="yyyy/mm/dd">
                  <c:v>42837</c:v>
                </c:pt>
                <c:pt idx="66" c:formatCode="yyyy/mm/dd">
                  <c:v>42838</c:v>
                </c:pt>
                <c:pt idx="67" c:formatCode="yyyy/mm/dd">
                  <c:v>42839</c:v>
                </c:pt>
                <c:pt idx="68" c:formatCode="yyyy/mm/dd">
                  <c:v>42842</c:v>
                </c:pt>
                <c:pt idx="69" c:formatCode="yyyy/mm/dd">
                  <c:v>42843</c:v>
                </c:pt>
                <c:pt idx="70" c:formatCode="yyyy/mm/dd">
                  <c:v>42844</c:v>
                </c:pt>
                <c:pt idx="71" c:formatCode="yyyy/mm/dd">
                  <c:v>42845</c:v>
                </c:pt>
                <c:pt idx="72" c:formatCode="yyyy/mm/dd">
                  <c:v>42846</c:v>
                </c:pt>
                <c:pt idx="73" c:formatCode="yyyy/mm/dd">
                  <c:v>42849</c:v>
                </c:pt>
                <c:pt idx="74" c:formatCode="yyyy/mm/dd">
                  <c:v>42850</c:v>
                </c:pt>
                <c:pt idx="75" c:formatCode="yyyy/mm/dd">
                  <c:v>42851</c:v>
                </c:pt>
                <c:pt idx="76" c:formatCode="yyyy/mm/dd">
                  <c:v>42852</c:v>
                </c:pt>
                <c:pt idx="77" c:formatCode="yyyy/mm/dd">
                  <c:v>42853</c:v>
                </c:pt>
                <c:pt idx="78" c:formatCode="yyyy/mm/dd">
                  <c:v>42857</c:v>
                </c:pt>
                <c:pt idx="79" c:formatCode="yyyy/mm/dd">
                  <c:v>42858</c:v>
                </c:pt>
                <c:pt idx="80" c:formatCode="yyyy/mm/dd">
                  <c:v>42859</c:v>
                </c:pt>
                <c:pt idx="81" c:formatCode="yyyy/mm/dd">
                  <c:v>42860</c:v>
                </c:pt>
                <c:pt idx="82" c:formatCode="yyyy/mm/dd">
                  <c:v>42863</c:v>
                </c:pt>
                <c:pt idx="83" c:formatCode="yyyy/mm/dd">
                  <c:v>42864</c:v>
                </c:pt>
                <c:pt idx="84" c:formatCode="yyyy/mm/dd">
                  <c:v>42865</c:v>
                </c:pt>
                <c:pt idx="85" c:formatCode="yyyy/mm/dd">
                  <c:v>42866</c:v>
                </c:pt>
                <c:pt idx="86" c:formatCode="yyyy/mm/dd">
                  <c:v>42867</c:v>
                </c:pt>
                <c:pt idx="87" c:formatCode="yyyy/mm/dd">
                  <c:v>42870</c:v>
                </c:pt>
                <c:pt idx="88" c:formatCode="yyyy/mm/dd">
                  <c:v>42871</c:v>
                </c:pt>
                <c:pt idx="89" c:formatCode="yyyy/mm/dd">
                  <c:v>42872</c:v>
                </c:pt>
                <c:pt idx="90" c:formatCode="yyyy/mm/dd">
                  <c:v>42873</c:v>
                </c:pt>
                <c:pt idx="91" c:formatCode="yyyy/mm/dd">
                  <c:v>42874</c:v>
                </c:pt>
                <c:pt idx="92" c:formatCode="yyyy/mm/dd">
                  <c:v>42877</c:v>
                </c:pt>
                <c:pt idx="93" c:formatCode="yyyy/mm/dd">
                  <c:v>42878</c:v>
                </c:pt>
                <c:pt idx="94" c:formatCode="yyyy/mm/dd">
                  <c:v>42879</c:v>
                </c:pt>
                <c:pt idx="95" c:formatCode="yyyy/mm/dd">
                  <c:v>42880</c:v>
                </c:pt>
                <c:pt idx="96" c:formatCode="yyyy/mm/dd">
                  <c:v>42881</c:v>
                </c:pt>
                <c:pt idx="97" c:formatCode="yyyy/mm/dd">
                  <c:v>42886</c:v>
                </c:pt>
                <c:pt idx="98" c:formatCode="yyyy/mm/dd">
                  <c:v>42887</c:v>
                </c:pt>
                <c:pt idx="99" c:formatCode="yyyy/mm/dd">
                  <c:v>42888</c:v>
                </c:pt>
                <c:pt idx="100" c:formatCode="yyyy/mm/dd">
                  <c:v>42891</c:v>
                </c:pt>
                <c:pt idx="101" c:formatCode="yyyy/mm/dd">
                  <c:v>42892</c:v>
                </c:pt>
                <c:pt idx="102" c:formatCode="yyyy/mm/dd">
                  <c:v>42893</c:v>
                </c:pt>
                <c:pt idx="103" c:formatCode="yyyy/mm/dd">
                  <c:v>42894</c:v>
                </c:pt>
                <c:pt idx="104" c:formatCode="yyyy/mm/dd">
                  <c:v>42895</c:v>
                </c:pt>
                <c:pt idx="105" c:formatCode="yyyy/mm/dd">
                  <c:v>42898</c:v>
                </c:pt>
                <c:pt idx="106" c:formatCode="yyyy/mm/dd">
                  <c:v>42899</c:v>
                </c:pt>
                <c:pt idx="107" c:formatCode="yyyy/mm/dd">
                  <c:v>42900</c:v>
                </c:pt>
                <c:pt idx="108" c:formatCode="yyyy/mm/dd">
                  <c:v>42901</c:v>
                </c:pt>
                <c:pt idx="109" c:formatCode="yyyy/mm/dd">
                  <c:v>42902</c:v>
                </c:pt>
                <c:pt idx="110" c:formatCode="yyyy/mm/dd">
                  <c:v>42905</c:v>
                </c:pt>
                <c:pt idx="111" c:formatCode="yyyy/mm/dd">
                  <c:v>42906</c:v>
                </c:pt>
                <c:pt idx="112" c:formatCode="yyyy/mm/dd">
                  <c:v>42907</c:v>
                </c:pt>
                <c:pt idx="113" c:formatCode="yyyy/mm/dd">
                  <c:v>42908</c:v>
                </c:pt>
                <c:pt idx="114" c:formatCode="yyyy/mm/dd">
                  <c:v>42909</c:v>
                </c:pt>
                <c:pt idx="115" c:formatCode="yyyy/mm/dd">
                  <c:v>42912</c:v>
                </c:pt>
                <c:pt idx="116" c:formatCode="yyyy/mm/dd">
                  <c:v>42913</c:v>
                </c:pt>
                <c:pt idx="117" c:formatCode="yyyy/mm/dd">
                  <c:v>42914</c:v>
                </c:pt>
                <c:pt idx="118" c:formatCode="yyyy/mm/dd">
                  <c:v>42915</c:v>
                </c:pt>
                <c:pt idx="119" c:formatCode="yyyy/mm/dd">
                  <c:v>42916</c:v>
                </c:pt>
                <c:pt idx="120" c:formatCode="yyyy/mm/dd">
                  <c:v>42919</c:v>
                </c:pt>
                <c:pt idx="121" c:formatCode="yyyy/mm/dd">
                  <c:v>42920</c:v>
                </c:pt>
                <c:pt idx="122" c:formatCode="yyyy/mm/dd">
                  <c:v>42921</c:v>
                </c:pt>
                <c:pt idx="123" c:formatCode="yyyy/mm/dd">
                  <c:v>42922</c:v>
                </c:pt>
                <c:pt idx="124" c:formatCode="yyyy/mm/dd">
                  <c:v>42923</c:v>
                </c:pt>
                <c:pt idx="125" c:formatCode="yyyy/mm/dd">
                  <c:v>42926</c:v>
                </c:pt>
                <c:pt idx="126" c:formatCode="yyyy/mm/dd">
                  <c:v>42927</c:v>
                </c:pt>
                <c:pt idx="127" c:formatCode="yyyy/mm/dd">
                  <c:v>42928</c:v>
                </c:pt>
                <c:pt idx="128" c:formatCode="yyyy/mm/dd">
                  <c:v>42929</c:v>
                </c:pt>
                <c:pt idx="129" c:formatCode="yyyy/mm/dd">
                  <c:v>42930</c:v>
                </c:pt>
                <c:pt idx="130" c:formatCode="yyyy/mm/dd">
                  <c:v>42933</c:v>
                </c:pt>
                <c:pt idx="131" c:formatCode="yyyy/mm/dd">
                  <c:v>42934</c:v>
                </c:pt>
                <c:pt idx="132" c:formatCode="yyyy/mm/dd">
                  <c:v>42935</c:v>
                </c:pt>
                <c:pt idx="133" c:formatCode="yyyy/mm/dd">
                  <c:v>42936</c:v>
                </c:pt>
                <c:pt idx="134" c:formatCode="yyyy/mm/dd">
                  <c:v>42937</c:v>
                </c:pt>
                <c:pt idx="135" c:formatCode="yyyy/mm/dd">
                  <c:v>42940</c:v>
                </c:pt>
                <c:pt idx="136" c:formatCode="yyyy/mm/dd">
                  <c:v>42941</c:v>
                </c:pt>
                <c:pt idx="137" c:formatCode="yyyy/mm/dd">
                  <c:v>42942</c:v>
                </c:pt>
                <c:pt idx="138" c:formatCode="yyyy/mm/dd">
                  <c:v>42943</c:v>
                </c:pt>
                <c:pt idx="139" c:formatCode="yyyy/mm/dd">
                  <c:v>42944</c:v>
                </c:pt>
                <c:pt idx="140" c:formatCode="yyyy/mm/dd">
                  <c:v>42947</c:v>
                </c:pt>
                <c:pt idx="141" c:formatCode="yyyy/mm/dd">
                  <c:v>42948</c:v>
                </c:pt>
                <c:pt idx="142" c:formatCode="yyyy/mm/dd">
                  <c:v>42949</c:v>
                </c:pt>
                <c:pt idx="143" c:formatCode="yyyy/mm/dd">
                  <c:v>42950</c:v>
                </c:pt>
                <c:pt idx="144" c:formatCode="yyyy/mm/dd">
                  <c:v>42951</c:v>
                </c:pt>
                <c:pt idx="145" c:formatCode="yyyy/mm/dd">
                  <c:v>42954</c:v>
                </c:pt>
                <c:pt idx="146" c:formatCode="yyyy/mm/dd">
                  <c:v>42955</c:v>
                </c:pt>
                <c:pt idx="147" c:formatCode="yyyy/mm/dd">
                  <c:v>42956</c:v>
                </c:pt>
                <c:pt idx="148" c:formatCode="yyyy/mm/dd">
                  <c:v>42957</c:v>
                </c:pt>
                <c:pt idx="149" c:formatCode="yyyy/mm/dd">
                  <c:v>42958</c:v>
                </c:pt>
                <c:pt idx="150" c:formatCode="yyyy/mm/dd">
                  <c:v>42961</c:v>
                </c:pt>
                <c:pt idx="151" c:formatCode="yyyy/mm/dd">
                  <c:v>42962</c:v>
                </c:pt>
                <c:pt idx="152" c:formatCode="yyyy/mm/dd">
                  <c:v>42963</c:v>
                </c:pt>
                <c:pt idx="153" c:formatCode="yyyy/mm/dd">
                  <c:v>42964</c:v>
                </c:pt>
                <c:pt idx="154" c:formatCode="yyyy/mm/dd">
                  <c:v>42965</c:v>
                </c:pt>
                <c:pt idx="155" c:formatCode="yyyy/mm/dd">
                  <c:v>42968</c:v>
                </c:pt>
                <c:pt idx="156" c:formatCode="yyyy/mm/dd">
                  <c:v>42969</c:v>
                </c:pt>
                <c:pt idx="157" c:formatCode="yyyy/mm/dd">
                  <c:v>42970</c:v>
                </c:pt>
                <c:pt idx="158" c:formatCode="yyyy/mm/dd">
                  <c:v>42971</c:v>
                </c:pt>
                <c:pt idx="159" c:formatCode="yyyy/mm/dd">
                  <c:v>42972</c:v>
                </c:pt>
                <c:pt idx="160" c:formatCode="yyyy/mm/dd">
                  <c:v>42975</c:v>
                </c:pt>
                <c:pt idx="161" c:formatCode="yyyy/mm/dd">
                  <c:v>42976</c:v>
                </c:pt>
                <c:pt idx="162" c:formatCode="yyyy/mm/dd">
                  <c:v>42977</c:v>
                </c:pt>
                <c:pt idx="163" c:formatCode="yyyy/mm/dd">
                  <c:v>42978</c:v>
                </c:pt>
                <c:pt idx="164" c:formatCode="yyyy/mm/dd">
                  <c:v>42979</c:v>
                </c:pt>
                <c:pt idx="165" c:formatCode="yyyy/mm/dd">
                  <c:v>42982</c:v>
                </c:pt>
                <c:pt idx="166" c:formatCode="yyyy/mm/dd">
                  <c:v>42983</c:v>
                </c:pt>
                <c:pt idx="167" c:formatCode="yyyy/mm/dd">
                  <c:v>42984</c:v>
                </c:pt>
                <c:pt idx="168" c:formatCode="yyyy/mm/dd">
                  <c:v>42985</c:v>
                </c:pt>
                <c:pt idx="169" c:formatCode="yyyy/mm/dd">
                  <c:v>42986</c:v>
                </c:pt>
                <c:pt idx="170" c:formatCode="yyyy/mm/dd">
                  <c:v>42989</c:v>
                </c:pt>
                <c:pt idx="171" c:formatCode="yyyy/mm/dd">
                  <c:v>42990</c:v>
                </c:pt>
                <c:pt idx="172" c:formatCode="yyyy/mm/dd">
                  <c:v>42991</c:v>
                </c:pt>
                <c:pt idx="173" c:formatCode="yyyy/mm/dd">
                  <c:v>42992</c:v>
                </c:pt>
                <c:pt idx="174" c:formatCode="yyyy/mm/dd">
                  <c:v>42993</c:v>
                </c:pt>
                <c:pt idx="175" c:formatCode="yyyy/mm/dd">
                  <c:v>42996</c:v>
                </c:pt>
                <c:pt idx="176" c:formatCode="yyyy/mm/dd">
                  <c:v>42997</c:v>
                </c:pt>
                <c:pt idx="177" c:formatCode="yyyy/mm/dd">
                  <c:v>42998</c:v>
                </c:pt>
                <c:pt idx="178" c:formatCode="yyyy/mm/dd">
                  <c:v>42999</c:v>
                </c:pt>
                <c:pt idx="179" c:formatCode="yyyy/mm/dd">
                  <c:v>43000</c:v>
                </c:pt>
                <c:pt idx="180" c:formatCode="yyyy/mm/dd">
                  <c:v>43003</c:v>
                </c:pt>
                <c:pt idx="181" c:formatCode="yyyy/mm/dd">
                  <c:v>43004</c:v>
                </c:pt>
                <c:pt idx="182" c:formatCode="yyyy/mm/dd">
                  <c:v>43005</c:v>
                </c:pt>
                <c:pt idx="183" c:formatCode="yyyy/mm/dd">
                  <c:v>43006</c:v>
                </c:pt>
                <c:pt idx="184" c:formatCode="yyyy/mm/dd">
                  <c:v>43007</c:v>
                </c:pt>
                <c:pt idx="185" c:formatCode="yyyy/mm/dd">
                  <c:v>43017</c:v>
                </c:pt>
                <c:pt idx="186" c:formatCode="yyyy/mm/dd">
                  <c:v>43018</c:v>
                </c:pt>
                <c:pt idx="187" c:formatCode="yyyy/mm/dd">
                  <c:v>43019</c:v>
                </c:pt>
                <c:pt idx="188" c:formatCode="yyyy/mm/dd">
                  <c:v>43020</c:v>
                </c:pt>
                <c:pt idx="189" c:formatCode="yyyy/mm/dd">
                  <c:v>43021</c:v>
                </c:pt>
                <c:pt idx="190" c:formatCode="yyyy/mm/dd">
                  <c:v>43024</c:v>
                </c:pt>
                <c:pt idx="191" c:formatCode="yyyy/mm/dd">
                  <c:v>43025</c:v>
                </c:pt>
                <c:pt idx="192" c:formatCode="yyyy/mm/dd">
                  <c:v>43026</c:v>
                </c:pt>
                <c:pt idx="193" c:formatCode="yyyy/mm/dd">
                  <c:v>43027</c:v>
                </c:pt>
                <c:pt idx="194" c:formatCode="yyyy/mm/dd">
                  <c:v>43028</c:v>
                </c:pt>
                <c:pt idx="195" c:formatCode="yyyy/mm/dd">
                  <c:v>43031</c:v>
                </c:pt>
                <c:pt idx="196" c:formatCode="yyyy/mm/dd">
                  <c:v>43032</c:v>
                </c:pt>
                <c:pt idx="197" c:formatCode="yyyy/mm/dd">
                  <c:v>43033</c:v>
                </c:pt>
                <c:pt idx="198" c:formatCode="yyyy/mm/dd">
                  <c:v>43034</c:v>
                </c:pt>
                <c:pt idx="199" c:formatCode="yyyy/mm/dd">
                  <c:v>43035</c:v>
                </c:pt>
                <c:pt idx="200" c:formatCode="yyyy/mm/dd">
                  <c:v>43038</c:v>
                </c:pt>
                <c:pt idx="201" c:formatCode="yyyy/mm/dd">
                  <c:v>43039</c:v>
                </c:pt>
                <c:pt idx="202" c:formatCode="yyyy/mm/dd">
                  <c:v>43040</c:v>
                </c:pt>
                <c:pt idx="203" c:formatCode="yyyy/mm/dd">
                  <c:v>43041</c:v>
                </c:pt>
                <c:pt idx="204" c:formatCode="yyyy/mm/dd">
                  <c:v>43042</c:v>
                </c:pt>
                <c:pt idx="205" c:formatCode="yyyy/mm/dd">
                  <c:v>43045</c:v>
                </c:pt>
                <c:pt idx="206" c:formatCode="yyyy/mm/dd">
                  <c:v>43046</c:v>
                </c:pt>
                <c:pt idx="207" c:formatCode="yyyy/mm/dd">
                  <c:v>43047</c:v>
                </c:pt>
                <c:pt idx="208" c:formatCode="yyyy/mm/dd">
                  <c:v>43048</c:v>
                </c:pt>
                <c:pt idx="209" c:formatCode="yyyy/mm/dd">
                  <c:v>43049</c:v>
                </c:pt>
                <c:pt idx="210" c:formatCode="yyyy/mm/dd">
                  <c:v>43052</c:v>
                </c:pt>
                <c:pt idx="211" c:formatCode="yyyy/mm/dd">
                  <c:v>43053</c:v>
                </c:pt>
                <c:pt idx="212" c:formatCode="yyyy/mm/dd">
                  <c:v>43054</c:v>
                </c:pt>
                <c:pt idx="213" c:formatCode="yyyy/mm/dd">
                  <c:v>43055</c:v>
                </c:pt>
                <c:pt idx="214" c:formatCode="yyyy/mm/dd">
                  <c:v>43056</c:v>
                </c:pt>
                <c:pt idx="215" c:formatCode="yyyy/mm/dd">
                  <c:v>43059</c:v>
                </c:pt>
                <c:pt idx="216" c:formatCode="yyyy/mm/dd">
                  <c:v>43060</c:v>
                </c:pt>
                <c:pt idx="217" c:formatCode="yyyy/mm/dd">
                  <c:v>43061</c:v>
                </c:pt>
                <c:pt idx="218" c:formatCode="yyyy/mm/dd">
                  <c:v>43062</c:v>
                </c:pt>
                <c:pt idx="219" c:formatCode="yyyy/mm/dd">
                  <c:v>43063</c:v>
                </c:pt>
                <c:pt idx="220" c:formatCode="yyyy/mm/dd">
                  <c:v>43066</c:v>
                </c:pt>
                <c:pt idx="221" c:formatCode="yyyy/mm/dd">
                  <c:v>43067</c:v>
                </c:pt>
                <c:pt idx="222" c:formatCode="yyyy/mm/dd">
                  <c:v>43068</c:v>
                </c:pt>
                <c:pt idx="223" c:formatCode="yyyy/mm/dd">
                  <c:v>43069</c:v>
                </c:pt>
                <c:pt idx="224" c:formatCode="yyyy/mm/dd">
                  <c:v>43070</c:v>
                </c:pt>
                <c:pt idx="225" c:formatCode="yyyy/mm/dd">
                  <c:v>43073</c:v>
                </c:pt>
                <c:pt idx="226" c:formatCode="yyyy/mm/dd">
                  <c:v>43074</c:v>
                </c:pt>
                <c:pt idx="227" c:formatCode="yyyy/mm/dd">
                  <c:v>43075</c:v>
                </c:pt>
                <c:pt idx="228" c:formatCode="yyyy/mm/dd">
                  <c:v>43076</c:v>
                </c:pt>
                <c:pt idx="229" c:formatCode="yyyy/mm/dd">
                  <c:v>43077</c:v>
                </c:pt>
                <c:pt idx="230" c:formatCode="yyyy/mm/dd">
                  <c:v>43080</c:v>
                </c:pt>
                <c:pt idx="231" c:formatCode="yyyy/mm/dd">
                  <c:v>43081</c:v>
                </c:pt>
                <c:pt idx="232" c:formatCode="yyyy/mm/dd">
                  <c:v>43082</c:v>
                </c:pt>
                <c:pt idx="233" c:formatCode="yyyy/mm/dd">
                  <c:v>43083</c:v>
                </c:pt>
                <c:pt idx="234" c:formatCode="yyyy/mm/dd">
                  <c:v>43084</c:v>
                </c:pt>
                <c:pt idx="235" c:formatCode="yyyy/mm/dd">
                  <c:v>43087</c:v>
                </c:pt>
                <c:pt idx="236" c:formatCode="yyyy/mm/dd">
                  <c:v>43088</c:v>
                </c:pt>
                <c:pt idx="237" c:formatCode="yyyy/mm/dd">
                  <c:v>43089</c:v>
                </c:pt>
                <c:pt idx="238" c:formatCode="yyyy/mm/dd">
                  <c:v>43090</c:v>
                </c:pt>
                <c:pt idx="239" c:formatCode="yyyy/mm/dd">
                  <c:v>43091</c:v>
                </c:pt>
                <c:pt idx="240" c:formatCode="yyyy/mm/dd">
                  <c:v>43094</c:v>
                </c:pt>
                <c:pt idx="241" c:formatCode="yyyy/mm/dd">
                  <c:v>43095</c:v>
                </c:pt>
                <c:pt idx="242" c:formatCode="yyyy/mm/dd">
                  <c:v>43096</c:v>
                </c:pt>
                <c:pt idx="243" c:formatCode="yyyy/mm/dd">
                  <c:v>43097</c:v>
                </c:pt>
                <c:pt idx="244" c:formatCode="yyyy/mm/dd">
                  <c:v>43098</c:v>
                </c:pt>
                <c:pt idx="245" c:formatCode="yyyy/mm/dd">
                  <c:v>43102</c:v>
                </c:pt>
                <c:pt idx="246" c:formatCode="yyyy/mm/dd">
                  <c:v>43103</c:v>
                </c:pt>
                <c:pt idx="247" c:formatCode="yyyy/mm/dd">
                  <c:v>43104</c:v>
                </c:pt>
                <c:pt idx="248" c:formatCode="yyyy/mm/dd">
                  <c:v>43105</c:v>
                </c:pt>
                <c:pt idx="249" c:formatCode="yyyy/mm/dd">
                  <c:v>43108</c:v>
                </c:pt>
                <c:pt idx="250" c:formatCode="yyyy/mm/dd">
                  <c:v>43109</c:v>
                </c:pt>
                <c:pt idx="251" c:formatCode="yyyy/mm/dd">
                  <c:v>43110</c:v>
                </c:pt>
                <c:pt idx="252" c:formatCode="yyyy/mm/dd">
                  <c:v>43111</c:v>
                </c:pt>
                <c:pt idx="253" c:formatCode="yyyy/mm/dd">
                  <c:v>43112</c:v>
                </c:pt>
                <c:pt idx="254" c:formatCode="yyyy/mm/dd">
                  <c:v>43115</c:v>
                </c:pt>
                <c:pt idx="255" c:formatCode="yyyy/mm/dd">
                  <c:v>43116</c:v>
                </c:pt>
                <c:pt idx="256" c:formatCode="yyyy/mm/dd">
                  <c:v>43117</c:v>
                </c:pt>
                <c:pt idx="257" c:formatCode="yyyy/mm/dd">
                  <c:v>43118</c:v>
                </c:pt>
                <c:pt idx="258" c:formatCode="yyyy/mm/dd">
                  <c:v>43119</c:v>
                </c:pt>
                <c:pt idx="259" c:formatCode="yyyy/mm/dd">
                  <c:v>43122</c:v>
                </c:pt>
                <c:pt idx="260" c:formatCode="yyyy/mm/dd">
                  <c:v>43123</c:v>
                </c:pt>
                <c:pt idx="261" c:formatCode="yyyy/mm/dd">
                  <c:v>43124</c:v>
                </c:pt>
                <c:pt idx="262" c:formatCode="yyyy/mm/dd">
                  <c:v>43125</c:v>
                </c:pt>
                <c:pt idx="263" c:formatCode="yyyy/mm/dd">
                  <c:v>43126</c:v>
                </c:pt>
                <c:pt idx="264" c:formatCode="yyyy/mm/dd">
                  <c:v>43129</c:v>
                </c:pt>
                <c:pt idx="265" c:formatCode="yyyy/mm/dd">
                  <c:v>43130</c:v>
                </c:pt>
                <c:pt idx="266" c:formatCode="yyyy/mm/dd">
                  <c:v>43131</c:v>
                </c:pt>
                <c:pt idx="267" c:formatCode="yyyy/mm/dd">
                  <c:v>43132</c:v>
                </c:pt>
                <c:pt idx="268" c:formatCode="yyyy/mm/dd">
                  <c:v>43133</c:v>
                </c:pt>
                <c:pt idx="269" c:formatCode="yyyy/mm/dd">
                  <c:v>43136</c:v>
                </c:pt>
                <c:pt idx="270" c:formatCode="yyyy/mm/dd">
                  <c:v>43137</c:v>
                </c:pt>
                <c:pt idx="271" c:formatCode="yyyy/mm/dd">
                  <c:v>43138</c:v>
                </c:pt>
                <c:pt idx="272" c:formatCode="yyyy/mm/dd">
                  <c:v>43139</c:v>
                </c:pt>
                <c:pt idx="273" c:formatCode="yyyy/mm/dd">
                  <c:v>43140</c:v>
                </c:pt>
                <c:pt idx="274" c:formatCode="yyyy/mm/dd">
                  <c:v>43143</c:v>
                </c:pt>
                <c:pt idx="275" c:formatCode="yyyy/mm/dd">
                  <c:v>43144</c:v>
                </c:pt>
                <c:pt idx="276" c:formatCode="yyyy/mm/dd">
                  <c:v>43145</c:v>
                </c:pt>
                <c:pt idx="277" c:formatCode="yyyy/mm/dd">
                  <c:v>43153</c:v>
                </c:pt>
                <c:pt idx="278" c:formatCode="yyyy/mm/dd">
                  <c:v>43154</c:v>
                </c:pt>
                <c:pt idx="279" c:formatCode="yyyy/mm/dd">
                  <c:v>43157</c:v>
                </c:pt>
                <c:pt idx="280" c:formatCode="yyyy/mm/dd">
                  <c:v>43158</c:v>
                </c:pt>
                <c:pt idx="281" c:formatCode="yyyy/mm/dd">
                  <c:v>43159</c:v>
                </c:pt>
                <c:pt idx="282" c:formatCode="yyyy/mm/dd">
                  <c:v>43160</c:v>
                </c:pt>
                <c:pt idx="283" c:formatCode="yyyy/mm/dd">
                  <c:v>43161</c:v>
                </c:pt>
                <c:pt idx="284" c:formatCode="yyyy/mm/dd">
                  <c:v>43164</c:v>
                </c:pt>
                <c:pt idx="285" c:formatCode="yyyy/mm/dd">
                  <c:v>43165</c:v>
                </c:pt>
                <c:pt idx="286" c:formatCode="yyyy/mm/dd">
                  <c:v>43166</c:v>
                </c:pt>
                <c:pt idx="287" c:formatCode="yyyy/mm/dd">
                  <c:v>43167</c:v>
                </c:pt>
                <c:pt idx="288" c:formatCode="yyyy/mm/dd">
                  <c:v>43168</c:v>
                </c:pt>
                <c:pt idx="289" c:formatCode="yyyy/mm/dd">
                  <c:v>43171</c:v>
                </c:pt>
                <c:pt idx="290" c:formatCode="yyyy/mm/dd">
                  <c:v>43172</c:v>
                </c:pt>
                <c:pt idx="291" c:formatCode="yyyy/mm/dd">
                  <c:v>43173</c:v>
                </c:pt>
                <c:pt idx="292" c:formatCode="yyyy/mm/dd">
                  <c:v>43174</c:v>
                </c:pt>
                <c:pt idx="293" c:formatCode="yyyy/mm/dd">
                  <c:v>43175</c:v>
                </c:pt>
                <c:pt idx="294" c:formatCode="yyyy/mm/dd">
                  <c:v>43178</c:v>
                </c:pt>
                <c:pt idx="295" c:formatCode="yyyy/mm/dd">
                  <c:v>43179</c:v>
                </c:pt>
                <c:pt idx="296" c:formatCode="yyyy/mm/dd">
                  <c:v>43180</c:v>
                </c:pt>
                <c:pt idx="297" c:formatCode="yyyy/mm/dd">
                  <c:v>43181</c:v>
                </c:pt>
                <c:pt idx="298" c:formatCode="yyyy/mm/dd">
                  <c:v>43182</c:v>
                </c:pt>
                <c:pt idx="299" c:formatCode="yyyy/mm/dd">
                  <c:v>43185</c:v>
                </c:pt>
                <c:pt idx="300" c:formatCode="yyyy/mm/dd">
                  <c:v>43186</c:v>
                </c:pt>
                <c:pt idx="301" c:formatCode="yyyy/mm/dd">
                  <c:v>43187</c:v>
                </c:pt>
                <c:pt idx="302" c:formatCode="yyyy/mm/dd">
                  <c:v>43188</c:v>
                </c:pt>
                <c:pt idx="303" c:formatCode="yyyy/mm/dd">
                  <c:v>43189</c:v>
                </c:pt>
                <c:pt idx="304" c:formatCode="yyyy/mm/dd">
                  <c:v>43192</c:v>
                </c:pt>
                <c:pt idx="305" c:formatCode="yyyy/mm/dd">
                  <c:v>43193</c:v>
                </c:pt>
                <c:pt idx="306" c:formatCode="yyyy/mm/dd">
                  <c:v>43194</c:v>
                </c:pt>
                <c:pt idx="307" c:formatCode="yyyy/mm/dd">
                  <c:v>43199</c:v>
                </c:pt>
                <c:pt idx="308" c:formatCode="yyyy/mm/dd">
                  <c:v>43200</c:v>
                </c:pt>
                <c:pt idx="309" c:formatCode="yyyy/mm/dd">
                  <c:v>43201</c:v>
                </c:pt>
                <c:pt idx="310" c:formatCode="yyyy/mm/dd">
                  <c:v>43202</c:v>
                </c:pt>
                <c:pt idx="311" c:formatCode="yyyy/mm/dd">
                  <c:v>43203</c:v>
                </c:pt>
                <c:pt idx="312" c:formatCode="yyyy/mm/dd">
                  <c:v>43206</c:v>
                </c:pt>
                <c:pt idx="313" c:formatCode="yyyy/mm/dd">
                  <c:v>43207</c:v>
                </c:pt>
                <c:pt idx="314" c:formatCode="yyyy/mm/dd">
                  <c:v>43208</c:v>
                </c:pt>
                <c:pt idx="315" c:formatCode="yyyy/mm/dd">
                  <c:v>43209</c:v>
                </c:pt>
                <c:pt idx="316" c:formatCode="yyyy/mm/dd">
                  <c:v>43210</c:v>
                </c:pt>
                <c:pt idx="317" c:formatCode="yyyy/mm/dd">
                  <c:v>43213</c:v>
                </c:pt>
                <c:pt idx="318" c:formatCode="yyyy/mm/dd">
                  <c:v>43214</c:v>
                </c:pt>
                <c:pt idx="319" c:formatCode="yyyy/mm/dd">
                  <c:v>43215</c:v>
                </c:pt>
                <c:pt idx="320" c:formatCode="yyyy/mm/dd">
                  <c:v>43216</c:v>
                </c:pt>
                <c:pt idx="321" c:formatCode="yyyy/mm/dd">
                  <c:v>43217</c:v>
                </c:pt>
                <c:pt idx="322" c:formatCode="yyyy/mm/dd">
                  <c:v>43222</c:v>
                </c:pt>
                <c:pt idx="323" c:formatCode="yyyy/mm/dd">
                  <c:v>43223</c:v>
                </c:pt>
                <c:pt idx="324" c:formatCode="yyyy/mm/dd">
                  <c:v>43224</c:v>
                </c:pt>
                <c:pt idx="325" c:formatCode="yyyy/mm/dd">
                  <c:v>43227</c:v>
                </c:pt>
                <c:pt idx="326" c:formatCode="yyyy/mm/dd">
                  <c:v>43228</c:v>
                </c:pt>
                <c:pt idx="327" c:formatCode="yyyy/mm/dd">
                  <c:v>43229</c:v>
                </c:pt>
                <c:pt idx="328" c:formatCode="yyyy/mm/dd">
                  <c:v>43230</c:v>
                </c:pt>
                <c:pt idx="329" c:formatCode="yyyy/mm/dd">
                  <c:v>43231</c:v>
                </c:pt>
                <c:pt idx="330" c:formatCode="yyyy/mm/dd">
                  <c:v>43234</c:v>
                </c:pt>
                <c:pt idx="331" c:formatCode="yyyy/mm/dd">
                  <c:v>43235</c:v>
                </c:pt>
                <c:pt idx="332" c:formatCode="yyyy/mm/dd">
                  <c:v>43236</c:v>
                </c:pt>
                <c:pt idx="333" c:formatCode="yyyy/mm/dd">
                  <c:v>43237</c:v>
                </c:pt>
                <c:pt idx="334" c:formatCode="yyyy/mm/dd">
                  <c:v>43238</c:v>
                </c:pt>
                <c:pt idx="335" c:formatCode="yyyy/mm/dd">
                  <c:v>43241</c:v>
                </c:pt>
                <c:pt idx="336" c:formatCode="yyyy/mm/dd">
                  <c:v>43242</c:v>
                </c:pt>
                <c:pt idx="337" c:formatCode="yyyy/mm/dd">
                  <c:v>43243</c:v>
                </c:pt>
                <c:pt idx="338" c:formatCode="yyyy/mm/dd">
                  <c:v>43244</c:v>
                </c:pt>
                <c:pt idx="339" c:formatCode="yyyy/mm/dd">
                  <c:v>43245</c:v>
                </c:pt>
                <c:pt idx="340" c:formatCode="yyyy/mm/dd">
                  <c:v>43248</c:v>
                </c:pt>
                <c:pt idx="341" c:formatCode="yyyy/mm/dd">
                  <c:v>43249</c:v>
                </c:pt>
                <c:pt idx="342" c:formatCode="yyyy/mm/dd">
                  <c:v>43250</c:v>
                </c:pt>
                <c:pt idx="343" c:formatCode="yyyy/mm/dd">
                  <c:v>43251</c:v>
                </c:pt>
                <c:pt idx="344" c:formatCode="yyyy/mm/dd">
                  <c:v>43252</c:v>
                </c:pt>
                <c:pt idx="345" c:formatCode="yyyy/mm/dd">
                  <c:v>43255</c:v>
                </c:pt>
                <c:pt idx="346" c:formatCode="yyyy/mm/dd">
                  <c:v>43256</c:v>
                </c:pt>
                <c:pt idx="347" c:formatCode="yyyy/mm/dd">
                  <c:v>43257</c:v>
                </c:pt>
                <c:pt idx="348" c:formatCode="yyyy/mm/dd">
                  <c:v>43258</c:v>
                </c:pt>
                <c:pt idx="349" c:formatCode="yyyy/mm/dd">
                  <c:v>43259</c:v>
                </c:pt>
                <c:pt idx="350" c:formatCode="yyyy/mm/dd">
                  <c:v>43262</c:v>
                </c:pt>
                <c:pt idx="351" c:formatCode="yyyy/mm/dd">
                  <c:v>43263</c:v>
                </c:pt>
                <c:pt idx="352" c:formatCode="yyyy/mm/dd">
                  <c:v>43264</c:v>
                </c:pt>
                <c:pt idx="353" c:formatCode="yyyy/mm/dd">
                  <c:v>43265</c:v>
                </c:pt>
                <c:pt idx="354" c:formatCode="yyyy/mm/dd">
                  <c:v>43266</c:v>
                </c:pt>
                <c:pt idx="355" c:formatCode="yyyy/mm/dd">
                  <c:v>43270</c:v>
                </c:pt>
                <c:pt idx="356" c:formatCode="yyyy/mm/dd">
                  <c:v>43271</c:v>
                </c:pt>
                <c:pt idx="357" c:formatCode="yyyy/mm/dd">
                  <c:v>43272</c:v>
                </c:pt>
                <c:pt idx="358" c:formatCode="yyyy/mm/dd">
                  <c:v>43273</c:v>
                </c:pt>
                <c:pt idx="359" c:formatCode="yyyy/mm/dd">
                  <c:v>43276</c:v>
                </c:pt>
                <c:pt idx="360" c:formatCode="yyyy/mm/dd">
                  <c:v>43277</c:v>
                </c:pt>
                <c:pt idx="361" c:formatCode="yyyy/mm/dd">
                  <c:v>43278</c:v>
                </c:pt>
                <c:pt idx="362" c:formatCode="yyyy/mm/dd">
                  <c:v>43279</c:v>
                </c:pt>
                <c:pt idx="363" c:formatCode="yyyy/mm/dd">
                  <c:v>43280</c:v>
                </c:pt>
                <c:pt idx="364" c:formatCode="yyyy/mm/dd">
                  <c:v>43283</c:v>
                </c:pt>
                <c:pt idx="365" c:formatCode="yyyy/mm/dd">
                  <c:v>43284</c:v>
                </c:pt>
                <c:pt idx="366" c:formatCode="yyyy/mm/dd">
                  <c:v>43285</c:v>
                </c:pt>
                <c:pt idx="367" c:formatCode="yyyy/mm/dd">
                  <c:v>43286</c:v>
                </c:pt>
                <c:pt idx="368" c:formatCode="yyyy/mm/dd">
                  <c:v>43287</c:v>
                </c:pt>
                <c:pt idx="369" c:formatCode="yyyy/mm/dd">
                  <c:v>43290</c:v>
                </c:pt>
                <c:pt idx="370" c:formatCode="yyyy/mm/dd">
                  <c:v>43291</c:v>
                </c:pt>
                <c:pt idx="371" c:formatCode="yyyy/mm/dd">
                  <c:v>43292</c:v>
                </c:pt>
                <c:pt idx="372" c:formatCode="yyyy/mm/dd">
                  <c:v>43293</c:v>
                </c:pt>
                <c:pt idx="373" c:formatCode="yyyy/mm/dd">
                  <c:v>43294</c:v>
                </c:pt>
                <c:pt idx="374" c:formatCode="yyyy/mm/dd">
                  <c:v>43297</c:v>
                </c:pt>
                <c:pt idx="375" c:formatCode="yyyy/mm/dd">
                  <c:v>43298</c:v>
                </c:pt>
                <c:pt idx="376" c:formatCode="yyyy/mm/dd">
                  <c:v>43299</c:v>
                </c:pt>
                <c:pt idx="377" c:formatCode="yyyy/mm/dd">
                  <c:v>43300</c:v>
                </c:pt>
                <c:pt idx="378" c:formatCode="yyyy/mm/dd">
                  <c:v>43301</c:v>
                </c:pt>
                <c:pt idx="379" c:formatCode="yyyy/mm/dd">
                  <c:v>43304</c:v>
                </c:pt>
                <c:pt idx="380" c:formatCode="yyyy/mm/dd">
                  <c:v>43305</c:v>
                </c:pt>
                <c:pt idx="381" c:formatCode="yyyy/mm/dd">
                  <c:v>43306</c:v>
                </c:pt>
                <c:pt idx="382" c:formatCode="yyyy/mm/dd">
                  <c:v>43307</c:v>
                </c:pt>
                <c:pt idx="383" c:formatCode="yyyy/mm/dd">
                  <c:v>43308</c:v>
                </c:pt>
                <c:pt idx="384" c:formatCode="yyyy/mm/dd">
                  <c:v>43311</c:v>
                </c:pt>
                <c:pt idx="385" c:formatCode="yyyy/mm/dd">
                  <c:v>43312</c:v>
                </c:pt>
                <c:pt idx="386" c:formatCode="yyyy/mm/dd">
                  <c:v>43313</c:v>
                </c:pt>
                <c:pt idx="387" c:formatCode="yyyy/mm/dd">
                  <c:v>43314</c:v>
                </c:pt>
                <c:pt idx="388" c:formatCode="yyyy/mm/dd">
                  <c:v>43315</c:v>
                </c:pt>
                <c:pt idx="389" c:formatCode="yyyy/mm/dd">
                  <c:v>43318</c:v>
                </c:pt>
                <c:pt idx="390" c:formatCode="yyyy/mm/dd">
                  <c:v>43319</c:v>
                </c:pt>
                <c:pt idx="391" c:formatCode="yyyy/mm/dd">
                  <c:v>43320</c:v>
                </c:pt>
                <c:pt idx="392" c:formatCode="yyyy/mm/dd">
                  <c:v>43321</c:v>
                </c:pt>
                <c:pt idx="393" c:formatCode="yyyy/mm/dd">
                  <c:v>43322</c:v>
                </c:pt>
                <c:pt idx="394" c:formatCode="yyyy/mm/dd">
                  <c:v>43325</c:v>
                </c:pt>
                <c:pt idx="395" c:formatCode="yyyy/mm/dd">
                  <c:v>43326</c:v>
                </c:pt>
                <c:pt idx="396" c:formatCode="yyyy/mm/dd">
                  <c:v>43327</c:v>
                </c:pt>
                <c:pt idx="397" c:formatCode="yyyy/mm/dd">
                  <c:v>43328</c:v>
                </c:pt>
                <c:pt idx="398" c:formatCode="yyyy/mm/dd">
                  <c:v>43329</c:v>
                </c:pt>
                <c:pt idx="399" c:formatCode="yyyy/mm/dd">
                  <c:v>43332</c:v>
                </c:pt>
                <c:pt idx="400" c:formatCode="yyyy/mm/dd">
                  <c:v>43333</c:v>
                </c:pt>
                <c:pt idx="401" c:formatCode="yyyy/mm/dd">
                  <c:v>43334</c:v>
                </c:pt>
                <c:pt idx="402" c:formatCode="yyyy/mm/dd">
                  <c:v>43335</c:v>
                </c:pt>
                <c:pt idx="403" c:formatCode="yyyy/mm/dd">
                  <c:v>43336</c:v>
                </c:pt>
                <c:pt idx="404" c:formatCode="yyyy/mm/dd">
                  <c:v>43339</c:v>
                </c:pt>
                <c:pt idx="405" c:formatCode="yyyy/mm/dd">
                  <c:v>43340</c:v>
                </c:pt>
                <c:pt idx="406" c:formatCode="yyyy/mm/dd">
                  <c:v>43341</c:v>
                </c:pt>
                <c:pt idx="407" c:formatCode="yyyy/mm/dd">
                  <c:v>43342</c:v>
                </c:pt>
                <c:pt idx="408" c:formatCode="yyyy/mm/dd">
                  <c:v>43343</c:v>
                </c:pt>
                <c:pt idx="409" c:formatCode="yyyy/mm/dd">
                  <c:v>43346</c:v>
                </c:pt>
                <c:pt idx="410" c:formatCode="yyyy/mm/dd">
                  <c:v>43347</c:v>
                </c:pt>
                <c:pt idx="411" c:formatCode="yyyy/mm/dd">
                  <c:v>43348</c:v>
                </c:pt>
                <c:pt idx="412" c:formatCode="yyyy/mm/dd">
                  <c:v>43349</c:v>
                </c:pt>
                <c:pt idx="413" c:formatCode="yyyy/mm/dd">
                  <c:v>43350</c:v>
                </c:pt>
                <c:pt idx="414" c:formatCode="yyyy/mm/dd">
                  <c:v>43353</c:v>
                </c:pt>
                <c:pt idx="415" c:formatCode="yyyy/mm/dd">
                  <c:v>43354</c:v>
                </c:pt>
                <c:pt idx="416" c:formatCode="yyyy/mm/dd">
                  <c:v>43355</c:v>
                </c:pt>
                <c:pt idx="417" c:formatCode="yyyy/mm/dd">
                  <c:v>43356</c:v>
                </c:pt>
                <c:pt idx="418" c:formatCode="yyyy/mm/dd">
                  <c:v>43357</c:v>
                </c:pt>
                <c:pt idx="419" c:formatCode="yyyy/mm/dd">
                  <c:v>43360</c:v>
                </c:pt>
                <c:pt idx="420" c:formatCode="yyyy/mm/dd">
                  <c:v>43361</c:v>
                </c:pt>
                <c:pt idx="421" c:formatCode="yyyy/mm/dd">
                  <c:v>43362</c:v>
                </c:pt>
                <c:pt idx="422" c:formatCode="yyyy/mm/dd">
                  <c:v>43363</c:v>
                </c:pt>
                <c:pt idx="423" c:formatCode="yyyy/mm/dd">
                  <c:v>43364</c:v>
                </c:pt>
                <c:pt idx="424" c:formatCode="yyyy/mm/dd">
                  <c:v>43368</c:v>
                </c:pt>
                <c:pt idx="425" c:formatCode="yyyy/mm/dd">
                  <c:v>43369</c:v>
                </c:pt>
                <c:pt idx="426" c:formatCode="yyyy/mm/dd">
                  <c:v>43370</c:v>
                </c:pt>
                <c:pt idx="427" c:formatCode="yyyy/mm/dd">
                  <c:v>43371</c:v>
                </c:pt>
                <c:pt idx="428" c:formatCode="yyyy/mm/dd">
                  <c:v>43381</c:v>
                </c:pt>
                <c:pt idx="429" c:formatCode="yyyy/mm/dd">
                  <c:v>43382</c:v>
                </c:pt>
                <c:pt idx="430" c:formatCode="yyyy/mm/dd">
                  <c:v>43383</c:v>
                </c:pt>
                <c:pt idx="431" c:formatCode="yyyy/mm/dd">
                  <c:v>43384</c:v>
                </c:pt>
                <c:pt idx="432" c:formatCode="yyyy/mm/dd">
                  <c:v>43385</c:v>
                </c:pt>
                <c:pt idx="433" c:formatCode="yyyy/mm/dd">
                  <c:v>43388</c:v>
                </c:pt>
                <c:pt idx="434" c:formatCode="yyyy/mm/dd">
                  <c:v>43389</c:v>
                </c:pt>
                <c:pt idx="435" c:formatCode="yyyy/mm/dd">
                  <c:v>43390</c:v>
                </c:pt>
                <c:pt idx="436" c:formatCode="yyyy/mm/dd">
                  <c:v>43391</c:v>
                </c:pt>
                <c:pt idx="437" c:formatCode="yyyy/mm/dd">
                  <c:v>43392</c:v>
                </c:pt>
                <c:pt idx="438" c:formatCode="yyyy/mm/dd">
                  <c:v>43395</c:v>
                </c:pt>
                <c:pt idx="439" c:formatCode="yyyy/mm/dd">
                  <c:v>43396</c:v>
                </c:pt>
                <c:pt idx="440" c:formatCode="yyyy/mm/dd">
                  <c:v>43397</c:v>
                </c:pt>
                <c:pt idx="441" c:formatCode="yyyy/mm/dd">
                  <c:v>43398</c:v>
                </c:pt>
                <c:pt idx="442" c:formatCode="yyyy/mm/dd">
                  <c:v>43399</c:v>
                </c:pt>
                <c:pt idx="443" c:formatCode="yyyy/mm/dd">
                  <c:v>43402</c:v>
                </c:pt>
                <c:pt idx="444" c:formatCode="yyyy/mm/dd">
                  <c:v>43403</c:v>
                </c:pt>
                <c:pt idx="445" c:formatCode="yyyy/mm/dd">
                  <c:v>43404</c:v>
                </c:pt>
                <c:pt idx="446" c:formatCode="yyyy/mm/dd">
                  <c:v>43405</c:v>
                </c:pt>
                <c:pt idx="447" c:formatCode="yyyy/mm/dd">
                  <c:v>43406</c:v>
                </c:pt>
                <c:pt idx="448" c:formatCode="yyyy/mm/dd">
                  <c:v>43409</c:v>
                </c:pt>
                <c:pt idx="449" c:formatCode="yyyy/mm/dd">
                  <c:v>43410</c:v>
                </c:pt>
                <c:pt idx="450" c:formatCode="yyyy/mm/dd">
                  <c:v>43411</c:v>
                </c:pt>
                <c:pt idx="451" c:formatCode="yyyy/mm/dd">
                  <c:v>43412</c:v>
                </c:pt>
                <c:pt idx="452" c:formatCode="yyyy/mm/dd">
                  <c:v>43413</c:v>
                </c:pt>
                <c:pt idx="453" c:formatCode="yyyy/mm/dd">
                  <c:v>43416</c:v>
                </c:pt>
                <c:pt idx="454" c:formatCode="yyyy/mm/dd">
                  <c:v>43417</c:v>
                </c:pt>
                <c:pt idx="455" c:formatCode="yyyy/mm/dd">
                  <c:v>43418</c:v>
                </c:pt>
                <c:pt idx="456" c:formatCode="yyyy/mm/dd">
                  <c:v>43419</c:v>
                </c:pt>
                <c:pt idx="457" c:formatCode="yyyy/mm/dd">
                  <c:v>43420</c:v>
                </c:pt>
                <c:pt idx="458" c:formatCode="yyyy/mm/dd">
                  <c:v>43423</c:v>
                </c:pt>
                <c:pt idx="459" c:formatCode="yyyy/mm/dd">
                  <c:v>43424</c:v>
                </c:pt>
                <c:pt idx="460" c:formatCode="yyyy/mm/dd">
                  <c:v>43425</c:v>
                </c:pt>
                <c:pt idx="461" c:formatCode="yyyy/mm/dd">
                  <c:v>43426</c:v>
                </c:pt>
                <c:pt idx="462" c:formatCode="yyyy/mm/dd">
                  <c:v>43427</c:v>
                </c:pt>
                <c:pt idx="463" c:formatCode="yyyy/mm/dd">
                  <c:v>43430</c:v>
                </c:pt>
                <c:pt idx="464" c:formatCode="yyyy/mm/dd">
                  <c:v>43431</c:v>
                </c:pt>
                <c:pt idx="465" c:formatCode="yyyy/mm/dd">
                  <c:v>43432</c:v>
                </c:pt>
                <c:pt idx="466" c:formatCode="yyyy/mm/dd">
                  <c:v>43433</c:v>
                </c:pt>
                <c:pt idx="467" c:formatCode="yyyy/mm/dd">
                  <c:v>43434</c:v>
                </c:pt>
                <c:pt idx="468" c:formatCode="yyyy/mm/dd">
                  <c:v>43437</c:v>
                </c:pt>
                <c:pt idx="469" c:formatCode="yyyy/mm/dd">
                  <c:v>43438</c:v>
                </c:pt>
                <c:pt idx="470" c:formatCode="yyyy/mm/dd">
                  <c:v>43439</c:v>
                </c:pt>
                <c:pt idx="471" c:formatCode="yyyy/mm/dd">
                  <c:v>43440</c:v>
                </c:pt>
                <c:pt idx="472" c:formatCode="yyyy/mm/dd">
                  <c:v>43441</c:v>
                </c:pt>
                <c:pt idx="473" c:formatCode="yyyy/mm/dd">
                  <c:v>43444</c:v>
                </c:pt>
                <c:pt idx="474" c:formatCode="yyyy/mm/dd">
                  <c:v>43445</c:v>
                </c:pt>
                <c:pt idx="475" c:formatCode="yyyy/mm/dd">
                  <c:v>43446</c:v>
                </c:pt>
                <c:pt idx="476" c:formatCode="yyyy/mm/dd">
                  <c:v>43447</c:v>
                </c:pt>
                <c:pt idx="477" c:formatCode="yyyy/mm/dd">
                  <c:v>43448</c:v>
                </c:pt>
                <c:pt idx="478" c:formatCode="yyyy/mm/dd">
                  <c:v>43451</c:v>
                </c:pt>
                <c:pt idx="479" c:formatCode="yyyy/mm/dd">
                  <c:v>43452</c:v>
                </c:pt>
                <c:pt idx="480" c:formatCode="yyyy/mm/dd">
                  <c:v>43453</c:v>
                </c:pt>
                <c:pt idx="481" c:formatCode="yyyy/mm/dd">
                  <c:v>43454</c:v>
                </c:pt>
                <c:pt idx="482" c:formatCode="yyyy/mm/dd">
                  <c:v>43455</c:v>
                </c:pt>
                <c:pt idx="483" c:formatCode="yyyy/mm/dd">
                  <c:v>43458</c:v>
                </c:pt>
                <c:pt idx="484" c:formatCode="yyyy/mm/dd">
                  <c:v>43459</c:v>
                </c:pt>
                <c:pt idx="485" c:formatCode="yyyy/mm/dd">
                  <c:v>43460</c:v>
                </c:pt>
                <c:pt idx="486" c:formatCode="yyyy/mm/dd">
                  <c:v>43461</c:v>
                </c:pt>
                <c:pt idx="487" c:formatCode="yyyy/mm/dd">
                  <c:v>43462</c:v>
                </c:pt>
                <c:pt idx="488" c:formatCode="yyyy/mm/dd">
                  <c:v>43467</c:v>
                </c:pt>
                <c:pt idx="489" c:formatCode="yyyy/mm/dd">
                  <c:v>43468</c:v>
                </c:pt>
                <c:pt idx="490" c:formatCode="yyyy/mm/dd">
                  <c:v>43469</c:v>
                </c:pt>
                <c:pt idx="491" c:formatCode="yyyy/mm/dd">
                  <c:v>43472</c:v>
                </c:pt>
                <c:pt idx="492" c:formatCode="yyyy/mm/dd">
                  <c:v>43473</c:v>
                </c:pt>
                <c:pt idx="493" c:formatCode="yyyy/mm/dd">
                  <c:v>43474</c:v>
                </c:pt>
                <c:pt idx="494" c:formatCode="yyyy/mm/dd">
                  <c:v>43475</c:v>
                </c:pt>
                <c:pt idx="495" c:formatCode="yyyy/mm/dd">
                  <c:v>43476</c:v>
                </c:pt>
                <c:pt idx="496" c:formatCode="yyyy/mm/dd">
                  <c:v>43479</c:v>
                </c:pt>
                <c:pt idx="497" c:formatCode="yyyy/mm/dd">
                  <c:v>43480</c:v>
                </c:pt>
                <c:pt idx="498" c:formatCode="yyyy/mm/dd">
                  <c:v>43481</c:v>
                </c:pt>
                <c:pt idx="499" c:formatCode="yyyy/mm/dd">
                  <c:v>43482</c:v>
                </c:pt>
                <c:pt idx="500" c:formatCode="yyyy/mm/dd">
                  <c:v>43483</c:v>
                </c:pt>
                <c:pt idx="501" c:formatCode="yyyy/mm/dd">
                  <c:v>43486</c:v>
                </c:pt>
                <c:pt idx="502" c:formatCode="yyyy/mm/dd">
                  <c:v>43487</c:v>
                </c:pt>
                <c:pt idx="503" c:formatCode="yyyy/mm/dd">
                  <c:v>43488</c:v>
                </c:pt>
                <c:pt idx="504" c:formatCode="yyyy/mm/dd">
                  <c:v>43489</c:v>
                </c:pt>
                <c:pt idx="505" c:formatCode="yyyy/mm/dd">
                  <c:v>43490</c:v>
                </c:pt>
                <c:pt idx="506" c:formatCode="yyyy/mm/dd">
                  <c:v>43493</c:v>
                </c:pt>
                <c:pt idx="507" c:formatCode="yyyy/mm/dd">
                  <c:v>43494</c:v>
                </c:pt>
                <c:pt idx="508" c:formatCode="yyyy/mm/dd">
                  <c:v>43495</c:v>
                </c:pt>
                <c:pt idx="509" c:formatCode="yyyy/mm/dd">
                  <c:v>43496</c:v>
                </c:pt>
                <c:pt idx="510" c:formatCode="yyyy/mm/dd">
                  <c:v>43497</c:v>
                </c:pt>
                <c:pt idx="511" c:formatCode="yyyy/mm/dd">
                  <c:v>43507</c:v>
                </c:pt>
                <c:pt idx="512" c:formatCode="yyyy/mm/dd">
                  <c:v>43508</c:v>
                </c:pt>
                <c:pt idx="513" c:formatCode="yyyy/mm/dd">
                  <c:v>43509</c:v>
                </c:pt>
                <c:pt idx="514" c:formatCode="yyyy/mm/dd">
                  <c:v>43510</c:v>
                </c:pt>
                <c:pt idx="515" c:formatCode="yyyy/mm/dd">
                  <c:v>43511</c:v>
                </c:pt>
                <c:pt idx="516" c:formatCode="yyyy/mm/dd">
                  <c:v>43514</c:v>
                </c:pt>
                <c:pt idx="517" c:formatCode="yyyy/mm/dd">
                  <c:v>43515</c:v>
                </c:pt>
                <c:pt idx="518" c:formatCode="yyyy/mm/dd">
                  <c:v>43516</c:v>
                </c:pt>
                <c:pt idx="519" c:formatCode="yyyy/mm/dd">
                  <c:v>43517</c:v>
                </c:pt>
                <c:pt idx="520" c:formatCode="yyyy/mm/dd">
                  <c:v>43518</c:v>
                </c:pt>
                <c:pt idx="521" c:formatCode="yyyy/mm/dd">
                  <c:v>43521</c:v>
                </c:pt>
                <c:pt idx="522" c:formatCode="yyyy/mm/dd">
                  <c:v>43522</c:v>
                </c:pt>
                <c:pt idx="523" c:formatCode="yyyy/mm/dd">
                  <c:v>43523</c:v>
                </c:pt>
                <c:pt idx="524" c:formatCode="yyyy/mm/dd">
                  <c:v>43524</c:v>
                </c:pt>
                <c:pt idx="525" c:formatCode="yyyy/mm/dd">
                  <c:v>43525</c:v>
                </c:pt>
                <c:pt idx="526" c:formatCode="yyyy/mm/dd">
                  <c:v>43528</c:v>
                </c:pt>
                <c:pt idx="527" c:formatCode="yyyy/mm/dd">
                  <c:v>43529</c:v>
                </c:pt>
                <c:pt idx="528" c:formatCode="yyyy/mm/dd">
                  <c:v>43530</c:v>
                </c:pt>
                <c:pt idx="529" c:formatCode="yyyy/mm/dd">
                  <c:v>43531</c:v>
                </c:pt>
                <c:pt idx="530" c:formatCode="yyyy/mm/dd">
                  <c:v>43532</c:v>
                </c:pt>
                <c:pt idx="531" c:formatCode="yyyy/mm/dd">
                  <c:v>43535</c:v>
                </c:pt>
                <c:pt idx="532" c:formatCode="yyyy/mm/dd">
                  <c:v>43536</c:v>
                </c:pt>
                <c:pt idx="533" c:formatCode="yyyy/mm/dd">
                  <c:v>43537</c:v>
                </c:pt>
                <c:pt idx="534" c:formatCode="yyyy/mm/dd">
                  <c:v>43538</c:v>
                </c:pt>
                <c:pt idx="535" c:formatCode="yyyy/mm/dd">
                  <c:v>43539</c:v>
                </c:pt>
                <c:pt idx="536" c:formatCode="yyyy/mm/dd">
                  <c:v>43542</c:v>
                </c:pt>
                <c:pt idx="537" c:formatCode="yyyy/mm/dd">
                  <c:v>43543</c:v>
                </c:pt>
                <c:pt idx="538" c:formatCode="yyyy/mm/dd">
                  <c:v>43544</c:v>
                </c:pt>
                <c:pt idx="539" c:formatCode="yyyy/mm/dd">
                  <c:v>43545</c:v>
                </c:pt>
                <c:pt idx="540" c:formatCode="yyyy/mm/dd">
                  <c:v>43546</c:v>
                </c:pt>
                <c:pt idx="541" c:formatCode="yyyy/mm/dd">
                  <c:v>43549</c:v>
                </c:pt>
                <c:pt idx="542" c:formatCode="yyyy/mm/dd">
                  <c:v>43550</c:v>
                </c:pt>
                <c:pt idx="543" c:formatCode="yyyy/mm/dd">
                  <c:v>43551</c:v>
                </c:pt>
                <c:pt idx="544" c:formatCode="yyyy/mm/dd">
                  <c:v>43552</c:v>
                </c:pt>
                <c:pt idx="545" c:formatCode="yyyy/mm/dd">
                  <c:v>43553</c:v>
                </c:pt>
                <c:pt idx="546" c:formatCode="yyyy/mm/dd">
                  <c:v>43556</c:v>
                </c:pt>
                <c:pt idx="547" c:formatCode="yyyy/mm/dd">
                  <c:v>43557</c:v>
                </c:pt>
                <c:pt idx="548" c:formatCode="yyyy/mm/dd">
                  <c:v>43558</c:v>
                </c:pt>
                <c:pt idx="549" c:formatCode="yyyy/mm/dd">
                  <c:v>43559</c:v>
                </c:pt>
                <c:pt idx="550" c:formatCode="yyyy/mm/dd">
                  <c:v>43563</c:v>
                </c:pt>
                <c:pt idx="551" c:formatCode="yyyy/mm/dd">
                  <c:v>43564</c:v>
                </c:pt>
                <c:pt idx="552" c:formatCode="yyyy/mm/dd">
                  <c:v>43565</c:v>
                </c:pt>
                <c:pt idx="553" c:formatCode="yyyy/mm/dd">
                  <c:v>43566</c:v>
                </c:pt>
                <c:pt idx="554" c:formatCode="yyyy/mm/dd">
                  <c:v>43567</c:v>
                </c:pt>
                <c:pt idx="555" c:formatCode="yyyy/mm/dd">
                  <c:v>43570</c:v>
                </c:pt>
                <c:pt idx="556" c:formatCode="yyyy/mm/dd">
                  <c:v>43571</c:v>
                </c:pt>
                <c:pt idx="557" c:formatCode="yyyy/mm/dd">
                  <c:v>43572</c:v>
                </c:pt>
                <c:pt idx="558" c:formatCode="yyyy/mm/dd">
                  <c:v>43573</c:v>
                </c:pt>
                <c:pt idx="559" c:formatCode="yyyy/mm/dd">
                  <c:v>43574</c:v>
                </c:pt>
                <c:pt idx="560" c:formatCode="yyyy/mm/dd">
                  <c:v>43577</c:v>
                </c:pt>
                <c:pt idx="561" c:formatCode="yyyy/mm/dd">
                  <c:v>43578</c:v>
                </c:pt>
                <c:pt idx="562" c:formatCode="yyyy/mm/dd">
                  <c:v>43579</c:v>
                </c:pt>
                <c:pt idx="563" c:formatCode="yyyy/mm/dd">
                  <c:v>43580</c:v>
                </c:pt>
                <c:pt idx="564" c:formatCode="yyyy/mm/dd">
                  <c:v>43581</c:v>
                </c:pt>
                <c:pt idx="565" c:formatCode="yyyy/mm/dd">
                  <c:v>43584</c:v>
                </c:pt>
                <c:pt idx="566" c:formatCode="yyyy/mm/dd">
                  <c:v>43585</c:v>
                </c:pt>
                <c:pt idx="567" c:formatCode="yyyy/mm/dd">
                  <c:v>43591</c:v>
                </c:pt>
                <c:pt idx="568" c:formatCode="yyyy/mm/dd">
                  <c:v>43592</c:v>
                </c:pt>
                <c:pt idx="569" c:formatCode="yyyy/mm/dd">
                  <c:v>43593</c:v>
                </c:pt>
                <c:pt idx="570" c:formatCode="yyyy/mm/dd">
                  <c:v>43594</c:v>
                </c:pt>
                <c:pt idx="571" c:formatCode="yyyy/mm/dd">
                  <c:v>43595</c:v>
                </c:pt>
                <c:pt idx="572" c:formatCode="yyyy/mm/dd">
                  <c:v>43598</c:v>
                </c:pt>
                <c:pt idx="573" c:formatCode="yyyy/mm/dd">
                  <c:v>43599</c:v>
                </c:pt>
                <c:pt idx="574" c:formatCode="yyyy/mm/dd">
                  <c:v>43600</c:v>
                </c:pt>
                <c:pt idx="575" c:formatCode="yyyy/mm/dd">
                  <c:v>43601</c:v>
                </c:pt>
                <c:pt idx="576" c:formatCode="yyyy/mm/dd">
                  <c:v>43602</c:v>
                </c:pt>
                <c:pt idx="577" c:formatCode="yyyy/mm/dd">
                  <c:v>43605</c:v>
                </c:pt>
                <c:pt idx="578" c:formatCode="yyyy/mm/dd">
                  <c:v>43606</c:v>
                </c:pt>
                <c:pt idx="579" c:formatCode="yyyy/mm/dd">
                  <c:v>43607</c:v>
                </c:pt>
                <c:pt idx="580" c:formatCode="yyyy/mm/dd">
                  <c:v>43608</c:v>
                </c:pt>
                <c:pt idx="581" c:formatCode="yyyy/mm/dd">
                  <c:v>43609</c:v>
                </c:pt>
                <c:pt idx="582" c:formatCode="yyyy/mm/dd">
                  <c:v>43612</c:v>
                </c:pt>
                <c:pt idx="583" c:formatCode="yyyy/mm/dd">
                  <c:v>43613</c:v>
                </c:pt>
                <c:pt idx="584" c:formatCode="yyyy/mm/dd">
                  <c:v>43614</c:v>
                </c:pt>
                <c:pt idx="585" c:formatCode="yyyy/mm/dd">
                  <c:v>43615</c:v>
                </c:pt>
                <c:pt idx="586" c:formatCode="yyyy/mm/dd">
                  <c:v>43616</c:v>
                </c:pt>
                <c:pt idx="587" c:formatCode="yyyy/mm/dd">
                  <c:v>43619</c:v>
                </c:pt>
                <c:pt idx="588" c:formatCode="yyyy/mm/dd">
                  <c:v>43620</c:v>
                </c:pt>
                <c:pt idx="589" c:formatCode="yyyy/mm/dd">
                  <c:v>43621</c:v>
                </c:pt>
                <c:pt idx="590" c:formatCode="yyyy/mm/dd">
                  <c:v>43622</c:v>
                </c:pt>
                <c:pt idx="591" c:formatCode="yyyy/mm/dd">
                  <c:v>43626</c:v>
                </c:pt>
                <c:pt idx="592" c:formatCode="yyyy/mm/dd">
                  <c:v>43627</c:v>
                </c:pt>
                <c:pt idx="593" c:formatCode="yyyy/mm/dd">
                  <c:v>43628</c:v>
                </c:pt>
                <c:pt idx="594" c:formatCode="yyyy/mm/dd">
                  <c:v>43629</c:v>
                </c:pt>
                <c:pt idx="595" c:formatCode="yyyy/mm/dd">
                  <c:v>43630</c:v>
                </c:pt>
                <c:pt idx="596" c:formatCode="yyyy/mm/dd">
                  <c:v>43633</c:v>
                </c:pt>
                <c:pt idx="597" c:formatCode="yyyy/mm/dd">
                  <c:v>43634</c:v>
                </c:pt>
                <c:pt idx="598" c:formatCode="yyyy/mm/dd">
                  <c:v>43635</c:v>
                </c:pt>
                <c:pt idx="599" c:formatCode="yyyy/mm/dd">
                  <c:v>43636</c:v>
                </c:pt>
                <c:pt idx="600" c:formatCode="yyyy/mm/dd">
                  <c:v>43637</c:v>
                </c:pt>
                <c:pt idx="601" c:formatCode="yyyy/mm/dd">
                  <c:v>43640</c:v>
                </c:pt>
                <c:pt idx="602" c:formatCode="yyyy/mm/dd">
                  <c:v>43641</c:v>
                </c:pt>
                <c:pt idx="603" c:formatCode="yyyy/mm/dd">
                  <c:v>43642</c:v>
                </c:pt>
                <c:pt idx="604" c:formatCode="yyyy/mm/dd">
                  <c:v>43643</c:v>
                </c:pt>
                <c:pt idx="605" c:formatCode="yyyy/mm/dd">
                  <c:v>43644</c:v>
                </c:pt>
                <c:pt idx="606" c:formatCode="yyyy/mm/dd">
                  <c:v>43647</c:v>
                </c:pt>
                <c:pt idx="607" c:formatCode="yyyy/mm/dd">
                  <c:v>43648</c:v>
                </c:pt>
                <c:pt idx="608" c:formatCode="yyyy/mm/dd">
                  <c:v>43649</c:v>
                </c:pt>
                <c:pt idx="609" c:formatCode="yyyy/mm/dd">
                  <c:v>43650</c:v>
                </c:pt>
                <c:pt idx="610" c:formatCode="yyyy/mm/dd">
                  <c:v>43651</c:v>
                </c:pt>
                <c:pt idx="611" c:formatCode="yyyy/mm/dd">
                  <c:v>43654</c:v>
                </c:pt>
                <c:pt idx="612" c:formatCode="yyyy/mm/dd">
                  <c:v>43655</c:v>
                </c:pt>
                <c:pt idx="613" c:formatCode="yyyy/mm/dd">
                  <c:v>43656</c:v>
                </c:pt>
                <c:pt idx="614" c:formatCode="yyyy/mm/dd">
                  <c:v>43657</c:v>
                </c:pt>
                <c:pt idx="615" c:formatCode="yyyy/mm/dd">
                  <c:v>43658</c:v>
                </c:pt>
                <c:pt idx="616" c:formatCode="yyyy/mm/dd">
                  <c:v>43661</c:v>
                </c:pt>
                <c:pt idx="617" c:formatCode="yyyy/mm/dd">
                  <c:v>43662</c:v>
                </c:pt>
                <c:pt idx="618" c:formatCode="yyyy/mm/dd">
                  <c:v>43663</c:v>
                </c:pt>
                <c:pt idx="619" c:formatCode="yyyy/mm/dd">
                  <c:v>43664</c:v>
                </c:pt>
                <c:pt idx="620" c:formatCode="yyyy/mm/dd">
                  <c:v>43665</c:v>
                </c:pt>
                <c:pt idx="621" c:formatCode="yyyy/mm/dd">
                  <c:v>43668</c:v>
                </c:pt>
                <c:pt idx="622" c:formatCode="yyyy/mm/dd">
                  <c:v>43669</c:v>
                </c:pt>
                <c:pt idx="623" c:formatCode="yyyy/mm/dd">
                  <c:v>43670</c:v>
                </c:pt>
                <c:pt idx="624" c:formatCode="yyyy/mm/dd">
                  <c:v>43671</c:v>
                </c:pt>
                <c:pt idx="625" c:formatCode="yyyy/mm/dd">
                  <c:v>43672</c:v>
                </c:pt>
                <c:pt idx="626" c:formatCode="yyyy/mm/dd">
                  <c:v>43675</c:v>
                </c:pt>
                <c:pt idx="627" c:formatCode="yyyy/mm/dd">
                  <c:v>43676</c:v>
                </c:pt>
                <c:pt idx="628" c:formatCode="yyyy/mm/dd">
                  <c:v>43677</c:v>
                </c:pt>
                <c:pt idx="629" c:formatCode="yyyy/mm/dd">
                  <c:v>43678</c:v>
                </c:pt>
                <c:pt idx="630" c:formatCode="yyyy/mm/dd">
                  <c:v>43679</c:v>
                </c:pt>
                <c:pt idx="631" c:formatCode="yyyy/mm/dd">
                  <c:v>43682</c:v>
                </c:pt>
                <c:pt idx="632" c:formatCode="yyyy/mm/dd">
                  <c:v>43683</c:v>
                </c:pt>
                <c:pt idx="633" c:formatCode="yyyy/mm/dd">
                  <c:v>43684</c:v>
                </c:pt>
                <c:pt idx="634" c:formatCode="yyyy/mm/dd">
                  <c:v>43685</c:v>
                </c:pt>
                <c:pt idx="635" c:formatCode="yyyy/mm/dd">
                  <c:v>43686</c:v>
                </c:pt>
                <c:pt idx="636" c:formatCode="yyyy/mm/dd">
                  <c:v>43689</c:v>
                </c:pt>
                <c:pt idx="637" c:formatCode="yyyy/mm/dd">
                  <c:v>43690</c:v>
                </c:pt>
                <c:pt idx="638" c:formatCode="yyyy/mm/dd">
                  <c:v>43691</c:v>
                </c:pt>
                <c:pt idx="639" c:formatCode="yyyy/mm/dd">
                  <c:v>43692</c:v>
                </c:pt>
                <c:pt idx="640" c:formatCode="yyyy/mm/dd">
                  <c:v>43693</c:v>
                </c:pt>
                <c:pt idx="641" c:formatCode="yyyy/mm/dd">
                  <c:v>43696</c:v>
                </c:pt>
                <c:pt idx="642" c:formatCode="yyyy/mm/dd">
                  <c:v>43697</c:v>
                </c:pt>
                <c:pt idx="643" c:formatCode="yyyy/mm/dd">
                  <c:v>43698</c:v>
                </c:pt>
                <c:pt idx="644" c:formatCode="yyyy/mm/dd">
                  <c:v>43699</c:v>
                </c:pt>
                <c:pt idx="645" c:formatCode="yyyy/mm/dd">
                  <c:v>43700</c:v>
                </c:pt>
                <c:pt idx="646" c:formatCode="yyyy/mm/dd">
                  <c:v>43703</c:v>
                </c:pt>
                <c:pt idx="647" c:formatCode="yyyy/mm/dd">
                  <c:v>43704</c:v>
                </c:pt>
                <c:pt idx="648" c:formatCode="yyyy/mm/dd">
                  <c:v>43705</c:v>
                </c:pt>
                <c:pt idx="649" c:formatCode="yyyy/mm/dd">
                  <c:v>43706</c:v>
                </c:pt>
                <c:pt idx="650" c:formatCode="yyyy/mm/dd">
                  <c:v>43707</c:v>
                </c:pt>
                <c:pt idx="651" c:formatCode="yyyy/mm/dd">
                  <c:v>43710</c:v>
                </c:pt>
                <c:pt idx="652" c:formatCode="yyyy/mm/dd">
                  <c:v>43711</c:v>
                </c:pt>
                <c:pt idx="653" c:formatCode="yyyy/mm/dd">
                  <c:v>43712</c:v>
                </c:pt>
                <c:pt idx="654" c:formatCode="yyyy/mm/dd">
                  <c:v>43713</c:v>
                </c:pt>
                <c:pt idx="655" c:formatCode="yyyy/mm/dd">
                  <c:v>43714</c:v>
                </c:pt>
                <c:pt idx="656" c:formatCode="yyyy/mm/dd">
                  <c:v>43717</c:v>
                </c:pt>
                <c:pt idx="657" c:formatCode="yyyy/mm/dd">
                  <c:v>43718</c:v>
                </c:pt>
                <c:pt idx="658" c:formatCode="yyyy/mm/dd">
                  <c:v>43719</c:v>
                </c:pt>
                <c:pt idx="659" c:formatCode="yyyy/mm/dd">
                  <c:v>43720</c:v>
                </c:pt>
                <c:pt idx="660" c:formatCode="yyyy/mm/dd">
                  <c:v>43724</c:v>
                </c:pt>
                <c:pt idx="661" c:formatCode="yyyy/mm/dd">
                  <c:v>43725</c:v>
                </c:pt>
                <c:pt idx="662" c:formatCode="yyyy/mm/dd">
                  <c:v>43726</c:v>
                </c:pt>
                <c:pt idx="663" c:formatCode="yyyy/mm/dd">
                  <c:v>43727</c:v>
                </c:pt>
                <c:pt idx="664" c:formatCode="yyyy/mm/dd">
                  <c:v>43728</c:v>
                </c:pt>
                <c:pt idx="665" c:formatCode="yyyy/mm/dd">
                  <c:v>43731</c:v>
                </c:pt>
                <c:pt idx="666" c:formatCode="yyyy/mm/dd">
                  <c:v>43732</c:v>
                </c:pt>
                <c:pt idx="667" c:formatCode="yyyy/mm/dd">
                  <c:v>43733</c:v>
                </c:pt>
                <c:pt idx="668" c:formatCode="yyyy/mm/dd">
                  <c:v>43734</c:v>
                </c:pt>
                <c:pt idx="669" c:formatCode="yyyy/mm/dd">
                  <c:v>43735</c:v>
                </c:pt>
                <c:pt idx="670" c:formatCode="yyyy/mm/dd">
                  <c:v>43738</c:v>
                </c:pt>
                <c:pt idx="671" c:formatCode="yyyy/mm/dd">
                  <c:v>43746</c:v>
                </c:pt>
                <c:pt idx="672" c:formatCode="yyyy/mm/dd">
                  <c:v>43747</c:v>
                </c:pt>
                <c:pt idx="673" c:formatCode="yyyy/mm/dd">
                  <c:v>43748</c:v>
                </c:pt>
                <c:pt idx="674" c:formatCode="yyyy/mm/dd">
                  <c:v>43749</c:v>
                </c:pt>
                <c:pt idx="675" c:formatCode="yyyy/mm/dd">
                  <c:v>43752</c:v>
                </c:pt>
                <c:pt idx="676" c:formatCode="yyyy/mm/dd">
                  <c:v>43753</c:v>
                </c:pt>
                <c:pt idx="677" c:formatCode="yyyy/mm/dd">
                  <c:v>43754</c:v>
                </c:pt>
                <c:pt idx="678" c:formatCode="yyyy/mm/dd">
                  <c:v>43755</c:v>
                </c:pt>
                <c:pt idx="679" c:formatCode="yyyy/mm/dd">
                  <c:v>43756</c:v>
                </c:pt>
                <c:pt idx="680" c:formatCode="yyyy/mm/dd">
                  <c:v>43759</c:v>
                </c:pt>
                <c:pt idx="681" c:formatCode="yyyy/mm/dd">
                  <c:v>43760</c:v>
                </c:pt>
                <c:pt idx="682" c:formatCode="yyyy/mm/dd">
                  <c:v>43761</c:v>
                </c:pt>
                <c:pt idx="683" c:formatCode="yyyy/mm/dd">
                  <c:v>43762</c:v>
                </c:pt>
                <c:pt idx="684" c:formatCode="yyyy/mm/dd">
                  <c:v>43763</c:v>
                </c:pt>
                <c:pt idx="685" c:formatCode="yyyy/mm/dd">
                  <c:v>43766</c:v>
                </c:pt>
                <c:pt idx="686" c:formatCode="yyyy/mm/dd">
                  <c:v>43767</c:v>
                </c:pt>
                <c:pt idx="687" c:formatCode="yyyy/mm/dd">
                  <c:v>43768</c:v>
                </c:pt>
                <c:pt idx="688" c:formatCode="yyyy/mm/dd">
                  <c:v>43769</c:v>
                </c:pt>
                <c:pt idx="689" c:formatCode="yyyy/mm/dd">
                  <c:v>43770</c:v>
                </c:pt>
                <c:pt idx="690" c:formatCode="yyyy/mm/dd">
                  <c:v>43773</c:v>
                </c:pt>
                <c:pt idx="691" c:formatCode="yyyy/mm/dd">
                  <c:v>43774</c:v>
                </c:pt>
                <c:pt idx="692" c:formatCode="yyyy/mm/dd">
                  <c:v>43775</c:v>
                </c:pt>
                <c:pt idx="693" c:formatCode="yyyy/mm/dd">
                  <c:v>43776</c:v>
                </c:pt>
                <c:pt idx="694" c:formatCode="yyyy/mm/dd">
                  <c:v>43777</c:v>
                </c:pt>
                <c:pt idx="695" c:formatCode="yyyy/mm/dd">
                  <c:v>43780</c:v>
                </c:pt>
                <c:pt idx="696" c:formatCode="yyyy/mm/dd">
                  <c:v>43781</c:v>
                </c:pt>
                <c:pt idx="697" c:formatCode="yyyy/mm/dd">
                  <c:v>43782</c:v>
                </c:pt>
                <c:pt idx="698" c:formatCode="yyyy/mm/dd">
                  <c:v>43783</c:v>
                </c:pt>
                <c:pt idx="699" c:formatCode="yyyy/mm/dd">
                  <c:v>43784</c:v>
                </c:pt>
                <c:pt idx="700" c:formatCode="yyyy/mm/dd">
                  <c:v>43787</c:v>
                </c:pt>
                <c:pt idx="701" c:formatCode="yyyy/mm/dd">
                  <c:v>43788</c:v>
                </c:pt>
                <c:pt idx="702" c:formatCode="yyyy/mm/dd">
                  <c:v>43789</c:v>
                </c:pt>
                <c:pt idx="703" c:formatCode="yyyy/mm/dd">
                  <c:v>43790</c:v>
                </c:pt>
                <c:pt idx="704" c:formatCode="yyyy/mm/dd">
                  <c:v>43791</c:v>
                </c:pt>
                <c:pt idx="705" c:formatCode="yyyy/mm/dd">
                  <c:v>43794</c:v>
                </c:pt>
                <c:pt idx="706" c:formatCode="yyyy/mm/dd">
                  <c:v>43795</c:v>
                </c:pt>
                <c:pt idx="707" c:formatCode="yyyy/mm/dd">
                  <c:v>43796</c:v>
                </c:pt>
                <c:pt idx="708" c:formatCode="yyyy/mm/dd">
                  <c:v>43797</c:v>
                </c:pt>
                <c:pt idx="709" c:formatCode="yyyy/mm/dd">
                  <c:v>43798</c:v>
                </c:pt>
                <c:pt idx="710" c:formatCode="yyyy/mm/dd">
                  <c:v>43801</c:v>
                </c:pt>
                <c:pt idx="711" c:formatCode="yyyy/mm/dd">
                  <c:v>43802</c:v>
                </c:pt>
                <c:pt idx="712" c:formatCode="yyyy/mm/dd">
                  <c:v>43803</c:v>
                </c:pt>
                <c:pt idx="713" c:formatCode="yyyy/mm/dd">
                  <c:v>43804</c:v>
                </c:pt>
                <c:pt idx="714" c:formatCode="yyyy/mm/dd">
                  <c:v>43805</c:v>
                </c:pt>
                <c:pt idx="715" c:formatCode="yyyy/mm/dd">
                  <c:v>43808</c:v>
                </c:pt>
                <c:pt idx="716" c:formatCode="yyyy/mm/dd">
                  <c:v>43809</c:v>
                </c:pt>
                <c:pt idx="717" c:formatCode="yyyy/mm/dd">
                  <c:v>43810</c:v>
                </c:pt>
                <c:pt idx="718" c:formatCode="yyyy/mm/dd">
                  <c:v>43811</c:v>
                </c:pt>
                <c:pt idx="719" c:formatCode="yyyy/mm/dd">
                  <c:v>43812</c:v>
                </c:pt>
                <c:pt idx="720" c:formatCode="yyyy/mm/dd">
                  <c:v>43815</c:v>
                </c:pt>
                <c:pt idx="721" c:formatCode="yyyy/mm/dd">
                  <c:v>43816</c:v>
                </c:pt>
                <c:pt idx="722" c:formatCode="yyyy/mm/dd">
                  <c:v>43817</c:v>
                </c:pt>
                <c:pt idx="723" c:formatCode="yyyy/mm/dd">
                  <c:v>43818</c:v>
                </c:pt>
                <c:pt idx="724" c:formatCode="yyyy/mm/dd">
                  <c:v>43819</c:v>
                </c:pt>
                <c:pt idx="725" c:formatCode="yyyy/mm/dd">
                  <c:v>43822</c:v>
                </c:pt>
                <c:pt idx="726" c:formatCode="yyyy/mm/dd">
                  <c:v>43823</c:v>
                </c:pt>
                <c:pt idx="727" c:formatCode="yyyy/mm/dd">
                  <c:v>43824</c:v>
                </c:pt>
                <c:pt idx="728" c:formatCode="yyyy/mm/dd">
                  <c:v>43825</c:v>
                </c:pt>
                <c:pt idx="729" c:formatCode="yyyy/mm/dd">
                  <c:v>43826</c:v>
                </c:pt>
                <c:pt idx="730" c:formatCode="yyyy/mm/dd">
                  <c:v>43829</c:v>
                </c:pt>
                <c:pt idx="731" c:formatCode="yyyy/mm/dd">
                  <c:v>43830</c:v>
                </c:pt>
                <c:pt idx="732" c:formatCode="yyyy/mm/dd">
                  <c:v>43832</c:v>
                </c:pt>
                <c:pt idx="733" c:formatCode="yyyy/mm/dd">
                  <c:v>43833</c:v>
                </c:pt>
                <c:pt idx="734" c:formatCode="yyyy/mm/dd">
                  <c:v>43836</c:v>
                </c:pt>
                <c:pt idx="735" c:formatCode="yyyy/mm/dd">
                  <c:v>43837</c:v>
                </c:pt>
                <c:pt idx="736" c:formatCode="yyyy/mm/dd">
                  <c:v>43838</c:v>
                </c:pt>
                <c:pt idx="737" c:formatCode="yyyy/mm/dd">
                  <c:v>43839</c:v>
                </c:pt>
                <c:pt idx="738" c:formatCode="yyyy/mm/dd">
                  <c:v>43840</c:v>
                </c:pt>
                <c:pt idx="739" c:formatCode="yyyy/mm/dd">
                  <c:v>43843</c:v>
                </c:pt>
                <c:pt idx="740" c:formatCode="yyyy/mm/dd">
                  <c:v>43844</c:v>
                </c:pt>
                <c:pt idx="741" c:formatCode="yyyy/mm/dd">
                  <c:v>43845</c:v>
                </c:pt>
                <c:pt idx="742" c:formatCode="yyyy/mm/dd">
                  <c:v>43846</c:v>
                </c:pt>
                <c:pt idx="743" c:formatCode="yyyy/mm/dd">
                  <c:v>43847</c:v>
                </c:pt>
                <c:pt idx="744" c:formatCode="yyyy/mm/dd">
                  <c:v>43850</c:v>
                </c:pt>
                <c:pt idx="745" c:formatCode="yyyy/mm/dd">
                  <c:v>43851</c:v>
                </c:pt>
                <c:pt idx="746" c:formatCode="yyyy/mm/dd">
                  <c:v>43852</c:v>
                </c:pt>
                <c:pt idx="747" c:formatCode="yyyy/mm/dd">
                  <c:v>43853</c:v>
                </c:pt>
                <c:pt idx="748" c:formatCode="yyyy/mm/dd">
                  <c:v>43864</c:v>
                </c:pt>
                <c:pt idx="749" c:formatCode="yyyy/mm/dd">
                  <c:v>43865</c:v>
                </c:pt>
                <c:pt idx="750" c:formatCode="yyyy/mm/dd">
                  <c:v>43866</c:v>
                </c:pt>
                <c:pt idx="751" c:formatCode="yyyy/mm/dd">
                  <c:v>43867</c:v>
                </c:pt>
                <c:pt idx="752" c:formatCode="yyyy/mm/dd">
                  <c:v>43868</c:v>
                </c:pt>
                <c:pt idx="753" c:formatCode="yyyy/mm/dd">
                  <c:v>43871</c:v>
                </c:pt>
                <c:pt idx="754" c:formatCode="yyyy/mm/dd">
                  <c:v>43872</c:v>
                </c:pt>
                <c:pt idx="755" c:formatCode="yyyy/mm/dd">
                  <c:v>43873</c:v>
                </c:pt>
                <c:pt idx="756" c:formatCode="yyyy/mm/dd">
                  <c:v>43874</c:v>
                </c:pt>
                <c:pt idx="757" c:formatCode="yyyy/mm/dd">
                  <c:v>43875</c:v>
                </c:pt>
                <c:pt idx="758" c:formatCode="yyyy/mm/dd">
                  <c:v>43878</c:v>
                </c:pt>
                <c:pt idx="759" c:formatCode="yyyy/mm/dd">
                  <c:v>43879</c:v>
                </c:pt>
                <c:pt idx="760" c:formatCode="yyyy/mm/dd">
                  <c:v>43880</c:v>
                </c:pt>
                <c:pt idx="761" c:formatCode="yyyy/mm/dd">
                  <c:v>43881</c:v>
                </c:pt>
                <c:pt idx="762" c:formatCode="yyyy/mm/dd">
                  <c:v>43882</c:v>
                </c:pt>
                <c:pt idx="763" c:formatCode="yyyy/mm/dd">
                  <c:v>43885</c:v>
                </c:pt>
                <c:pt idx="764" c:formatCode="yyyy/mm/dd">
                  <c:v>43886</c:v>
                </c:pt>
                <c:pt idx="765" c:formatCode="yyyy/mm/dd">
                  <c:v>43887</c:v>
                </c:pt>
                <c:pt idx="766" c:formatCode="yyyy/mm/dd">
                  <c:v>43888</c:v>
                </c:pt>
                <c:pt idx="767" c:formatCode="yyyy/mm/dd">
                  <c:v>43889</c:v>
                </c:pt>
                <c:pt idx="768" c:formatCode="yyyy/mm/dd">
                  <c:v>43892</c:v>
                </c:pt>
                <c:pt idx="769" c:formatCode="yyyy/mm/dd">
                  <c:v>43893</c:v>
                </c:pt>
                <c:pt idx="770" c:formatCode="yyyy/mm/dd">
                  <c:v>43894</c:v>
                </c:pt>
                <c:pt idx="771" c:formatCode="yyyy/mm/dd">
                  <c:v>43895</c:v>
                </c:pt>
                <c:pt idx="772" c:formatCode="yyyy/mm/dd">
                  <c:v>43896</c:v>
                </c:pt>
                <c:pt idx="773" c:formatCode="yyyy/mm/dd">
                  <c:v>43899</c:v>
                </c:pt>
                <c:pt idx="774" c:formatCode="yyyy/mm/dd">
                  <c:v>43900</c:v>
                </c:pt>
                <c:pt idx="775" c:formatCode="yyyy/mm/dd">
                  <c:v>43901</c:v>
                </c:pt>
                <c:pt idx="776" c:formatCode="yyyy/mm/dd">
                  <c:v>43902</c:v>
                </c:pt>
                <c:pt idx="777" c:formatCode="yyyy/mm/dd">
                  <c:v>43903</c:v>
                </c:pt>
                <c:pt idx="778" c:formatCode="yyyy/mm/dd">
                  <c:v>43906</c:v>
                </c:pt>
                <c:pt idx="779" c:formatCode="yyyy/mm/dd">
                  <c:v>43907</c:v>
                </c:pt>
                <c:pt idx="780" c:formatCode="yyyy/mm/dd">
                  <c:v>43908</c:v>
                </c:pt>
                <c:pt idx="781" c:formatCode="yyyy/mm/dd">
                  <c:v>43909</c:v>
                </c:pt>
                <c:pt idx="782" c:formatCode="yyyy/mm/dd">
                  <c:v>43910</c:v>
                </c:pt>
                <c:pt idx="783" c:formatCode="yyyy/mm/dd">
                  <c:v>43913</c:v>
                </c:pt>
                <c:pt idx="784" c:formatCode="yyyy/mm/dd">
                  <c:v>43914</c:v>
                </c:pt>
                <c:pt idx="785" c:formatCode="yyyy/mm/dd">
                  <c:v>43915</c:v>
                </c:pt>
                <c:pt idx="786" c:formatCode="yyyy/mm/dd">
                  <c:v>43916</c:v>
                </c:pt>
                <c:pt idx="787" c:formatCode="yyyy/mm/dd">
                  <c:v>43917</c:v>
                </c:pt>
                <c:pt idx="788" c:formatCode="yyyy/mm/dd">
                  <c:v>43920</c:v>
                </c:pt>
                <c:pt idx="789" c:formatCode="yyyy/mm/dd">
                  <c:v>43921</c:v>
                </c:pt>
                <c:pt idx="790" c:formatCode="yyyy/mm/dd">
                  <c:v>43922</c:v>
                </c:pt>
                <c:pt idx="791" c:formatCode="yyyy/mm/dd">
                  <c:v>43923</c:v>
                </c:pt>
                <c:pt idx="792" c:formatCode="yyyy/mm/dd">
                  <c:v>43924</c:v>
                </c:pt>
                <c:pt idx="793" c:formatCode="yyyy/mm/dd">
                  <c:v>43928</c:v>
                </c:pt>
                <c:pt idx="794" c:formatCode="yyyy/mm/dd">
                  <c:v>43929</c:v>
                </c:pt>
                <c:pt idx="795" c:formatCode="yyyy/mm/dd">
                  <c:v>43930</c:v>
                </c:pt>
                <c:pt idx="796" c:formatCode="yyyy/mm/dd">
                  <c:v>43931</c:v>
                </c:pt>
                <c:pt idx="797" c:formatCode="yyyy/mm/dd">
                  <c:v>43934</c:v>
                </c:pt>
                <c:pt idx="798" c:formatCode="yyyy/mm/dd">
                  <c:v>43935</c:v>
                </c:pt>
                <c:pt idx="799" c:formatCode="yyyy/mm/dd">
                  <c:v>43936</c:v>
                </c:pt>
                <c:pt idx="800" c:formatCode="yyyy/mm/dd">
                  <c:v>43937</c:v>
                </c:pt>
                <c:pt idx="801" c:formatCode="yyyy/mm/dd">
                  <c:v>43938</c:v>
                </c:pt>
                <c:pt idx="802" c:formatCode="yyyy/mm/dd">
                  <c:v>43941</c:v>
                </c:pt>
                <c:pt idx="803" c:formatCode="yyyy/mm/dd">
                  <c:v>43942</c:v>
                </c:pt>
                <c:pt idx="804" c:formatCode="yyyy/mm/dd">
                  <c:v>43943</c:v>
                </c:pt>
                <c:pt idx="805" c:formatCode="yyyy/mm/dd">
                  <c:v>43944</c:v>
                </c:pt>
                <c:pt idx="806" c:formatCode="yyyy/mm/dd">
                  <c:v>43945</c:v>
                </c:pt>
                <c:pt idx="807" c:formatCode="yyyy/mm/dd">
                  <c:v>43948</c:v>
                </c:pt>
                <c:pt idx="808" c:formatCode="yyyy/mm/dd">
                  <c:v>43949</c:v>
                </c:pt>
                <c:pt idx="809" c:formatCode="yyyy/mm/dd">
                  <c:v>43950</c:v>
                </c:pt>
                <c:pt idx="810" c:formatCode="yyyy/mm/dd">
                  <c:v>43951</c:v>
                </c:pt>
                <c:pt idx="811" c:formatCode="yyyy/mm/dd">
                  <c:v>43957</c:v>
                </c:pt>
                <c:pt idx="812" c:formatCode="yyyy/mm/dd">
                  <c:v>43958</c:v>
                </c:pt>
                <c:pt idx="813" c:formatCode="yyyy/mm/dd">
                  <c:v>43959</c:v>
                </c:pt>
                <c:pt idx="814" c:formatCode="yyyy/mm/dd">
                  <c:v>43962</c:v>
                </c:pt>
                <c:pt idx="815" c:formatCode="yyyy/mm/dd">
                  <c:v>43963</c:v>
                </c:pt>
                <c:pt idx="816" c:formatCode="yyyy/mm/dd">
                  <c:v>43964</c:v>
                </c:pt>
                <c:pt idx="817" c:formatCode="yyyy/mm/dd">
                  <c:v>43965</c:v>
                </c:pt>
                <c:pt idx="818" c:formatCode="yyyy/mm/dd">
                  <c:v>43966</c:v>
                </c:pt>
                <c:pt idx="819" c:formatCode="yyyy/mm/dd">
                  <c:v>43969</c:v>
                </c:pt>
                <c:pt idx="820" c:formatCode="yyyy/mm/dd">
                  <c:v>43970</c:v>
                </c:pt>
                <c:pt idx="821" c:formatCode="yyyy/mm/dd">
                  <c:v>43971</c:v>
                </c:pt>
                <c:pt idx="822" c:formatCode="yyyy/mm/dd">
                  <c:v>43972</c:v>
                </c:pt>
                <c:pt idx="823" c:formatCode="yyyy/mm/dd">
                  <c:v>43973</c:v>
                </c:pt>
                <c:pt idx="824" c:formatCode="yyyy/mm/dd">
                  <c:v>43976</c:v>
                </c:pt>
                <c:pt idx="825" c:formatCode="yyyy/mm/dd">
                  <c:v>43977</c:v>
                </c:pt>
                <c:pt idx="826" c:formatCode="yyyy/mm/dd">
                  <c:v>43978</c:v>
                </c:pt>
                <c:pt idx="827" c:formatCode="yyyy/mm/dd">
                  <c:v>43979</c:v>
                </c:pt>
                <c:pt idx="828" c:formatCode="yyyy/mm/dd">
                  <c:v>43980</c:v>
                </c:pt>
                <c:pt idx="829" c:formatCode="yyyy/mm/dd">
                  <c:v>43983</c:v>
                </c:pt>
                <c:pt idx="830" c:formatCode="yyyy/mm/dd">
                  <c:v>43984</c:v>
                </c:pt>
                <c:pt idx="831" c:formatCode="yyyy/mm/dd">
                  <c:v>43985</c:v>
                </c:pt>
                <c:pt idx="832" c:formatCode="yyyy/mm/dd">
                  <c:v>43986</c:v>
                </c:pt>
                <c:pt idx="833" c:formatCode="yyyy/mm/dd">
                  <c:v>43987</c:v>
                </c:pt>
                <c:pt idx="834" c:formatCode="yyyy/mm/dd">
                  <c:v>43990</c:v>
                </c:pt>
                <c:pt idx="835" c:formatCode="yyyy/mm/dd">
                  <c:v>43991</c:v>
                </c:pt>
                <c:pt idx="836" c:formatCode="yyyy/mm/dd">
                  <c:v>43992</c:v>
                </c:pt>
                <c:pt idx="837" c:formatCode="yyyy/mm/dd">
                  <c:v>43993</c:v>
                </c:pt>
                <c:pt idx="838" c:formatCode="yyyy/mm/dd">
                  <c:v>43994</c:v>
                </c:pt>
                <c:pt idx="839" c:formatCode="yyyy/mm/dd">
                  <c:v>43997</c:v>
                </c:pt>
                <c:pt idx="840" c:formatCode="yyyy/mm/dd">
                  <c:v>43998</c:v>
                </c:pt>
                <c:pt idx="841" c:formatCode="yyyy/mm/dd">
                  <c:v>43999</c:v>
                </c:pt>
                <c:pt idx="842" c:formatCode="yyyy/mm/dd">
                  <c:v>44000</c:v>
                </c:pt>
                <c:pt idx="843" c:formatCode="yyyy/mm/dd">
                  <c:v>44001</c:v>
                </c:pt>
                <c:pt idx="844" c:formatCode="yyyy/mm/dd">
                  <c:v>44004</c:v>
                </c:pt>
                <c:pt idx="845" c:formatCode="yyyy/mm/dd">
                  <c:v>44005</c:v>
                </c:pt>
                <c:pt idx="846" c:formatCode="yyyy/mm/dd">
                  <c:v>44006</c:v>
                </c:pt>
                <c:pt idx="847" c:formatCode="yyyy/mm/dd">
                  <c:v>44011</c:v>
                </c:pt>
                <c:pt idx="848" c:formatCode="yyyy/mm/dd">
                  <c:v>44012</c:v>
                </c:pt>
                <c:pt idx="849" c:formatCode="yyyy/mm/dd">
                  <c:v>44013</c:v>
                </c:pt>
                <c:pt idx="850" c:formatCode="yyyy/mm/dd">
                  <c:v>44014</c:v>
                </c:pt>
                <c:pt idx="851" c:formatCode="yyyy/mm/dd">
                  <c:v>44015</c:v>
                </c:pt>
                <c:pt idx="852" c:formatCode="yyyy/mm/dd">
                  <c:v>44018</c:v>
                </c:pt>
                <c:pt idx="853" c:formatCode="yyyy/mm/dd">
                  <c:v>44019</c:v>
                </c:pt>
                <c:pt idx="854" c:formatCode="yyyy/mm/dd">
                  <c:v>44020</c:v>
                </c:pt>
                <c:pt idx="855" c:formatCode="yyyy/mm/dd">
                  <c:v>44021</c:v>
                </c:pt>
                <c:pt idx="856" c:formatCode="yyyy/mm/dd">
                  <c:v>44022</c:v>
                </c:pt>
                <c:pt idx="857" c:formatCode="yyyy/mm/dd">
                  <c:v>44025</c:v>
                </c:pt>
                <c:pt idx="858" c:formatCode="yyyy/mm/dd">
                  <c:v>44026</c:v>
                </c:pt>
                <c:pt idx="859" c:formatCode="yyyy/mm/dd">
                  <c:v>44027</c:v>
                </c:pt>
                <c:pt idx="860" c:formatCode="yyyy/mm/dd">
                  <c:v>44028</c:v>
                </c:pt>
                <c:pt idx="861" c:formatCode="yyyy/mm/dd">
                  <c:v>44029</c:v>
                </c:pt>
                <c:pt idx="862" c:formatCode="yyyy/mm/dd">
                  <c:v>44032</c:v>
                </c:pt>
                <c:pt idx="863" c:formatCode="yyyy/mm/dd">
                  <c:v>44033</c:v>
                </c:pt>
                <c:pt idx="864" c:formatCode="yyyy/mm/dd">
                  <c:v>44034</c:v>
                </c:pt>
                <c:pt idx="865" c:formatCode="yyyy/mm/dd">
                  <c:v>44035</c:v>
                </c:pt>
                <c:pt idx="866" c:formatCode="yyyy/mm/dd">
                  <c:v>44036</c:v>
                </c:pt>
                <c:pt idx="867" c:formatCode="yyyy/mm/dd">
                  <c:v>44039</c:v>
                </c:pt>
                <c:pt idx="868" c:formatCode="yyyy/mm/dd">
                  <c:v>44040</c:v>
                </c:pt>
                <c:pt idx="869" c:formatCode="yyyy/mm/dd">
                  <c:v>44041</c:v>
                </c:pt>
                <c:pt idx="870" c:formatCode="yyyy/mm/dd">
                  <c:v>44042</c:v>
                </c:pt>
                <c:pt idx="871" c:formatCode="yyyy/mm/dd">
                  <c:v>44043</c:v>
                </c:pt>
                <c:pt idx="872" c:formatCode="yyyy/mm/dd">
                  <c:v>44046</c:v>
                </c:pt>
                <c:pt idx="873" c:formatCode="yyyy/mm/dd">
                  <c:v>44047</c:v>
                </c:pt>
                <c:pt idx="874" c:formatCode="yyyy/mm/dd">
                  <c:v>44048</c:v>
                </c:pt>
                <c:pt idx="875" c:formatCode="yyyy/mm/dd">
                  <c:v>44049</c:v>
                </c:pt>
                <c:pt idx="876" c:formatCode="yyyy/mm/dd">
                  <c:v>44050</c:v>
                </c:pt>
                <c:pt idx="877" c:formatCode="yyyy/mm/dd">
                  <c:v>44053</c:v>
                </c:pt>
                <c:pt idx="878" c:formatCode="yyyy/mm/dd">
                  <c:v>44054</c:v>
                </c:pt>
                <c:pt idx="879" c:formatCode="yyyy/mm/dd">
                  <c:v>44055</c:v>
                </c:pt>
                <c:pt idx="880" c:formatCode="yyyy/mm/dd">
                  <c:v>44056</c:v>
                </c:pt>
                <c:pt idx="881" c:formatCode="yyyy/mm/dd">
                  <c:v>44057</c:v>
                </c:pt>
                <c:pt idx="882" c:formatCode="yyyy/mm/dd">
                  <c:v>44060</c:v>
                </c:pt>
                <c:pt idx="883" c:formatCode="yyyy/mm/dd">
                  <c:v>44061</c:v>
                </c:pt>
                <c:pt idx="884" c:formatCode="yyyy/mm/dd">
                  <c:v>44062</c:v>
                </c:pt>
                <c:pt idx="885" c:formatCode="yyyy/mm/dd">
                  <c:v>44063</c:v>
                </c:pt>
                <c:pt idx="886" c:formatCode="yyyy/mm/dd">
                  <c:v>44064</c:v>
                </c:pt>
                <c:pt idx="887" c:formatCode="yyyy/mm/dd">
                  <c:v>44067</c:v>
                </c:pt>
                <c:pt idx="888" c:formatCode="yyyy/mm/dd">
                  <c:v>44068</c:v>
                </c:pt>
                <c:pt idx="889" c:formatCode="yyyy/mm/dd">
                  <c:v>44069</c:v>
                </c:pt>
                <c:pt idx="890" c:formatCode="yyyy/mm/dd">
                  <c:v>44070</c:v>
                </c:pt>
                <c:pt idx="891" c:formatCode="yyyy/mm/dd">
                  <c:v>44071</c:v>
                </c:pt>
                <c:pt idx="892" c:formatCode="yyyy/mm/dd">
                  <c:v>44074</c:v>
                </c:pt>
                <c:pt idx="893" c:formatCode="yyyy/mm/dd">
                  <c:v>44075</c:v>
                </c:pt>
                <c:pt idx="894" c:formatCode="yyyy/mm/dd">
                  <c:v>44076</c:v>
                </c:pt>
                <c:pt idx="895" c:formatCode="yyyy/mm/dd">
                  <c:v>44077</c:v>
                </c:pt>
                <c:pt idx="896" c:formatCode="yyyy/mm/dd">
                  <c:v>44078</c:v>
                </c:pt>
                <c:pt idx="897" c:formatCode="yyyy/mm/dd">
                  <c:v>44081</c:v>
                </c:pt>
                <c:pt idx="898" c:formatCode="yyyy/mm/dd">
                  <c:v>44082</c:v>
                </c:pt>
                <c:pt idx="899" c:formatCode="yyyy/mm/dd">
                  <c:v>44083</c:v>
                </c:pt>
                <c:pt idx="900" c:formatCode="yyyy/mm/dd">
                  <c:v>44084</c:v>
                </c:pt>
                <c:pt idx="901" c:formatCode="yyyy/mm/dd">
                  <c:v>44085</c:v>
                </c:pt>
                <c:pt idx="902" c:formatCode="yyyy/mm/dd">
                  <c:v>44088</c:v>
                </c:pt>
                <c:pt idx="903" c:formatCode="yyyy/mm/dd">
                  <c:v>44089</c:v>
                </c:pt>
                <c:pt idx="904" c:formatCode="yyyy/mm/dd">
                  <c:v>44090</c:v>
                </c:pt>
                <c:pt idx="905" c:formatCode="yyyy/mm/dd">
                  <c:v>44091</c:v>
                </c:pt>
                <c:pt idx="906" c:formatCode="yyyy/mm/dd">
                  <c:v>44092</c:v>
                </c:pt>
                <c:pt idx="907" c:formatCode="yyyy/mm/dd">
                  <c:v>44095</c:v>
                </c:pt>
                <c:pt idx="908" c:formatCode="yyyy/mm/dd">
                  <c:v>44096</c:v>
                </c:pt>
                <c:pt idx="909" c:formatCode="yyyy/mm/dd">
                  <c:v>44097</c:v>
                </c:pt>
                <c:pt idx="910" c:formatCode="yyyy/mm/dd">
                  <c:v>44098</c:v>
                </c:pt>
                <c:pt idx="911" c:formatCode="yyyy/mm/dd">
                  <c:v>44099</c:v>
                </c:pt>
                <c:pt idx="912" c:formatCode="yyyy/mm/dd">
                  <c:v>44102</c:v>
                </c:pt>
                <c:pt idx="913" c:formatCode="yyyy/mm/dd">
                  <c:v>44103</c:v>
                </c:pt>
                <c:pt idx="914" c:formatCode="yyyy/mm/dd">
                  <c:v>44104</c:v>
                </c:pt>
                <c:pt idx="915" c:formatCode="yyyy/mm/dd">
                  <c:v>44113</c:v>
                </c:pt>
                <c:pt idx="916" c:formatCode="yyyy/mm/dd">
                  <c:v>44116</c:v>
                </c:pt>
                <c:pt idx="917" c:formatCode="yyyy/mm/dd">
                  <c:v>44117</c:v>
                </c:pt>
                <c:pt idx="918" c:formatCode="yyyy/mm/dd">
                  <c:v>44118</c:v>
                </c:pt>
                <c:pt idx="919" c:formatCode="yyyy/mm/dd">
                  <c:v>44119</c:v>
                </c:pt>
                <c:pt idx="920" c:formatCode="yyyy/mm/dd">
                  <c:v>44120</c:v>
                </c:pt>
                <c:pt idx="921" c:formatCode="yyyy/mm/dd">
                  <c:v>44123</c:v>
                </c:pt>
                <c:pt idx="922" c:formatCode="yyyy/mm/dd">
                  <c:v>44124</c:v>
                </c:pt>
                <c:pt idx="923" c:formatCode="yyyy/mm/dd">
                  <c:v>44125</c:v>
                </c:pt>
                <c:pt idx="924" c:formatCode="yyyy/mm/dd">
                  <c:v>44126</c:v>
                </c:pt>
                <c:pt idx="925" c:formatCode="yyyy/mm/dd">
                  <c:v>44127</c:v>
                </c:pt>
                <c:pt idx="926" c:formatCode="yyyy/mm/dd">
                  <c:v>44130</c:v>
                </c:pt>
                <c:pt idx="927" c:formatCode="yyyy/mm/dd">
                  <c:v>44131</c:v>
                </c:pt>
                <c:pt idx="928" c:formatCode="yyyy/mm/dd">
                  <c:v>44132</c:v>
                </c:pt>
                <c:pt idx="929" c:formatCode="yyyy/mm/dd">
                  <c:v>44133</c:v>
                </c:pt>
                <c:pt idx="930" c:formatCode="yyyy/mm/dd">
                  <c:v>44134</c:v>
                </c:pt>
                <c:pt idx="931" c:formatCode="yyyy/mm/dd">
                  <c:v>44137</c:v>
                </c:pt>
                <c:pt idx="932" c:formatCode="yyyy/mm/dd">
                  <c:v>44138</c:v>
                </c:pt>
                <c:pt idx="933" c:formatCode="yyyy/mm/dd">
                  <c:v>44139</c:v>
                </c:pt>
                <c:pt idx="934" c:formatCode="yyyy/mm/dd">
                  <c:v>44140</c:v>
                </c:pt>
                <c:pt idx="935" c:formatCode="yyyy/mm/dd">
                  <c:v>44141</c:v>
                </c:pt>
                <c:pt idx="936" c:formatCode="yyyy/mm/dd">
                  <c:v>44144</c:v>
                </c:pt>
                <c:pt idx="937" c:formatCode="yyyy/mm/dd">
                  <c:v>44145</c:v>
                </c:pt>
                <c:pt idx="938" c:formatCode="yyyy/mm/dd">
                  <c:v>44146</c:v>
                </c:pt>
                <c:pt idx="939" c:formatCode="yyyy/mm/dd">
                  <c:v>44147</c:v>
                </c:pt>
                <c:pt idx="940" c:formatCode="yyyy/mm/dd">
                  <c:v>44148</c:v>
                </c:pt>
                <c:pt idx="941" c:formatCode="yyyy/mm/dd">
                  <c:v>44151</c:v>
                </c:pt>
                <c:pt idx="942" c:formatCode="yyyy/mm/dd">
                  <c:v>44152</c:v>
                </c:pt>
                <c:pt idx="943" c:formatCode="yyyy/mm/dd">
                  <c:v>44153</c:v>
                </c:pt>
                <c:pt idx="944" c:formatCode="yyyy/mm/dd">
                  <c:v>44154</c:v>
                </c:pt>
                <c:pt idx="945" c:formatCode="yyyy/mm/dd">
                  <c:v>44155</c:v>
                </c:pt>
                <c:pt idx="946" c:formatCode="yyyy/mm/dd">
                  <c:v>44158</c:v>
                </c:pt>
                <c:pt idx="947" c:formatCode="yyyy/mm/dd">
                  <c:v>44159</c:v>
                </c:pt>
                <c:pt idx="948" c:formatCode="yyyy/mm/dd">
                  <c:v>44160</c:v>
                </c:pt>
                <c:pt idx="949" c:formatCode="yyyy/mm/dd">
                  <c:v>44161</c:v>
                </c:pt>
                <c:pt idx="950" c:formatCode="yyyy/mm/dd">
                  <c:v>44162</c:v>
                </c:pt>
                <c:pt idx="951" c:formatCode="yyyy/mm/dd">
                  <c:v>44165</c:v>
                </c:pt>
                <c:pt idx="952" c:formatCode="yyyy/mm/dd">
                  <c:v>44166</c:v>
                </c:pt>
                <c:pt idx="953" c:formatCode="yyyy/mm/dd">
                  <c:v>44167</c:v>
                </c:pt>
                <c:pt idx="954" c:formatCode="yyyy/mm/dd">
                  <c:v>44168</c:v>
                </c:pt>
                <c:pt idx="955" c:formatCode="yyyy/mm/dd">
                  <c:v>44169</c:v>
                </c:pt>
                <c:pt idx="956" c:formatCode="yyyy/mm/dd">
                  <c:v>44172</c:v>
                </c:pt>
                <c:pt idx="957" c:formatCode="yyyy/mm/dd">
                  <c:v>44173</c:v>
                </c:pt>
                <c:pt idx="958" c:formatCode="yyyy/mm/dd">
                  <c:v>44174</c:v>
                </c:pt>
                <c:pt idx="959" c:formatCode="yyyy/mm/dd">
                  <c:v>44175</c:v>
                </c:pt>
                <c:pt idx="960" c:formatCode="yyyy/mm/dd">
                  <c:v>44176</c:v>
                </c:pt>
                <c:pt idx="961" c:formatCode="yyyy/mm/dd">
                  <c:v>44179</c:v>
                </c:pt>
                <c:pt idx="962" c:formatCode="yyyy/mm/dd">
                  <c:v>44180</c:v>
                </c:pt>
                <c:pt idx="963" c:formatCode="yyyy/mm/dd">
                  <c:v>44181</c:v>
                </c:pt>
                <c:pt idx="964" c:formatCode="yyyy/mm/dd">
                  <c:v>44182</c:v>
                </c:pt>
                <c:pt idx="965" c:formatCode="yyyy/mm/dd">
                  <c:v>44183</c:v>
                </c:pt>
                <c:pt idx="966" c:formatCode="yyyy/mm/dd">
                  <c:v>44186</c:v>
                </c:pt>
                <c:pt idx="967" c:formatCode="yyyy/mm/dd">
                  <c:v>44187</c:v>
                </c:pt>
                <c:pt idx="968" c:formatCode="yyyy/mm/dd">
                  <c:v>44188</c:v>
                </c:pt>
                <c:pt idx="969" c:formatCode="yyyy/mm/dd">
                  <c:v>44189</c:v>
                </c:pt>
                <c:pt idx="970" c:formatCode="yyyy/mm/dd">
                  <c:v>44190</c:v>
                </c:pt>
                <c:pt idx="971" c:formatCode="yyyy/mm/dd">
                  <c:v>44193</c:v>
                </c:pt>
                <c:pt idx="972" c:formatCode="yyyy/mm/dd">
                  <c:v>44194</c:v>
                </c:pt>
                <c:pt idx="973" c:formatCode="yyyy/mm/dd">
                  <c:v>44195</c:v>
                </c:pt>
                <c:pt idx="974" c:formatCode="yyyy/mm/dd">
                  <c:v>44196</c:v>
                </c:pt>
                <c:pt idx="975" c:formatCode="yyyy/mm/dd">
                  <c:v>44200</c:v>
                </c:pt>
                <c:pt idx="976" c:formatCode="yyyy/mm/dd">
                  <c:v>44201</c:v>
                </c:pt>
                <c:pt idx="977" c:formatCode="yyyy/mm/dd">
                  <c:v>44202</c:v>
                </c:pt>
                <c:pt idx="978" c:formatCode="yyyy/mm/dd">
                  <c:v>44203</c:v>
                </c:pt>
                <c:pt idx="979" c:formatCode="yyyy/mm/dd">
                  <c:v>44204</c:v>
                </c:pt>
                <c:pt idx="980" c:formatCode="yyyy/mm/dd">
                  <c:v>44207</c:v>
                </c:pt>
                <c:pt idx="981" c:formatCode="yyyy/mm/dd">
                  <c:v>44208</c:v>
                </c:pt>
                <c:pt idx="982" c:formatCode="yyyy/mm/dd">
                  <c:v>44209</c:v>
                </c:pt>
                <c:pt idx="983" c:formatCode="yyyy/mm/dd">
                  <c:v>44210</c:v>
                </c:pt>
                <c:pt idx="984" c:formatCode="yyyy/mm/dd">
                  <c:v>44211</c:v>
                </c:pt>
                <c:pt idx="985" c:formatCode="yyyy/mm/dd">
                  <c:v>44214</c:v>
                </c:pt>
                <c:pt idx="986" c:formatCode="yyyy/mm/dd">
                  <c:v>44215</c:v>
                </c:pt>
                <c:pt idx="987" c:formatCode="yyyy/mm/dd">
                  <c:v>44216</c:v>
                </c:pt>
                <c:pt idx="988" c:formatCode="yyyy/mm/dd">
                  <c:v>44217</c:v>
                </c:pt>
                <c:pt idx="989" c:formatCode="yyyy/mm/dd">
                  <c:v>44218</c:v>
                </c:pt>
                <c:pt idx="990" c:formatCode="yyyy/mm/dd">
                  <c:v>44221</c:v>
                </c:pt>
                <c:pt idx="991" c:formatCode="yyyy/mm/dd">
                  <c:v>44222</c:v>
                </c:pt>
                <c:pt idx="992" c:formatCode="yyyy/mm/dd">
                  <c:v>44223</c:v>
                </c:pt>
                <c:pt idx="993" c:formatCode="yyyy/mm/dd">
                  <c:v>44224</c:v>
                </c:pt>
                <c:pt idx="994" c:formatCode="yyyy/mm/dd">
                  <c:v>44225</c:v>
                </c:pt>
                <c:pt idx="995" c:formatCode="yyyy/mm/dd">
                  <c:v>44228</c:v>
                </c:pt>
                <c:pt idx="996" c:formatCode="yyyy/mm/dd">
                  <c:v>44229</c:v>
                </c:pt>
                <c:pt idx="997" c:formatCode="yyyy/mm/dd">
                  <c:v>44230</c:v>
                </c:pt>
                <c:pt idx="998" c:formatCode="yyyy/mm/dd">
                  <c:v>44231</c:v>
                </c:pt>
                <c:pt idx="999" c:formatCode="yyyy/mm/dd">
                  <c:v>44232</c:v>
                </c:pt>
                <c:pt idx="1000" c:formatCode="yyyy/mm/dd">
                  <c:v>44235</c:v>
                </c:pt>
                <c:pt idx="1001" c:formatCode="yyyy/mm/dd">
                  <c:v>44236</c:v>
                </c:pt>
                <c:pt idx="1002" c:formatCode="yyyy/mm/dd">
                  <c:v>44237</c:v>
                </c:pt>
                <c:pt idx="1003" c:formatCode="yyyy/mm/dd">
                  <c:v>44245</c:v>
                </c:pt>
                <c:pt idx="1004" c:formatCode="yyyy/mm/dd">
                  <c:v>44246</c:v>
                </c:pt>
                <c:pt idx="1005" c:formatCode="yyyy/mm/dd">
                  <c:v>44249</c:v>
                </c:pt>
                <c:pt idx="1006" c:formatCode="yyyy/mm/dd">
                  <c:v>44250</c:v>
                </c:pt>
                <c:pt idx="1007" c:formatCode="yyyy/mm/dd">
                  <c:v>44251</c:v>
                </c:pt>
                <c:pt idx="1008" c:formatCode="yyyy/mm/dd">
                  <c:v>44252</c:v>
                </c:pt>
                <c:pt idx="1009" c:formatCode="yyyy/mm/dd">
                  <c:v>44253</c:v>
                </c:pt>
                <c:pt idx="1010" c:formatCode="yyyy/mm/dd">
                  <c:v>44256</c:v>
                </c:pt>
                <c:pt idx="1011" c:formatCode="yyyy/mm/dd">
                  <c:v>44257</c:v>
                </c:pt>
                <c:pt idx="1012" c:formatCode="yyyy/mm/dd">
                  <c:v>44258</c:v>
                </c:pt>
                <c:pt idx="1013" c:formatCode="yyyy/mm/dd">
                  <c:v>44259</c:v>
                </c:pt>
                <c:pt idx="1014" c:formatCode="yyyy/mm/dd">
                  <c:v>44260</c:v>
                </c:pt>
                <c:pt idx="1015" c:formatCode="yyyy/mm/dd">
                  <c:v>44263</c:v>
                </c:pt>
                <c:pt idx="1016" c:formatCode="yyyy/mm/dd">
                  <c:v>44264</c:v>
                </c:pt>
                <c:pt idx="1017" c:formatCode="yyyy/mm/dd">
                  <c:v>44265</c:v>
                </c:pt>
                <c:pt idx="1018" c:formatCode="yyyy/mm/dd">
                  <c:v>44266</c:v>
                </c:pt>
                <c:pt idx="1019" c:formatCode="yyyy/mm/dd">
                  <c:v>44267</c:v>
                </c:pt>
                <c:pt idx="1020" c:formatCode="yyyy/mm/dd">
                  <c:v>44270</c:v>
                </c:pt>
                <c:pt idx="1021" c:formatCode="yyyy/mm/dd">
                  <c:v>44271</c:v>
                </c:pt>
                <c:pt idx="1022" c:formatCode="yyyy/mm/dd">
                  <c:v>44272</c:v>
                </c:pt>
                <c:pt idx="1023" c:formatCode="yyyy/mm/dd">
                  <c:v>44273</c:v>
                </c:pt>
                <c:pt idx="1024" c:formatCode="yyyy/mm/dd">
                  <c:v>44274</c:v>
                </c:pt>
                <c:pt idx="1025" c:formatCode="yyyy/mm/dd">
                  <c:v>44277</c:v>
                </c:pt>
                <c:pt idx="1026" c:formatCode="yyyy/mm/dd">
                  <c:v>44278</c:v>
                </c:pt>
                <c:pt idx="1027" c:formatCode="yyyy/mm/dd">
                  <c:v>44279</c:v>
                </c:pt>
                <c:pt idx="1028" c:formatCode="yyyy/mm/dd">
                  <c:v>44280</c:v>
                </c:pt>
                <c:pt idx="1029" c:formatCode="yyyy/mm/dd">
                  <c:v>44281</c:v>
                </c:pt>
                <c:pt idx="1030" c:formatCode="yyyy/mm/dd">
                  <c:v>44284</c:v>
                </c:pt>
                <c:pt idx="1031" c:formatCode="yyyy/mm/dd">
                  <c:v>44285</c:v>
                </c:pt>
                <c:pt idx="1032" c:formatCode="yyyy/mm/dd">
                  <c:v>44286</c:v>
                </c:pt>
                <c:pt idx="1033" c:formatCode="yyyy/mm/dd">
                  <c:v>44287</c:v>
                </c:pt>
                <c:pt idx="1034" c:formatCode="yyyy/mm/dd">
                  <c:v>44288</c:v>
                </c:pt>
                <c:pt idx="1035" c:formatCode="yyyy/mm/dd">
                  <c:v>44292</c:v>
                </c:pt>
                <c:pt idx="1036" c:formatCode="yyyy/mm/dd">
                  <c:v>44293</c:v>
                </c:pt>
                <c:pt idx="1037" c:formatCode="yyyy/mm/dd">
                  <c:v>44294</c:v>
                </c:pt>
                <c:pt idx="1038" c:formatCode="yyyy/mm/dd">
                  <c:v>44295</c:v>
                </c:pt>
                <c:pt idx="1039" c:formatCode="yyyy/mm/dd">
                  <c:v>44298</c:v>
                </c:pt>
                <c:pt idx="1040" c:formatCode="yyyy/mm/dd">
                  <c:v>44299</c:v>
                </c:pt>
                <c:pt idx="1041" c:formatCode="yyyy/mm/dd">
                  <c:v>44300</c:v>
                </c:pt>
                <c:pt idx="1042" c:formatCode="yyyy/mm/dd">
                  <c:v>44301</c:v>
                </c:pt>
                <c:pt idx="1043" c:formatCode="yyyy/mm/dd">
                  <c:v>44302</c:v>
                </c:pt>
                <c:pt idx="1044" c:formatCode="yyyy/mm/dd">
                  <c:v>44305</c:v>
                </c:pt>
                <c:pt idx="1045" c:formatCode="yyyy/mm/dd">
                  <c:v>44306</c:v>
                </c:pt>
                <c:pt idx="1046" c:formatCode="yyyy/mm/dd">
                  <c:v>44307</c:v>
                </c:pt>
                <c:pt idx="1047" c:formatCode="yyyy/mm/dd">
                  <c:v>44308</c:v>
                </c:pt>
                <c:pt idx="1048" c:formatCode="yyyy/mm/dd">
                  <c:v>44309</c:v>
                </c:pt>
                <c:pt idx="1049" c:formatCode="yyyy/mm/dd">
                  <c:v>44312</c:v>
                </c:pt>
                <c:pt idx="1050" c:formatCode="yyyy/mm/dd">
                  <c:v>44313</c:v>
                </c:pt>
                <c:pt idx="1051" c:formatCode="yyyy/mm/dd">
                  <c:v>44314</c:v>
                </c:pt>
                <c:pt idx="1052" c:formatCode="yyyy/mm/dd">
                  <c:v>44315</c:v>
                </c:pt>
                <c:pt idx="1053" c:formatCode="yyyy/mm/dd">
                  <c:v>44316</c:v>
                </c:pt>
                <c:pt idx="1054" c:formatCode="yyyy/mm/dd">
                  <c:v>44322</c:v>
                </c:pt>
                <c:pt idx="1055" c:formatCode="yyyy/mm/dd">
                  <c:v>44323</c:v>
                </c:pt>
                <c:pt idx="1056" c:formatCode="yyyy/mm/dd">
                  <c:v>44326</c:v>
                </c:pt>
                <c:pt idx="1057" c:formatCode="yyyy/mm/dd">
                  <c:v>44327</c:v>
                </c:pt>
                <c:pt idx="1058" c:formatCode="yyyy/mm/dd">
                  <c:v>44328</c:v>
                </c:pt>
                <c:pt idx="1059" c:formatCode="yyyy/mm/dd">
                  <c:v>44329</c:v>
                </c:pt>
                <c:pt idx="1060" c:formatCode="yyyy/mm/dd">
                  <c:v>44330</c:v>
                </c:pt>
                <c:pt idx="1061" c:formatCode="yyyy/mm/dd">
                  <c:v>44333</c:v>
                </c:pt>
                <c:pt idx="1062" c:formatCode="yyyy/mm/dd">
                  <c:v>44334</c:v>
                </c:pt>
                <c:pt idx="1063" c:formatCode="yyyy/mm/dd">
                  <c:v>44335</c:v>
                </c:pt>
                <c:pt idx="1064" c:formatCode="yyyy/mm/dd">
                  <c:v>44336</c:v>
                </c:pt>
                <c:pt idx="1065" c:formatCode="yyyy/mm/dd">
                  <c:v>44337</c:v>
                </c:pt>
                <c:pt idx="1066" c:formatCode="yyyy/mm/dd">
                  <c:v>44340</c:v>
                </c:pt>
                <c:pt idx="1067" c:formatCode="yyyy/mm/dd">
                  <c:v>44341</c:v>
                </c:pt>
                <c:pt idx="1068" c:formatCode="yyyy/mm/dd">
                  <c:v>44342</c:v>
                </c:pt>
                <c:pt idx="1069" c:formatCode="yyyy/mm/dd">
                  <c:v>44343</c:v>
                </c:pt>
                <c:pt idx="1070" c:formatCode="yyyy/mm/dd">
                  <c:v>44344</c:v>
                </c:pt>
                <c:pt idx="1071" c:formatCode="yyyy/mm/dd">
                  <c:v>44347</c:v>
                </c:pt>
                <c:pt idx="1072" c:formatCode="yyyy/mm/dd">
                  <c:v>44348</c:v>
                </c:pt>
                <c:pt idx="1073" c:formatCode="yyyy/mm/dd">
                  <c:v>44349</c:v>
                </c:pt>
                <c:pt idx="1074" c:formatCode="yyyy/mm/dd">
                  <c:v>44350</c:v>
                </c:pt>
                <c:pt idx="1075" c:formatCode="yyyy/mm/dd">
                  <c:v>44351</c:v>
                </c:pt>
                <c:pt idx="1076" c:formatCode="yyyy/mm/dd">
                  <c:v>44354</c:v>
                </c:pt>
                <c:pt idx="1077" c:formatCode="yyyy/mm/dd">
                  <c:v>44355</c:v>
                </c:pt>
                <c:pt idx="1078" c:formatCode="yyyy/mm/dd">
                  <c:v>44356</c:v>
                </c:pt>
                <c:pt idx="1079" c:formatCode="yyyy/mm/dd">
                  <c:v>44357</c:v>
                </c:pt>
                <c:pt idx="1080" c:formatCode="yyyy/mm/dd">
                  <c:v>44358</c:v>
                </c:pt>
                <c:pt idx="1081" c:formatCode="yyyy/mm/dd">
                  <c:v>44362</c:v>
                </c:pt>
                <c:pt idx="1082" c:formatCode="yyyy/mm/dd">
                  <c:v>44363</c:v>
                </c:pt>
                <c:pt idx="1083" c:formatCode="yyyy/mm/dd">
                  <c:v>44364</c:v>
                </c:pt>
                <c:pt idx="1084" c:formatCode="yyyy/mm/dd">
                  <c:v>44365</c:v>
                </c:pt>
                <c:pt idx="1085" c:formatCode="yyyy/mm/dd">
                  <c:v>44368</c:v>
                </c:pt>
                <c:pt idx="1086" c:formatCode="yyyy/mm/dd">
                  <c:v>44369</c:v>
                </c:pt>
                <c:pt idx="1087" c:formatCode="yyyy/mm/dd">
                  <c:v>44370</c:v>
                </c:pt>
                <c:pt idx="1088" c:formatCode="yyyy/mm/dd">
                  <c:v>44371</c:v>
                </c:pt>
                <c:pt idx="1089" c:formatCode="yyyy/mm/dd">
                  <c:v>44372</c:v>
                </c:pt>
                <c:pt idx="1090" c:formatCode="yyyy/mm/dd">
                  <c:v>44375</c:v>
                </c:pt>
                <c:pt idx="1091" c:formatCode="yyyy/mm/dd">
                  <c:v>44376</c:v>
                </c:pt>
                <c:pt idx="1092" c:formatCode="yyyy/mm/dd">
                  <c:v>44377</c:v>
                </c:pt>
                <c:pt idx="1093" c:formatCode="yyyy/mm/dd">
                  <c:v>44378</c:v>
                </c:pt>
                <c:pt idx="1094" c:formatCode="yyyy/mm/dd">
                  <c:v>44379</c:v>
                </c:pt>
                <c:pt idx="1095" c:formatCode="yyyy/mm/dd">
                  <c:v>44382</c:v>
                </c:pt>
                <c:pt idx="1096" c:formatCode="yyyy/mm/dd">
                  <c:v>44383</c:v>
                </c:pt>
                <c:pt idx="1097" c:formatCode="yyyy/mm/dd">
                  <c:v>44384</c:v>
                </c:pt>
                <c:pt idx="1098" c:formatCode="yyyy/mm/dd">
                  <c:v>44385</c:v>
                </c:pt>
                <c:pt idx="1099" c:formatCode="yyyy/mm/dd">
                  <c:v>44386</c:v>
                </c:pt>
                <c:pt idx="1100" c:formatCode="yyyy/mm/dd">
                  <c:v>44389</c:v>
                </c:pt>
                <c:pt idx="1101" c:formatCode="yyyy/mm/dd">
                  <c:v>44390</c:v>
                </c:pt>
                <c:pt idx="1102" c:formatCode="yyyy/mm/dd">
                  <c:v>44391</c:v>
                </c:pt>
                <c:pt idx="1103" c:formatCode="yyyy/mm/dd">
                  <c:v>44392</c:v>
                </c:pt>
                <c:pt idx="1104" c:formatCode="yyyy/mm/dd">
                  <c:v>44393</c:v>
                </c:pt>
                <c:pt idx="1105" c:formatCode="yyyy/mm/dd">
                  <c:v>44396</c:v>
                </c:pt>
                <c:pt idx="1106" c:formatCode="yyyy/mm/dd">
                  <c:v>44397</c:v>
                </c:pt>
                <c:pt idx="1107" c:formatCode="yyyy/mm/dd">
                  <c:v>44398</c:v>
                </c:pt>
                <c:pt idx="1108" c:formatCode="yyyy/mm/dd">
                  <c:v>44399</c:v>
                </c:pt>
                <c:pt idx="1109" c:formatCode="yyyy/mm/dd">
                  <c:v>44400</c:v>
                </c:pt>
                <c:pt idx="1110" c:formatCode="yyyy/mm/dd">
                  <c:v>44403</c:v>
                </c:pt>
                <c:pt idx="1111" c:formatCode="yyyy/mm/dd">
                  <c:v>44404</c:v>
                </c:pt>
                <c:pt idx="1112" c:formatCode="yyyy/mm/dd">
                  <c:v>44405</c:v>
                </c:pt>
                <c:pt idx="1113" c:formatCode="yyyy/mm/dd">
                  <c:v>44406</c:v>
                </c:pt>
                <c:pt idx="1114" c:formatCode="yyyy/mm/dd">
                  <c:v>44407</c:v>
                </c:pt>
                <c:pt idx="1115" c:formatCode="yyyy/mm/dd">
                  <c:v>44410</c:v>
                </c:pt>
                <c:pt idx="1116" c:formatCode="yyyy/mm/dd">
                  <c:v>44411</c:v>
                </c:pt>
                <c:pt idx="1117" c:formatCode="yyyy/mm/dd">
                  <c:v>44412</c:v>
                </c:pt>
                <c:pt idx="1118" c:formatCode="yyyy/mm/dd">
                  <c:v>44413</c:v>
                </c:pt>
                <c:pt idx="1119" c:formatCode="yyyy/mm/dd">
                  <c:v>44414</c:v>
                </c:pt>
                <c:pt idx="1120" c:formatCode="yyyy/mm/dd">
                  <c:v>44417</c:v>
                </c:pt>
                <c:pt idx="1121" c:formatCode="yyyy/mm/dd">
                  <c:v>44418</c:v>
                </c:pt>
                <c:pt idx="1122" c:formatCode="yyyy/mm/dd">
                  <c:v>44419</c:v>
                </c:pt>
                <c:pt idx="1123" c:formatCode="yyyy/mm/dd">
                  <c:v>44420</c:v>
                </c:pt>
                <c:pt idx="1124" c:formatCode="yyyy/mm/dd">
                  <c:v>44421</c:v>
                </c:pt>
                <c:pt idx="1125" c:formatCode="yyyy/mm/dd">
                  <c:v>44424</c:v>
                </c:pt>
                <c:pt idx="1126" c:formatCode="yyyy/mm/dd">
                  <c:v>44425</c:v>
                </c:pt>
                <c:pt idx="1127" c:formatCode="yyyy/mm/dd">
                  <c:v>44426</c:v>
                </c:pt>
                <c:pt idx="1128" c:formatCode="yyyy/mm/dd">
                  <c:v>44427</c:v>
                </c:pt>
                <c:pt idx="1129" c:formatCode="yyyy/mm/dd">
                  <c:v>44428</c:v>
                </c:pt>
                <c:pt idx="1130" c:formatCode="yyyy/mm/dd">
                  <c:v>44431</c:v>
                </c:pt>
                <c:pt idx="1131" c:formatCode="yyyy/mm/dd">
                  <c:v>44432</c:v>
                </c:pt>
                <c:pt idx="1132" c:formatCode="yyyy/mm/dd">
                  <c:v>44433</c:v>
                </c:pt>
                <c:pt idx="1133" c:formatCode="yyyy/mm/dd">
                  <c:v>44434</c:v>
                </c:pt>
                <c:pt idx="1134" c:formatCode="yyyy/mm/dd">
                  <c:v>44435</c:v>
                </c:pt>
                <c:pt idx="1135" c:formatCode="yyyy/mm/dd">
                  <c:v>44438</c:v>
                </c:pt>
                <c:pt idx="1136" c:formatCode="yyyy/mm/dd">
                  <c:v>44439</c:v>
                </c:pt>
                <c:pt idx="1137" c:formatCode="yyyy/mm/dd">
                  <c:v>44440</c:v>
                </c:pt>
                <c:pt idx="1138" c:formatCode="yyyy/mm/dd">
                  <c:v>44441</c:v>
                </c:pt>
                <c:pt idx="1139" c:formatCode="yyyy/mm/dd">
                  <c:v>44442</c:v>
                </c:pt>
                <c:pt idx="1140" c:formatCode="yyyy/mm/dd">
                  <c:v>44445</c:v>
                </c:pt>
                <c:pt idx="1141" c:formatCode="yyyy/mm/dd">
                  <c:v>44446</c:v>
                </c:pt>
                <c:pt idx="1142" c:formatCode="yyyy/mm/dd">
                  <c:v>44447</c:v>
                </c:pt>
                <c:pt idx="1143" c:formatCode="yyyy/mm/dd">
                  <c:v>44448</c:v>
                </c:pt>
                <c:pt idx="1144" c:formatCode="yyyy/mm/dd">
                  <c:v>44449</c:v>
                </c:pt>
                <c:pt idx="1145" c:formatCode="yyyy/mm/dd">
                  <c:v>44452</c:v>
                </c:pt>
                <c:pt idx="1146" c:formatCode="yyyy/mm/dd">
                  <c:v>44453</c:v>
                </c:pt>
                <c:pt idx="1147" c:formatCode="yyyy/mm/dd">
                  <c:v>44454</c:v>
                </c:pt>
                <c:pt idx="1148" c:formatCode="yyyy/mm/dd">
                  <c:v>44455</c:v>
                </c:pt>
                <c:pt idx="1149" c:formatCode="yyyy/mm/dd">
                  <c:v>44456</c:v>
                </c:pt>
                <c:pt idx="1150" c:formatCode="yyyy/mm/dd">
                  <c:v>44461</c:v>
                </c:pt>
                <c:pt idx="1151" c:formatCode="yyyy/mm/dd">
                  <c:v>44462</c:v>
                </c:pt>
                <c:pt idx="1152" c:formatCode="yyyy/mm/dd">
                  <c:v>44463</c:v>
                </c:pt>
                <c:pt idx="1153" c:formatCode="yyyy/mm/dd">
                  <c:v>44466</c:v>
                </c:pt>
                <c:pt idx="1154" c:formatCode="yyyy/mm/dd">
                  <c:v>44467</c:v>
                </c:pt>
                <c:pt idx="1155" c:formatCode="yyyy/mm/dd">
                  <c:v>44468</c:v>
                </c:pt>
                <c:pt idx="1156" c:formatCode="yyyy/mm/dd">
                  <c:v>44469</c:v>
                </c:pt>
                <c:pt idx="1157" c:formatCode="yyyy/mm/dd">
                  <c:v>44477</c:v>
                </c:pt>
                <c:pt idx="1158" c:formatCode="yyyy/mm/dd">
                  <c:v>44480</c:v>
                </c:pt>
                <c:pt idx="1159" c:formatCode="yyyy/mm/dd">
                  <c:v>44481</c:v>
                </c:pt>
                <c:pt idx="1160" c:formatCode="yyyy/mm/dd">
                  <c:v>44482</c:v>
                </c:pt>
                <c:pt idx="1161" c:formatCode="yyyy/mm/dd">
                  <c:v>44483</c:v>
                </c:pt>
                <c:pt idx="1162" c:formatCode="yyyy/mm/dd">
                  <c:v>44484</c:v>
                </c:pt>
                <c:pt idx="1163" c:formatCode="yyyy/mm/dd">
                  <c:v>44487</c:v>
                </c:pt>
                <c:pt idx="1164" c:formatCode="yyyy/mm/dd">
                  <c:v>44488</c:v>
                </c:pt>
                <c:pt idx="1165" c:formatCode="yyyy/mm/dd">
                  <c:v>44489</c:v>
                </c:pt>
                <c:pt idx="1166" c:formatCode="yyyy/mm/dd">
                  <c:v>44490</c:v>
                </c:pt>
                <c:pt idx="1167" c:formatCode="yyyy/mm/dd">
                  <c:v>44491</c:v>
                </c:pt>
                <c:pt idx="1168" c:formatCode="yyyy/mm/dd">
                  <c:v>44494</c:v>
                </c:pt>
                <c:pt idx="1169" c:formatCode="yyyy/mm/dd">
                  <c:v>44495</c:v>
                </c:pt>
                <c:pt idx="1170" c:formatCode="yyyy/mm/dd">
                  <c:v>44496</c:v>
                </c:pt>
                <c:pt idx="1171" c:formatCode="yyyy/mm/dd">
                  <c:v>44497</c:v>
                </c:pt>
                <c:pt idx="1172" c:formatCode="yyyy/mm/dd">
                  <c:v>44498</c:v>
                </c:pt>
                <c:pt idx="1173" c:formatCode="yyyy/mm/dd">
                  <c:v>44501</c:v>
                </c:pt>
                <c:pt idx="1174" c:formatCode="yyyy/mm/dd">
                  <c:v>44502</c:v>
                </c:pt>
                <c:pt idx="1175" c:formatCode="yyyy/mm/dd">
                  <c:v>44503</c:v>
                </c:pt>
                <c:pt idx="1176" c:formatCode="yyyy/mm/dd">
                  <c:v>44504</c:v>
                </c:pt>
                <c:pt idx="1177" c:formatCode="yyyy/mm/dd">
                  <c:v>44505</c:v>
                </c:pt>
                <c:pt idx="1178" c:formatCode="yyyy/mm/dd">
                  <c:v>44508</c:v>
                </c:pt>
                <c:pt idx="1179" c:formatCode="yyyy/mm/dd">
                  <c:v>44509</c:v>
                </c:pt>
                <c:pt idx="1180" c:formatCode="yyyy/mm/dd">
                  <c:v>44510</c:v>
                </c:pt>
                <c:pt idx="1181" c:formatCode="yyyy/mm/dd">
                  <c:v>44511</c:v>
                </c:pt>
                <c:pt idx="1182" c:formatCode="yyyy/mm/dd">
                  <c:v>44512</c:v>
                </c:pt>
                <c:pt idx="1183" c:formatCode="yyyy/mm/dd">
                  <c:v>44515</c:v>
                </c:pt>
                <c:pt idx="1184" c:formatCode="yyyy/mm/dd">
                  <c:v>44516</c:v>
                </c:pt>
                <c:pt idx="1185" c:formatCode="yyyy/mm/dd">
                  <c:v>44517</c:v>
                </c:pt>
                <c:pt idx="1186" c:formatCode="yyyy/mm/dd">
                  <c:v>44518</c:v>
                </c:pt>
                <c:pt idx="1187" c:formatCode="yyyy/mm/dd">
                  <c:v>44519</c:v>
                </c:pt>
                <c:pt idx="1188" c:formatCode="yyyy/mm/dd">
                  <c:v>44522</c:v>
                </c:pt>
                <c:pt idx="1189" c:formatCode="yyyy/mm/dd">
                  <c:v>44523</c:v>
                </c:pt>
                <c:pt idx="1190" c:formatCode="yyyy/mm/dd">
                  <c:v>44524</c:v>
                </c:pt>
                <c:pt idx="1191" c:formatCode="yyyy/mm/dd">
                  <c:v>44525</c:v>
                </c:pt>
                <c:pt idx="1192" c:formatCode="yyyy/mm/dd">
                  <c:v>44526</c:v>
                </c:pt>
                <c:pt idx="1193" c:formatCode="yyyy/mm/dd">
                  <c:v>44529</c:v>
                </c:pt>
                <c:pt idx="1194" c:formatCode="yyyy/mm/dd">
                  <c:v>44530</c:v>
                </c:pt>
                <c:pt idx="1195" c:formatCode="yyyy/mm/dd">
                  <c:v>44531</c:v>
                </c:pt>
                <c:pt idx="1196" c:formatCode="yyyy/mm/dd">
                  <c:v>44532</c:v>
                </c:pt>
                <c:pt idx="1197" c:formatCode="yyyy/mm/dd">
                  <c:v>44533</c:v>
                </c:pt>
                <c:pt idx="1198" c:formatCode="yyyy/mm/dd">
                  <c:v>44536</c:v>
                </c:pt>
                <c:pt idx="1199" c:formatCode="yyyy/mm/dd">
                  <c:v>44537</c:v>
                </c:pt>
                <c:pt idx="1200" c:formatCode="yyyy/mm/dd">
                  <c:v>44538</c:v>
                </c:pt>
                <c:pt idx="1201" c:formatCode="yyyy/mm/dd">
                  <c:v>44539</c:v>
                </c:pt>
                <c:pt idx="1202" c:formatCode="yyyy/mm/dd">
                  <c:v>44540</c:v>
                </c:pt>
                <c:pt idx="1203" c:formatCode="yyyy/mm/dd">
                  <c:v>44543</c:v>
                </c:pt>
                <c:pt idx="1204" c:formatCode="yyyy/mm/dd">
                  <c:v>44544</c:v>
                </c:pt>
                <c:pt idx="1205" c:formatCode="yyyy/mm/dd">
                  <c:v>44545</c:v>
                </c:pt>
                <c:pt idx="1206" c:formatCode="yyyy/mm/dd">
                  <c:v>44546</c:v>
                </c:pt>
                <c:pt idx="1207" c:formatCode="yyyy/mm/dd">
                  <c:v>44547</c:v>
                </c:pt>
                <c:pt idx="1208" c:formatCode="yyyy/mm/dd">
                  <c:v>44550</c:v>
                </c:pt>
                <c:pt idx="1209" c:formatCode="yyyy/mm/dd">
                  <c:v>44551</c:v>
                </c:pt>
                <c:pt idx="1210" c:formatCode="yyyy/mm/dd">
                  <c:v>44552</c:v>
                </c:pt>
                <c:pt idx="1211" c:formatCode="yyyy/mm/dd">
                  <c:v>44553</c:v>
                </c:pt>
                <c:pt idx="1212" c:formatCode="yyyy/mm/dd">
                  <c:v>44554</c:v>
                </c:pt>
                <c:pt idx="1213" c:formatCode="yyyy/mm/dd">
                  <c:v>44557</c:v>
                </c:pt>
                <c:pt idx="1214" c:formatCode="yyyy/mm/dd">
                  <c:v>44558</c:v>
                </c:pt>
                <c:pt idx="1215" c:formatCode="yyyy/mm/dd">
                  <c:v>44559</c:v>
                </c:pt>
                <c:pt idx="1216" c:formatCode="yyyy/mm/dd">
                  <c:v>44560</c:v>
                </c:pt>
                <c:pt idx="1217" c:formatCode="yyyy/mm/dd">
                  <c:v>44561</c:v>
                </c:pt>
                <c:pt idx="1218" c:formatCode="yyyy/mm/dd">
                  <c:v>44565</c:v>
                </c:pt>
                <c:pt idx="1219" c:formatCode="yyyy/mm/dd">
                  <c:v>44566</c:v>
                </c:pt>
                <c:pt idx="1220" c:formatCode="yyyy/mm/dd">
                  <c:v>44567</c:v>
                </c:pt>
                <c:pt idx="1221" c:formatCode="yyyy/mm/dd">
                  <c:v>44568</c:v>
                </c:pt>
                <c:pt idx="1222" c:formatCode="yyyy/mm/dd">
                  <c:v>44571</c:v>
                </c:pt>
                <c:pt idx="1223" c:formatCode="yyyy/mm/dd">
                  <c:v>44572</c:v>
                </c:pt>
                <c:pt idx="1224" c:formatCode="yyyy/mm/dd">
                  <c:v>44573</c:v>
                </c:pt>
                <c:pt idx="1225" c:formatCode="yyyy/mm/dd">
                  <c:v>44574</c:v>
                </c:pt>
                <c:pt idx="1226" c:formatCode="yyyy/mm/dd">
                  <c:v>44575</c:v>
                </c:pt>
                <c:pt idx="1227" c:formatCode="yyyy/mm/dd">
                  <c:v>44578</c:v>
                </c:pt>
                <c:pt idx="1228" c:formatCode="yyyy/mm/dd">
                  <c:v>44579</c:v>
                </c:pt>
                <c:pt idx="1229" c:formatCode="yyyy/mm/dd">
                  <c:v>44580</c:v>
                </c:pt>
                <c:pt idx="1230" c:formatCode="yyyy/mm/dd">
                  <c:v>44581</c:v>
                </c:pt>
                <c:pt idx="1231" c:formatCode="yyyy/mm/dd">
                  <c:v>44582</c:v>
                </c:pt>
                <c:pt idx="1232" c:formatCode="yyyy/mm/dd">
                  <c:v>44585</c:v>
                </c:pt>
                <c:pt idx="1233" c:formatCode="yyyy/mm/dd">
                  <c:v>44586</c:v>
                </c:pt>
                <c:pt idx="1234" c:formatCode="yyyy/mm/dd">
                  <c:v>44587</c:v>
                </c:pt>
                <c:pt idx="1235" c:formatCode="yyyy/mm/dd">
                  <c:v>44588</c:v>
                </c:pt>
                <c:pt idx="1236" c:formatCode="yyyy/mm/dd">
                  <c:v>44589</c:v>
                </c:pt>
                <c:pt idx="1237" c:formatCode="yyyy/mm/dd">
                  <c:v>44599</c:v>
                </c:pt>
                <c:pt idx="1238" c:formatCode="yyyy/mm/dd">
                  <c:v>44600</c:v>
                </c:pt>
                <c:pt idx="1239" c:formatCode="yyyy/mm/dd">
                  <c:v>44601</c:v>
                </c:pt>
                <c:pt idx="1240" c:formatCode="yyyy/mm/dd">
                  <c:v>44602</c:v>
                </c:pt>
                <c:pt idx="1241" c:formatCode="yyyy/mm/dd">
                  <c:v>44603</c:v>
                </c:pt>
                <c:pt idx="1242" c:formatCode="yyyy/mm/dd">
                  <c:v>44606</c:v>
                </c:pt>
                <c:pt idx="1243" c:formatCode="yyyy/mm/dd">
                  <c:v>44607</c:v>
                </c:pt>
                <c:pt idx="1244" c:formatCode="yyyy/mm/dd">
                  <c:v>44608</c:v>
                </c:pt>
                <c:pt idx="1245" c:formatCode="yyyy/mm/dd">
                  <c:v>44609</c:v>
                </c:pt>
                <c:pt idx="1246" c:formatCode="yyyy/mm/dd">
                  <c:v>44610</c:v>
                </c:pt>
                <c:pt idx="1247" c:formatCode="yyyy/mm/dd">
                  <c:v>44613</c:v>
                </c:pt>
                <c:pt idx="1248" c:formatCode="yyyy/mm/dd">
                  <c:v>44614</c:v>
                </c:pt>
                <c:pt idx="1249" c:formatCode="yyyy/mm/dd">
                  <c:v>44615</c:v>
                </c:pt>
                <c:pt idx="1250" c:formatCode="yyyy/mm/dd">
                  <c:v>44616</c:v>
                </c:pt>
                <c:pt idx="1251" c:formatCode="yyyy/mm/dd">
                  <c:v>44617</c:v>
                </c:pt>
                <c:pt idx="1252" c:formatCode="yyyy/mm/dd">
                  <c:v>44620</c:v>
                </c:pt>
                <c:pt idx="1253" c:formatCode="yyyy/mm/dd">
                  <c:v>44621</c:v>
                </c:pt>
                <c:pt idx="1254" c:formatCode="yyyy/mm/dd">
                  <c:v>44622</c:v>
                </c:pt>
                <c:pt idx="1255" c:formatCode="yyyy/mm/dd">
                  <c:v>44623</c:v>
                </c:pt>
                <c:pt idx="1256" c:formatCode="yyyy/mm/dd">
                  <c:v>44624</c:v>
                </c:pt>
                <c:pt idx="1257" c:formatCode="yyyy/mm/dd">
                  <c:v>44627</c:v>
                </c:pt>
                <c:pt idx="1258" c:formatCode="yyyy/mm/dd">
                  <c:v>44628</c:v>
                </c:pt>
                <c:pt idx="1259" c:formatCode="yyyy/mm/dd">
                  <c:v>44629</c:v>
                </c:pt>
                <c:pt idx="1260" c:formatCode="yyyy/mm/dd">
                  <c:v>44630</c:v>
                </c:pt>
                <c:pt idx="1261" c:formatCode="yyyy/mm/dd">
                  <c:v>44631</c:v>
                </c:pt>
                <c:pt idx="1262" c:formatCode="yyyy/mm/dd">
                  <c:v>44634</c:v>
                </c:pt>
                <c:pt idx="1263" c:formatCode="yyyy/mm/dd">
                  <c:v>44635</c:v>
                </c:pt>
                <c:pt idx="1264" c:formatCode="yyyy/mm/dd">
                  <c:v>44636</c:v>
                </c:pt>
                <c:pt idx="1265" c:formatCode="yyyy/mm/dd">
                  <c:v>44637</c:v>
                </c:pt>
                <c:pt idx="1266" c:formatCode="yyyy/mm/dd">
                  <c:v>44638</c:v>
                </c:pt>
                <c:pt idx="1267" c:formatCode="yyyy/mm/dd">
                  <c:v>44641</c:v>
                </c:pt>
                <c:pt idx="1268" c:formatCode="yyyy/mm/dd">
                  <c:v>44642</c:v>
                </c:pt>
                <c:pt idx="1269" c:formatCode="yyyy/mm/dd">
                  <c:v>44643</c:v>
                </c:pt>
                <c:pt idx="1270" c:formatCode="yyyy/mm/dd">
                  <c:v>44644</c:v>
                </c:pt>
                <c:pt idx="1271" c:formatCode="yyyy/mm/dd">
                  <c:v>44645</c:v>
                </c:pt>
                <c:pt idx="1272" c:formatCode="yyyy/mm/dd">
                  <c:v>44648</c:v>
                </c:pt>
                <c:pt idx="1273" c:formatCode="yyyy/mm/dd">
                  <c:v>44649</c:v>
                </c:pt>
                <c:pt idx="1274" c:formatCode="yyyy/mm/dd">
                  <c:v>44650</c:v>
                </c:pt>
                <c:pt idx="1275" c:formatCode="yyyy/mm/dd">
                  <c:v>44651</c:v>
                </c:pt>
                <c:pt idx="1276" c:formatCode="yyyy/mm/dd">
                  <c:v>44652</c:v>
                </c:pt>
                <c:pt idx="1277" c:formatCode="yyyy/mm/dd">
                  <c:v>44657</c:v>
                </c:pt>
                <c:pt idx="1278" c:formatCode="yyyy/mm/dd">
                  <c:v>44658</c:v>
                </c:pt>
                <c:pt idx="1279" c:formatCode="yyyy/mm/dd">
                  <c:v>44659</c:v>
                </c:pt>
                <c:pt idx="1280" c:formatCode="yyyy/mm/dd">
                  <c:v>44662</c:v>
                </c:pt>
                <c:pt idx="1281" c:formatCode="yyyy/mm/dd">
                  <c:v>44663</c:v>
                </c:pt>
                <c:pt idx="1282" c:formatCode="yyyy/mm/dd">
                  <c:v>44664</c:v>
                </c:pt>
                <c:pt idx="1283" c:formatCode="yyyy/mm/dd">
                  <c:v>44665</c:v>
                </c:pt>
                <c:pt idx="1284" c:formatCode="yyyy/mm/dd">
                  <c:v>44666</c:v>
                </c:pt>
                <c:pt idx="1285" c:formatCode="yyyy/mm/dd">
                  <c:v>44669</c:v>
                </c:pt>
                <c:pt idx="1286" c:formatCode="yyyy/mm/dd">
                  <c:v>44670</c:v>
                </c:pt>
                <c:pt idx="1287" c:formatCode="yyyy/mm/dd">
                  <c:v>44671</c:v>
                </c:pt>
                <c:pt idx="1288" c:formatCode="yyyy/mm/dd">
                  <c:v>44672</c:v>
                </c:pt>
                <c:pt idx="1289" c:formatCode="yyyy/mm/dd">
                  <c:v>44673</c:v>
                </c:pt>
                <c:pt idx="1290" c:formatCode="yyyy/mm/dd">
                  <c:v>44676</c:v>
                </c:pt>
                <c:pt idx="1291" c:formatCode="yyyy/mm/dd">
                  <c:v>44677</c:v>
                </c:pt>
                <c:pt idx="1292" c:formatCode="yyyy/mm/dd">
                  <c:v>44678</c:v>
                </c:pt>
                <c:pt idx="1293" c:formatCode="yyyy/mm/dd">
                  <c:v>44679</c:v>
                </c:pt>
                <c:pt idx="1294" c:formatCode="yyyy/mm/dd">
                  <c:v>44680</c:v>
                </c:pt>
                <c:pt idx="1295" c:formatCode="yyyy/mm/dd">
                  <c:v>44686</c:v>
                </c:pt>
                <c:pt idx="1296" c:formatCode="yyyy/mm/dd">
                  <c:v>44687</c:v>
                </c:pt>
                <c:pt idx="1297" c:formatCode="yyyy/mm/dd">
                  <c:v>44690</c:v>
                </c:pt>
                <c:pt idx="1298" c:formatCode="yyyy/mm/dd">
                  <c:v>44691</c:v>
                </c:pt>
                <c:pt idx="1299" c:formatCode="yyyy/mm/dd">
                  <c:v>44692</c:v>
                </c:pt>
                <c:pt idx="1300" c:formatCode="yyyy/mm/dd">
                  <c:v>44693</c:v>
                </c:pt>
                <c:pt idx="1301" c:formatCode="yyyy/mm/dd">
                  <c:v>44694</c:v>
                </c:pt>
                <c:pt idx="1302" c:formatCode="yyyy/mm/dd">
                  <c:v>44697</c:v>
                </c:pt>
                <c:pt idx="1303" c:formatCode="yyyy/mm/dd">
                  <c:v>44698</c:v>
                </c:pt>
                <c:pt idx="1304" c:formatCode="yyyy/mm/dd">
                  <c:v>44699</c:v>
                </c:pt>
                <c:pt idx="1305" c:formatCode="yyyy/mm/dd">
                  <c:v>44700</c:v>
                </c:pt>
                <c:pt idx="1306" c:formatCode="yyyy/mm/dd">
                  <c:v>44701</c:v>
                </c:pt>
                <c:pt idx="1307" c:formatCode="yyyy/mm/dd">
                  <c:v>44704</c:v>
                </c:pt>
                <c:pt idx="1308" c:formatCode="yyyy/mm/dd">
                  <c:v>44705</c:v>
                </c:pt>
                <c:pt idx="1309" c:formatCode="yyyy/mm/dd">
                  <c:v>44706</c:v>
                </c:pt>
                <c:pt idx="1310" c:formatCode="yyyy/mm/dd">
                  <c:v>44707</c:v>
                </c:pt>
                <c:pt idx="1311" c:formatCode="yyyy/mm/dd">
                  <c:v>44708</c:v>
                </c:pt>
                <c:pt idx="1312" c:formatCode="yyyy/mm/dd">
                  <c:v>44711</c:v>
                </c:pt>
                <c:pt idx="1313" c:formatCode="yyyy/mm/dd">
                  <c:v>44712</c:v>
                </c:pt>
                <c:pt idx="1314" c:formatCode="yyyy/mm/dd">
                  <c:v>44713</c:v>
                </c:pt>
                <c:pt idx="1315" c:formatCode="yyyy/mm/dd">
                  <c:v>44714</c:v>
                </c:pt>
                <c:pt idx="1316" c:formatCode="yyyy/mm/dd">
                  <c:v>44718</c:v>
                </c:pt>
                <c:pt idx="1317" c:formatCode="yyyy/mm/dd">
                  <c:v>44719</c:v>
                </c:pt>
                <c:pt idx="1318" c:formatCode="yyyy/mm/dd">
                  <c:v>44720</c:v>
                </c:pt>
                <c:pt idx="1319" c:formatCode="yyyy/mm/dd">
                  <c:v>44721</c:v>
                </c:pt>
                <c:pt idx="1320" c:formatCode="yyyy/mm/dd">
                  <c:v>44722</c:v>
                </c:pt>
                <c:pt idx="1321" c:formatCode="yyyy/mm/dd">
                  <c:v>44725</c:v>
                </c:pt>
                <c:pt idx="1322" c:formatCode="yyyy/mm/dd">
                  <c:v>44726</c:v>
                </c:pt>
                <c:pt idx="1323" c:formatCode="yyyy/mm/dd">
                  <c:v>44727</c:v>
                </c:pt>
                <c:pt idx="1324" c:formatCode="yyyy/mm/dd">
                  <c:v>44728</c:v>
                </c:pt>
                <c:pt idx="1325" c:formatCode="yyyy/mm/dd">
                  <c:v>44729</c:v>
                </c:pt>
                <c:pt idx="1326" c:formatCode="yyyy/mm/dd">
                  <c:v>44732</c:v>
                </c:pt>
                <c:pt idx="1327" c:formatCode="yyyy/mm/dd">
                  <c:v>44733</c:v>
                </c:pt>
                <c:pt idx="1328" c:formatCode="yyyy/mm/dd">
                  <c:v>44734</c:v>
                </c:pt>
                <c:pt idx="1329" c:formatCode="yyyy/mm/dd">
                  <c:v>44735</c:v>
                </c:pt>
                <c:pt idx="1330" c:formatCode="yyyy/mm/dd">
                  <c:v>44736</c:v>
                </c:pt>
                <c:pt idx="1331" c:formatCode="yyyy/mm/dd">
                  <c:v>44739</c:v>
                </c:pt>
                <c:pt idx="1332" c:formatCode="yyyy/mm/dd">
                  <c:v>44740</c:v>
                </c:pt>
                <c:pt idx="1333" c:formatCode="yyyy/mm/dd">
                  <c:v>44741</c:v>
                </c:pt>
                <c:pt idx="1334" c:formatCode="yyyy/mm/dd">
                  <c:v>44742</c:v>
                </c:pt>
                <c:pt idx="1335" c:formatCode="yyyy/mm/dd">
                  <c:v>44743</c:v>
                </c:pt>
                <c:pt idx="1336" c:formatCode="yyyy/mm/dd">
                  <c:v>44746</c:v>
                </c:pt>
                <c:pt idx="1337" c:formatCode="yyyy/mm/dd">
                  <c:v>44747</c:v>
                </c:pt>
                <c:pt idx="1338" c:formatCode="yyyy/mm/dd">
                  <c:v>44748</c:v>
                </c:pt>
                <c:pt idx="1339" c:formatCode="yyyy/mm/dd">
                  <c:v>44749</c:v>
                </c:pt>
                <c:pt idx="1340" c:formatCode="yyyy/mm/dd">
                  <c:v>44750</c:v>
                </c:pt>
                <c:pt idx="1341" c:formatCode="yyyy/mm/dd">
                  <c:v>44753</c:v>
                </c:pt>
                <c:pt idx="1342" c:formatCode="yyyy/mm/dd">
                  <c:v>44754</c:v>
                </c:pt>
                <c:pt idx="1343" c:formatCode="yyyy/mm/dd">
                  <c:v>44755</c:v>
                </c:pt>
                <c:pt idx="1344" c:formatCode="yyyy/mm/dd">
                  <c:v>44756</c:v>
                </c:pt>
                <c:pt idx="1345" c:formatCode="yyyy/mm/dd">
                  <c:v>44757</c:v>
                </c:pt>
                <c:pt idx="1346" c:formatCode="yyyy/mm/dd">
                  <c:v>44760</c:v>
                </c:pt>
                <c:pt idx="1347" c:formatCode="yyyy/mm/dd">
                  <c:v>44761</c:v>
                </c:pt>
                <c:pt idx="1348" c:formatCode="yyyy/mm/dd">
                  <c:v>44762</c:v>
                </c:pt>
                <c:pt idx="1349" c:formatCode="yyyy/mm/dd">
                  <c:v>44763</c:v>
                </c:pt>
                <c:pt idx="1350" c:formatCode="yyyy/mm/dd">
                  <c:v>44764</c:v>
                </c:pt>
                <c:pt idx="1351" c:formatCode="yyyy/mm/dd">
                  <c:v>44767</c:v>
                </c:pt>
                <c:pt idx="1352" c:formatCode="yyyy/mm/dd">
                  <c:v>44768</c:v>
                </c:pt>
                <c:pt idx="1353" c:formatCode="yyyy/mm/dd">
                  <c:v>44769</c:v>
                </c:pt>
                <c:pt idx="1354" c:formatCode="yyyy/mm/dd">
                  <c:v>44770</c:v>
                </c:pt>
                <c:pt idx="1355" c:formatCode="yyyy/mm/dd">
                  <c:v>44771</c:v>
                </c:pt>
                <c:pt idx="1356" c:formatCode="yyyy/mm/dd">
                  <c:v>44774</c:v>
                </c:pt>
                <c:pt idx="1357" c:formatCode="yyyy/mm/dd">
                  <c:v>44775</c:v>
                </c:pt>
                <c:pt idx="1358" c:formatCode="yyyy/mm/dd">
                  <c:v>44776</c:v>
                </c:pt>
                <c:pt idx="1359" c:formatCode="yyyy/mm/dd">
                  <c:v>44777</c:v>
                </c:pt>
                <c:pt idx="1360" c:formatCode="yyyy/mm/dd">
                  <c:v>44778</c:v>
                </c:pt>
                <c:pt idx="1361" c:formatCode="yyyy/mm/dd">
                  <c:v>44781</c:v>
                </c:pt>
                <c:pt idx="1362" c:formatCode="yyyy/mm/dd">
                  <c:v>44782</c:v>
                </c:pt>
                <c:pt idx="1363" c:formatCode="yyyy/mm/dd">
                  <c:v>44783</c:v>
                </c:pt>
                <c:pt idx="1364" c:formatCode="yyyy/mm/dd">
                  <c:v>44784</c:v>
                </c:pt>
                <c:pt idx="1365" c:formatCode="yyyy/mm/dd">
                  <c:v>44785</c:v>
                </c:pt>
                <c:pt idx="1366" c:formatCode="yyyy/mm/dd">
                  <c:v>44788</c:v>
                </c:pt>
                <c:pt idx="1367" c:formatCode="yyyy/mm/dd">
                  <c:v>44789</c:v>
                </c:pt>
                <c:pt idx="1368" c:formatCode="yyyy/mm/dd">
                  <c:v>44790</c:v>
                </c:pt>
                <c:pt idx="1369" c:formatCode="yyyy/mm/dd">
                  <c:v>44791</c:v>
                </c:pt>
                <c:pt idx="1370" c:formatCode="yyyy/mm/dd">
                  <c:v>44792</c:v>
                </c:pt>
                <c:pt idx="1371" c:formatCode="yyyy/mm/dd">
                  <c:v>44795</c:v>
                </c:pt>
                <c:pt idx="1372" c:formatCode="yyyy/mm/dd">
                  <c:v>44796</c:v>
                </c:pt>
                <c:pt idx="1373" c:formatCode="yyyy/mm/dd">
                  <c:v>44797</c:v>
                </c:pt>
                <c:pt idx="1374" c:formatCode="yyyy/mm/dd">
                  <c:v>44798</c:v>
                </c:pt>
                <c:pt idx="1375" c:formatCode="yyyy/mm/dd">
                  <c:v>44799</c:v>
                </c:pt>
                <c:pt idx="1376" c:formatCode="yyyy/mm/dd">
                  <c:v>44802</c:v>
                </c:pt>
                <c:pt idx="1377" c:formatCode="yyyy/mm/dd">
                  <c:v>44803</c:v>
                </c:pt>
                <c:pt idx="1378" c:formatCode="yyyy/mm/dd">
                  <c:v>44804</c:v>
                </c:pt>
                <c:pt idx="1379" c:formatCode="yyyy/mm/dd">
                  <c:v>44805</c:v>
                </c:pt>
                <c:pt idx="1380" c:formatCode="yyyy/mm/dd">
                  <c:v>44806</c:v>
                </c:pt>
                <c:pt idx="1381" c:formatCode="yyyy/mm/dd">
                  <c:v>44809</c:v>
                </c:pt>
                <c:pt idx="1382" c:formatCode="yyyy/mm/dd">
                  <c:v>44810</c:v>
                </c:pt>
                <c:pt idx="1383" c:formatCode="yyyy/mm/dd">
                  <c:v>44811</c:v>
                </c:pt>
                <c:pt idx="1384" c:formatCode="yyyy/mm/dd">
                  <c:v>44812</c:v>
                </c:pt>
                <c:pt idx="1385" c:formatCode="yyyy/mm/dd">
                  <c:v>44813</c:v>
                </c:pt>
                <c:pt idx="1386" c:formatCode="yyyy/mm/dd">
                  <c:v>44817</c:v>
                </c:pt>
                <c:pt idx="1387" c:formatCode="yyyy/mm/dd">
                  <c:v>44818</c:v>
                </c:pt>
                <c:pt idx="1388" c:formatCode="yyyy/mm/dd">
                  <c:v>44819</c:v>
                </c:pt>
                <c:pt idx="1389" c:formatCode="yyyy/mm/dd">
                  <c:v>44820</c:v>
                </c:pt>
                <c:pt idx="1390" c:formatCode="yyyy/mm/dd">
                  <c:v>44823</c:v>
                </c:pt>
                <c:pt idx="1391" c:formatCode="yyyy/mm/dd">
                  <c:v>44824</c:v>
                </c:pt>
                <c:pt idx="1392" c:formatCode="yyyy/mm/dd">
                  <c:v>44825</c:v>
                </c:pt>
                <c:pt idx="1393" c:formatCode="yyyy/mm/dd">
                  <c:v>44826</c:v>
                </c:pt>
                <c:pt idx="1394" c:formatCode="yyyy/mm/dd">
                  <c:v>44827</c:v>
                </c:pt>
                <c:pt idx="1395" c:formatCode="yyyy/mm/dd">
                  <c:v>44830</c:v>
                </c:pt>
                <c:pt idx="1396" c:formatCode="yyyy/mm/dd">
                  <c:v>44831</c:v>
                </c:pt>
                <c:pt idx="1397" c:formatCode="yyyy/mm/dd">
                  <c:v>44832</c:v>
                </c:pt>
                <c:pt idx="1398" c:formatCode="yyyy/mm/dd">
                  <c:v>44833</c:v>
                </c:pt>
                <c:pt idx="1399" c:formatCode="yyyy/mm/dd">
                  <c:v>44834</c:v>
                </c:pt>
                <c:pt idx="1400" c:formatCode="yyyy/mm/dd">
                  <c:v>44844</c:v>
                </c:pt>
                <c:pt idx="1401" c:formatCode="yyyy/mm/dd">
                  <c:v>44845</c:v>
                </c:pt>
                <c:pt idx="1402" c:formatCode="yyyy/mm/dd">
                  <c:v>44846</c:v>
                </c:pt>
                <c:pt idx="1403" c:formatCode="yyyy/mm/dd">
                  <c:v>44847</c:v>
                </c:pt>
                <c:pt idx="1404" c:formatCode="yyyy/mm/dd">
                  <c:v>44848</c:v>
                </c:pt>
                <c:pt idx="1405" c:formatCode="yyyy/mm/dd">
                  <c:v>44851</c:v>
                </c:pt>
                <c:pt idx="1406" c:formatCode="yyyy/mm/dd">
                  <c:v>44852</c:v>
                </c:pt>
                <c:pt idx="1407" c:formatCode="yyyy/mm/dd">
                  <c:v>44853</c:v>
                </c:pt>
                <c:pt idx="1408" c:formatCode="yyyy/mm/dd">
                  <c:v>44854</c:v>
                </c:pt>
                <c:pt idx="1409" c:formatCode="yyyy/mm/dd">
                  <c:v>44855</c:v>
                </c:pt>
                <c:pt idx="1410" c:formatCode="yyyy/mm/dd">
                  <c:v>44858</c:v>
                </c:pt>
                <c:pt idx="1411" c:formatCode="yyyy/mm/dd">
                  <c:v>44859</c:v>
                </c:pt>
                <c:pt idx="1412" c:formatCode="yyyy/mm/dd">
                  <c:v>44860</c:v>
                </c:pt>
                <c:pt idx="1413" c:formatCode="yyyy/mm/dd">
                  <c:v>44861</c:v>
                </c:pt>
                <c:pt idx="1414" c:formatCode="yyyy/mm/dd">
                  <c:v>44862</c:v>
                </c:pt>
                <c:pt idx="1415" c:formatCode="yyyy/mm/dd">
                  <c:v>44865</c:v>
                </c:pt>
                <c:pt idx="1416" c:formatCode="yyyy/mm/dd">
                  <c:v>44866</c:v>
                </c:pt>
                <c:pt idx="1417" c:formatCode="yyyy/mm/dd">
                  <c:v>44867</c:v>
                </c:pt>
                <c:pt idx="1418" c:formatCode="yyyy/mm/dd">
                  <c:v>44868</c:v>
                </c:pt>
                <c:pt idx="1419" c:formatCode="yyyy/mm/dd">
                  <c:v>44869</c:v>
                </c:pt>
                <c:pt idx="1420" c:formatCode="yyyy/mm/dd">
                  <c:v>44872</c:v>
                </c:pt>
                <c:pt idx="1421" c:formatCode="yyyy/mm/dd">
                  <c:v>44873</c:v>
                </c:pt>
                <c:pt idx="1422" c:formatCode="yyyy/mm/dd">
                  <c:v>44874</c:v>
                </c:pt>
                <c:pt idx="1423" c:formatCode="yyyy/mm/dd">
                  <c:v>44875</c:v>
                </c:pt>
                <c:pt idx="1424" c:formatCode="yyyy/mm/dd">
                  <c:v>44876</c:v>
                </c:pt>
                <c:pt idx="1425" c:formatCode="yyyy/mm/dd">
                  <c:v>44879</c:v>
                </c:pt>
                <c:pt idx="1426" c:formatCode="yyyy/mm/dd">
                  <c:v>44880</c:v>
                </c:pt>
                <c:pt idx="1427" c:formatCode="yyyy/mm/dd">
                  <c:v>44881</c:v>
                </c:pt>
                <c:pt idx="1428" c:formatCode="yyyy/mm/dd">
                  <c:v>44882</c:v>
                </c:pt>
                <c:pt idx="1429" c:formatCode="yyyy/mm/dd">
                  <c:v>44883</c:v>
                </c:pt>
                <c:pt idx="1430" c:formatCode="yyyy/mm/dd">
                  <c:v>44886</c:v>
                </c:pt>
                <c:pt idx="1431" c:formatCode="yyyy/mm/dd">
                  <c:v>44887</c:v>
                </c:pt>
                <c:pt idx="1432" c:formatCode="yyyy/mm/dd">
                  <c:v>44888</c:v>
                </c:pt>
                <c:pt idx="1433" c:formatCode="yyyy/mm/dd">
                  <c:v>44889</c:v>
                </c:pt>
                <c:pt idx="1434" c:formatCode="yyyy/mm/dd">
                  <c:v>44890</c:v>
                </c:pt>
                <c:pt idx="1435" c:formatCode="yyyy/mm/dd">
                  <c:v>44893</c:v>
                </c:pt>
                <c:pt idx="1436" c:formatCode="yyyy/mm/dd">
                  <c:v>44894</c:v>
                </c:pt>
                <c:pt idx="1437" c:formatCode="yyyy/mm/dd">
                  <c:v>44895</c:v>
                </c:pt>
                <c:pt idx="1438" c:formatCode="yyyy/mm/dd">
                  <c:v>44896</c:v>
                </c:pt>
                <c:pt idx="1439" c:formatCode="yyyy/mm/dd">
                  <c:v>44897</c:v>
                </c:pt>
                <c:pt idx="1440" c:formatCode="yyyy/mm/dd">
                  <c:v>44900</c:v>
                </c:pt>
                <c:pt idx="1441" c:formatCode="yyyy/mm/dd">
                  <c:v>44901</c:v>
                </c:pt>
                <c:pt idx="1442" c:formatCode="yyyy/mm/dd">
                  <c:v>44902</c:v>
                </c:pt>
                <c:pt idx="1443" c:formatCode="yyyy/mm/dd">
                  <c:v>44903</c:v>
                </c:pt>
                <c:pt idx="1444" c:formatCode="yyyy/mm/dd">
                  <c:v>44904</c:v>
                </c:pt>
                <c:pt idx="1445" c:formatCode="yyyy/mm/dd">
                  <c:v>44907</c:v>
                </c:pt>
                <c:pt idx="1446" c:formatCode="yyyy/mm/dd">
                  <c:v>44908</c:v>
                </c:pt>
                <c:pt idx="1447" c:formatCode="yyyy/mm/dd">
                  <c:v>44909</c:v>
                </c:pt>
                <c:pt idx="1448" c:formatCode="yyyy/mm/dd">
                  <c:v>44910</c:v>
                </c:pt>
                <c:pt idx="1449" c:formatCode="yyyy/mm/dd">
                  <c:v>44911</c:v>
                </c:pt>
                <c:pt idx="1450" c:formatCode="yyyy/mm/dd">
                  <c:v>44914</c:v>
                </c:pt>
                <c:pt idx="1451" c:formatCode="yyyy/mm/dd">
                  <c:v>44915</c:v>
                </c:pt>
                <c:pt idx="1452" c:formatCode="yyyy/mm/dd">
                  <c:v>44916</c:v>
                </c:pt>
                <c:pt idx="1453" c:formatCode="yyyy/mm/dd">
                  <c:v>44917</c:v>
                </c:pt>
                <c:pt idx="1454" c:formatCode="yyyy/mm/dd">
                  <c:v>44918</c:v>
                </c:pt>
                <c:pt idx="1455" c:formatCode="yyyy/mm/dd">
                  <c:v>44921</c:v>
                </c:pt>
                <c:pt idx="1456" c:formatCode="yyyy/mm/dd">
                  <c:v>44922</c:v>
                </c:pt>
                <c:pt idx="1457" c:formatCode="yyyy/mm/dd">
                  <c:v>44923</c:v>
                </c:pt>
                <c:pt idx="1458" c:formatCode="yyyy/mm/dd">
                  <c:v>44924</c:v>
                </c:pt>
                <c:pt idx="1459" c:formatCode="yyyy/mm/dd">
                  <c:v>44925</c:v>
                </c:pt>
                <c:pt idx="1460" c:formatCode="yyyy/mm/dd">
                  <c:v>44929</c:v>
                </c:pt>
                <c:pt idx="1461" c:formatCode="yyyy/mm/dd">
                  <c:v>44930</c:v>
                </c:pt>
                <c:pt idx="1462" c:formatCode="yyyy/mm/dd">
                  <c:v>44931</c:v>
                </c:pt>
                <c:pt idx="1463" c:formatCode="yyyy/mm/dd">
                  <c:v>44932</c:v>
                </c:pt>
                <c:pt idx="1464" c:formatCode="yyyy/mm/dd">
                  <c:v>44935</c:v>
                </c:pt>
                <c:pt idx="1465" c:formatCode="yyyy/mm/dd">
                  <c:v>44936</c:v>
                </c:pt>
                <c:pt idx="1466" c:formatCode="yyyy/mm/dd">
                  <c:v>44937</c:v>
                </c:pt>
                <c:pt idx="1467" c:formatCode="yyyy/mm/dd">
                  <c:v>44938</c:v>
                </c:pt>
                <c:pt idx="1468" c:formatCode="yyyy/mm/dd">
                  <c:v>44939</c:v>
                </c:pt>
                <c:pt idx="1469" c:formatCode="yyyy/mm/dd">
                  <c:v>44942</c:v>
                </c:pt>
                <c:pt idx="1470" c:formatCode="yyyy/mm/dd">
                  <c:v>44943</c:v>
                </c:pt>
                <c:pt idx="1471" c:formatCode="yyyy/mm/dd">
                  <c:v>44944</c:v>
                </c:pt>
                <c:pt idx="1472" c:formatCode="yyyy/mm/dd">
                  <c:v>44945</c:v>
                </c:pt>
                <c:pt idx="1473" c:formatCode="yyyy/mm/dd">
                  <c:v>44946</c:v>
                </c:pt>
                <c:pt idx="1474" c:formatCode="yyyy/mm/dd">
                  <c:v>44956</c:v>
                </c:pt>
                <c:pt idx="1475" c:formatCode="yyyy/mm/dd">
                  <c:v>44957</c:v>
                </c:pt>
                <c:pt idx="1476" c:formatCode="yyyy/mm/dd">
                  <c:v>44958</c:v>
                </c:pt>
                <c:pt idx="1477" c:formatCode="yyyy/mm/dd">
                  <c:v>44959</c:v>
                </c:pt>
                <c:pt idx="1478" c:formatCode="yyyy/mm/dd">
                  <c:v>44960</c:v>
                </c:pt>
                <c:pt idx="1479" c:formatCode="yyyy/mm/dd">
                  <c:v>44963</c:v>
                </c:pt>
                <c:pt idx="1480" c:formatCode="yyyy/mm/dd">
                  <c:v>44964</c:v>
                </c:pt>
                <c:pt idx="1481" c:formatCode="yyyy/mm/dd">
                  <c:v>44965</c:v>
                </c:pt>
                <c:pt idx="1482" c:formatCode="yyyy/mm/dd">
                  <c:v>44966</c:v>
                </c:pt>
                <c:pt idx="1483" c:formatCode="yyyy/mm/dd">
                  <c:v>44967</c:v>
                </c:pt>
                <c:pt idx="1484" c:formatCode="yyyy/mm/dd">
                  <c:v>44970</c:v>
                </c:pt>
                <c:pt idx="1485" c:formatCode="yyyy/mm/dd">
                  <c:v>44971</c:v>
                </c:pt>
                <c:pt idx="1486" c:formatCode="yyyy/mm/dd">
                  <c:v>44972</c:v>
                </c:pt>
                <c:pt idx="1487" c:formatCode="yyyy/mm/dd">
                  <c:v>44973</c:v>
                </c:pt>
                <c:pt idx="1488" c:formatCode="yyyy/mm/dd">
                  <c:v>44974</c:v>
                </c:pt>
                <c:pt idx="1489" c:formatCode="yyyy/mm/dd">
                  <c:v>44977</c:v>
                </c:pt>
                <c:pt idx="1490" c:formatCode="yyyy/mm/dd">
                  <c:v>44978</c:v>
                </c:pt>
                <c:pt idx="1491" c:formatCode="yyyy/mm/dd">
                  <c:v>44979</c:v>
                </c:pt>
                <c:pt idx="1492" c:formatCode="yyyy/mm/dd">
                  <c:v>44980</c:v>
                </c:pt>
                <c:pt idx="1493" c:formatCode="yyyy/mm/dd">
                  <c:v>44981</c:v>
                </c:pt>
                <c:pt idx="1494" c:formatCode="yyyy/mm/dd">
                  <c:v>44984</c:v>
                </c:pt>
                <c:pt idx="1495" c:formatCode="yyyy/mm/dd">
                  <c:v>44985</c:v>
                </c:pt>
                <c:pt idx="1496" c:formatCode="yyyy/mm/dd">
                  <c:v>44986</c:v>
                </c:pt>
                <c:pt idx="1497" c:formatCode="yyyy/mm/dd">
                  <c:v>44987</c:v>
                </c:pt>
                <c:pt idx="1498" c:formatCode="yyyy/mm/dd">
                  <c:v>44988</c:v>
                </c:pt>
                <c:pt idx="1499" c:formatCode="yyyy/mm/dd">
                  <c:v>44991</c:v>
                </c:pt>
                <c:pt idx="1500" c:formatCode="yyyy/mm/dd">
                  <c:v>44992</c:v>
                </c:pt>
                <c:pt idx="1501" c:formatCode="yyyy/mm/dd">
                  <c:v>44993</c:v>
                </c:pt>
                <c:pt idx="1502" c:formatCode="yyyy/mm/dd">
                  <c:v>44994</c:v>
                </c:pt>
                <c:pt idx="1503" c:formatCode="yyyy/mm/dd">
                  <c:v>44995</c:v>
                </c:pt>
                <c:pt idx="1504" c:formatCode="yyyy/mm/dd">
                  <c:v>44998</c:v>
                </c:pt>
                <c:pt idx="1505" c:formatCode="yyyy/mm/dd">
                  <c:v>44999</c:v>
                </c:pt>
                <c:pt idx="1506" c:formatCode="yyyy/mm/dd">
                  <c:v>45000</c:v>
                </c:pt>
                <c:pt idx="1507" c:formatCode="yyyy/mm/dd">
                  <c:v>45001</c:v>
                </c:pt>
                <c:pt idx="1508" c:formatCode="yyyy/mm/dd">
                  <c:v>45002</c:v>
                </c:pt>
                <c:pt idx="1509" c:formatCode="yyyy/mm/dd">
                  <c:v>45005</c:v>
                </c:pt>
                <c:pt idx="1510" c:formatCode="yyyy/mm/dd">
                  <c:v>45006</c:v>
                </c:pt>
                <c:pt idx="1511" c:formatCode="yyyy/mm/dd">
                  <c:v>45007</c:v>
                </c:pt>
                <c:pt idx="1512" c:formatCode="yyyy/mm/dd">
                  <c:v>45008</c:v>
                </c:pt>
                <c:pt idx="1513" c:formatCode="yyyy/mm/dd">
                  <c:v>45009</c:v>
                </c:pt>
                <c:pt idx="1514" c:formatCode="yyyy/mm/dd">
                  <c:v>45012</c:v>
                </c:pt>
                <c:pt idx="1515" c:formatCode="yyyy/mm/dd">
                  <c:v>45013</c:v>
                </c:pt>
                <c:pt idx="1516" c:formatCode="yyyy/mm/dd">
                  <c:v>45014</c:v>
                </c:pt>
                <c:pt idx="1517" c:formatCode="yyyy/mm/dd">
                  <c:v>45015</c:v>
                </c:pt>
                <c:pt idx="1518" c:formatCode="yyyy/mm/dd">
                  <c:v>45016</c:v>
                </c:pt>
                <c:pt idx="1519" c:formatCode="yyyy/mm/dd">
                  <c:v>45019</c:v>
                </c:pt>
                <c:pt idx="1520" c:formatCode="yyyy/mm/dd">
                  <c:v>45020</c:v>
                </c:pt>
                <c:pt idx="1521" c:formatCode="yyyy/mm/dd">
                  <c:v>45022</c:v>
                </c:pt>
                <c:pt idx="1522" c:formatCode="yyyy/mm/dd">
                  <c:v>45023</c:v>
                </c:pt>
                <c:pt idx="1523" c:formatCode="yyyy/mm/dd">
                  <c:v>45026</c:v>
                </c:pt>
                <c:pt idx="1524" c:formatCode="yyyy/mm/dd">
                  <c:v>45027</c:v>
                </c:pt>
                <c:pt idx="1525" c:formatCode="yyyy/mm/dd">
                  <c:v>45028</c:v>
                </c:pt>
                <c:pt idx="1526" c:formatCode="yyyy/mm/dd">
                  <c:v>45029</c:v>
                </c:pt>
                <c:pt idx="1527" c:formatCode="yyyy/mm/dd">
                  <c:v>45030</c:v>
                </c:pt>
                <c:pt idx="1528" c:formatCode="yyyy/mm/dd">
                  <c:v>45033</c:v>
                </c:pt>
                <c:pt idx="1529" c:formatCode="yyyy/mm/dd">
                  <c:v>45034</c:v>
                </c:pt>
                <c:pt idx="1530" c:formatCode="yyyy/mm/dd">
                  <c:v>45035</c:v>
                </c:pt>
                <c:pt idx="1531" c:formatCode="yyyy/mm/dd">
                  <c:v>45036</c:v>
                </c:pt>
                <c:pt idx="1532" c:formatCode="yyyy/mm/dd">
                  <c:v>45037</c:v>
                </c:pt>
                <c:pt idx="1533" c:formatCode="yyyy/mm/dd">
                  <c:v>45040</c:v>
                </c:pt>
                <c:pt idx="1534" c:formatCode="yyyy/mm/dd">
                  <c:v>45041</c:v>
                </c:pt>
                <c:pt idx="1535" c:formatCode="yyyy/mm/dd">
                  <c:v>45042</c:v>
                </c:pt>
                <c:pt idx="1536" c:formatCode="yyyy/mm/dd">
                  <c:v>45043</c:v>
                </c:pt>
                <c:pt idx="1537" c:formatCode="yyyy/mm/dd">
                  <c:v>45044</c:v>
                </c:pt>
                <c:pt idx="1538" c:formatCode="yyyy/mm/dd">
                  <c:v>45050</c:v>
                </c:pt>
                <c:pt idx="1539" c:formatCode="yyyy/mm/dd">
                  <c:v>45051</c:v>
                </c:pt>
                <c:pt idx="1540" c:formatCode="yyyy/mm/dd">
                  <c:v>45054</c:v>
                </c:pt>
                <c:pt idx="1541" c:formatCode="yyyy/mm/dd">
                  <c:v>45055</c:v>
                </c:pt>
                <c:pt idx="1542" c:formatCode="yyyy/mm/dd">
                  <c:v>45056</c:v>
                </c:pt>
                <c:pt idx="1543" c:formatCode="yyyy/mm/dd">
                  <c:v>45057</c:v>
                </c:pt>
                <c:pt idx="1544" c:formatCode="yyyy/mm/dd">
                  <c:v>45058</c:v>
                </c:pt>
                <c:pt idx="1545" c:formatCode="yyyy/mm/dd">
                  <c:v>45061</c:v>
                </c:pt>
                <c:pt idx="1546" c:formatCode="yyyy/mm/dd">
                  <c:v>45062</c:v>
                </c:pt>
                <c:pt idx="1547" c:formatCode="yyyy/mm/dd">
                  <c:v>45063</c:v>
                </c:pt>
                <c:pt idx="1548" c:formatCode="yyyy/mm/dd">
                  <c:v>45064</c:v>
                </c:pt>
                <c:pt idx="1549" c:formatCode="yyyy/mm/dd">
                  <c:v>45065</c:v>
                </c:pt>
                <c:pt idx="1550" c:formatCode="yyyy/mm/dd">
                  <c:v>45068</c:v>
                </c:pt>
                <c:pt idx="1551" c:formatCode="yyyy/mm/dd">
                  <c:v>45069</c:v>
                </c:pt>
                <c:pt idx="1552" c:formatCode="yyyy/mm/dd">
                  <c:v>45070</c:v>
                </c:pt>
                <c:pt idx="1553" c:formatCode="yyyy/mm/dd">
                  <c:v>45071</c:v>
                </c:pt>
                <c:pt idx="1554" c:formatCode="yyyy/mm/dd">
                  <c:v>45072</c:v>
                </c:pt>
                <c:pt idx="1555" c:formatCode="yyyy/mm/dd">
                  <c:v>45075</c:v>
                </c:pt>
                <c:pt idx="1556" c:formatCode="yyyy/mm/dd">
                  <c:v>45076</c:v>
                </c:pt>
                <c:pt idx="1557" c:formatCode="yyyy/mm/dd">
                  <c:v>45077</c:v>
                </c:pt>
                <c:pt idx="1558" c:formatCode="yyyy/mm/dd">
                  <c:v>45078</c:v>
                </c:pt>
                <c:pt idx="1559" c:formatCode="yyyy/mm/dd">
                  <c:v>45079</c:v>
                </c:pt>
                <c:pt idx="1560" c:formatCode="yyyy/mm/dd">
                  <c:v>45082</c:v>
                </c:pt>
                <c:pt idx="1561" c:formatCode="yyyy/mm/dd">
                  <c:v>45083</c:v>
                </c:pt>
                <c:pt idx="1562" c:formatCode="yyyy/mm/dd">
                  <c:v>45084</c:v>
                </c:pt>
                <c:pt idx="1563" c:formatCode="yyyy/mm/dd">
                  <c:v>45085</c:v>
                </c:pt>
                <c:pt idx="1564" c:formatCode="yyyy/mm/dd">
                  <c:v>45086</c:v>
                </c:pt>
                <c:pt idx="1565" c:formatCode="yyyy/mm/dd">
                  <c:v>45089</c:v>
                </c:pt>
                <c:pt idx="1566" c:formatCode="yyyy/mm/dd">
                  <c:v>45090</c:v>
                </c:pt>
                <c:pt idx="1567" c:formatCode="yyyy/mm/dd">
                  <c:v>45091</c:v>
                </c:pt>
                <c:pt idx="1568" c:formatCode="yyyy/mm/dd">
                  <c:v>45092</c:v>
                </c:pt>
                <c:pt idx="1569" c:formatCode="yyyy/mm/dd">
                  <c:v>45093</c:v>
                </c:pt>
                <c:pt idx="1570" c:formatCode="yyyy/mm/dd">
                  <c:v>45096</c:v>
                </c:pt>
                <c:pt idx="1571" c:formatCode="yyyy/mm/dd">
                  <c:v>45097</c:v>
                </c:pt>
                <c:pt idx="1572" c:formatCode="yyyy/mm/dd">
                  <c:v>45098</c:v>
                </c:pt>
                <c:pt idx="1573" c:formatCode="yyyy/mm/dd">
                  <c:v>45103</c:v>
                </c:pt>
                <c:pt idx="1574" c:formatCode="yyyy/mm/dd">
                  <c:v>45104</c:v>
                </c:pt>
                <c:pt idx="1575" c:formatCode="yyyy/mm/dd">
                  <c:v>45105</c:v>
                </c:pt>
                <c:pt idx="1576" c:formatCode="yyyy/mm/dd">
                  <c:v>45106</c:v>
                </c:pt>
                <c:pt idx="1577" c:formatCode="yyyy/mm/dd">
                  <c:v>45107</c:v>
                </c:pt>
                <c:pt idx="1578" c:formatCode="yyyy/mm/dd">
                  <c:v>45110</c:v>
                </c:pt>
                <c:pt idx="1579" c:formatCode="yyyy/mm/dd">
                  <c:v>45111</c:v>
                </c:pt>
                <c:pt idx="1580" c:formatCode="yyyy/mm/dd">
                  <c:v>45112</c:v>
                </c:pt>
                <c:pt idx="1581" c:formatCode="yyyy/mm/dd">
                  <c:v>45113</c:v>
                </c:pt>
                <c:pt idx="1582" c:formatCode="yyyy/mm/dd">
                  <c:v>45114</c:v>
                </c:pt>
                <c:pt idx="1583" c:formatCode="yyyy/mm/dd">
                  <c:v>45117</c:v>
                </c:pt>
                <c:pt idx="1584" c:formatCode="yyyy/mm/dd">
                  <c:v>45118</c:v>
                </c:pt>
                <c:pt idx="1585" c:formatCode="yyyy/mm/dd">
                  <c:v>45119</c:v>
                </c:pt>
                <c:pt idx="1586" c:formatCode="yyyy/mm/dd">
                  <c:v>45120</c:v>
                </c:pt>
                <c:pt idx="1587" c:formatCode="yyyy/mm/dd">
                  <c:v>45121</c:v>
                </c:pt>
                <c:pt idx="1588" c:formatCode="yyyy/mm/dd">
                  <c:v>45124</c:v>
                </c:pt>
                <c:pt idx="1589" c:formatCode="yyyy/mm/dd">
                  <c:v>45125</c:v>
                </c:pt>
                <c:pt idx="1590" c:formatCode="yyyy/mm/dd">
                  <c:v>45126</c:v>
                </c:pt>
                <c:pt idx="1591" c:formatCode="yyyy/mm/dd">
                  <c:v>45127</c:v>
                </c:pt>
                <c:pt idx="1592" c:formatCode="yyyy/mm/dd">
                  <c:v>45128</c:v>
                </c:pt>
                <c:pt idx="1593" c:formatCode="yyyy/mm/dd">
                  <c:v>45131</c:v>
                </c:pt>
                <c:pt idx="1594" c:formatCode="yyyy/mm/dd">
                  <c:v>45132</c:v>
                </c:pt>
                <c:pt idx="1595" c:formatCode="yyyy/mm/dd">
                  <c:v>45133</c:v>
                </c:pt>
                <c:pt idx="1596" c:formatCode="yyyy/mm/dd">
                  <c:v>45134</c:v>
                </c:pt>
                <c:pt idx="1597" c:formatCode="yyyy/mm/dd">
                  <c:v>45135</c:v>
                </c:pt>
                <c:pt idx="1598" c:formatCode="yyyy/mm/dd">
                  <c:v>45138</c:v>
                </c:pt>
                <c:pt idx="1599" c:formatCode="yyyy/mm/dd">
                  <c:v>45139</c:v>
                </c:pt>
                <c:pt idx="1600" c:formatCode="yyyy/mm/dd">
                  <c:v>45140</c:v>
                </c:pt>
                <c:pt idx="1601" c:formatCode="yyyy/mm/dd">
                  <c:v>45141</c:v>
                </c:pt>
                <c:pt idx="1602" c:formatCode="yyyy/mm/dd">
                  <c:v>45142</c:v>
                </c:pt>
                <c:pt idx="1603" c:formatCode="yyyy/mm/dd">
                  <c:v>45145</c:v>
                </c:pt>
                <c:pt idx="1604" c:formatCode="yyyy/mm/dd">
                  <c:v>45146</c:v>
                </c:pt>
                <c:pt idx="1605" c:formatCode="yyyy/mm/dd">
                  <c:v>45147</c:v>
                </c:pt>
                <c:pt idx="1606" c:formatCode="yyyy/mm/dd">
                  <c:v>45148</c:v>
                </c:pt>
                <c:pt idx="1607" c:formatCode="yyyy/mm/dd">
                  <c:v>45149</c:v>
                </c:pt>
                <c:pt idx="1608" c:formatCode="yyyy/mm/dd">
                  <c:v>45152</c:v>
                </c:pt>
                <c:pt idx="1609" c:formatCode="yyyy/mm/dd">
                  <c:v>45153</c:v>
                </c:pt>
                <c:pt idx="1610" c:formatCode="yyyy/mm/dd">
                  <c:v>45154</c:v>
                </c:pt>
                <c:pt idx="1611" c:formatCode="yyyy/mm/dd">
                  <c:v>45155</c:v>
                </c:pt>
                <c:pt idx="1612" c:formatCode="yyyy/mm/dd">
                  <c:v>45156</c:v>
                </c:pt>
                <c:pt idx="1613" c:formatCode="yyyy/mm/dd">
                  <c:v>45159</c:v>
                </c:pt>
                <c:pt idx="1614" c:formatCode="yyyy/mm/dd">
                  <c:v>45160</c:v>
                </c:pt>
                <c:pt idx="1615" c:formatCode="yyyy/mm/dd">
                  <c:v>45161</c:v>
                </c:pt>
                <c:pt idx="1616" c:formatCode="yyyy/mm/dd">
                  <c:v>45162</c:v>
                </c:pt>
                <c:pt idx="1617" c:formatCode="yyyy/mm/dd">
                  <c:v>45163</c:v>
                </c:pt>
                <c:pt idx="1618" c:formatCode="yyyy/mm/dd">
                  <c:v>45166</c:v>
                </c:pt>
                <c:pt idx="1619" c:formatCode="yyyy/mm/dd">
                  <c:v>45167</c:v>
                </c:pt>
                <c:pt idx="1620" c:formatCode="yyyy/mm/dd">
                  <c:v>45168</c:v>
                </c:pt>
                <c:pt idx="1621" c:formatCode="yyyy/mm/dd">
                  <c:v>45169</c:v>
                </c:pt>
                <c:pt idx="1622" c:formatCode="yyyy/mm/dd">
                  <c:v>45170</c:v>
                </c:pt>
                <c:pt idx="1623" c:formatCode="yyyy/mm/dd">
                  <c:v>45173</c:v>
                </c:pt>
                <c:pt idx="1624" c:formatCode="yyyy/mm/dd">
                  <c:v>45174</c:v>
                </c:pt>
                <c:pt idx="1625" c:formatCode="yyyy/mm/dd">
                  <c:v>45175</c:v>
                </c:pt>
                <c:pt idx="1626" c:formatCode="yyyy/mm/dd">
                  <c:v>45176</c:v>
                </c:pt>
                <c:pt idx="1627" c:formatCode="yyyy/mm/dd">
                  <c:v>45177</c:v>
                </c:pt>
                <c:pt idx="1628" c:formatCode="yyyy/mm/dd">
                  <c:v>45180</c:v>
                </c:pt>
                <c:pt idx="1629" c:formatCode="yyyy/mm/dd">
                  <c:v>45181</c:v>
                </c:pt>
                <c:pt idx="1630" c:formatCode="yyyy/mm/dd">
                  <c:v>45182</c:v>
                </c:pt>
                <c:pt idx="1631" c:formatCode="yyyy/mm/dd">
                  <c:v>45183</c:v>
                </c:pt>
                <c:pt idx="1632" c:formatCode="yyyy/mm/dd">
                  <c:v>45184</c:v>
                </c:pt>
                <c:pt idx="1633" c:formatCode="yyyy/mm/dd">
                  <c:v>45187</c:v>
                </c:pt>
                <c:pt idx="1634" c:formatCode="yyyy/mm/dd">
                  <c:v>45188</c:v>
                </c:pt>
                <c:pt idx="1635" c:formatCode="yyyy/mm/dd">
                  <c:v>45189</c:v>
                </c:pt>
                <c:pt idx="1636" c:formatCode="yyyy/mm/dd">
                  <c:v>45190</c:v>
                </c:pt>
                <c:pt idx="1637" c:formatCode="yyyy/mm/dd">
                  <c:v>45191</c:v>
                </c:pt>
                <c:pt idx="1638" c:formatCode="yyyy/mm/dd">
                  <c:v>45194</c:v>
                </c:pt>
                <c:pt idx="1639" c:formatCode="yyyy/mm/dd">
                  <c:v>45195</c:v>
                </c:pt>
                <c:pt idx="1640" c:formatCode="yyyy/mm/dd">
                  <c:v>45196</c:v>
                </c:pt>
                <c:pt idx="1641" c:formatCode="yyyy/mm/dd">
                  <c:v>45197</c:v>
                </c:pt>
                <c:pt idx="1642" c:formatCode="yyyy/mm/dd">
                  <c:v>45208</c:v>
                </c:pt>
                <c:pt idx="1643" c:formatCode="yyyy/mm/dd">
                  <c:v>45209</c:v>
                </c:pt>
                <c:pt idx="1644" c:formatCode="yyyy/mm/dd">
                  <c:v>45210</c:v>
                </c:pt>
                <c:pt idx="1645" c:formatCode="yyyy/mm/dd">
                  <c:v>45211</c:v>
                </c:pt>
                <c:pt idx="1646" c:formatCode="yyyy/mm/dd">
                  <c:v>45212</c:v>
                </c:pt>
                <c:pt idx="1647" c:formatCode="yyyy/mm/dd">
                  <c:v>45215</c:v>
                </c:pt>
                <c:pt idx="1648" c:formatCode="yyyy/mm/dd">
                  <c:v>45216</c:v>
                </c:pt>
                <c:pt idx="1649" c:formatCode="yyyy/mm/dd">
                  <c:v>45217</c:v>
                </c:pt>
                <c:pt idx="1650" c:formatCode="yyyy/mm/dd">
                  <c:v>45218</c:v>
                </c:pt>
                <c:pt idx="1651" c:formatCode="yyyy/mm/dd">
                  <c:v>45219</c:v>
                </c:pt>
                <c:pt idx="1652" c:formatCode="yyyy/mm/dd">
                  <c:v>45222</c:v>
                </c:pt>
                <c:pt idx="1653" c:formatCode="yyyy/mm/dd">
                  <c:v>45223</c:v>
                </c:pt>
                <c:pt idx="1654" c:formatCode="yyyy/mm/dd">
                  <c:v>45224</c:v>
                </c:pt>
                <c:pt idx="1655" c:formatCode="yyyy/mm/dd">
                  <c:v>45225</c:v>
                </c:pt>
                <c:pt idx="1656" c:formatCode="yyyy/mm/dd">
                  <c:v>45226</c:v>
                </c:pt>
                <c:pt idx="1657" c:formatCode="yyyy/mm/dd">
                  <c:v>45229</c:v>
                </c:pt>
                <c:pt idx="1658" c:formatCode="yyyy/mm/dd">
                  <c:v>45230</c:v>
                </c:pt>
                <c:pt idx="1659" c:formatCode="yyyy/mm/dd">
                  <c:v>45231</c:v>
                </c:pt>
                <c:pt idx="1660" c:formatCode="yyyy/mm/dd">
                  <c:v>45232</c:v>
                </c:pt>
                <c:pt idx="1661" c:formatCode="yyyy/mm/dd">
                  <c:v>45233</c:v>
                </c:pt>
                <c:pt idx="1662" c:formatCode="yyyy/mm/dd">
                  <c:v>45236</c:v>
                </c:pt>
                <c:pt idx="1663" c:formatCode="yyyy/mm/dd">
                  <c:v>45237</c:v>
                </c:pt>
                <c:pt idx="1664" c:formatCode="yyyy/mm/dd">
                  <c:v>45238</c:v>
                </c:pt>
                <c:pt idx="1665" c:formatCode="yyyy/mm/dd">
                  <c:v>45239</c:v>
                </c:pt>
                <c:pt idx="1666" c:formatCode="yyyy/mm/dd">
                  <c:v>45240</c:v>
                </c:pt>
                <c:pt idx="1667" c:formatCode="yyyy/mm/dd">
                  <c:v>45243</c:v>
                </c:pt>
                <c:pt idx="1668" c:formatCode="yyyy/mm/dd">
                  <c:v>45244</c:v>
                </c:pt>
                <c:pt idx="1669" c:formatCode="yyyy/mm/dd">
                  <c:v>45245</c:v>
                </c:pt>
                <c:pt idx="1670" c:formatCode="yyyy/mm/dd">
                  <c:v>45246</c:v>
                </c:pt>
                <c:pt idx="1671" c:formatCode="yyyy/mm/dd">
                  <c:v>45247</c:v>
                </c:pt>
                <c:pt idx="1672" c:formatCode="yyyy/mm/dd">
                  <c:v>45250</c:v>
                </c:pt>
                <c:pt idx="1673" c:formatCode="yyyy/mm/dd">
                  <c:v>45251</c:v>
                </c:pt>
                <c:pt idx="1674" c:formatCode="yyyy/mm/dd">
                  <c:v>45252</c:v>
                </c:pt>
                <c:pt idx="1675" c:formatCode="yyyy/mm/dd">
                  <c:v>45253</c:v>
                </c:pt>
                <c:pt idx="1676" c:formatCode="yyyy/mm/dd">
                  <c:v>45254</c:v>
                </c:pt>
                <c:pt idx="1677" c:formatCode="yyyy/mm/dd">
                  <c:v>45257</c:v>
                </c:pt>
                <c:pt idx="1678" c:formatCode="yyyy/mm/dd">
                  <c:v>45258</c:v>
                </c:pt>
                <c:pt idx="1679" c:formatCode="yyyy/mm/dd">
                  <c:v>45259</c:v>
                </c:pt>
                <c:pt idx="1680" c:formatCode="yyyy/mm/dd">
                  <c:v>45260</c:v>
                </c:pt>
                <c:pt idx="1681" c:formatCode="yyyy/mm/dd">
                  <c:v>45261</c:v>
                </c:pt>
                <c:pt idx="1682" c:formatCode="yyyy/mm/dd">
                  <c:v>45264</c:v>
                </c:pt>
                <c:pt idx="1683" c:formatCode="yyyy/mm/dd">
                  <c:v>45265</c:v>
                </c:pt>
                <c:pt idx="1684" c:formatCode="yyyy/mm/dd">
                  <c:v>45266</c:v>
                </c:pt>
                <c:pt idx="1685" c:formatCode="yyyy/mm/dd">
                  <c:v>45267</c:v>
                </c:pt>
                <c:pt idx="1686" c:formatCode="yyyy/mm/dd">
                  <c:v>45268</c:v>
                </c:pt>
                <c:pt idx="1687" c:formatCode="yyyy/mm/dd">
                  <c:v>45271</c:v>
                </c:pt>
                <c:pt idx="1688" c:formatCode="yyyy/mm/dd">
                  <c:v>45272</c:v>
                </c:pt>
                <c:pt idx="1689" c:formatCode="yyyy/mm/dd">
                  <c:v>45273</c:v>
                </c:pt>
                <c:pt idx="1690" c:formatCode="yyyy/mm/dd">
                  <c:v>45274</c:v>
                </c:pt>
                <c:pt idx="1691" c:formatCode="yyyy/mm/dd">
                  <c:v>45275</c:v>
                </c:pt>
                <c:pt idx="1692" c:formatCode="yyyy/mm/dd">
                  <c:v>45278</c:v>
                </c:pt>
                <c:pt idx="1693" c:formatCode="yyyy/mm/dd">
                  <c:v>45279</c:v>
                </c:pt>
                <c:pt idx="1694" c:formatCode="yyyy/mm/dd">
                  <c:v>45280</c:v>
                </c:pt>
                <c:pt idx="1695" c:formatCode="yyyy/mm/dd">
                  <c:v>45281</c:v>
                </c:pt>
                <c:pt idx="1696" c:formatCode="yyyy/mm/dd">
                  <c:v>45282</c:v>
                </c:pt>
                <c:pt idx="1697" c:formatCode="yyyy/mm/dd">
                  <c:v>45285</c:v>
                </c:pt>
                <c:pt idx="1698" c:formatCode="yyyy/mm/dd">
                  <c:v>45286</c:v>
                </c:pt>
                <c:pt idx="1699" c:formatCode="yyyy/mm/dd">
                  <c:v>45287</c:v>
                </c:pt>
                <c:pt idx="1700" c:formatCode="yyyy/mm/dd">
                  <c:v>45288</c:v>
                </c:pt>
                <c:pt idx="1701" c:formatCode="yyyy/mm/dd">
                  <c:v>45289</c:v>
                </c:pt>
                <c:pt idx="1702" c:formatCode="yyyy/mm/dd">
                  <c:v>45293</c:v>
                </c:pt>
                <c:pt idx="1703" c:formatCode="yyyy/mm/dd">
                  <c:v>45294</c:v>
                </c:pt>
                <c:pt idx="1704" c:formatCode="yyyy/mm/dd">
                  <c:v>45295</c:v>
                </c:pt>
                <c:pt idx="1705" c:formatCode="yyyy/mm/dd">
                  <c:v>45296</c:v>
                </c:pt>
                <c:pt idx="1706" c:formatCode="yyyy/mm/dd">
                  <c:v>45299</c:v>
                </c:pt>
                <c:pt idx="1707" c:formatCode="yyyy/mm/dd">
                  <c:v>45300</c:v>
                </c:pt>
                <c:pt idx="1708" c:formatCode="yyyy/mm/dd">
                  <c:v>45301</c:v>
                </c:pt>
                <c:pt idx="1709" c:formatCode="yyyy/mm/dd">
                  <c:v>45302</c:v>
                </c:pt>
                <c:pt idx="1710" c:formatCode="yyyy/mm/dd">
                  <c:v>45303</c:v>
                </c:pt>
                <c:pt idx="1711" c:formatCode="yyyy/mm/dd">
                  <c:v>45306</c:v>
                </c:pt>
                <c:pt idx="1712" c:formatCode="yyyy/mm/dd">
                  <c:v>45307</c:v>
                </c:pt>
                <c:pt idx="1713" c:formatCode="yyyy/mm/dd">
                  <c:v>45308</c:v>
                </c:pt>
                <c:pt idx="1714" c:formatCode="yyyy/mm/dd">
                  <c:v>45309</c:v>
                </c:pt>
                <c:pt idx="1715" c:formatCode="yyyy/mm/dd">
                  <c:v>45310</c:v>
                </c:pt>
                <c:pt idx="1716" c:formatCode="yyyy/mm/dd">
                  <c:v>45313</c:v>
                </c:pt>
                <c:pt idx="1717" c:formatCode="yyyy/mm/dd">
                  <c:v>45314</c:v>
                </c:pt>
                <c:pt idx="1718" c:formatCode="yyyy/mm/dd">
                  <c:v>45315</c:v>
                </c:pt>
                <c:pt idx="1719" c:formatCode="yyyy/mm/dd">
                  <c:v>45316</c:v>
                </c:pt>
                <c:pt idx="1720" c:formatCode="yyyy/mm/dd">
                  <c:v>45317</c:v>
                </c:pt>
                <c:pt idx="1721" c:formatCode="yyyy/mm/dd">
                  <c:v>45320</c:v>
                </c:pt>
                <c:pt idx="1722" c:formatCode="yyyy/mm/dd">
                  <c:v>45321</c:v>
                </c:pt>
                <c:pt idx="1723" c:formatCode="yyyy/mm/dd">
                  <c:v>45322</c:v>
                </c:pt>
                <c:pt idx="1724" c:formatCode="yyyy/mm/dd">
                  <c:v>45323</c:v>
                </c:pt>
                <c:pt idx="1725" c:formatCode="yyyy/mm/dd">
                  <c:v>45324</c:v>
                </c:pt>
                <c:pt idx="1726" c:formatCode="yyyy/mm/dd">
                  <c:v>45327</c:v>
                </c:pt>
                <c:pt idx="1727" c:formatCode="yyyy/mm/dd">
                  <c:v>45328</c:v>
                </c:pt>
                <c:pt idx="1728" c:formatCode="yyyy/mm/dd">
                  <c:v>45329</c:v>
                </c:pt>
                <c:pt idx="1729" c:formatCode="yyyy/mm/dd">
                  <c:v>45330</c:v>
                </c:pt>
                <c:pt idx="1730" c:formatCode="yyyy/mm/dd">
                  <c:v>45341</c:v>
                </c:pt>
                <c:pt idx="1731" c:formatCode="yyyy/mm/dd">
                  <c:v>45342</c:v>
                </c:pt>
                <c:pt idx="1732" c:formatCode="yyyy/mm/dd">
                  <c:v>45343</c:v>
                </c:pt>
                <c:pt idx="1733" c:formatCode="yyyy/mm/dd">
                  <c:v>45344</c:v>
                </c:pt>
                <c:pt idx="1734" c:formatCode="yyyy/mm/dd">
                  <c:v>45345</c:v>
                </c:pt>
                <c:pt idx="1735" c:formatCode="yyyy/mm/dd">
                  <c:v>45348</c:v>
                </c:pt>
                <c:pt idx="1736" c:formatCode="yyyy/mm/dd">
                  <c:v>45349</c:v>
                </c:pt>
                <c:pt idx="1737" c:formatCode="yyyy/mm/dd">
                  <c:v>45350</c:v>
                </c:pt>
                <c:pt idx="1738" c:formatCode="yyyy/mm/dd">
                  <c:v>45351</c:v>
                </c:pt>
                <c:pt idx="1739" c:formatCode="yyyy/mm/dd">
                  <c:v>45352</c:v>
                </c:pt>
                <c:pt idx="1740" c:formatCode="yyyy/mm/dd">
                  <c:v>45355</c:v>
                </c:pt>
                <c:pt idx="1741" c:formatCode="yyyy/mm/dd">
                  <c:v>45356</c:v>
                </c:pt>
                <c:pt idx="1742" c:formatCode="yyyy/mm/dd">
                  <c:v>45357</c:v>
                </c:pt>
                <c:pt idx="1743" c:formatCode="yyyy/mm/dd">
                  <c:v>45358</c:v>
                </c:pt>
                <c:pt idx="1744" c:formatCode="yyyy/mm/dd">
                  <c:v>45359</c:v>
                </c:pt>
                <c:pt idx="1745" c:formatCode="yyyy/mm/dd">
                  <c:v>45362</c:v>
                </c:pt>
                <c:pt idx="1746" c:formatCode="yyyy/mm/dd">
                  <c:v>45363</c:v>
                </c:pt>
                <c:pt idx="1747" c:formatCode="yyyy/mm/dd">
                  <c:v>45364</c:v>
                </c:pt>
                <c:pt idx="1748" c:formatCode="yyyy/mm/dd">
                  <c:v>45365</c:v>
                </c:pt>
                <c:pt idx="1749" c:formatCode="yyyy/mm/dd">
                  <c:v>45366</c:v>
                </c:pt>
                <c:pt idx="1750" c:formatCode="yyyy/mm/dd">
                  <c:v>45369</c:v>
                </c:pt>
                <c:pt idx="1751" c:formatCode="yyyy/mm/dd">
                  <c:v>45370</c:v>
                </c:pt>
                <c:pt idx="1752" c:formatCode="yyyy/mm/dd">
                  <c:v>45371</c:v>
                </c:pt>
                <c:pt idx="1753" c:formatCode="yyyy/mm/dd">
                  <c:v>45372</c:v>
                </c:pt>
                <c:pt idx="1754" c:formatCode="yyyy/mm/dd">
                  <c:v>45373</c:v>
                </c:pt>
                <c:pt idx="1755" c:formatCode="yyyy/mm/dd">
                  <c:v>45376</c:v>
                </c:pt>
                <c:pt idx="1756" c:formatCode="yyyy/mm/dd">
                  <c:v>45377</c:v>
                </c:pt>
                <c:pt idx="1757" c:formatCode="yyyy/mm/dd">
                  <c:v>45378</c:v>
                </c:pt>
                <c:pt idx="1758" c:formatCode="yyyy/mm/dd">
                  <c:v>45379</c:v>
                </c:pt>
                <c:pt idx="1759" c:formatCode="yyyy/mm/dd">
                  <c:v>45380</c:v>
                </c:pt>
                <c:pt idx="1760" c:formatCode="yyyy/mm/dd">
                  <c:v>45383</c:v>
                </c:pt>
                <c:pt idx="1761" c:formatCode="yyyy/mm/dd">
                  <c:v>45384</c:v>
                </c:pt>
                <c:pt idx="1762" c:formatCode="yyyy/mm/dd">
                  <c:v>45385</c:v>
                </c:pt>
                <c:pt idx="1763" c:formatCode="yyyy/mm/dd">
                  <c:v>45390</c:v>
                </c:pt>
                <c:pt idx="1764" c:formatCode="yyyy/mm/dd">
                  <c:v>45391</c:v>
                </c:pt>
                <c:pt idx="1765" c:formatCode="yyyy/mm/dd">
                  <c:v>45392</c:v>
                </c:pt>
                <c:pt idx="1766" c:formatCode="yyyy/mm/dd">
                  <c:v>45393</c:v>
                </c:pt>
                <c:pt idx="1767" c:formatCode="yyyy/mm/dd">
                  <c:v>45394</c:v>
                </c:pt>
                <c:pt idx="1768" c:formatCode="yyyy/mm/dd">
                  <c:v>45397</c:v>
                </c:pt>
                <c:pt idx="1769" c:formatCode="yyyy/mm/dd">
                  <c:v>45398</c:v>
                </c:pt>
                <c:pt idx="1770" c:formatCode="yyyy/mm/dd">
                  <c:v>45399</c:v>
                </c:pt>
                <c:pt idx="1771" c:formatCode="yyyy/mm/dd">
                  <c:v>45400</c:v>
                </c:pt>
                <c:pt idx="1772" c:formatCode="yyyy/mm/dd">
                  <c:v>45401</c:v>
                </c:pt>
                <c:pt idx="1773" c:formatCode="yyyy/mm/dd">
                  <c:v>45404</c:v>
                </c:pt>
                <c:pt idx="1774" c:formatCode="yyyy/mm/dd">
                  <c:v>45405</c:v>
                </c:pt>
                <c:pt idx="1775" c:formatCode="yyyy/mm/dd">
                  <c:v>45406</c:v>
                </c:pt>
                <c:pt idx="1776" c:formatCode="yyyy/mm/dd">
                  <c:v>45407</c:v>
                </c:pt>
                <c:pt idx="1777" c:formatCode="yyyy/mm/dd">
                  <c:v>45408</c:v>
                </c:pt>
                <c:pt idx="1778" c:formatCode="yyyy/mm/dd">
                  <c:v>45411</c:v>
                </c:pt>
                <c:pt idx="1779" c:formatCode="yyyy/mm/dd">
                  <c:v>45412</c:v>
                </c:pt>
                <c:pt idx="1780" c:formatCode="yyyy/mm/dd">
                  <c:v>45418</c:v>
                </c:pt>
                <c:pt idx="1781" c:formatCode="yyyy/mm/dd">
                  <c:v>45419</c:v>
                </c:pt>
                <c:pt idx="1782" c:formatCode="yyyy/mm/dd">
                  <c:v>45420</c:v>
                </c:pt>
                <c:pt idx="1783" c:formatCode="yyyy/mm/dd">
                  <c:v>45421</c:v>
                </c:pt>
                <c:pt idx="1784" c:formatCode="yyyy/mm/dd">
                  <c:v>45422</c:v>
                </c:pt>
                <c:pt idx="1785" c:formatCode="yyyy/mm/dd">
                  <c:v>45425</c:v>
                </c:pt>
                <c:pt idx="1786" c:formatCode="yyyy/mm/dd">
                  <c:v>45426</c:v>
                </c:pt>
                <c:pt idx="1787" c:formatCode="yyyy/mm/dd">
                  <c:v>45427</c:v>
                </c:pt>
                <c:pt idx="1788" c:formatCode="yyyy/mm/dd">
                  <c:v>45428</c:v>
                </c:pt>
                <c:pt idx="1789" c:formatCode="yyyy/mm/dd">
                  <c:v>45429</c:v>
                </c:pt>
                <c:pt idx="1790" c:formatCode="yyyy/mm/dd">
                  <c:v>45432</c:v>
                </c:pt>
                <c:pt idx="1791" c:formatCode="yyyy/mm/dd">
                  <c:v>45433</c:v>
                </c:pt>
                <c:pt idx="1792" c:formatCode="yyyy/mm/dd">
                  <c:v>45434</c:v>
                </c:pt>
                <c:pt idx="1793" c:formatCode="yyyy/mm/dd">
                  <c:v>45435</c:v>
                </c:pt>
                <c:pt idx="1794" c:formatCode="yyyy/mm/dd">
                  <c:v>45436</c:v>
                </c:pt>
                <c:pt idx="1795" c:formatCode="yyyy/mm/dd">
                  <c:v>45439</c:v>
                </c:pt>
                <c:pt idx="1796" c:formatCode="yyyy/mm/dd">
                  <c:v>45440</c:v>
                </c:pt>
                <c:pt idx="1797" c:formatCode="yyyy/mm/dd">
                  <c:v>45441</c:v>
                </c:pt>
                <c:pt idx="1798" c:formatCode="yyyy/mm/dd">
                  <c:v>45442</c:v>
                </c:pt>
                <c:pt idx="1799" c:formatCode="yyyy/mm/dd">
                  <c:v>45443</c:v>
                </c:pt>
                <c:pt idx="1800" c:formatCode="yyyy/mm/dd">
                  <c:v>45446</c:v>
                </c:pt>
                <c:pt idx="1801" c:formatCode="yyyy/mm/dd">
                  <c:v>45447</c:v>
                </c:pt>
                <c:pt idx="1802" c:formatCode="yyyy/mm/dd">
                  <c:v>45448</c:v>
                </c:pt>
                <c:pt idx="1803" c:formatCode="yyyy/mm/dd">
                  <c:v>45449</c:v>
                </c:pt>
                <c:pt idx="1804" c:formatCode="yyyy/mm/dd">
                  <c:v>45450</c:v>
                </c:pt>
                <c:pt idx="1805" c:formatCode="yyyy/mm/dd">
                  <c:v>45454</c:v>
                </c:pt>
                <c:pt idx="1806" c:formatCode="yyyy/mm/dd">
                  <c:v>45455</c:v>
                </c:pt>
                <c:pt idx="1807" c:formatCode="yyyy/mm/dd">
                  <c:v>45456</c:v>
                </c:pt>
                <c:pt idx="1808" c:formatCode="yyyy/mm/dd">
                  <c:v>45457</c:v>
                </c:pt>
                <c:pt idx="1809" c:formatCode="yyyy/mm/dd">
                  <c:v>45460</c:v>
                </c:pt>
                <c:pt idx="1810" c:formatCode="yyyy/mm/dd">
                  <c:v>45461</c:v>
                </c:pt>
                <c:pt idx="1811" c:formatCode="yyyy/mm/dd">
                  <c:v>45462</c:v>
                </c:pt>
                <c:pt idx="1812" c:formatCode="yyyy/mm/dd">
                  <c:v>45463</c:v>
                </c:pt>
                <c:pt idx="1813" c:formatCode="yyyy/mm/dd">
                  <c:v>45464</c:v>
                </c:pt>
                <c:pt idx="1814" c:formatCode="yyyy/mm/dd">
                  <c:v>45467</c:v>
                </c:pt>
                <c:pt idx="1815" c:formatCode="yyyy/mm/dd">
                  <c:v>45468</c:v>
                </c:pt>
                <c:pt idx="1816" c:formatCode="yyyy/mm/dd">
                  <c:v>45469</c:v>
                </c:pt>
                <c:pt idx="1817" c:formatCode="yyyy/mm/dd">
                  <c:v>45470</c:v>
                </c:pt>
                <c:pt idx="1818" c:formatCode="yyyy/mm/dd">
                  <c:v>45471</c:v>
                </c:pt>
                <c:pt idx="1819" c:formatCode="yyyy/mm/dd">
                  <c:v>45474</c:v>
                </c:pt>
                <c:pt idx="1820" c:formatCode="yyyy/mm/dd">
                  <c:v>45475</c:v>
                </c:pt>
                <c:pt idx="1821" c:formatCode="yyyy/mm/dd">
                  <c:v>45476</c:v>
                </c:pt>
                <c:pt idx="1822" c:formatCode="yyyy/mm/dd">
                  <c:v>45477</c:v>
                </c:pt>
                <c:pt idx="1823" c:formatCode="yyyy/mm/dd">
                  <c:v>45478</c:v>
                </c:pt>
                <c:pt idx="1824" c:formatCode="yyyy/mm/dd">
                  <c:v>45481</c:v>
                </c:pt>
                <c:pt idx="1825" c:formatCode="yyyy/mm/dd">
                  <c:v>45482</c:v>
                </c:pt>
                <c:pt idx="1826" c:formatCode="yyyy/mm/dd">
                  <c:v>45483</c:v>
                </c:pt>
                <c:pt idx="1827" c:formatCode="yyyy/mm/dd">
                  <c:v>45484</c:v>
                </c:pt>
                <c:pt idx="1828" c:formatCode="yyyy/mm/dd">
                  <c:v>45485</c:v>
                </c:pt>
                <c:pt idx="1829" c:formatCode="yyyy/mm/dd">
                  <c:v>45488</c:v>
                </c:pt>
                <c:pt idx="1830" c:formatCode="yyyy/mm/dd">
                  <c:v>45489</c:v>
                </c:pt>
                <c:pt idx="1831" c:formatCode="yyyy/mm/dd">
                  <c:v>45490</c:v>
                </c:pt>
                <c:pt idx="1832" c:formatCode="yyyy/mm/dd">
                  <c:v>45491</c:v>
                </c:pt>
                <c:pt idx="1833" c:formatCode="yyyy/mm/dd">
                  <c:v>45492</c:v>
                </c:pt>
                <c:pt idx="1834" c:formatCode="yyyy/mm/dd">
                  <c:v>45495</c:v>
                </c:pt>
                <c:pt idx="1835" c:formatCode="yyyy/mm/dd">
                  <c:v>45496</c:v>
                </c:pt>
                <c:pt idx="1836" c:formatCode="yyyy/mm/dd">
                  <c:v>45497</c:v>
                </c:pt>
                <c:pt idx="1837" c:formatCode="yyyy/mm/dd">
                  <c:v>45498</c:v>
                </c:pt>
                <c:pt idx="1838" c:formatCode="yyyy/mm/dd">
                  <c:v>45499</c:v>
                </c:pt>
                <c:pt idx="1839" c:formatCode="yyyy/mm/dd">
                  <c:v>45502</c:v>
                </c:pt>
                <c:pt idx="1840" c:formatCode="yyyy/mm/dd">
                  <c:v>45503</c:v>
                </c:pt>
                <c:pt idx="1841" c:formatCode="yyyy/mm/dd">
                  <c:v>45504</c:v>
                </c:pt>
                <c:pt idx="1842" c:formatCode="yyyy/mm/dd">
                  <c:v>45505</c:v>
                </c:pt>
                <c:pt idx="1843" c:formatCode="yyyy/mm/dd">
                  <c:v>45506</c:v>
                </c:pt>
                <c:pt idx="1844" c:formatCode="yyyy/mm/dd">
                  <c:v>45509</c:v>
                </c:pt>
                <c:pt idx="1845" c:formatCode="yyyy/mm/dd">
                  <c:v>45510</c:v>
                </c:pt>
                <c:pt idx="1846" c:formatCode="yyyy/mm/dd">
                  <c:v>45511</c:v>
                </c:pt>
                <c:pt idx="1847" c:formatCode="yyyy/mm/dd">
                  <c:v>45512</c:v>
                </c:pt>
                <c:pt idx="1848" c:formatCode="yyyy/mm/dd">
                  <c:v>45513</c:v>
                </c:pt>
                <c:pt idx="1849" c:formatCode="yyyy/mm/dd">
                  <c:v>45516</c:v>
                </c:pt>
                <c:pt idx="1850" c:formatCode="yyyy/mm/dd">
                  <c:v>45517</c:v>
                </c:pt>
                <c:pt idx="1851" c:formatCode="yyyy/mm/dd">
                  <c:v>45518</c:v>
                </c:pt>
                <c:pt idx="1852" c:formatCode="yyyy/mm/dd">
                  <c:v>45519</c:v>
                </c:pt>
                <c:pt idx="1853" c:formatCode="yyyy/mm/dd">
                  <c:v>45520</c:v>
                </c:pt>
                <c:pt idx="1854" c:formatCode="yyyy/mm/dd">
                  <c:v>45523</c:v>
                </c:pt>
                <c:pt idx="1855" c:formatCode="yyyy/mm/dd">
                  <c:v>45524</c:v>
                </c:pt>
                <c:pt idx="1856" c:formatCode="yyyy/mm/dd">
                  <c:v>45525</c:v>
                </c:pt>
                <c:pt idx="1857" c:formatCode="yyyy/mm/dd">
                  <c:v>45526</c:v>
                </c:pt>
                <c:pt idx="1858" c:formatCode="yyyy/mm/dd">
                  <c:v>45527</c:v>
                </c:pt>
                <c:pt idx="1859" c:formatCode="yyyy/mm/dd">
                  <c:v>45530</c:v>
                </c:pt>
                <c:pt idx="1860" c:formatCode="yyyy/mm/dd">
                  <c:v>45531</c:v>
                </c:pt>
                <c:pt idx="1861" c:formatCode="yyyy/mm/dd">
                  <c:v>45532</c:v>
                </c:pt>
                <c:pt idx="1862" c:formatCode="yyyy/mm/dd">
                  <c:v>45533</c:v>
                </c:pt>
                <c:pt idx="1863" c:formatCode="yyyy/mm/dd">
                  <c:v>45534</c:v>
                </c:pt>
                <c:pt idx="1864" c:formatCode="yyyy/mm/dd">
                  <c:v>45537</c:v>
                </c:pt>
                <c:pt idx="1865" c:formatCode="yyyy/mm/dd">
                  <c:v>45538</c:v>
                </c:pt>
                <c:pt idx="1866" c:formatCode="yyyy/mm/dd">
                  <c:v>45539</c:v>
                </c:pt>
                <c:pt idx="1867" c:formatCode="yyyy/mm/dd">
                  <c:v>45540</c:v>
                </c:pt>
                <c:pt idx="1868" c:formatCode="yyyy/mm/dd">
                  <c:v>45541</c:v>
                </c:pt>
                <c:pt idx="1869" c:formatCode="yyyy/mm/dd">
                  <c:v>45544</c:v>
                </c:pt>
                <c:pt idx="1870" c:formatCode="yyyy/mm/dd">
                  <c:v>45545</c:v>
                </c:pt>
                <c:pt idx="1871" c:formatCode="yyyy/mm/dd">
                  <c:v>45546</c:v>
                </c:pt>
                <c:pt idx="1872" c:formatCode="yyyy/mm/dd">
                  <c:v>45547</c:v>
                </c:pt>
                <c:pt idx="1873" c:formatCode="yyyy/mm/dd">
                  <c:v>45548</c:v>
                </c:pt>
                <c:pt idx="1874" c:formatCode="yyyy/mm/dd">
                  <c:v>45553</c:v>
                </c:pt>
                <c:pt idx="1875" c:formatCode="yyyy/mm/dd">
                  <c:v>45554</c:v>
                </c:pt>
                <c:pt idx="1876" c:formatCode="yyyy/mm/dd">
                  <c:v>45555</c:v>
                </c:pt>
                <c:pt idx="1877" c:formatCode="yyyy/mm/dd">
                  <c:v>45558</c:v>
                </c:pt>
                <c:pt idx="1878" c:formatCode="yyyy/mm/dd">
                  <c:v>45559</c:v>
                </c:pt>
                <c:pt idx="1879" c:formatCode="yyyy/mm/dd">
                  <c:v>45560</c:v>
                </c:pt>
                <c:pt idx="1880" c:formatCode="yyyy/mm/dd">
                  <c:v>45561</c:v>
                </c:pt>
                <c:pt idx="1881" c:formatCode="yyyy/mm/dd">
                  <c:v>45562</c:v>
                </c:pt>
                <c:pt idx="1882" c:formatCode="yyyy/mm/dd">
                  <c:v>45565</c:v>
                </c:pt>
                <c:pt idx="1883" c:formatCode="yyyy/mm/dd">
                  <c:v>45573</c:v>
                </c:pt>
                <c:pt idx="1884" c:formatCode="yyyy/mm/dd">
                  <c:v>45574</c:v>
                </c:pt>
                <c:pt idx="1885" c:formatCode="yyyy/mm/dd">
                  <c:v>45575</c:v>
                </c:pt>
                <c:pt idx="1886" c:formatCode="yyyy/mm/dd">
                  <c:v>45576</c:v>
                </c:pt>
                <c:pt idx="1887" c:formatCode="yyyy/mm/dd">
                  <c:v>45579</c:v>
                </c:pt>
                <c:pt idx="1888" c:formatCode="yyyy/mm/dd">
                  <c:v>45580</c:v>
                </c:pt>
                <c:pt idx="1889" c:formatCode="yyyy/mm/dd">
                  <c:v>45581</c:v>
                </c:pt>
                <c:pt idx="1890" c:formatCode="yyyy/mm/dd">
                  <c:v>45582</c:v>
                </c:pt>
                <c:pt idx="1891" c:formatCode="yyyy/mm/dd">
                  <c:v>45583</c:v>
                </c:pt>
                <c:pt idx="1892" c:formatCode="yyyy/mm/dd">
                  <c:v>45586</c:v>
                </c:pt>
                <c:pt idx="1893" c:formatCode="yyyy/mm/dd">
                  <c:v>45587</c:v>
                </c:pt>
                <c:pt idx="1894" c:formatCode="yyyy/mm/dd">
                  <c:v>45588</c:v>
                </c:pt>
                <c:pt idx="1895" c:formatCode="yyyy/mm/dd">
                  <c:v>45589</c:v>
                </c:pt>
                <c:pt idx="1896" c:formatCode="yyyy/mm/dd">
                  <c:v>45590</c:v>
                </c:pt>
                <c:pt idx="1897" c:formatCode="yyyy/mm/dd">
                  <c:v>45593</c:v>
                </c:pt>
                <c:pt idx="1898" c:formatCode="yyyy/mm/dd">
                  <c:v>45594</c:v>
                </c:pt>
                <c:pt idx="1899" c:formatCode="yyyy/mm/dd">
                  <c:v>45595</c:v>
                </c:pt>
                <c:pt idx="1900" c:formatCode="yyyy/mm/dd">
                  <c:v>45596</c:v>
                </c:pt>
                <c:pt idx="1901" c:formatCode="yyyy/mm/dd">
                  <c:v>45597</c:v>
                </c:pt>
                <c:pt idx="1902" c:formatCode="yyyy/mm/dd">
                  <c:v>45600</c:v>
                </c:pt>
                <c:pt idx="1903" c:formatCode="yyyy/mm/dd">
                  <c:v>45601</c:v>
                </c:pt>
                <c:pt idx="1904" c:formatCode="yyyy/mm/dd">
                  <c:v>45602</c:v>
                </c:pt>
                <c:pt idx="1905" c:formatCode="yyyy/mm/dd">
                  <c:v>45603</c:v>
                </c:pt>
                <c:pt idx="1906" c:formatCode="yyyy/mm/dd">
                  <c:v>45604</c:v>
                </c:pt>
                <c:pt idx="1907" c:formatCode="yyyy/mm/dd">
                  <c:v>45607</c:v>
                </c:pt>
                <c:pt idx="1908" c:formatCode="yyyy/mm/dd">
                  <c:v>45608</c:v>
                </c:pt>
                <c:pt idx="1909" c:formatCode="yyyy/mm/dd">
                  <c:v>45609</c:v>
                </c:pt>
                <c:pt idx="1910" c:formatCode="yyyy/mm/dd">
                  <c:v>45610</c:v>
                </c:pt>
                <c:pt idx="1911" c:formatCode="yyyy/mm/dd">
                  <c:v>45611</c:v>
                </c:pt>
                <c:pt idx="1912" c:formatCode="yyyy/mm/dd">
                  <c:v>45614</c:v>
                </c:pt>
                <c:pt idx="1913" c:formatCode="yyyy/mm/dd">
                  <c:v>45615</c:v>
                </c:pt>
                <c:pt idx="1914" c:formatCode="yyyy/mm/dd">
                  <c:v>45616</c:v>
                </c:pt>
                <c:pt idx="1915" c:formatCode="yyyy/mm/dd">
                  <c:v>45617</c:v>
                </c:pt>
                <c:pt idx="1916" c:formatCode="yyyy/mm/dd">
                  <c:v>45618</c:v>
                </c:pt>
                <c:pt idx="1917" c:formatCode="yyyy/mm/dd">
                  <c:v>45621</c:v>
                </c:pt>
                <c:pt idx="1918" c:formatCode="yyyy/mm/dd">
                  <c:v>45622</c:v>
                </c:pt>
                <c:pt idx="1919" c:formatCode="yyyy/mm/dd">
                  <c:v>45623</c:v>
                </c:pt>
                <c:pt idx="1920" c:formatCode="yyyy/mm/dd">
                  <c:v>45624</c:v>
                </c:pt>
                <c:pt idx="1921" c:formatCode="yyyy/mm/dd">
                  <c:v>45625</c:v>
                </c:pt>
                <c:pt idx="1922" c:formatCode="yyyy/mm/dd">
                  <c:v>45628</c:v>
                </c:pt>
                <c:pt idx="1923" c:formatCode="yyyy/mm/dd">
                  <c:v>45629</c:v>
                </c:pt>
                <c:pt idx="1924" c:formatCode="yyyy/mm/dd">
                  <c:v>45630</c:v>
                </c:pt>
                <c:pt idx="1925" c:formatCode="yyyy/mm/dd">
                  <c:v>45631</c:v>
                </c:pt>
                <c:pt idx="1926" c:formatCode="yyyy/mm/dd">
                  <c:v>45632</c:v>
                </c:pt>
                <c:pt idx="1927" c:formatCode="yyyy/mm/dd">
                  <c:v>45635</c:v>
                </c:pt>
                <c:pt idx="1928" c:formatCode="yyyy/mm/dd">
                  <c:v>45636</c:v>
                </c:pt>
                <c:pt idx="1929" c:formatCode="yyyy/mm/dd">
                  <c:v>45637</c:v>
                </c:pt>
                <c:pt idx="1930" c:formatCode="yyyy/mm/dd">
                  <c:v>45638</c:v>
                </c:pt>
                <c:pt idx="1931" c:formatCode="yyyy/mm/dd">
                  <c:v>45639</c:v>
                </c:pt>
                <c:pt idx="1932" c:formatCode="yyyy/mm/dd">
                  <c:v>45642</c:v>
                </c:pt>
                <c:pt idx="1933" c:formatCode="yyyy/mm/dd">
                  <c:v>45643</c:v>
                </c:pt>
                <c:pt idx="1934" c:formatCode="yyyy/mm/dd">
                  <c:v>45644</c:v>
                </c:pt>
                <c:pt idx="1935" c:formatCode="yyyy/mm/dd">
                  <c:v>45645</c:v>
                </c:pt>
                <c:pt idx="1936" c:formatCode="yyyy/mm/dd">
                  <c:v>45646</c:v>
                </c:pt>
                <c:pt idx="1937" c:formatCode="yyyy/mm/dd">
                  <c:v>45649</c:v>
                </c:pt>
                <c:pt idx="1938" c:formatCode="yyyy/mm/dd">
                  <c:v>45650</c:v>
                </c:pt>
                <c:pt idx="1939" c:formatCode="yyyy/mm/dd">
                  <c:v>45651</c:v>
                </c:pt>
                <c:pt idx="1940" c:formatCode="yyyy/mm/dd">
                  <c:v>45652</c:v>
                </c:pt>
                <c:pt idx="1941" c:formatCode="yyyy/mm/dd">
                  <c:v>45653</c:v>
                </c:pt>
                <c:pt idx="1942" c:formatCode="yyyy/mm/dd">
                  <c:v>45656</c:v>
                </c:pt>
                <c:pt idx="1943" c:formatCode="yyyy/mm/dd">
                  <c:v>45657</c:v>
                </c:pt>
                <c:pt idx="1944" c:formatCode="yyyy/mm/dd">
                  <c:v>45659</c:v>
                </c:pt>
                <c:pt idx="1945" c:formatCode="yyyy/mm/dd">
                  <c:v>45660</c:v>
                </c:pt>
                <c:pt idx="1946" c:formatCode="yyyy/mm/dd">
                  <c:v>45663</c:v>
                </c:pt>
                <c:pt idx="1947" c:formatCode="yyyy/mm/dd">
                  <c:v>45664</c:v>
                </c:pt>
                <c:pt idx="1948" c:formatCode="yyyy/mm/dd">
                  <c:v>45665</c:v>
                </c:pt>
                <c:pt idx="1949" c:formatCode="yyyy/mm/dd">
                  <c:v>45666</c:v>
                </c:pt>
                <c:pt idx="1950" c:formatCode="yyyy/mm/dd">
                  <c:v>45667</c:v>
                </c:pt>
                <c:pt idx="1951" c:formatCode="yyyy/mm/dd">
                  <c:v>45670</c:v>
                </c:pt>
                <c:pt idx="1952" c:formatCode="yyyy/mm/dd">
                  <c:v>45671</c:v>
                </c:pt>
                <c:pt idx="1953" c:formatCode="yyyy/mm/dd">
                  <c:v>45672</c:v>
                </c:pt>
                <c:pt idx="1954" c:formatCode="yyyy/mm/dd">
                  <c:v>45673</c:v>
                </c:pt>
                <c:pt idx="1955" c:formatCode="yyyy/mm/dd">
                  <c:v>45674</c:v>
                </c:pt>
                <c:pt idx="1956" c:formatCode="yyyy/mm/dd">
                  <c:v>45677</c:v>
                </c:pt>
                <c:pt idx="1957" c:formatCode="yyyy/mm/dd">
                  <c:v>45678</c:v>
                </c:pt>
                <c:pt idx="1958" c:formatCode="yyyy/mm/dd">
                  <c:v>45679</c:v>
                </c:pt>
                <c:pt idx="1959" c:formatCode="yyyy/mm/dd">
                  <c:v>45680</c:v>
                </c:pt>
                <c:pt idx="1960" c:formatCode="yyyy/mm/dd">
                  <c:v>45681</c:v>
                </c:pt>
                <c:pt idx="1961" c:formatCode="yyyy/mm/dd">
                  <c:v>45684</c:v>
                </c:pt>
                <c:pt idx="1962" c:formatCode="yyyy/mm/dd">
                  <c:v>45693</c:v>
                </c:pt>
                <c:pt idx="1963" c:formatCode="yyyy/mm/dd">
                  <c:v>45694</c:v>
                </c:pt>
                <c:pt idx="1964" c:formatCode="yyyy/mm/dd">
                  <c:v>45695</c:v>
                </c:pt>
                <c:pt idx="1965" c:formatCode="yyyy/mm/dd">
                  <c:v>45698</c:v>
                </c:pt>
                <c:pt idx="1966" c:formatCode="yyyy/mm/dd">
                  <c:v>45699</c:v>
                </c:pt>
                <c:pt idx="1967" c:formatCode="yyyy/mm/dd">
                  <c:v>45700</c:v>
                </c:pt>
                <c:pt idx="1968" c:formatCode="yyyy/mm/dd">
                  <c:v>45701</c:v>
                </c:pt>
                <c:pt idx="1969" c:formatCode="yyyy/mm/dd">
                  <c:v>45702</c:v>
                </c:pt>
                <c:pt idx="1970" c:formatCode="yyyy/mm/dd">
                  <c:v>45705</c:v>
                </c:pt>
                <c:pt idx="1971" c:formatCode="yyyy/mm/dd">
                  <c:v>45706</c:v>
                </c:pt>
                <c:pt idx="1972" c:formatCode="yyyy/mm/dd">
                  <c:v>45707</c:v>
                </c:pt>
                <c:pt idx="1973" c:formatCode="yyyy/mm/dd">
                  <c:v>45708</c:v>
                </c:pt>
                <c:pt idx="1974" c:formatCode="yyyy/mm/dd">
                  <c:v>45709</c:v>
                </c:pt>
                <c:pt idx="1975" c:formatCode="yyyy/mm/dd">
                  <c:v>45712</c:v>
                </c:pt>
                <c:pt idx="1976" c:formatCode="yyyy/mm/dd">
                  <c:v>45713</c:v>
                </c:pt>
                <c:pt idx="1977" c:formatCode="yyyy/mm/dd">
                  <c:v>45714</c:v>
                </c:pt>
                <c:pt idx="1978" c:formatCode="yyyy/mm/dd">
                  <c:v>45715</c:v>
                </c:pt>
                <c:pt idx="1979" c:formatCode="yyyy/mm/dd">
                  <c:v>45716</c:v>
                </c:pt>
                <c:pt idx="1980" c:formatCode="yyyy/mm/dd">
                  <c:v>45719</c:v>
                </c:pt>
                <c:pt idx="1981" c:formatCode="yyyy/mm/dd">
                  <c:v>45720</c:v>
                </c:pt>
                <c:pt idx="1982" c:formatCode="yyyy/mm/dd">
                  <c:v>45721</c:v>
                </c:pt>
                <c:pt idx="1983" c:formatCode="yyyy/mm/dd">
                  <c:v>45722</c:v>
                </c:pt>
                <c:pt idx="1984" c:formatCode="yyyy/mm/dd">
                  <c:v>45723</c:v>
                </c:pt>
                <c:pt idx="1985" c:formatCode="yyyy/mm/dd">
                  <c:v>45726</c:v>
                </c:pt>
                <c:pt idx="1986" c:formatCode="yyyy/mm/dd">
                  <c:v>45727</c:v>
                </c:pt>
                <c:pt idx="1987" c:formatCode="yyyy/mm/dd">
                  <c:v>45728</c:v>
                </c:pt>
                <c:pt idx="1988" c:formatCode="yyyy/mm/dd">
                  <c:v>45729</c:v>
                </c:pt>
                <c:pt idx="1989" c:formatCode="yyyy/mm/dd">
                  <c:v>45730</c:v>
                </c:pt>
                <c:pt idx="1990" c:formatCode="yyyy/mm/dd">
                  <c:v>45733</c:v>
                </c:pt>
                <c:pt idx="1991" c:formatCode="yyyy/mm/dd">
                  <c:v>45734</c:v>
                </c:pt>
                <c:pt idx="1992" c:formatCode="yyyy/mm/dd">
                  <c:v>45735</c:v>
                </c:pt>
                <c:pt idx="1993" c:formatCode="yyyy/mm/dd">
                  <c:v>45736</c:v>
                </c:pt>
                <c:pt idx="1994" c:formatCode="yyyy/mm/dd">
                  <c:v>45737</c:v>
                </c:pt>
                <c:pt idx="1995" c:formatCode="yyyy/mm/dd">
                  <c:v>45740</c:v>
                </c:pt>
                <c:pt idx="1996" c:formatCode="yyyy/mm/dd">
                  <c:v>45741</c:v>
                </c:pt>
                <c:pt idx="1997" c:formatCode="yyyy/mm/dd">
                  <c:v>45742</c:v>
                </c:pt>
                <c:pt idx="1998" c:formatCode="yyyy/mm/dd">
                  <c:v>45743</c:v>
                </c:pt>
                <c:pt idx="1999" c:formatCode="yyyy/mm/dd">
                  <c:v>45744</c:v>
                </c:pt>
                <c:pt idx="2000" c:formatCode="yyyy/mm/dd">
                  <c:v>45747</c:v>
                </c:pt>
                <c:pt idx="2001" c:formatCode="yyyy/mm/dd">
                  <c:v>45748</c:v>
                </c:pt>
                <c:pt idx="2002" c:formatCode="yyyy/mm/dd">
                  <c:v>45749</c:v>
                </c:pt>
                <c:pt idx="2003" c:formatCode="yyyy/mm/dd">
                  <c:v>45750</c:v>
                </c:pt>
                <c:pt idx="2004" c:formatCode="yyyy/mm/dd">
                  <c:v>45754</c:v>
                </c:pt>
                <c:pt idx="2005" c:formatCode="yyyy/mm/dd">
                  <c:v>45755</c:v>
                </c:pt>
                <c:pt idx="2006" c:formatCode="yyyy/mm/dd">
                  <c:v>45756</c:v>
                </c:pt>
                <c:pt idx="2007" c:formatCode="yyyy/mm/dd">
                  <c:v>45757</c:v>
                </c:pt>
                <c:pt idx="2008" c:formatCode="yyyy/mm/dd">
                  <c:v>45758</c:v>
                </c:pt>
                <c:pt idx="2009" c:formatCode="yyyy/mm/dd">
                  <c:v>45761</c:v>
                </c:pt>
                <c:pt idx="2010" c:formatCode="yyyy/mm/dd">
                  <c:v>45762</c:v>
                </c:pt>
                <c:pt idx="2011" c:formatCode="yyyy/mm/dd">
                  <c:v>45763</c:v>
                </c:pt>
                <c:pt idx="2012" c:formatCode="yyyy/mm/dd">
                  <c:v>45764</c:v>
                </c:pt>
                <c:pt idx="2013" c:formatCode="yyyy/mm/dd">
                  <c:v>45765</c:v>
                </c:pt>
                <c:pt idx="2014" c:formatCode="yyyy/mm/dd">
                  <c:v>45768</c:v>
                </c:pt>
                <c:pt idx="2015" c:formatCode="yyyy/mm/dd">
                  <c:v>45769</c:v>
                </c:pt>
                <c:pt idx="2016" c:formatCode="yyyy/mm/dd">
                  <c:v>45770</c:v>
                </c:pt>
                <c:pt idx="2017" c:formatCode="yyyy/mm/dd">
                  <c:v>45771</c:v>
                </c:pt>
                <c:pt idx="2018" c:formatCode="yyyy/mm/dd">
                  <c:v>45772</c:v>
                </c:pt>
                <c:pt idx="2019" c:formatCode="yyyy/mm/dd">
                  <c:v>45775</c:v>
                </c:pt>
                <c:pt idx="2020" c:formatCode="yyyy/mm/dd">
                  <c:v>45776</c:v>
                </c:pt>
                <c:pt idx="2021" c:formatCode="yyyy/mm/dd">
                  <c:v>45777</c:v>
                </c:pt>
                <c:pt idx="2022" c:formatCode="yyyy/mm/dd">
                  <c:v>45783</c:v>
                </c:pt>
                <c:pt idx="2023" c:formatCode="yyyy/mm/dd">
                  <c:v>45784</c:v>
                </c:pt>
                <c:pt idx="2024" c:formatCode="yyyy/mm/dd">
                  <c:v>45785</c:v>
                </c:pt>
                <c:pt idx="2025" c:formatCode="yyyy/mm/dd">
                  <c:v>45786</c:v>
                </c:pt>
                <c:pt idx="2026" c:formatCode="yyyy/mm/dd">
                  <c:v>45789</c:v>
                </c:pt>
                <c:pt idx="2027" c:formatCode="yyyy/mm/dd">
                  <c:v>45790</c:v>
                </c:pt>
                <c:pt idx="2028" c:formatCode="yyyy/mm/dd">
                  <c:v>45791</c:v>
                </c:pt>
                <c:pt idx="2029" c:formatCode="yyyy/mm/dd">
                  <c:v>45792</c:v>
                </c:pt>
                <c:pt idx="2030" c:formatCode="yyyy/mm/dd">
                  <c:v>45793</c:v>
                </c:pt>
                <c:pt idx="2031" c:formatCode="yyyy/mm/dd">
                  <c:v>45796</c:v>
                </c:pt>
                <c:pt idx="2032" c:formatCode="yyyy/mm/dd">
                  <c:v>45797</c:v>
                </c:pt>
                <c:pt idx="2033" c:formatCode="yyyy/mm/dd">
                  <c:v>45798</c:v>
                </c:pt>
                <c:pt idx="2034" c:formatCode="yyyy/mm/dd">
                  <c:v>45799</c:v>
                </c:pt>
                <c:pt idx="2035" c:formatCode="yyyy/mm/dd">
                  <c:v>45800</c:v>
                </c:pt>
                <c:pt idx="2036" c:formatCode="yyyy/mm/dd">
                  <c:v>45803</c:v>
                </c:pt>
                <c:pt idx="2037" c:formatCode="yyyy/mm/dd">
                  <c:v>45804</c:v>
                </c:pt>
                <c:pt idx="2038" c:formatCode="yyyy/mm/dd">
                  <c:v>45805</c:v>
                </c:pt>
                <c:pt idx="2039" c:formatCode="yyyy/mm/dd">
                  <c:v>45806</c:v>
                </c:pt>
                <c:pt idx="2040" c:formatCode="yyyy/mm/dd">
                  <c:v>45807</c:v>
                </c:pt>
                <c:pt idx="2041" c:formatCode="yyyy/mm/dd">
                  <c:v>45811</c:v>
                </c:pt>
                <c:pt idx="2042" c:formatCode="yyyy/mm/dd">
                  <c:v>45812</c:v>
                </c:pt>
                <c:pt idx="2043" c:formatCode="yyyy/mm/dd">
                  <c:v>45813</c:v>
                </c:pt>
                <c:pt idx="2044" c:formatCode="yyyy/mm/dd">
                  <c:v>45814</c:v>
                </c:pt>
                <c:pt idx="2045" c:formatCode="yyyy/mm/dd">
                  <c:v>45817</c:v>
                </c:pt>
                <c:pt idx="2046" c:formatCode="yyyy/mm/dd">
                  <c:v>45818</c:v>
                </c:pt>
                <c:pt idx="2047" c:formatCode="yyyy/mm/dd">
                  <c:v>45819</c:v>
                </c:pt>
                <c:pt idx="2048" c:formatCode="yyyy/mm/dd">
                  <c:v>45820</c:v>
                </c:pt>
                <c:pt idx="2049" c:formatCode="yyyy/mm/dd">
                  <c:v>45821</c:v>
                </c:pt>
                <c:pt idx="2050" c:formatCode="yyyy/mm/dd">
                  <c:v>45824</c:v>
                </c:pt>
                <c:pt idx="2051" c:formatCode="yyyy/mm/dd">
                  <c:v>45825</c:v>
                </c:pt>
                <c:pt idx="2052" c:formatCode="yyyy/mm/dd">
                  <c:v>45826</c:v>
                </c:pt>
                <c:pt idx="2053" c:formatCode="yyyy/mm/dd">
                  <c:v>45827</c:v>
                </c:pt>
                <c:pt idx="2054" c:formatCode="yyyy/mm/dd">
                  <c:v>45828</c:v>
                </c:pt>
                <c:pt idx="2055" c:formatCode="yyyy/mm/dd">
                  <c:v>45831</c:v>
                </c:pt>
                <c:pt idx="2056" c:formatCode="yyyy/mm/dd">
                  <c:v>45832</c:v>
                </c:pt>
                <c:pt idx="2057" c:formatCode="yyyy/mm/dd">
                  <c:v>45833</c:v>
                </c:pt>
                <c:pt idx="2058" c:formatCode="yyyy/mm/dd">
                  <c:v>45834</c:v>
                </c:pt>
                <c:pt idx="2059" c:formatCode="yyyy/mm/dd">
                  <c:v>45835</c:v>
                </c:pt>
                <c:pt idx="2060" c:formatCode="yyyy/mm/dd">
                  <c:v>45838</c:v>
                </c:pt>
                <c:pt idx="2061" c:formatCode="yyyy/mm/dd">
                  <c:v>45839</c:v>
                </c:pt>
                <c:pt idx="2062" c:formatCode="yyyy/mm/dd">
                  <c:v>45840</c:v>
                </c:pt>
                <c:pt idx="2063" c:formatCode="yyyy/mm/dd">
                  <c:v>45841</c:v>
                </c:pt>
                <c:pt idx="2064" c:formatCode="yyyy/mm/dd">
                  <c:v>45842</c:v>
                </c:pt>
                <c:pt idx="2065" c:formatCode="yyyy/mm/dd">
                  <c:v>45845</c:v>
                </c:pt>
                <c:pt idx="2066" c:formatCode="yyyy/mm/dd">
                  <c:v>45846</c:v>
                </c:pt>
                <c:pt idx="2067" c:formatCode="yyyy/mm/dd">
                  <c:v>45847</c:v>
                </c:pt>
                <c:pt idx="2068" c:formatCode="yyyy/mm/dd">
                  <c:v>45848</c:v>
                </c:pt>
                <c:pt idx="2069" c:formatCode="yyyy/mm/dd">
                  <c:v>45849</c:v>
                </c:pt>
                <c:pt idx="2070" c:formatCode="yyyy/mm/dd">
                  <c:v>45852</c:v>
                </c:pt>
                <c:pt idx="2071" c:formatCode="yyyy/mm/dd">
                  <c:v>45853</c:v>
                </c:pt>
                <c:pt idx="2072" c:formatCode="yyyy/mm/dd">
                  <c:v>45854</c:v>
                </c:pt>
                <c:pt idx="2073" c:formatCode="yyyy/mm/dd">
                  <c:v>45855</c:v>
                </c:pt>
                <c:pt idx="2074" c:formatCode="yyyy/mm/dd">
                  <c:v>45856</c:v>
                </c:pt>
                <c:pt idx="2075" c:formatCode="yyyy/mm/dd">
                  <c:v>45859</c:v>
                </c:pt>
                <c:pt idx="2076" c:formatCode="yyyy/mm/dd">
                  <c:v>45860</c:v>
                </c:pt>
                <c:pt idx="2077" c:formatCode="yyyy/mm/dd">
                  <c:v>45861</c:v>
                </c:pt>
                <c:pt idx="2078" c:formatCode="yyyy/mm/dd">
                  <c:v>45862</c:v>
                </c:pt>
                <c:pt idx="2079" c:formatCode="yyyy/mm/dd">
                  <c:v>45863</c:v>
                </c:pt>
                <c:pt idx="2080" c:formatCode="yyyy/mm/dd">
                  <c:v>45866</c:v>
                </c:pt>
                <c:pt idx="2081" c:formatCode="yyyy/mm/dd">
                  <c:v>45867</c:v>
                </c:pt>
                <c:pt idx="2082" c:formatCode="yyyy/mm/dd">
                  <c:v>45868</c:v>
                </c:pt>
                <c:pt idx="2083" c:formatCode="yyyy/mm/dd">
                  <c:v>45869</c:v>
                </c:pt>
              </c:numCache>
            </c:numRef>
          </c:cat>
          <c:val>
            <c:numRef>
              <c:f>基金组合净值!$D$2:$D$2189</c:f>
              <c:numCache>
                <c:formatCode>0.00%</c:formatCode>
                <c:ptCount val="2188"/>
                <c:pt idx="0">
                  <c:v>0</c:v>
                </c:pt>
                <c:pt idx="1">
                  <c:v>3.57761813729596e-6</c:v>
                </c:pt>
                <c:pt idx="2">
                  <c:v>0.00019047513466286</c:v>
                </c:pt>
                <c:pt idx="3">
                  <c:v>0.000415961837353374</c:v>
                </c:pt>
                <c:pt idx="4">
                  <c:v>0.00354526736723737</c:v>
                </c:pt>
                <c:pt idx="5">
                  <c:v>0.00435561869760859</c:v>
                </c:pt>
                <c:pt idx="6">
                  <c:v>0.00395857717599535</c:v>
                </c:pt>
                <c:pt idx="7">
                  <c:v>0.00361566261787249</c:v>
                </c:pt>
                <c:pt idx="8">
                  <c:v>0.00289371634514168</c:v>
                </c:pt>
                <c:pt idx="9">
                  <c:v>0.00304659635804316</c:v>
                </c:pt>
                <c:pt idx="10">
                  <c:v>0.00160779150621238</c:v>
                </c:pt>
                <c:pt idx="11">
                  <c:v>0.00153876131159503</c:v>
                </c:pt>
                <c:pt idx="12">
                  <c:v>0.000695936490744509</c:v>
                </c:pt>
                <c:pt idx="13">
                  <c:v>0.00186880009156953</c:v>
                </c:pt>
                <c:pt idx="14">
                  <c:v>0.00193328847867569</c:v>
                </c:pt>
                <c:pt idx="15">
                  <c:v>0.00129644745013158</c:v>
                </c:pt>
                <c:pt idx="16">
                  <c:v>0.00240561508910009</c:v>
                </c:pt>
                <c:pt idx="17">
                  <c:v>0.00173440434975058</c:v>
                </c:pt>
                <c:pt idx="18">
                  <c:v>0.000147439649655135</c:v>
                </c:pt>
                <c:pt idx="19">
                  <c:v>-0.000208524173996749</c:v>
                </c:pt>
                <c:pt idx="20">
                  <c:v>-0.00224006050999559</c:v>
                </c:pt>
                <c:pt idx="21">
                  <c:v>-0.00262247479968947</c:v>
                </c:pt>
                <c:pt idx="22">
                  <c:v>-0.00200314854812755</c:v>
                </c:pt>
                <c:pt idx="23">
                  <c:v>-0.00107258333952898</c:v>
                </c:pt>
                <c:pt idx="24">
                  <c:v>-0.00138664951763456</c:v>
                </c:pt>
                <c:pt idx="25">
                  <c:v>-0.0024456298330815</c:v>
                </c:pt>
                <c:pt idx="26">
                  <c:v>-0.00153573654205563</c:v>
                </c:pt>
                <c:pt idx="27">
                  <c:v>-0.0019360002615697</c:v>
                </c:pt>
                <c:pt idx="28">
                  <c:v>-0.00171440410098489</c:v>
                </c:pt>
                <c:pt idx="29">
                  <c:v>-0.00304122716960442</c:v>
                </c:pt>
                <c:pt idx="30">
                  <c:v>-0.00363552690977298</c:v>
                </c:pt>
                <c:pt idx="31">
                  <c:v>-0.00333631781031773</c:v>
                </c:pt>
                <c:pt idx="32">
                  <c:v>-0.00231154598771543</c:v>
                </c:pt>
                <c:pt idx="33">
                  <c:v>-0.00244447072995868</c:v>
                </c:pt>
                <c:pt idx="34">
                  <c:v>-0.00163967492127792</c:v>
                </c:pt>
                <c:pt idx="35">
                  <c:v>-0.0022504096800624</c:v>
                </c:pt>
                <c:pt idx="36">
                  <c:v>-0.00270990241336633</c:v>
                </c:pt>
                <c:pt idx="37">
                  <c:v>-0.00188580494984047</c:v>
                </c:pt>
                <c:pt idx="38">
                  <c:v>-0.00266346081676927</c:v>
                </c:pt>
                <c:pt idx="39">
                  <c:v>-0.00254692546296176</c:v>
                </c:pt>
                <c:pt idx="40">
                  <c:v>-0.00282918493310258</c:v>
                </c:pt>
                <c:pt idx="41">
                  <c:v>-0.001567431801482</c:v>
                </c:pt>
                <c:pt idx="42">
                  <c:v>-0.00178232900818087</c:v>
                </c:pt>
                <c:pt idx="43">
                  <c:v>-0.000673192494922814</c:v>
                </c:pt>
                <c:pt idx="44">
                  <c:v>-0.00024625333252426</c:v>
                </c:pt>
                <c:pt idx="45">
                  <c:v>-0.000105991470880529</c:v>
                </c:pt>
                <c:pt idx="46">
                  <c:v>-0.000391991102745015</c:v>
                </c:pt>
                <c:pt idx="47">
                  <c:v>-0.000222004285992172</c:v>
                </c:pt>
                <c:pt idx="48">
                  <c:v>0.000515760755532391</c:v>
                </c:pt>
                <c:pt idx="49">
                  <c:v>-0.000549678345731497</c:v>
                </c:pt>
                <c:pt idx="50">
                  <c:v>0.00139804780264896</c:v>
                </c:pt>
                <c:pt idx="51">
                  <c:v>0.00141070330368054</c:v>
                </c:pt>
                <c:pt idx="52">
                  <c:v>0.00114131452803723</c:v>
                </c:pt>
                <c:pt idx="53">
                  <c:v>0.000539792917934045</c:v>
                </c:pt>
                <c:pt idx="54">
                  <c:v>-0.000295022599549721</c:v>
                </c:pt>
                <c:pt idx="55">
                  <c:v>-0.00126981400198778</c:v>
                </c:pt>
                <c:pt idx="56">
                  <c:v>-0.00104715946696543</c:v>
                </c:pt>
                <c:pt idx="57">
                  <c:v>0.000488161194708736</c:v>
                </c:pt>
                <c:pt idx="58">
                  <c:v>-7.34585984102365e-5</c:v>
                </c:pt>
                <c:pt idx="59">
                  <c:v>-0.000470426191640616</c:v>
                </c:pt>
                <c:pt idx="60">
                  <c:v>-0.00122149949033945</c:v>
                </c:pt>
                <c:pt idx="61">
                  <c:v>-0.00104624212760096</c:v>
                </c:pt>
                <c:pt idx="62">
                  <c:v>0.000418281650246488</c:v>
                </c:pt>
                <c:pt idx="63">
                  <c:v>0.00205875946606415</c:v>
                </c:pt>
                <c:pt idx="64">
                  <c:v>0.00144380670462063</c:v>
                </c:pt>
                <c:pt idx="65">
                  <c:v>-0.000687665003485716</c:v>
                </c:pt>
                <c:pt idx="66">
                  <c:v>-0.000280713273693278</c:v>
                </c:pt>
                <c:pt idx="67">
                  <c:v>-0.00190284451456413</c:v>
                </c:pt>
                <c:pt idx="68">
                  <c:v>-0.0017162790459877</c:v>
                </c:pt>
                <c:pt idx="69">
                  <c:v>-0.00253316275195981</c:v>
                </c:pt>
                <c:pt idx="70">
                  <c:v>-0.0071446001179849</c:v>
                </c:pt>
                <c:pt idx="71">
                  <c:v>-0.00571255794776815</c:v>
                </c:pt>
                <c:pt idx="72">
                  <c:v>-0.00562270285113076</c:v>
                </c:pt>
                <c:pt idx="73">
                  <c:v>-0.00602814136585317</c:v>
                </c:pt>
                <c:pt idx="74">
                  <c:v>-0.0060317004645527</c:v>
                </c:pt>
                <c:pt idx="75">
                  <c:v>-0.00645087148233325</c:v>
                </c:pt>
                <c:pt idx="76">
                  <c:v>-0.007409157122372</c:v>
                </c:pt>
                <c:pt idx="77">
                  <c:v>-0.00740380080367442</c:v>
                </c:pt>
                <c:pt idx="78">
                  <c:v>-0.0074807499702948</c:v>
                </c:pt>
                <c:pt idx="79">
                  <c:v>-0.00798816767739474</c:v>
                </c:pt>
                <c:pt idx="80">
                  <c:v>-0.0064733396294907</c:v>
                </c:pt>
                <c:pt idx="81">
                  <c:v>-0.00691273530493919</c:v>
                </c:pt>
                <c:pt idx="82">
                  <c:v>-0.00697806743684992</c:v>
                </c:pt>
                <c:pt idx="83">
                  <c:v>-0.00576683834741876</c:v>
                </c:pt>
                <c:pt idx="84">
                  <c:v>-0.00630291313768017</c:v>
                </c:pt>
                <c:pt idx="85">
                  <c:v>-0.00673987049484692</c:v>
                </c:pt>
                <c:pt idx="86">
                  <c:v>-0.00644771005676403</c:v>
                </c:pt>
                <c:pt idx="87">
                  <c:v>-0.00728463619755415</c:v>
                </c:pt>
                <c:pt idx="88">
                  <c:v>-0.00619512429447955</c:v>
                </c:pt>
                <c:pt idx="89">
                  <c:v>-0.00547673636146639</c:v>
                </c:pt>
                <c:pt idx="90">
                  <c:v>-0.00467020962707831</c:v>
                </c:pt>
                <c:pt idx="91">
                  <c:v>-0.00447083717431895</c:v>
                </c:pt>
                <c:pt idx="92">
                  <c:v>-0.00400811958338265</c:v>
                </c:pt>
                <c:pt idx="93">
                  <c:v>-0.00446804373350629</c:v>
                </c:pt>
                <c:pt idx="94">
                  <c:v>-0.00565646369454276</c:v>
                </c:pt>
                <c:pt idx="95">
                  <c:v>-0.00394232340276091</c:v>
                </c:pt>
                <c:pt idx="96">
                  <c:v>-0.00526495077400457</c:v>
                </c:pt>
                <c:pt idx="97">
                  <c:v>-0.00476049804291823</c:v>
                </c:pt>
                <c:pt idx="98">
                  <c:v>-0.00376624220181887</c:v>
                </c:pt>
                <c:pt idx="99">
                  <c:v>-0.0038571488259036</c:v>
                </c:pt>
                <c:pt idx="100">
                  <c:v>-0.00386314215148165</c:v>
                </c:pt>
                <c:pt idx="101">
                  <c:v>-0.00362884377236561</c:v>
                </c:pt>
                <c:pt idx="102">
                  <c:v>-0.00326698539681858</c:v>
                </c:pt>
                <c:pt idx="103">
                  <c:v>-0.00335276267942408</c:v>
                </c:pt>
                <c:pt idx="104">
                  <c:v>-0.00269945644389613</c:v>
                </c:pt>
                <c:pt idx="105">
                  <c:v>-0.00340806748792022</c:v>
                </c:pt>
                <c:pt idx="106">
                  <c:v>-0.00207195838147745</c:v>
                </c:pt>
                <c:pt idx="107">
                  <c:v>0.000394680190984209</c:v>
                </c:pt>
                <c:pt idx="108">
                  <c:v>0.000964314702144864</c:v>
                </c:pt>
                <c:pt idx="109">
                  <c:v>0.000462244713188897</c:v>
                </c:pt>
                <c:pt idx="110">
                  <c:v>0.000817758391663759</c:v>
                </c:pt>
                <c:pt idx="111">
                  <c:v>0.000974599142167687</c:v>
                </c:pt>
                <c:pt idx="112">
                  <c:v>0.00166969069288381</c:v>
                </c:pt>
                <c:pt idx="113">
                  <c:v>-0.000755503769759969</c:v>
                </c:pt>
                <c:pt idx="114">
                  <c:v>0.000390037028512369</c:v>
                </c:pt>
                <c:pt idx="115">
                  <c:v>0.000609544145656504</c:v>
                </c:pt>
                <c:pt idx="116">
                  <c:v>0.00196919395104345</c:v>
                </c:pt>
                <c:pt idx="117">
                  <c:v>0.00200125313817623</c:v>
                </c:pt>
                <c:pt idx="118">
                  <c:v>0.00225535877007155</c:v>
                </c:pt>
                <c:pt idx="119">
                  <c:v>0.00203745548755185</c:v>
                </c:pt>
                <c:pt idx="120">
                  <c:v>0.00206399733105533</c:v>
                </c:pt>
                <c:pt idx="121">
                  <c:v>0.00234181953834445</c:v>
                </c:pt>
                <c:pt idx="122">
                  <c:v>0.00284753782129177</c:v>
                </c:pt>
                <c:pt idx="123">
                  <c:v>0.00376940225687061</c:v>
                </c:pt>
                <c:pt idx="124">
                  <c:v>0.0037726418865679</c:v>
                </c:pt>
                <c:pt idx="125">
                  <c:v>0.00132745737828788</c:v>
                </c:pt>
                <c:pt idx="126">
                  <c:v>0.000342681482373264</c:v>
                </c:pt>
                <c:pt idx="127">
                  <c:v>-0.00145956625064536</c:v>
                </c:pt>
                <c:pt idx="128">
                  <c:v>-0.000536841793435272</c:v>
                </c:pt>
                <c:pt idx="129">
                  <c:v>-0.000775843217955319</c:v>
                </c:pt>
                <c:pt idx="130">
                  <c:v>-0.000742708006553072</c:v>
                </c:pt>
                <c:pt idx="131">
                  <c:v>0.000309168436628537</c:v>
                </c:pt>
                <c:pt idx="132">
                  <c:v>0.00298233203097231</c:v>
                </c:pt>
                <c:pt idx="133">
                  <c:v>0.00376033933612785</c:v>
                </c:pt>
                <c:pt idx="134">
                  <c:v>0.0032571248388088</c:v>
                </c:pt>
                <c:pt idx="135">
                  <c:v>0.00339184110022794</c:v>
                </c:pt>
                <c:pt idx="136">
                  <c:v>0.00385535828911088</c:v>
                </c:pt>
                <c:pt idx="137">
                  <c:v>0.00322952315005265</c:v>
                </c:pt>
                <c:pt idx="138">
                  <c:v>0.00496417684116568</c:v>
                </c:pt>
                <c:pt idx="139">
                  <c:v>0.00335172385086535</c:v>
                </c:pt>
                <c:pt idx="140">
                  <c:v>0.00322180668190797</c:v>
                </c:pt>
                <c:pt idx="141">
                  <c:v>0.00340684958438575</c:v>
                </c:pt>
                <c:pt idx="142">
                  <c:v>0.00356053236236631</c:v>
                </c:pt>
                <c:pt idx="143">
                  <c:v>0.00408395487778357</c:v>
                </c:pt>
                <c:pt idx="144">
                  <c:v>0.00375090297850156</c:v>
                </c:pt>
                <c:pt idx="145">
                  <c:v>0.00364289491871495</c:v>
                </c:pt>
                <c:pt idx="146">
                  <c:v>0.00421940606574556</c:v>
                </c:pt>
                <c:pt idx="147">
                  <c:v>0.00525625260635854</c:v>
                </c:pt>
                <c:pt idx="148">
                  <c:v>0.00502013658696365</c:v>
                </c:pt>
                <c:pt idx="149">
                  <c:v>0.00480489317472066</c:v>
                </c:pt>
                <c:pt idx="150">
                  <c:v>0.00533297068978389</c:v>
                </c:pt>
                <c:pt idx="151">
                  <c:v>0.00541940091819448</c:v>
                </c:pt>
                <c:pt idx="152">
                  <c:v>0.00605731552878574</c:v>
                </c:pt>
                <c:pt idx="153">
                  <c:v>0.00627710981174923</c:v>
                </c:pt>
                <c:pt idx="154">
                  <c:v>0.00556545968328881</c:v>
                </c:pt>
                <c:pt idx="155">
                  <c:v>0.00646822019591231</c:v>
                </c:pt>
                <c:pt idx="156">
                  <c:v>0.00688423267597715</c:v>
                </c:pt>
                <c:pt idx="157">
                  <c:v>0.00678590474493812</c:v>
                </c:pt>
                <c:pt idx="158">
                  <c:v>0.00576901463699264</c:v>
                </c:pt>
                <c:pt idx="159">
                  <c:v>0.00705851989648065</c:v>
                </c:pt>
                <c:pt idx="160">
                  <c:v>0.00884583246031856</c:v>
                </c:pt>
                <c:pt idx="161">
                  <c:v>0.00915997777891486</c:v>
                </c:pt>
                <c:pt idx="162">
                  <c:v>0.00803937699794333</c:v>
                </c:pt>
                <c:pt idx="163">
                  <c:v>0.00992575637385062</c:v>
                </c:pt>
                <c:pt idx="164">
                  <c:v>0.0100472445784954</c:v>
                </c:pt>
                <c:pt idx="165">
                  <c:v>0.00886549128601377</c:v>
                </c:pt>
                <c:pt idx="166">
                  <c:v>0.00877529982372982</c:v>
                </c:pt>
                <c:pt idx="167">
                  <c:v>0.00856382940689115</c:v>
                </c:pt>
                <c:pt idx="168">
                  <c:v>0.00716866048875664</c:v>
                </c:pt>
                <c:pt idx="169">
                  <c:v>0.0074562027809878</c:v>
                </c:pt>
                <c:pt idx="170">
                  <c:v>0.00768436937405592</c:v>
                </c:pt>
                <c:pt idx="171">
                  <c:v>0.00610413168157142</c:v>
                </c:pt>
                <c:pt idx="172">
                  <c:v>0.00686688997371421</c:v>
                </c:pt>
                <c:pt idx="173">
                  <c:v>0.00778243321096084</c:v>
                </c:pt>
                <c:pt idx="174">
                  <c:v>0.00705080238421874</c:v>
                </c:pt>
                <c:pt idx="175">
                  <c:v>0.00695281156623972</c:v>
                </c:pt>
                <c:pt idx="176">
                  <c:v>0.00667968502538385</c:v>
                </c:pt>
                <c:pt idx="177">
                  <c:v>0.00710601870510963</c:v>
                </c:pt>
                <c:pt idx="178">
                  <c:v>0.00654624023557338</c:v>
                </c:pt>
                <c:pt idx="179">
                  <c:v>0.00784059544953819</c:v>
                </c:pt>
                <c:pt idx="180">
                  <c:v>0.00670551844532163</c:v>
                </c:pt>
                <c:pt idx="181">
                  <c:v>0.00645066539445927</c:v>
                </c:pt>
                <c:pt idx="182">
                  <c:v>0.00748902748983871</c:v>
                </c:pt>
                <c:pt idx="183">
                  <c:v>0.00720721354841281</c:v>
                </c:pt>
                <c:pt idx="184">
                  <c:v>0.00845009619627823</c:v>
                </c:pt>
                <c:pt idx="185">
                  <c:v>0.00749581924338283</c:v>
                </c:pt>
                <c:pt idx="186">
                  <c:v>0.00819946264331151</c:v>
                </c:pt>
                <c:pt idx="187">
                  <c:v>0.00727584960312655</c:v>
                </c:pt>
                <c:pt idx="188">
                  <c:v>0.00684917131801877</c:v>
                </c:pt>
                <c:pt idx="189">
                  <c:v>0.00744580456368593</c:v>
                </c:pt>
                <c:pt idx="190">
                  <c:v>0.00579370596716733</c:v>
                </c:pt>
                <c:pt idx="191">
                  <c:v>0.00669351494741277</c:v>
                </c:pt>
                <c:pt idx="192">
                  <c:v>0.00764385032684611</c:v>
                </c:pt>
                <c:pt idx="193">
                  <c:v>0.00731871988543209</c:v>
                </c:pt>
                <c:pt idx="194">
                  <c:v>0.0076698622070468</c:v>
                </c:pt>
                <c:pt idx="195">
                  <c:v>0.00691098149756364</c:v>
                </c:pt>
                <c:pt idx="196">
                  <c:v>0.00673372342529133</c:v>
                </c:pt>
                <c:pt idx="197">
                  <c:v>0.00737605048138113</c:v>
                </c:pt>
                <c:pt idx="198">
                  <c:v>0.00772998708890549</c:v>
                </c:pt>
                <c:pt idx="199">
                  <c:v>0.00698887828644223</c:v>
                </c:pt>
                <c:pt idx="200">
                  <c:v>0.00565300828119042</c:v>
                </c:pt>
                <c:pt idx="201">
                  <c:v>0.00572568521422356</c:v>
                </c:pt>
                <c:pt idx="202">
                  <c:v>0.00581285257180075</c:v>
                </c:pt>
                <c:pt idx="203">
                  <c:v>0.00562376063975756</c:v>
                </c:pt>
                <c:pt idx="204">
                  <c:v>0.00593566813650315</c:v>
                </c:pt>
                <c:pt idx="205">
                  <c:v>0.00637667887184745</c:v>
                </c:pt>
                <c:pt idx="206">
                  <c:v>0.00695115988298278</c:v>
                </c:pt>
                <c:pt idx="207">
                  <c:v>0.00786413884570636</c:v>
                </c:pt>
                <c:pt idx="208">
                  <c:v>0.00863446529033041</c:v>
                </c:pt>
                <c:pt idx="209">
                  <c:v>0.008843769981012</c:v>
                </c:pt>
                <c:pt idx="210">
                  <c:v>0.00958668964116183</c:v>
                </c:pt>
                <c:pt idx="211">
                  <c:v>0.00887341585913648</c:v>
                </c:pt>
                <c:pt idx="212">
                  <c:v>0.00953275791766484</c:v>
                </c:pt>
                <c:pt idx="213">
                  <c:v>0.00865838649527462</c:v>
                </c:pt>
                <c:pt idx="214">
                  <c:v>0.00839000582543659</c:v>
                </c:pt>
                <c:pt idx="215">
                  <c:v>0.00719442403737447</c:v>
                </c:pt>
                <c:pt idx="216">
                  <c:v>0.00715075791321929</c:v>
                </c:pt>
                <c:pt idx="217">
                  <c:v>0.00855089045906188</c:v>
                </c:pt>
                <c:pt idx="218">
                  <c:v>0.00938427047644297</c:v>
                </c:pt>
                <c:pt idx="219">
                  <c:v>0.0104281993526034</c:v>
                </c:pt>
                <c:pt idx="220">
                  <c:v>0.0091192074484191</c:v>
                </c:pt>
                <c:pt idx="221">
                  <c:v>0.00882366443339366</c:v>
                </c:pt>
                <c:pt idx="222">
                  <c:v>0.00912181836814452</c:v>
                </c:pt>
                <c:pt idx="223">
                  <c:v>0.00885538866111435</c:v>
                </c:pt>
                <c:pt idx="224">
                  <c:v>0.00946039398576792</c:v>
                </c:pt>
                <c:pt idx="225">
                  <c:v>0.0097809962433375</c:v>
                </c:pt>
                <c:pt idx="226">
                  <c:v>0.00849697474602751</c:v>
                </c:pt>
                <c:pt idx="227">
                  <c:v>0.00769301277090617</c:v>
                </c:pt>
                <c:pt idx="228">
                  <c:v>0.00802931744157376</c:v>
                </c:pt>
                <c:pt idx="229">
                  <c:v>0.0080009105773351</c:v>
                </c:pt>
                <c:pt idx="230">
                  <c:v>0.00786500377703081</c:v>
                </c:pt>
                <c:pt idx="231">
                  <c:v>0.0078217689691471</c:v>
                </c:pt>
                <c:pt idx="232">
                  <c:v>0.00713113611396277</c:v>
                </c:pt>
                <c:pt idx="233">
                  <c:v>0.00784014503334918</c:v>
                </c:pt>
                <c:pt idx="234">
                  <c:v>0.00849474349224322</c:v>
                </c:pt>
                <c:pt idx="235">
                  <c:v>0.00795147217571579</c:v>
                </c:pt>
                <c:pt idx="236">
                  <c:v>0.00823125223825949</c:v>
                </c:pt>
                <c:pt idx="237">
                  <c:v>0.00821415701581807</c:v>
                </c:pt>
                <c:pt idx="238">
                  <c:v>0.00759868449965606</c:v>
                </c:pt>
                <c:pt idx="239">
                  <c:v>0.00713891145322521</c:v>
                </c:pt>
                <c:pt idx="240">
                  <c:v>0.00638362697520678</c:v>
                </c:pt>
                <c:pt idx="241">
                  <c:v>0.00667561740169065</c:v>
                </c:pt>
                <c:pt idx="242">
                  <c:v>0.0052408542289949</c:v>
                </c:pt>
                <c:pt idx="243">
                  <c:v>0.00581783759338583</c:v>
                </c:pt>
                <c:pt idx="244">
                  <c:v>0.00521843023087187</c:v>
                </c:pt>
                <c:pt idx="245">
                  <c:v>0.0039779716470455</c:v>
                </c:pt>
                <c:pt idx="246">
                  <c:v>0.00441639347661549</c:v>
                </c:pt>
                <c:pt idx="247">
                  <c:v>0.00509624241873463</c:v>
                </c:pt>
                <c:pt idx="248">
                  <c:v>0.00548126479372024</c:v>
                </c:pt>
                <c:pt idx="249">
                  <c:v>0.0048741220951225</c:v>
                </c:pt>
                <c:pt idx="250">
                  <c:v>0.00584849642676155</c:v>
                </c:pt>
                <c:pt idx="251">
                  <c:v>0.00474260674706573</c:v>
                </c:pt>
                <c:pt idx="252">
                  <c:v>0.00502994698692172</c:v>
                </c:pt>
                <c:pt idx="253">
                  <c:v>0.00560107312772806</c:v>
                </c:pt>
                <c:pt idx="254">
                  <c:v>0.0062555358776798</c:v>
                </c:pt>
                <c:pt idx="255">
                  <c:v>0.00666873448551564</c:v>
                </c:pt>
                <c:pt idx="256">
                  <c:v>0.00648942776355987</c:v>
                </c:pt>
                <c:pt idx="257">
                  <c:v>0.00763583642395749</c:v>
                </c:pt>
                <c:pt idx="258">
                  <c:v>0.00718206836207669</c:v>
                </c:pt>
                <c:pt idx="259">
                  <c:v>0.00538938632470343</c:v>
                </c:pt>
                <c:pt idx="260">
                  <c:v>0.00581965916086946</c:v>
                </c:pt>
                <c:pt idx="261">
                  <c:v>0.00547784914246052</c:v>
                </c:pt>
                <c:pt idx="262">
                  <c:v>0.00443422311915986</c:v>
                </c:pt>
                <c:pt idx="263">
                  <c:v>0.00471207465806611</c:v>
                </c:pt>
                <c:pt idx="264">
                  <c:v>0.00423641178212264</c:v>
                </c:pt>
                <c:pt idx="265">
                  <c:v>0.0051343732185356</c:v>
                </c:pt>
                <c:pt idx="266">
                  <c:v>0.00516737495760067</c:v>
                </c:pt>
                <c:pt idx="267">
                  <c:v>0.00489764632513789</c:v>
                </c:pt>
                <c:pt idx="268">
                  <c:v>0.0045491437732359</c:v>
                </c:pt>
                <c:pt idx="269">
                  <c:v>0.00509184918742622</c:v>
                </c:pt>
                <c:pt idx="270">
                  <c:v>0.00426902017110986</c:v>
                </c:pt>
                <c:pt idx="271">
                  <c:v>0.00366860570728256</c:v>
                </c:pt>
                <c:pt idx="272">
                  <c:v>0.00341887148147435</c:v>
                </c:pt>
                <c:pt idx="273">
                  <c:v>0.00508977806415933</c:v>
                </c:pt>
                <c:pt idx="274">
                  <c:v>0.00452065248491673</c:v>
                </c:pt>
                <c:pt idx="275">
                  <c:v>0.00557008630632438</c:v>
                </c:pt>
                <c:pt idx="276">
                  <c:v>0.00584493905705608</c:v>
                </c:pt>
                <c:pt idx="277">
                  <c:v>0.00590147354893666</c:v>
                </c:pt>
                <c:pt idx="278">
                  <c:v>0.00605436324434294</c:v>
                </c:pt>
                <c:pt idx="279">
                  <c:v>0.00668629739282045</c:v>
                </c:pt>
                <c:pt idx="280">
                  <c:v>0.00645762238948</c:v>
                </c:pt>
                <c:pt idx="281">
                  <c:v>0.00648335197457617</c:v>
                </c:pt>
                <c:pt idx="282">
                  <c:v>0.00614728710610513</c:v>
                </c:pt>
                <c:pt idx="283">
                  <c:v>0.0062124439288278</c:v>
                </c:pt>
                <c:pt idx="284">
                  <c:v>0.00721443265265642</c:v>
                </c:pt>
                <c:pt idx="285">
                  <c:v>0.00767334752924342</c:v>
                </c:pt>
                <c:pt idx="286">
                  <c:v>0.00785707486507115</c:v>
                </c:pt>
                <c:pt idx="287">
                  <c:v>0.00937994716894419</c:v>
                </c:pt>
                <c:pt idx="288">
                  <c:v>0.00994924286432097</c:v>
                </c:pt>
                <c:pt idx="289">
                  <c:v>0.0111288506176133</c:v>
                </c:pt>
                <c:pt idx="290">
                  <c:v>0.0112383564321645</c:v>
                </c:pt>
                <c:pt idx="291">
                  <c:v>0.0102443118895456</c:v>
                </c:pt>
                <c:pt idx="292">
                  <c:v>0.0100720029111392</c:v>
                </c:pt>
                <c:pt idx="293">
                  <c:v>0.0110320367773043</c:v>
                </c:pt>
                <c:pt idx="294">
                  <c:v>0.0107163173303804</c:v>
                </c:pt>
                <c:pt idx="295">
                  <c:v>0.011466006518931</c:v>
                </c:pt>
                <c:pt idx="296">
                  <c:v>0.0121213226658311</c:v>
                </c:pt>
                <c:pt idx="297">
                  <c:v>0.012631025400543</c:v>
                </c:pt>
                <c:pt idx="298">
                  <c:v>0.0118863447995027</c:v>
                </c:pt>
                <c:pt idx="299">
                  <c:v>0.0119001035382509</c:v>
                </c:pt>
                <c:pt idx="300">
                  <c:v>0.0132672480126689</c:v>
                </c:pt>
                <c:pt idx="301">
                  <c:v>0.0148185185809996</c:v>
                </c:pt>
                <c:pt idx="302">
                  <c:v>0.0159658747958615</c:v>
                </c:pt>
                <c:pt idx="303">
                  <c:v>0.0180778913920242</c:v>
                </c:pt>
                <c:pt idx="304">
                  <c:v>0.0182141944787538</c:v>
                </c:pt>
                <c:pt idx="305">
                  <c:v>0.0176783960207838</c:v>
                </c:pt>
                <c:pt idx="306">
                  <c:v>0.0182628696743986</c:v>
                </c:pt>
                <c:pt idx="307">
                  <c:v>0.0187093330481798</c:v>
                </c:pt>
                <c:pt idx="308">
                  <c:v>0.0195221295440681</c:v>
                </c:pt>
                <c:pt idx="309">
                  <c:v>0.0205968832782208</c:v>
                </c:pt>
                <c:pt idx="310">
                  <c:v>0.0218497642436497</c:v>
                </c:pt>
                <c:pt idx="311">
                  <c:v>0.0197258606784647</c:v>
                </c:pt>
                <c:pt idx="312">
                  <c:v>0.0186294894755212</c:v>
                </c:pt>
                <c:pt idx="313">
                  <c:v>0.0165593326773081</c:v>
                </c:pt>
                <c:pt idx="314">
                  <c:v>0.017033982312251</c:v>
                </c:pt>
                <c:pt idx="315">
                  <c:v>0.0171408265806735</c:v>
                </c:pt>
                <c:pt idx="316">
                  <c:v>0.0178264817346809</c:v>
                </c:pt>
                <c:pt idx="317">
                  <c:v>0.0168763678770534</c:v>
                </c:pt>
                <c:pt idx="318">
                  <c:v>0.0178482527229551</c:v>
                </c:pt>
                <c:pt idx="319">
                  <c:v>0.0182184941744093</c:v>
                </c:pt>
                <c:pt idx="320">
                  <c:v>0.0175526616891937</c:v>
                </c:pt>
                <c:pt idx="321">
                  <c:v>0.0172087116178928</c:v>
                </c:pt>
                <c:pt idx="322">
                  <c:v>0.0167939334854875</c:v>
                </c:pt>
                <c:pt idx="323">
                  <c:v>0.0170779777098508</c:v>
                </c:pt>
                <c:pt idx="324">
                  <c:v>0.0179203446687835</c:v>
                </c:pt>
                <c:pt idx="325">
                  <c:v>0.0188611270046303</c:v>
                </c:pt>
                <c:pt idx="326">
                  <c:v>0.0196421171201552</c:v>
                </c:pt>
                <c:pt idx="327">
                  <c:v>0.0225455239578646</c:v>
                </c:pt>
                <c:pt idx="328">
                  <c:v>0.0231406781966298</c:v>
                </c:pt>
                <c:pt idx="329">
                  <c:v>0.0205628477344258</c:v>
                </c:pt>
                <c:pt idx="330">
                  <c:v>0.0188462247466563</c:v>
                </c:pt>
                <c:pt idx="331">
                  <c:v>0.0198091881193749</c:v>
                </c:pt>
                <c:pt idx="332">
                  <c:v>0.0197316514617508</c:v>
                </c:pt>
                <c:pt idx="333">
                  <c:v>0.0202911784302492</c:v>
                </c:pt>
                <c:pt idx="334">
                  <c:v>0.020445838311818</c:v>
                </c:pt>
                <c:pt idx="335">
                  <c:v>0.0213069064594401</c:v>
                </c:pt>
                <c:pt idx="336">
                  <c:v>0.0218526568925688</c:v>
                </c:pt>
                <c:pt idx="337">
                  <c:v>0.0221925605926497</c:v>
                </c:pt>
                <c:pt idx="338">
                  <c:v>0.0230041164116916</c:v>
                </c:pt>
                <c:pt idx="339">
                  <c:v>0.0233341999065025</c:v>
                </c:pt>
                <c:pt idx="340">
                  <c:v>0.0209034865094227</c:v>
                </c:pt>
                <c:pt idx="341">
                  <c:v>0.0198802064473091</c:v>
                </c:pt>
                <c:pt idx="342">
                  <c:v>0.0166645413532599</c:v>
                </c:pt>
                <c:pt idx="343">
                  <c:v>0.0173074202783217</c:v>
                </c:pt>
                <c:pt idx="344">
                  <c:v>0.0180212501479436</c:v>
                </c:pt>
                <c:pt idx="345">
                  <c:v>0.0170481588682302</c:v>
                </c:pt>
                <c:pt idx="346">
                  <c:v>0.0182765691037856</c:v>
                </c:pt>
                <c:pt idx="347">
                  <c:v>0.0180341751315067</c:v>
                </c:pt>
                <c:pt idx="348">
                  <c:v>0.0176713183851597</c:v>
                </c:pt>
                <c:pt idx="349">
                  <c:v>0.018401569612326</c:v>
                </c:pt>
                <c:pt idx="350">
                  <c:v>0.0188281108382806</c:v>
                </c:pt>
                <c:pt idx="351">
                  <c:v>0.0190398729527349</c:v>
                </c:pt>
                <c:pt idx="352">
                  <c:v>0.0176146965573897</c:v>
                </c:pt>
                <c:pt idx="353">
                  <c:v>0.0177710353248083</c:v>
                </c:pt>
                <c:pt idx="354">
                  <c:v>0.0167539643057885</c:v>
                </c:pt>
                <c:pt idx="355">
                  <c:v>0.0150818098588106</c:v>
                </c:pt>
                <c:pt idx="356">
                  <c:v>0.0152202707465064</c:v>
                </c:pt>
                <c:pt idx="357">
                  <c:v>0.0164859439942708</c:v>
                </c:pt>
                <c:pt idx="358">
                  <c:v>0.0180310011044775</c:v>
                </c:pt>
                <c:pt idx="359">
                  <c:v>0.0176189887306839</c:v>
                </c:pt>
                <c:pt idx="360">
                  <c:v>0.0178122784988046</c:v>
                </c:pt>
                <c:pt idx="361">
                  <c:v>0.0173475091846648</c:v>
                </c:pt>
                <c:pt idx="362">
                  <c:v>0.0190307463845855</c:v>
                </c:pt>
                <c:pt idx="363">
                  <c:v>0.0205621795787657</c:v>
                </c:pt>
                <c:pt idx="364">
                  <c:v>0.0193944140030679</c:v>
                </c:pt>
                <c:pt idx="365">
                  <c:v>0.0197545410591784</c:v>
                </c:pt>
                <c:pt idx="366">
                  <c:v>0.0197533521119538</c:v>
                </c:pt>
                <c:pt idx="367">
                  <c:v>0.0187599698247409</c:v>
                </c:pt>
                <c:pt idx="368">
                  <c:v>0.0191150954459752</c:v>
                </c:pt>
                <c:pt idx="369">
                  <c:v>0.0184370481560067</c:v>
                </c:pt>
                <c:pt idx="370">
                  <c:v>0.019305293248951</c:v>
                </c:pt>
                <c:pt idx="371">
                  <c:v>0.0185977492876135</c:v>
                </c:pt>
                <c:pt idx="372">
                  <c:v>0.0198671509423741</c:v>
                </c:pt>
                <c:pt idx="373">
                  <c:v>0.0206300700259107</c:v>
                </c:pt>
                <c:pt idx="374">
                  <c:v>0.0221022258606189</c:v>
                </c:pt>
                <c:pt idx="375">
                  <c:v>0.0222898596061375</c:v>
                </c:pt>
                <c:pt idx="376">
                  <c:v>0.0217837781117494</c:v>
                </c:pt>
                <c:pt idx="377">
                  <c:v>0.0218081859681528</c:v>
                </c:pt>
                <c:pt idx="378">
                  <c:v>0.021265771081587</c:v>
                </c:pt>
                <c:pt idx="379">
                  <c:v>0.0209330290305896</c:v>
                </c:pt>
                <c:pt idx="380">
                  <c:v>0.0220949925100117</c:v>
                </c:pt>
                <c:pt idx="381">
                  <c:v>0.0221776840271098</c:v>
                </c:pt>
                <c:pt idx="382">
                  <c:v>0.0234274729869523</c:v>
                </c:pt>
                <c:pt idx="383">
                  <c:v>0.0245443134538398</c:v>
                </c:pt>
                <c:pt idx="384">
                  <c:v>0.0240750266398357</c:v>
                </c:pt>
                <c:pt idx="385">
                  <c:v>0.0251258835969564</c:v>
                </c:pt>
                <c:pt idx="386">
                  <c:v>0.023920936673289</c:v>
                </c:pt>
                <c:pt idx="387">
                  <c:v>0.0224803088810863</c:v>
                </c:pt>
                <c:pt idx="388">
                  <c:v>0.0220353211992772</c:v>
                </c:pt>
                <c:pt idx="389">
                  <c:v>0.0220622300288268</c:v>
                </c:pt>
                <c:pt idx="390">
                  <c:v>0.0227968616279585</c:v>
                </c:pt>
                <c:pt idx="391">
                  <c:v>0.0226730861388277</c:v>
                </c:pt>
                <c:pt idx="392">
                  <c:v>0.0239486319455571</c:v>
                </c:pt>
                <c:pt idx="393">
                  <c:v>0.0230194284917068</c:v>
                </c:pt>
                <c:pt idx="394">
                  <c:v>0.023131434580861</c:v>
                </c:pt>
                <c:pt idx="395">
                  <c:v>0.0234771404593846</c:v>
                </c:pt>
                <c:pt idx="396">
                  <c:v>0.0227148236584763</c:v>
                </c:pt>
                <c:pt idx="397">
                  <c:v>0.0227872694297636</c:v>
                </c:pt>
                <c:pt idx="398">
                  <c:v>0.022253567556187</c:v>
                </c:pt>
                <c:pt idx="399">
                  <c:v>0.0231328596943747</c:v>
                </c:pt>
                <c:pt idx="400">
                  <c:v>0.0233649289888562</c:v>
                </c:pt>
                <c:pt idx="401">
                  <c:v>0.0230254614211055</c:v>
                </c:pt>
                <c:pt idx="402">
                  <c:v>0.0242792045488285</c:v>
                </c:pt>
                <c:pt idx="403">
                  <c:v>0.0243875831976599</c:v>
                </c:pt>
                <c:pt idx="404">
                  <c:v>0.0256574814835565</c:v>
                </c:pt>
                <c:pt idx="405">
                  <c:v>0.0258632743193327</c:v>
                </c:pt>
                <c:pt idx="406">
                  <c:v>0.025237515297028</c:v>
                </c:pt>
                <c:pt idx="407">
                  <c:v>0.024070444080882</c:v>
                </c:pt>
                <c:pt idx="408">
                  <c:v>0.0235502376626666</c:v>
                </c:pt>
                <c:pt idx="409">
                  <c:v>0.0231213131490878</c:v>
                </c:pt>
                <c:pt idx="410">
                  <c:v>0.0244110313138811</c:v>
                </c:pt>
                <c:pt idx="411">
                  <c:v>0.0254183795432202</c:v>
                </c:pt>
                <c:pt idx="412">
                  <c:v>0.0241950277978818</c:v>
                </c:pt>
                <c:pt idx="413">
                  <c:v>0.02461474187176</c:v>
                </c:pt>
                <c:pt idx="414">
                  <c:v>0.0238515802530597</c:v>
                </c:pt>
                <c:pt idx="415">
                  <c:v>0.0238664778103854</c:v>
                </c:pt>
                <c:pt idx="416">
                  <c:v>0.0241451926331451</c:v>
                </c:pt>
                <c:pt idx="417">
                  <c:v>0.0243649033635313</c:v>
                </c:pt>
                <c:pt idx="418">
                  <c:v>0.025069869813509</c:v>
                </c:pt>
                <c:pt idx="419">
                  <c:v>0.0257421651101492</c:v>
                </c:pt>
                <c:pt idx="420">
                  <c:v>0.0261799457713217</c:v>
                </c:pt>
                <c:pt idx="421">
                  <c:v>0.0267483659176796</c:v>
                </c:pt>
                <c:pt idx="422">
                  <c:v>0.0269673328634993</c:v>
                </c:pt>
                <c:pt idx="423">
                  <c:v>0.0261990867761562</c:v>
                </c:pt>
                <c:pt idx="424">
                  <c:v>0.0256693659611216</c:v>
                </c:pt>
                <c:pt idx="425">
                  <c:v>0.02548358762603</c:v>
                </c:pt>
                <c:pt idx="426">
                  <c:v>0.0252350171914785</c:v>
                </c:pt>
                <c:pt idx="427">
                  <c:v>0.0255849700235894</c:v>
                </c:pt>
                <c:pt idx="428">
                  <c:v>0.0256842009613185</c:v>
                </c:pt>
                <c:pt idx="429">
                  <c:v>0.0259359140040428</c:v>
                </c:pt>
                <c:pt idx="430">
                  <c:v>0.0260096989781264</c:v>
                </c:pt>
                <c:pt idx="431">
                  <c:v>0.0251859190047893</c:v>
                </c:pt>
                <c:pt idx="432">
                  <c:v>0.0267271395785296</c:v>
                </c:pt>
                <c:pt idx="433">
                  <c:v>0.0274271829868443</c:v>
                </c:pt>
                <c:pt idx="434">
                  <c:v>0.0270788891784587</c:v>
                </c:pt>
                <c:pt idx="435">
                  <c:v>0.0279995609068395</c:v>
                </c:pt>
                <c:pt idx="436">
                  <c:v>0.0273520567703209</c:v>
                </c:pt>
                <c:pt idx="437">
                  <c:v>0.0286691047985987</c:v>
                </c:pt>
                <c:pt idx="438">
                  <c:v>0.0307086701225289</c:v>
                </c:pt>
                <c:pt idx="439">
                  <c:v>0.0328398607353524</c:v>
                </c:pt>
                <c:pt idx="440">
                  <c:v>0.0338486737864478</c:v>
                </c:pt>
                <c:pt idx="441">
                  <c:v>0.0340454216117635</c:v>
                </c:pt>
                <c:pt idx="442">
                  <c:v>0.0329029323100922</c:v>
                </c:pt>
                <c:pt idx="443">
                  <c:v>0.0317204307536103</c:v>
                </c:pt>
                <c:pt idx="444">
                  <c:v>0.0325735633991406</c:v>
                </c:pt>
                <c:pt idx="445">
                  <c:v>0.03454026097729</c:v>
                </c:pt>
                <c:pt idx="446">
                  <c:v>0.0345450372696816</c:v>
                </c:pt>
                <c:pt idx="447">
                  <c:v>0.0357566976357093</c:v>
                </c:pt>
                <c:pt idx="448">
                  <c:v>0.0374562376064016</c:v>
                </c:pt>
                <c:pt idx="449">
                  <c:v>0.0377784336122326</c:v>
                </c:pt>
                <c:pt idx="450">
                  <c:v>0.0374075896166675</c:v>
                </c:pt>
                <c:pt idx="451">
                  <c:v>0.0398452273822328</c:v>
                </c:pt>
                <c:pt idx="452">
                  <c:v>0.0418301079822877</c:v>
                </c:pt>
                <c:pt idx="453">
                  <c:v>0.0445885277882042</c:v>
                </c:pt>
                <c:pt idx="454">
                  <c:v>0.0461553841066845</c:v>
                </c:pt>
                <c:pt idx="455">
                  <c:v>0.046543021955641</c:v>
                </c:pt>
                <c:pt idx="456">
                  <c:v>0.0475573219869848</c:v>
                </c:pt>
                <c:pt idx="457">
                  <c:v>0.0477177111579771</c:v>
                </c:pt>
                <c:pt idx="458">
                  <c:v>0.0477864254405412</c:v>
                </c:pt>
                <c:pt idx="459">
                  <c:v>0.0455421704123425</c:v>
                </c:pt>
                <c:pt idx="460">
                  <c:v>0.0455344653556661</c:v>
                </c:pt>
                <c:pt idx="461">
                  <c:v>0.0452842911747586</c:v>
                </c:pt>
                <c:pt idx="462">
                  <c:v>0.043868314217392</c:v>
                </c:pt>
                <c:pt idx="463">
                  <c:v>0.0430705359263223</c:v>
                </c:pt>
                <c:pt idx="464">
                  <c:v>0.0438751440991153</c:v>
                </c:pt>
                <c:pt idx="465">
                  <c:v>0.0446591542782955</c:v>
                </c:pt>
                <c:pt idx="466">
                  <c:v>0.0427924001820007</c:v>
                </c:pt>
                <c:pt idx="467">
                  <c:v>0.0430843484936213</c:v>
                </c:pt>
                <c:pt idx="468">
                  <c:v>0.0443438669824347</c:v>
                </c:pt>
                <c:pt idx="469">
                  <c:v>0.0450920025370407</c:v>
                </c:pt>
                <c:pt idx="470">
                  <c:v>0.0435229809966139</c:v>
                </c:pt>
                <c:pt idx="471">
                  <c:v>0.0428297140143597</c:v>
                </c:pt>
                <c:pt idx="472">
                  <c:v>0.042885879345305</c:v>
                </c:pt>
                <c:pt idx="473">
                  <c:v>0.0412974142027243</c:v>
                </c:pt>
                <c:pt idx="474">
                  <c:v>0.0408719463471905</c:v>
                </c:pt>
                <c:pt idx="475">
                  <c:v>0.0412747891467962</c:v>
                </c:pt>
                <c:pt idx="476">
                  <c:v>0.0411278525062676</c:v>
                </c:pt>
                <c:pt idx="477">
                  <c:v>0.0399199308021377</c:v>
                </c:pt>
                <c:pt idx="478">
                  <c:v>0.0398949217563737</c:v>
                </c:pt>
                <c:pt idx="479">
                  <c:v>0.0393784781615468</c:v>
                </c:pt>
                <c:pt idx="480">
                  <c:v>0.0388812143397515</c:v>
                </c:pt>
                <c:pt idx="481">
                  <c:v>0.0395614156006705</c:v>
                </c:pt>
                <c:pt idx="482">
                  <c:v>0.0394483361176311</c:v>
                </c:pt>
                <c:pt idx="483">
                  <c:v>0.0399478378406971</c:v>
                </c:pt>
                <c:pt idx="484">
                  <c:v>0.0405733775558551</c:v>
                </c:pt>
                <c:pt idx="485">
                  <c:v>0.0408101688206719</c:v>
                </c:pt>
                <c:pt idx="486">
                  <c:v>0.0404871822726985</c:v>
                </c:pt>
                <c:pt idx="487">
                  <c:v>0.0401041585469283</c:v>
                </c:pt>
                <c:pt idx="488">
                  <c:v>0.0401366722029378</c:v>
                </c:pt>
                <c:pt idx="489">
                  <c:v>0.0403977076814724</c:v>
                </c:pt>
                <c:pt idx="490">
                  <c:v>0.0415270599373899</c:v>
                </c:pt>
                <c:pt idx="491">
                  <c:v>0.0423586652405716</c:v>
                </c:pt>
                <c:pt idx="492">
                  <c:v>0.0421509623041575</c:v>
                </c:pt>
                <c:pt idx="493">
                  <c:v>0.0415729875863703</c:v>
                </c:pt>
                <c:pt idx="494">
                  <c:v>0.0408341709945628</c:v>
                </c:pt>
                <c:pt idx="495">
                  <c:v>0.0405788408553768</c:v>
                </c:pt>
                <c:pt idx="496">
                  <c:v>0.0399252210589535</c:v>
                </c:pt>
                <c:pt idx="497">
                  <c:v>0.0403880236973589</c:v>
                </c:pt>
                <c:pt idx="498">
                  <c:v>0.0405059762345778</c:v>
                </c:pt>
                <c:pt idx="499">
                  <c:v>0.0392827841010905</c:v>
                </c:pt>
                <c:pt idx="500">
                  <c:v>0.0395832214740443</c:v>
                </c:pt>
                <c:pt idx="501">
                  <c:v>0.0390978689360297</c:v>
                </c:pt>
                <c:pt idx="502">
                  <c:v>0.0391270170747963</c:v>
                </c:pt>
                <c:pt idx="503">
                  <c:v>0.0383783001557187</c:v>
                </c:pt>
                <c:pt idx="504">
                  <c:v>0.0384302678054385</c:v>
                </c:pt>
                <c:pt idx="505">
                  <c:v>0.0378177721152415</c:v>
                </c:pt>
                <c:pt idx="506">
                  <c:v>0.0370836165167153</c:v>
                </c:pt>
                <c:pt idx="507">
                  <c:v>0.0354246655058319</c:v>
                </c:pt>
                <c:pt idx="508">
                  <c:v>0.034966922015498</c:v>
                </c:pt>
                <c:pt idx="509">
                  <c:v>0.0331933865899565</c:v>
                </c:pt>
                <c:pt idx="510">
                  <c:v>0.0332875135230895</c:v>
                </c:pt>
                <c:pt idx="511">
                  <c:v>0.0336299764978784</c:v>
                </c:pt>
                <c:pt idx="512">
                  <c:v>0.0341167247809339</c:v>
                </c:pt>
                <c:pt idx="513">
                  <c:v>0.0347805433325785</c:v>
                </c:pt>
                <c:pt idx="514">
                  <c:v>0.0348073507491443</c:v>
                </c:pt>
                <c:pt idx="515">
                  <c:v>0.0358149866968027</c:v>
                </c:pt>
                <c:pt idx="516">
                  <c:v>0.0377030646380197</c:v>
                </c:pt>
                <c:pt idx="517">
                  <c:v>0.0378056049707432</c:v>
                </c:pt>
                <c:pt idx="518">
                  <c:v>0.0381399673880226</c:v>
                </c:pt>
                <c:pt idx="519">
                  <c:v>0.037321834114374</c:v>
                </c:pt>
                <c:pt idx="520">
                  <c:v>0.0374402867708741</c:v>
                </c:pt>
                <c:pt idx="521">
                  <c:v>0.0395680377017842</c:v>
                </c:pt>
                <c:pt idx="522">
                  <c:v>0.0398817672848338</c:v>
                </c:pt>
                <c:pt idx="523">
                  <c:v>0.0399679372276623</c:v>
                </c:pt>
                <c:pt idx="524">
                  <c:v>0.0401130403849105</c:v>
                </c:pt>
                <c:pt idx="525">
                  <c:v>0.0395001283896171</c:v>
                </c:pt>
                <c:pt idx="526">
                  <c:v>0.039257227609271</c:v>
                </c:pt>
                <c:pt idx="527">
                  <c:v>0.0393982617730119</c:v>
                </c:pt>
                <c:pt idx="528">
                  <c:v>0.0406357423512923</c:v>
                </c:pt>
                <c:pt idx="529">
                  <c:v>0.0426593176030341</c:v>
                </c:pt>
                <c:pt idx="530">
                  <c:v>0.0421255380073647</c:v>
                </c:pt>
                <c:pt idx="531">
                  <c:v>0.0428002585293594</c:v>
                </c:pt>
                <c:pt idx="532">
                  <c:v>0.0437343385075258</c:v>
                </c:pt>
                <c:pt idx="533">
                  <c:v>0.0446897577769286</c:v>
                </c:pt>
                <c:pt idx="534">
                  <c:v>0.042632380470863</c:v>
                </c:pt>
                <c:pt idx="535">
                  <c:v>0.043302359801773</c:v>
                </c:pt>
                <c:pt idx="536">
                  <c:v>0.0442749246183441</c:v>
                </c:pt>
                <c:pt idx="537">
                  <c:v>0.044568812273198</c:v>
                </c:pt>
                <c:pt idx="538">
                  <c:v>0.0454152254665513</c:v>
                </c:pt>
                <c:pt idx="539">
                  <c:v>0.0443889872606488</c:v>
                </c:pt>
                <c:pt idx="540">
                  <c:v>0.0440235206151635</c:v>
                </c:pt>
                <c:pt idx="541">
                  <c:v>0.0476167876942182</c:v>
                </c:pt>
                <c:pt idx="542">
                  <c:v>0.0466327561088703</c:v>
                </c:pt>
                <c:pt idx="543">
                  <c:v>0.0494447049330541</c:v>
                </c:pt>
                <c:pt idx="544">
                  <c:v>0.0500168146590431</c:v>
                </c:pt>
                <c:pt idx="545">
                  <c:v>0.0495322961514368</c:v>
                </c:pt>
                <c:pt idx="546">
                  <c:v>0.0500205961317242</c:v>
                </c:pt>
                <c:pt idx="547">
                  <c:v>0.050938892870076</c:v>
                </c:pt>
                <c:pt idx="548">
                  <c:v>0.0525947956100484</c:v>
                </c:pt>
                <c:pt idx="549">
                  <c:v>0.0538735279621224</c:v>
                </c:pt>
                <c:pt idx="550">
                  <c:v>0.0556092719031782</c:v>
                </c:pt>
                <c:pt idx="551">
                  <c:v>0.0542199067425998</c:v>
                </c:pt>
                <c:pt idx="552">
                  <c:v>0.0560261802887313</c:v>
                </c:pt>
                <c:pt idx="553">
                  <c:v>0.0554732618001811</c:v>
                </c:pt>
                <c:pt idx="554">
                  <c:v>0.0535517488535421</c:v>
                </c:pt>
                <c:pt idx="555">
                  <c:v>0.0510237017906934</c:v>
                </c:pt>
                <c:pt idx="556">
                  <c:v>0.0514964707182795</c:v>
                </c:pt>
                <c:pt idx="557">
                  <c:v>0.0519033834219943</c:v>
                </c:pt>
                <c:pt idx="558">
                  <c:v>0.0528085761111309</c:v>
                </c:pt>
                <c:pt idx="559">
                  <c:v>0.05310590976606</c:v>
                </c:pt>
                <c:pt idx="560">
                  <c:v>0.0526112992606108</c:v>
                </c:pt>
                <c:pt idx="561">
                  <c:v>0.049779481725887</c:v>
                </c:pt>
                <c:pt idx="562">
                  <c:v>0.0500901807054691</c:v>
                </c:pt>
                <c:pt idx="563">
                  <c:v>0.049097758840724</c:v>
                </c:pt>
                <c:pt idx="564">
                  <c:v>0.0465588539050179</c:v>
                </c:pt>
                <c:pt idx="565">
                  <c:v>0.0428311482866519</c:v>
                </c:pt>
                <c:pt idx="566">
                  <c:v>0.0431304302861055</c:v>
                </c:pt>
                <c:pt idx="567">
                  <c:v>0.0422810975635391</c:v>
                </c:pt>
                <c:pt idx="568">
                  <c:v>0.0452315245460646</c:v>
                </c:pt>
                <c:pt idx="569">
                  <c:v>0.0464896959904122</c:v>
                </c:pt>
                <c:pt idx="570">
                  <c:v>0.0473270541449403</c:v>
                </c:pt>
                <c:pt idx="571">
                  <c:v>0.0471616794350421</c:v>
                </c:pt>
                <c:pt idx="572">
                  <c:v>0.0474228960604145</c:v>
                </c:pt>
                <c:pt idx="573">
                  <c:v>0.0479888084836664</c:v>
                </c:pt>
                <c:pt idx="574">
                  <c:v>0.0484987575636035</c:v>
                </c:pt>
                <c:pt idx="575">
                  <c:v>0.0464337712695055</c:v>
                </c:pt>
                <c:pt idx="576">
                  <c:v>0.0464924498284173</c:v>
                </c:pt>
                <c:pt idx="577">
                  <c:v>0.0458904432668867</c:v>
                </c:pt>
                <c:pt idx="578">
                  <c:v>0.0465863366248738</c:v>
                </c:pt>
                <c:pt idx="579">
                  <c:v>0.0478737950357857</c:v>
                </c:pt>
                <c:pt idx="580">
                  <c:v>0.0489854295478537</c:v>
                </c:pt>
                <c:pt idx="581">
                  <c:v>0.0494870066629246</c:v>
                </c:pt>
                <c:pt idx="582">
                  <c:v>0.0498329616018771</c:v>
                </c:pt>
                <c:pt idx="583">
                  <c:v>0.0501779963612949</c:v>
                </c:pt>
                <c:pt idx="584">
                  <c:v>0.051395095912346</c:v>
                </c:pt>
                <c:pt idx="585">
                  <c:v>0.0525325400551405</c:v>
                </c:pt>
                <c:pt idx="586">
                  <c:v>0.0546996223245713</c:v>
                </c:pt>
                <c:pt idx="587">
                  <c:v>0.0553918677761193</c:v>
                </c:pt>
                <c:pt idx="588">
                  <c:v>0.0553413537393942</c:v>
                </c:pt>
                <c:pt idx="589">
                  <c:v>0.0568281367032438</c:v>
                </c:pt>
                <c:pt idx="590">
                  <c:v>0.0555111585378098</c:v>
                </c:pt>
                <c:pt idx="591">
                  <c:v>0.0559673978695285</c:v>
                </c:pt>
                <c:pt idx="592">
                  <c:v>0.0581518711446536</c:v>
                </c:pt>
                <c:pt idx="593">
                  <c:v>0.0595399969072512</c:v>
                </c:pt>
                <c:pt idx="594">
                  <c:v>0.0594191542637067</c:v>
                </c:pt>
                <c:pt idx="595">
                  <c:v>0.0569047525253121</c:v>
                </c:pt>
                <c:pt idx="596">
                  <c:v>0.0580739760506569</c:v>
                </c:pt>
                <c:pt idx="597">
                  <c:v>0.0583621149328895</c:v>
                </c:pt>
                <c:pt idx="598">
                  <c:v>0.0592920185893817</c:v>
                </c:pt>
                <c:pt idx="599">
                  <c:v>0.0608420536565976</c:v>
                </c:pt>
                <c:pt idx="600">
                  <c:v>0.0652804139802508</c:v>
                </c:pt>
                <c:pt idx="601">
                  <c:v>0.0650425878031053</c:v>
                </c:pt>
                <c:pt idx="602">
                  <c:v>0.0650184660730968</c:v>
                </c:pt>
                <c:pt idx="603">
                  <c:v>0.0645111939003993</c:v>
                </c:pt>
                <c:pt idx="604">
                  <c:v>0.0652616740991995</c:v>
                </c:pt>
                <c:pt idx="605">
                  <c:v>0.0615875204585329</c:v>
                </c:pt>
                <c:pt idx="606">
                  <c:v>0.0626235340991729</c:v>
                </c:pt>
                <c:pt idx="607">
                  <c:v>0.0622873515125318</c:v>
                </c:pt>
                <c:pt idx="608">
                  <c:v>0.0624985759252591</c:v>
                </c:pt>
                <c:pt idx="609">
                  <c:v>0.061572917983157</c:v>
                </c:pt>
                <c:pt idx="610">
                  <c:v>0.0610838767330934</c:v>
                </c:pt>
                <c:pt idx="611">
                  <c:v>0.0602503029159589</c:v>
                </c:pt>
                <c:pt idx="612">
                  <c:v>0.0606472020666408</c:v>
                </c:pt>
                <c:pt idx="613">
                  <c:v>0.0605571801469294</c:v>
                </c:pt>
                <c:pt idx="614">
                  <c:v>0.0617054396756856</c:v>
                </c:pt>
                <c:pt idx="615">
                  <c:v>0.0613429575792254</c:v>
                </c:pt>
                <c:pt idx="616">
                  <c:v>0.0614287825015749</c:v>
                </c:pt>
                <c:pt idx="617">
                  <c:v>0.06216782089279</c:v>
                </c:pt>
                <c:pt idx="618">
                  <c:v>0.0626778882236553</c:v>
                </c:pt>
                <c:pt idx="619">
                  <c:v>0.0611406686390348</c:v>
                </c:pt>
                <c:pt idx="620">
                  <c:v>0.062241611353663</c:v>
                </c:pt>
                <c:pt idx="621">
                  <c:v>0.0599682461495548</c:v>
                </c:pt>
                <c:pt idx="622">
                  <c:v>0.0623714922563098</c:v>
                </c:pt>
                <c:pt idx="623">
                  <c:v>0.0638731111752208</c:v>
                </c:pt>
                <c:pt idx="624">
                  <c:v>0.0629683176181614</c:v>
                </c:pt>
                <c:pt idx="625">
                  <c:v>0.0627966694969758</c:v>
                </c:pt>
                <c:pt idx="626">
                  <c:v>0.0627936772162925</c:v>
                </c:pt>
                <c:pt idx="627">
                  <c:v>0.0629471755372174</c:v>
                </c:pt>
                <c:pt idx="628">
                  <c:v>0.0626560652290369</c:v>
                </c:pt>
                <c:pt idx="629">
                  <c:v>0.0621915564552077</c:v>
                </c:pt>
                <c:pt idx="630">
                  <c:v>0.060452816255417</c:v>
                </c:pt>
                <c:pt idx="631">
                  <c:v>0.0589423157730996</c:v>
                </c:pt>
                <c:pt idx="632">
                  <c:v>0.0571960374949383</c:v>
                </c:pt>
                <c:pt idx="633">
                  <c:v>0.0567288617333555</c:v>
                </c:pt>
                <c:pt idx="634">
                  <c:v>0.0567173574149342</c:v>
                </c:pt>
                <c:pt idx="635">
                  <c:v>0.0553173463323099</c:v>
                </c:pt>
                <c:pt idx="636">
                  <c:v>0.055513794341006</c:v>
                </c:pt>
                <c:pt idx="637">
                  <c:v>0.0546559652564853</c:v>
                </c:pt>
                <c:pt idx="638">
                  <c:v>0.0552531485281735</c:v>
                </c:pt>
                <c:pt idx="639">
                  <c:v>0.0556444654716919</c:v>
                </c:pt>
                <c:pt idx="640">
                  <c:v>0.0553790282213253</c:v>
                </c:pt>
                <c:pt idx="641">
                  <c:v>0.0573503494539177</c:v>
                </c:pt>
                <c:pt idx="642">
                  <c:v>0.0571515137408128</c:v>
                </c:pt>
                <c:pt idx="643">
                  <c:v>0.0563578991193546</c:v>
                </c:pt>
                <c:pt idx="644">
                  <c:v>0.0576390195596308</c:v>
                </c:pt>
                <c:pt idx="645">
                  <c:v>0.0563685509908777</c:v>
                </c:pt>
                <c:pt idx="646">
                  <c:v>0.056282986140943</c:v>
                </c:pt>
                <c:pt idx="647">
                  <c:v>0.0566927956514566</c:v>
                </c:pt>
                <c:pt idx="648">
                  <c:v>0.0571709929770371</c:v>
                </c:pt>
                <c:pt idx="649">
                  <c:v>0.0571118089544145</c:v>
                </c:pt>
                <c:pt idx="650">
                  <c:v>0.0557521798264659</c:v>
                </c:pt>
                <c:pt idx="651">
                  <c:v>0.0579869272491575</c:v>
                </c:pt>
                <c:pt idx="652">
                  <c:v>0.0593829494698983</c:v>
                </c:pt>
                <c:pt idx="653">
                  <c:v>0.0608536085977676</c:v>
                </c:pt>
                <c:pt idx="654">
                  <c:v>0.0620762974622595</c:v>
                </c:pt>
                <c:pt idx="655">
                  <c:v>0.0621009049404708</c:v>
                </c:pt>
                <c:pt idx="656">
                  <c:v>0.0639583072114807</c:v>
                </c:pt>
                <c:pt idx="657">
                  <c:v>0.0644947263610689</c:v>
                </c:pt>
                <c:pt idx="658">
                  <c:v>0.063305039918916</c:v>
                </c:pt>
                <c:pt idx="659">
                  <c:v>0.0638209383289926</c:v>
                </c:pt>
                <c:pt idx="660">
                  <c:v>0.0636855692815116</c:v>
                </c:pt>
                <c:pt idx="661">
                  <c:v>0.062653373280789</c:v>
                </c:pt>
                <c:pt idx="662">
                  <c:v>0.0636324090423968</c:v>
                </c:pt>
                <c:pt idx="663">
                  <c:v>0.0642935618599478</c:v>
                </c:pt>
                <c:pt idx="664">
                  <c:v>0.0644700466378807</c:v>
                </c:pt>
                <c:pt idx="665">
                  <c:v>0.0629240091750511</c:v>
                </c:pt>
                <c:pt idx="666">
                  <c:v>0.0627426684903127</c:v>
                </c:pt>
                <c:pt idx="667">
                  <c:v>0.0616996545599175</c:v>
                </c:pt>
                <c:pt idx="668">
                  <c:v>0.0601434580351097</c:v>
                </c:pt>
                <c:pt idx="669">
                  <c:v>0.0609514015903987</c:v>
                </c:pt>
                <c:pt idx="670">
                  <c:v>0.0608801937642188</c:v>
                </c:pt>
                <c:pt idx="671">
                  <c:v>0.0605534944024079</c:v>
                </c:pt>
                <c:pt idx="672">
                  <c:v>0.0621925816583321</c:v>
                </c:pt>
                <c:pt idx="673">
                  <c:v>0.0638426056583438</c:v>
                </c:pt>
                <c:pt idx="674">
                  <c:v>0.0642931526510396</c:v>
                </c:pt>
                <c:pt idx="675">
                  <c:v>0.0645335116464161</c:v>
                </c:pt>
                <c:pt idx="676">
                  <c:v>0.0638423937835114</c:v>
                </c:pt>
                <c:pt idx="677">
                  <c:v>0.0639750378496484</c:v>
                </c:pt>
                <c:pt idx="678">
                  <c:v>0.0636479210403157</c:v>
                </c:pt>
                <c:pt idx="679">
                  <c:v>0.0622030114271018</c:v>
                </c:pt>
                <c:pt idx="680">
                  <c:v>0.0636644560307765</c:v>
                </c:pt>
                <c:pt idx="681">
                  <c:v>0.0643073953190175</c:v>
                </c:pt>
                <c:pt idx="682">
                  <c:v>0.0658955295866794</c:v>
                </c:pt>
                <c:pt idx="683">
                  <c:v>0.0675519013526205</c:v>
                </c:pt>
                <c:pt idx="684">
                  <c:v>0.0689478657740669</c:v>
                </c:pt>
                <c:pt idx="685">
                  <c:v>0.0688420270713744</c:v>
                </c:pt>
                <c:pt idx="686">
                  <c:v>0.0685394221555617</c:v>
                </c:pt>
                <c:pt idx="687">
                  <c:v>0.0683062491652167</c:v>
                </c:pt>
                <c:pt idx="688">
                  <c:v>0.0681422226888181</c:v>
                </c:pt>
                <c:pt idx="689">
                  <c:v>0.0688433638799467</c:v>
                </c:pt>
                <c:pt idx="690">
                  <c:v>0.0674228162630568</c:v>
                </c:pt>
                <c:pt idx="691">
                  <c:v>0.0679888381572201</c:v>
                </c:pt>
                <c:pt idx="692">
                  <c:v>0.0662030697847463</c:v>
                </c:pt>
                <c:pt idx="693">
                  <c:v>0.066059192733008</c:v>
                </c:pt>
                <c:pt idx="694">
                  <c:v>0.065156200890661</c:v>
                </c:pt>
                <c:pt idx="695">
                  <c:v>0.0631919978658763</c:v>
                </c:pt>
                <c:pt idx="696">
                  <c:v>0.0635242097573001</c:v>
                </c:pt>
                <c:pt idx="697">
                  <c:v>0.0625613740790691</c:v>
                </c:pt>
                <c:pt idx="698">
                  <c:v>0.0623345193562499</c:v>
                </c:pt>
                <c:pt idx="699">
                  <c:v>0.0606299576865049</c:v>
                </c:pt>
                <c:pt idx="700">
                  <c:v>0.060719950105518</c:v>
                </c:pt>
                <c:pt idx="701">
                  <c:v>0.0618316997370337</c:v>
                </c:pt>
                <c:pt idx="702">
                  <c:v>0.0610489761307639</c:v>
                </c:pt>
                <c:pt idx="703">
                  <c:v>0.061050124084711</c:v>
                </c:pt>
                <c:pt idx="704">
                  <c:v>0.0620553945910288</c:v>
                </c:pt>
                <c:pt idx="705">
                  <c:v>0.06269458386819</c:v>
                </c:pt>
                <c:pt idx="706">
                  <c:v>0.0620063694522638</c:v>
                </c:pt>
                <c:pt idx="707">
                  <c:v>0.0630560798433019</c:v>
                </c:pt>
                <c:pt idx="708">
                  <c:v>0.0632950051787313</c:v>
                </c:pt>
                <c:pt idx="709">
                  <c:v>0.0634654398377802</c:v>
                </c:pt>
                <c:pt idx="710">
                  <c:v>0.0649433419476114</c:v>
                </c:pt>
                <c:pt idx="711">
                  <c:v>0.0663633837431036</c:v>
                </c:pt>
                <c:pt idx="712">
                  <c:v>0.0671087994704442</c:v>
                </c:pt>
                <c:pt idx="713">
                  <c:v>0.067656622557257</c:v>
                </c:pt>
                <c:pt idx="714">
                  <c:v>0.0675455676817698</c:v>
                </c:pt>
                <c:pt idx="715">
                  <c:v>0.0668103507064713</c:v>
                </c:pt>
                <c:pt idx="716">
                  <c:v>0.066763723790623</c:v>
                </c:pt>
                <c:pt idx="717">
                  <c:v>0.0654106537137162</c:v>
                </c:pt>
                <c:pt idx="718">
                  <c:v>0.0652368555671794</c:v>
                </c:pt>
                <c:pt idx="719">
                  <c:v>0.0663286166853199</c:v>
                </c:pt>
                <c:pt idx="720">
                  <c:v>0.0677725325483244</c:v>
                </c:pt>
                <c:pt idx="721">
                  <c:v>0.068797718049349</c:v>
                </c:pt>
                <c:pt idx="722">
                  <c:v>0.0697322896107657</c:v>
                </c:pt>
                <c:pt idx="723">
                  <c:v>0.0706095614294492</c:v>
                </c:pt>
                <c:pt idx="724">
                  <c:v>0.0706916834303394</c:v>
                </c:pt>
                <c:pt idx="725">
                  <c:v>0.0691440184435522</c:v>
                </c:pt>
                <c:pt idx="726">
                  <c:v>0.0715535281153562</c:v>
                </c:pt>
                <c:pt idx="727">
                  <c:v>0.0719200777133768</c:v>
                </c:pt>
                <c:pt idx="728">
                  <c:v>0.073115116402892</c:v>
                </c:pt>
                <c:pt idx="729">
                  <c:v>0.0720326887780726</c:v>
                </c:pt>
                <c:pt idx="730">
                  <c:v>0.071538941800724</c:v>
                </c:pt>
                <c:pt idx="731">
                  <c:v>0.0721060981999099</c:v>
                </c:pt>
                <c:pt idx="732">
                  <c:v>0.0743059386421732</c:v>
                </c:pt>
                <c:pt idx="733">
                  <c:v>0.0739266718060492</c:v>
                </c:pt>
                <c:pt idx="734">
                  <c:v>0.0752459159746224</c:v>
                </c:pt>
                <c:pt idx="735">
                  <c:v>0.0766089690213121</c:v>
                </c:pt>
                <c:pt idx="736">
                  <c:v>0.0749341615957759</c:v>
                </c:pt>
                <c:pt idx="737">
                  <c:v>0.0749041325480615</c:v>
                </c:pt>
                <c:pt idx="738">
                  <c:v>0.0734848908838792</c:v>
                </c:pt>
                <c:pt idx="739">
                  <c:v>0.0741217697592662</c:v>
                </c:pt>
                <c:pt idx="740">
                  <c:v>0.0746043350406647</c:v>
                </c:pt>
                <c:pt idx="741">
                  <c:v>0.0727239761084217</c:v>
                </c:pt>
                <c:pt idx="742">
                  <c:v>0.0713593520048916</c:v>
                </c:pt>
                <c:pt idx="743">
                  <c:v>0.0706311182960715</c:v>
                </c:pt>
                <c:pt idx="744">
                  <c:v>0.0694694050032436</c:v>
                </c:pt>
                <c:pt idx="745">
                  <c:v>0.0688881541735764</c:v>
                </c:pt>
                <c:pt idx="746">
                  <c:v>0.0687422261216933</c:v>
                </c:pt>
                <c:pt idx="747">
                  <c:v>0.0675386811185966</c:v>
                </c:pt>
                <c:pt idx="748">
                  <c:v>0.0628075550223175</c:v>
                </c:pt>
                <c:pt idx="749">
                  <c:v>0.0618372610340089</c:v>
                </c:pt>
                <c:pt idx="750">
                  <c:v>0.0635439268783704</c:v>
                </c:pt>
                <c:pt idx="751">
                  <c:v>0.0649374940954704</c:v>
                </c:pt>
                <c:pt idx="752">
                  <c:v>0.0661033690218604</c:v>
                </c:pt>
                <c:pt idx="753">
                  <c:v>0.0654011712004765</c:v>
                </c:pt>
                <c:pt idx="754">
                  <c:v>0.0638933783054332</c:v>
                </c:pt>
                <c:pt idx="755">
                  <c:v>0.0649954301746185</c:v>
                </c:pt>
                <c:pt idx="756">
                  <c:v>0.0642657355599474</c:v>
                </c:pt>
                <c:pt idx="757">
                  <c:v>0.0639819042982701</c:v>
                </c:pt>
                <c:pt idx="758">
                  <c:v>0.065206641710137</c:v>
                </c:pt>
                <c:pt idx="759">
                  <c:v>0.0663995767175495</c:v>
                </c:pt>
                <c:pt idx="760">
                  <c:v>0.0659818349433434</c:v>
                </c:pt>
                <c:pt idx="761">
                  <c:v>0.068254702654736</c:v>
                </c:pt>
                <c:pt idx="762">
                  <c:v>0.0698760186132019</c:v>
                </c:pt>
                <c:pt idx="763">
                  <c:v>0.0710397847018954</c:v>
                </c:pt>
                <c:pt idx="764">
                  <c:v>0.0699207312898473</c:v>
                </c:pt>
                <c:pt idx="765">
                  <c:v>0.0682763101794485</c:v>
                </c:pt>
                <c:pt idx="766">
                  <c:v>0.0679996137234498</c:v>
                </c:pt>
                <c:pt idx="767">
                  <c:v>0.0648004495085727</c:v>
                </c:pt>
                <c:pt idx="768">
                  <c:v>0.0676596705329302</c:v>
                </c:pt>
                <c:pt idx="769">
                  <c:v>0.0683392692426417</c:v>
                </c:pt>
                <c:pt idx="770">
                  <c:v>0.070102586167105</c:v>
                </c:pt>
                <c:pt idx="771">
                  <c:v>0.0711929710342367</c:v>
                </c:pt>
                <c:pt idx="772">
                  <c:v>0.0708998445806988</c:v>
                </c:pt>
                <c:pt idx="773">
                  <c:v>0.0696175067384115</c:v>
                </c:pt>
                <c:pt idx="774">
                  <c:v>0.0700463370377162</c:v>
                </c:pt>
                <c:pt idx="775">
                  <c:v>0.0709576077082579</c:v>
                </c:pt>
                <c:pt idx="776">
                  <c:v>0.0714241314990343</c:v>
                </c:pt>
                <c:pt idx="777">
                  <c:v>0.0717094736026039</c:v>
                </c:pt>
                <c:pt idx="778">
                  <c:v>0.0688631260038768</c:v>
                </c:pt>
                <c:pt idx="779">
                  <c:v>0.0687259582017797</c:v>
                </c:pt>
                <c:pt idx="780">
                  <c:v>0.0683791289185234</c:v>
                </c:pt>
                <c:pt idx="781">
                  <c:v>0.0697160877657274</c:v>
                </c:pt>
                <c:pt idx="782">
                  <c:v>0.0723161182014358</c:v>
                </c:pt>
                <c:pt idx="783">
                  <c:v>0.071674309554888</c:v>
                </c:pt>
                <c:pt idx="784">
                  <c:v>0.0747968732997275</c:v>
                </c:pt>
                <c:pt idx="785">
                  <c:v>0.0747421384468614</c:v>
                </c:pt>
                <c:pt idx="786">
                  <c:v>0.0741016391356013</c:v>
                </c:pt>
                <c:pt idx="787">
                  <c:v>0.0749968010552612</c:v>
                </c:pt>
                <c:pt idx="788">
                  <c:v>0.07451379013602</c:v>
                </c:pt>
                <c:pt idx="789">
                  <c:v>0.0761209253958921</c:v>
                </c:pt>
                <c:pt idx="790">
                  <c:v>0.0739921782901355</c:v>
                </c:pt>
                <c:pt idx="791">
                  <c:v>0.073302212621244</c:v>
                </c:pt>
                <c:pt idx="792">
                  <c:v>0.0732184069730054</c:v>
                </c:pt>
                <c:pt idx="793">
                  <c:v>0.075188664205039</c:v>
                </c:pt>
                <c:pt idx="794">
                  <c:v>0.0769538856650709</c:v>
                </c:pt>
                <c:pt idx="795">
                  <c:v>0.0777213690378915</c:v>
                </c:pt>
                <c:pt idx="796">
                  <c:v>0.0761366163272885</c:v>
                </c:pt>
                <c:pt idx="797">
                  <c:v>0.0765302483060827</c:v>
                </c:pt>
                <c:pt idx="798">
                  <c:v>0.0786627164341941</c:v>
                </c:pt>
                <c:pt idx="799">
                  <c:v>0.0776579423270317</c:v>
                </c:pt>
                <c:pt idx="800">
                  <c:v>0.0776336600167359</c:v>
                </c:pt>
                <c:pt idx="801">
                  <c:v>0.0765115522504944</c:v>
                </c:pt>
                <c:pt idx="802">
                  <c:v>0.0777998255385614</c:v>
                </c:pt>
                <c:pt idx="803">
                  <c:v>0.077396115437434</c:v>
                </c:pt>
                <c:pt idx="804">
                  <c:v>0.0785071217676423</c:v>
                </c:pt>
                <c:pt idx="805">
                  <c:v>0.0789410187326339</c:v>
                </c:pt>
                <c:pt idx="806">
                  <c:v>0.0775535806248681</c:v>
                </c:pt>
                <c:pt idx="807">
                  <c:v>0.0749332245850906</c:v>
                </c:pt>
                <c:pt idx="808">
                  <c:v>0.0744612433950828</c:v>
                </c:pt>
                <c:pt idx="809">
                  <c:v>0.0753405195587299</c:v>
                </c:pt>
                <c:pt idx="810">
                  <c:v>0.0752565040794474</c:v>
                </c:pt>
                <c:pt idx="811">
                  <c:v>0.0757741241117283</c:v>
                </c:pt>
                <c:pt idx="812">
                  <c:v>0.074087152325057</c:v>
                </c:pt>
                <c:pt idx="813">
                  <c:v>0.0754583030374214</c:v>
                </c:pt>
                <c:pt idx="814">
                  <c:v>0.0754300682679901</c:v>
                </c:pt>
                <c:pt idx="815">
                  <c:v>0.0740556432507077</c:v>
                </c:pt>
                <c:pt idx="816">
                  <c:v>0.0747599451592625</c:v>
                </c:pt>
                <c:pt idx="817">
                  <c:v>0.0743794207181788</c:v>
                </c:pt>
                <c:pt idx="818">
                  <c:v>0.0751250366217433</c:v>
                </c:pt>
                <c:pt idx="819">
                  <c:v>0.0772687599914026</c:v>
                </c:pt>
                <c:pt idx="820">
                  <c:v>0.0772638567434279</c:v>
                </c:pt>
                <c:pt idx="821">
                  <c:v>0.0784204703885313</c:v>
                </c:pt>
                <c:pt idx="822">
                  <c:v>0.0793000811254262</c:v>
                </c:pt>
                <c:pt idx="823">
                  <c:v>0.0786396748197949</c:v>
                </c:pt>
                <c:pt idx="824">
                  <c:v>0.0789012232436889</c:v>
                </c:pt>
                <c:pt idx="825">
                  <c:v>0.0807161234165645</c:v>
                </c:pt>
                <c:pt idx="826">
                  <c:v>0.0816229316665559</c:v>
                </c:pt>
                <c:pt idx="827">
                  <c:v>0.0832745893603556</c:v>
                </c:pt>
                <c:pt idx="828">
                  <c:v>0.0858514782366406</c:v>
                </c:pt>
                <c:pt idx="829">
                  <c:v>0.0875216593736177</c:v>
                </c:pt>
                <c:pt idx="830">
                  <c:v>0.0889366985285844</c:v>
                </c:pt>
                <c:pt idx="831">
                  <c:v>0.0903456190021521</c:v>
                </c:pt>
                <c:pt idx="832">
                  <c:v>0.0921122201834792</c:v>
                </c:pt>
                <c:pt idx="833">
                  <c:v>0.089220800225237</c:v>
                </c:pt>
                <c:pt idx="834">
                  <c:v>0.0844771973180363</c:v>
                </c:pt>
                <c:pt idx="835">
                  <c:v>0.0864639179172453</c:v>
                </c:pt>
                <c:pt idx="836">
                  <c:v>0.0875778544724792</c:v>
                </c:pt>
                <c:pt idx="837">
                  <c:v>0.0876424531232607</c:v>
                </c:pt>
                <c:pt idx="838">
                  <c:v>0.0878527518546877</c:v>
                </c:pt>
                <c:pt idx="839">
                  <c:v>0.0876980865478554</c:v>
                </c:pt>
                <c:pt idx="840">
                  <c:v>0.0901070373617583</c:v>
                </c:pt>
                <c:pt idx="841">
                  <c:v>0.091104505840722</c:v>
                </c:pt>
                <c:pt idx="842">
                  <c:v>0.091719132599724</c:v>
                </c:pt>
                <c:pt idx="843">
                  <c:v>0.0931281632019496</c:v>
                </c:pt>
                <c:pt idx="844">
                  <c:v>0.0936524850684102</c:v>
                </c:pt>
                <c:pt idx="845">
                  <c:v>0.0937098744435378</c:v>
                </c:pt>
                <c:pt idx="846">
                  <c:v>0.0939695707708128</c:v>
                </c:pt>
                <c:pt idx="847">
                  <c:v>0.0936805566772418</c:v>
                </c:pt>
                <c:pt idx="848">
                  <c:v>0.0951973214605599</c:v>
                </c:pt>
                <c:pt idx="849">
                  <c:v>0.0948855351602529</c:v>
                </c:pt>
                <c:pt idx="850">
                  <c:v>0.0965770984875445</c:v>
                </c:pt>
                <c:pt idx="851">
                  <c:v>0.098932698664091</c:v>
                </c:pt>
                <c:pt idx="852">
                  <c:v>0.102664357141914</c:v>
                </c:pt>
                <c:pt idx="853">
                  <c:v>0.10257277509991</c:v>
                </c:pt>
                <c:pt idx="854">
                  <c:v>0.10574195495757</c:v>
                </c:pt>
                <c:pt idx="855">
                  <c:v>0.107830175405371</c:v>
                </c:pt>
                <c:pt idx="856">
                  <c:v>0.105750919244497</c:v>
                </c:pt>
                <c:pt idx="857">
                  <c:v>0.109243275501261</c:v>
                </c:pt>
                <c:pt idx="858">
                  <c:v>0.111473923571385</c:v>
                </c:pt>
                <c:pt idx="859">
                  <c:v>0.110243592986537</c:v>
                </c:pt>
                <c:pt idx="860">
                  <c:v>0.104964118610347</c:v>
                </c:pt>
                <c:pt idx="861">
                  <c:v>0.104499544272667</c:v>
                </c:pt>
                <c:pt idx="862">
                  <c:v>0.10881103942087</c:v>
                </c:pt>
                <c:pt idx="863">
                  <c:v>0.10986659381018</c:v>
                </c:pt>
                <c:pt idx="864">
                  <c:v>0.111305327430491</c:v>
                </c:pt>
                <c:pt idx="865">
                  <c:v>0.112122381042943</c:v>
                </c:pt>
                <c:pt idx="866">
                  <c:v>0.110368419603198</c:v>
                </c:pt>
                <c:pt idx="867">
                  <c:v>0.111895835870348</c:v>
                </c:pt>
                <c:pt idx="868">
                  <c:v>0.114235677781848</c:v>
                </c:pt>
                <c:pt idx="869">
                  <c:v>0.116170283492425</c:v>
                </c:pt>
                <c:pt idx="870">
                  <c:v>0.117041063348053</c:v>
                </c:pt>
                <c:pt idx="871">
                  <c:v>0.118375534665091</c:v>
                </c:pt>
                <c:pt idx="872">
                  <c:v>0.122210573725149</c:v>
                </c:pt>
                <c:pt idx="873">
                  <c:v>0.123331310207149</c:v>
                </c:pt>
                <c:pt idx="874">
                  <c:v>0.124739908711492</c:v>
                </c:pt>
                <c:pt idx="875">
                  <c:v>0.125980308784085</c:v>
                </c:pt>
                <c:pt idx="876">
                  <c:v>0.125400773781808</c:v>
                </c:pt>
                <c:pt idx="877">
                  <c:v>0.128268244182211</c:v>
                </c:pt>
                <c:pt idx="878">
                  <c:v>0.127265953346149</c:v>
                </c:pt>
                <c:pt idx="879">
                  <c:v>0.127090164953474</c:v>
                </c:pt>
                <c:pt idx="880">
                  <c:v>0.129127077079499</c:v>
                </c:pt>
                <c:pt idx="881">
                  <c:v>0.128761254141247</c:v>
                </c:pt>
                <c:pt idx="882">
                  <c:v>0.128560207507175</c:v>
                </c:pt>
                <c:pt idx="883">
                  <c:v>0.128803625569547</c:v>
                </c:pt>
                <c:pt idx="884">
                  <c:v>0.127737972651357</c:v>
                </c:pt>
                <c:pt idx="885">
                  <c:v>0.127450362738774</c:v>
                </c:pt>
                <c:pt idx="886">
                  <c:v>0.13046666477242</c:v>
                </c:pt>
                <c:pt idx="887">
                  <c:v>0.133034087724377</c:v>
                </c:pt>
                <c:pt idx="888">
                  <c:v>0.137614560175691</c:v>
                </c:pt>
                <c:pt idx="889">
                  <c:v>0.137380392199169</c:v>
                </c:pt>
                <c:pt idx="890">
                  <c:v>0.143416639762292</c:v>
                </c:pt>
                <c:pt idx="891">
                  <c:v>0.139570001978086</c:v>
                </c:pt>
                <c:pt idx="892">
                  <c:v>0.13853086676937</c:v>
                </c:pt>
                <c:pt idx="893">
                  <c:v>0.141850451430178</c:v>
                </c:pt>
                <c:pt idx="894">
                  <c:v>0.142881818823205</c:v>
                </c:pt>
                <c:pt idx="895">
                  <c:v>0.143593415711433</c:v>
                </c:pt>
                <c:pt idx="896">
                  <c:v>0.148157029308712</c:v>
                </c:pt>
                <c:pt idx="897">
                  <c:v>0.155590041452936</c:v>
                </c:pt>
                <c:pt idx="898">
                  <c:v>0.159511293039647</c:v>
                </c:pt>
                <c:pt idx="899">
                  <c:v>0.157684632445996</c:v>
                </c:pt>
                <c:pt idx="900">
                  <c:v>0.144072136803632</c:v>
                </c:pt>
                <c:pt idx="901">
                  <c:v>0.142076589509171</c:v>
                </c:pt>
                <c:pt idx="902">
                  <c:v>0.141820376099505</c:v>
                </c:pt>
                <c:pt idx="903">
                  <c:v>0.140565834438973</c:v>
                </c:pt>
                <c:pt idx="904">
                  <c:v>0.136352467007441</c:v>
                </c:pt>
                <c:pt idx="905">
                  <c:v>0.138195746403524</c:v>
                </c:pt>
                <c:pt idx="906">
                  <c:v>0.141142688631014</c:v>
                </c:pt>
                <c:pt idx="907">
                  <c:v>0.140027214579747</c:v>
                </c:pt>
                <c:pt idx="908">
                  <c:v>0.138156384556531</c:v>
                </c:pt>
                <c:pt idx="909">
                  <c:v>0.139046005965821</c:v>
                </c:pt>
                <c:pt idx="910">
                  <c:v>0.134477259437705</c:v>
                </c:pt>
                <c:pt idx="911">
                  <c:v>0.133038855169376</c:v>
                </c:pt>
                <c:pt idx="912">
                  <c:v>0.130162991688291</c:v>
                </c:pt>
                <c:pt idx="913">
                  <c:v>0.132567325161919</c:v>
                </c:pt>
                <c:pt idx="914">
                  <c:v>0.131909275545233</c:v>
                </c:pt>
                <c:pt idx="915">
                  <c:v>0.135591641045991</c:v>
                </c:pt>
                <c:pt idx="916">
                  <c:v>0.139677703004101</c:v>
                </c:pt>
                <c:pt idx="917">
                  <c:v>0.140816848268185</c:v>
                </c:pt>
                <c:pt idx="918">
                  <c:v>0.141240374391237</c:v>
                </c:pt>
                <c:pt idx="919">
                  <c:v>0.1420479512883</c:v>
                </c:pt>
                <c:pt idx="920">
                  <c:v>0.144304802442647</c:v>
                </c:pt>
                <c:pt idx="921">
                  <c:v>0.143414710056086</c:v>
                </c:pt>
                <c:pt idx="922">
                  <c:v>0.145194529020639</c:v>
                </c:pt>
                <c:pt idx="923">
                  <c:v>0.144368205428621</c:v>
                </c:pt>
                <c:pt idx="924">
                  <c:v>0.145146766830186</c:v>
                </c:pt>
                <c:pt idx="925">
                  <c:v>0.143515013471172</c:v>
                </c:pt>
                <c:pt idx="926">
                  <c:v>0.143712887102554</c:v>
                </c:pt>
                <c:pt idx="927">
                  <c:v>0.142178894829383</c:v>
                </c:pt>
                <c:pt idx="928">
                  <c:v>0.143154560041309</c:v>
                </c:pt>
                <c:pt idx="929">
                  <c:v>0.146131202199752</c:v>
                </c:pt>
                <c:pt idx="930">
                  <c:v>0.142629946380805</c:v>
                </c:pt>
                <c:pt idx="931">
                  <c:v>0.14532922180984</c:v>
                </c:pt>
                <c:pt idx="932">
                  <c:v>0.148430112537036</c:v>
                </c:pt>
                <c:pt idx="933">
                  <c:v>0.147720891658829</c:v>
                </c:pt>
                <c:pt idx="934">
                  <c:v>0.150456198656362</c:v>
                </c:pt>
                <c:pt idx="935">
                  <c:v>0.147684846185638</c:v>
                </c:pt>
                <c:pt idx="936">
                  <c:v>0.149708193762843</c:v>
                </c:pt>
                <c:pt idx="937">
                  <c:v>0.150089212285435</c:v>
                </c:pt>
                <c:pt idx="938">
                  <c:v>0.149914090274796</c:v>
                </c:pt>
                <c:pt idx="939">
                  <c:v>0.154371189676555</c:v>
                </c:pt>
                <c:pt idx="940">
                  <c:v>0.151868882032715</c:v>
                </c:pt>
                <c:pt idx="941">
                  <c:v>0.157150056029066</c:v>
                </c:pt>
                <c:pt idx="942">
                  <c:v>0.155284092732956</c:v>
                </c:pt>
                <c:pt idx="943">
                  <c:v>0.156814724435821</c:v>
                </c:pt>
                <c:pt idx="944">
                  <c:v>0.15563736885499</c:v>
                </c:pt>
                <c:pt idx="945">
                  <c:v>0.156693411022875</c:v>
                </c:pt>
                <c:pt idx="946">
                  <c:v>0.159558889350949</c:v>
                </c:pt>
                <c:pt idx="947">
                  <c:v>0.160461968748337</c:v>
                </c:pt>
                <c:pt idx="948">
                  <c:v>0.158312346963595</c:v>
                </c:pt>
                <c:pt idx="949">
                  <c:v>0.158090070862294</c:v>
                </c:pt>
                <c:pt idx="950">
                  <c:v>0.158836285588146</c:v>
                </c:pt>
                <c:pt idx="951">
                  <c:v>0.158789207446906</c:v>
                </c:pt>
                <c:pt idx="952">
                  <c:v>0.162188846269753</c:v>
                </c:pt>
                <c:pt idx="953">
                  <c:v>0.164494286054266</c:v>
                </c:pt>
                <c:pt idx="954">
                  <c:v>0.163248517650315</c:v>
                </c:pt>
                <c:pt idx="955">
                  <c:v>0.165799457288982</c:v>
                </c:pt>
                <c:pt idx="956">
                  <c:v>0.164658703940087</c:v>
                </c:pt>
                <c:pt idx="957">
                  <c:v>0.163102519267782</c:v>
                </c:pt>
                <c:pt idx="958">
                  <c:v>0.160313445255833</c:v>
                </c:pt>
                <c:pt idx="959">
                  <c:v>0.16278857822043</c:v>
                </c:pt>
                <c:pt idx="960">
                  <c:v>0.160069193367374</c:v>
                </c:pt>
                <c:pt idx="961">
                  <c:v>0.160777367554735</c:v>
                </c:pt>
                <c:pt idx="962">
                  <c:v>0.159116370104189</c:v>
                </c:pt>
                <c:pt idx="963">
                  <c:v>0.155892409938275</c:v>
                </c:pt>
                <c:pt idx="964">
                  <c:v>0.15512140578106</c:v>
                </c:pt>
                <c:pt idx="965">
                  <c:v>0.153654611315795</c:v>
                </c:pt>
                <c:pt idx="966">
                  <c:v>0.154116711761786</c:v>
                </c:pt>
                <c:pt idx="967">
                  <c:v>0.149582158359094</c:v>
                </c:pt>
                <c:pt idx="968">
                  <c:v>0.150338960621646</c:v>
                </c:pt>
                <c:pt idx="969">
                  <c:v>0.147319606731492</c:v>
                </c:pt>
                <c:pt idx="970">
                  <c:v>0.150056058368378</c:v>
                </c:pt>
                <c:pt idx="971">
                  <c:v>0.149116559637962</c:v>
                </c:pt>
                <c:pt idx="972">
                  <c:v>0.149126470984726</c:v>
                </c:pt>
                <c:pt idx="973">
                  <c:v>0.14901469875777</c:v>
                </c:pt>
                <c:pt idx="974">
                  <c:v>0.151070939018646</c:v>
                </c:pt>
                <c:pt idx="975">
                  <c:v>0.152086248703976</c:v>
                </c:pt>
                <c:pt idx="976">
                  <c:v>0.14974934239071</c:v>
                </c:pt>
                <c:pt idx="977">
                  <c:v>0.147849046654091</c:v>
                </c:pt>
                <c:pt idx="978">
                  <c:v>0.143038872705552</c:v>
                </c:pt>
                <c:pt idx="979">
                  <c:v>0.142116873851909</c:v>
                </c:pt>
                <c:pt idx="980">
                  <c:v>0.139301534019165</c:v>
                </c:pt>
                <c:pt idx="981">
                  <c:v>0.140449216788914</c:v>
                </c:pt>
                <c:pt idx="982">
                  <c:v>0.138221077945367</c:v>
                </c:pt>
                <c:pt idx="983">
                  <c:v>0.139790146177399</c:v>
                </c:pt>
                <c:pt idx="984">
                  <c:v>0.143471344579302</c:v>
                </c:pt>
                <c:pt idx="985">
                  <c:v>0.146931935658505</c:v>
                </c:pt>
                <c:pt idx="986">
                  <c:v>0.149395700303138</c:v>
                </c:pt>
                <c:pt idx="987">
                  <c:v>0.150259415028438</c:v>
                </c:pt>
                <c:pt idx="988">
                  <c:v>0.150428311627344</c:v>
                </c:pt>
                <c:pt idx="989">
                  <c:v>0.147467245062158</c:v>
                </c:pt>
                <c:pt idx="990">
                  <c:v>0.141360674299759</c:v>
                </c:pt>
                <c:pt idx="991">
                  <c:v>0.140920890433654</c:v>
                </c:pt>
                <c:pt idx="992">
                  <c:v>0.141081493087411</c:v>
                </c:pt>
                <c:pt idx="993">
                  <c:v>0.140725996431272</c:v>
                </c:pt>
                <c:pt idx="994">
                  <c:v>0.138750120654986</c:v>
                </c:pt>
                <c:pt idx="995">
                  <c:v>0.137261485251073</c:v>
                </c:pt>
                <c:pt idx="996">
                  <c:v>0.13711680687481</c:v>
                </c:pt>
                <c:pt idx="997">
                  <c:v>0.135077041698075</c:v>
                </c:pt>
                <c:pt idx="998">
                  <c:v>0.133315871031934</c:v>
                </c:pt>
                <c:pt idx="999">
                  <c:v>0.132506826207187</c:v>
                </c:pt>
                <c:pt idx="1000">
                  <c:v>0.129581763089138</c:v>
                </c:pt>
                <c:pt idx="1001">
                  <c:v>0.131282899675468</c:v>
                </c:pt>
                <c:pt idx="1002">
                  <c:v>0.132950952081627</c:v>
                </c:pt>
                <c:pt idx="1003">
                  <c:v>0.137829816493475</c:v>
                </c:pt>
                <c:pt idx="1004">
                  <c:v>0.145722792892375</c:v>
                </c:pt>
                <c:pt idx="1005">
                  <c:v>0.150921429559274</c:v>
                </c:pt>
                <c:pt idx="1006">
                  <c:v>0.149272730461925</c:v>
                </c:pt>
                <c:pt idx="1007">
                  <c:v>0.152258595520135</c:v>
                </c:pt>
                <c:pt idx="1008">
                  <c:v>0.151485582257603</c:v>
                </c:pt>
                <c:pt idx="1009">
                  <c:v>0.155790372250993</c:v>
                </c:pt>
                <c:pt idx="1010">
                  <c:v>0.15932015968211</c:v>
                </c:pt>
                <c:pt idx="1011">
                  <c:v>0.158878771929821</c:v>
                </c:pt>
                <c:pt idx="1012">
                  <c:v>0.160077372419415</c:v>
                </c:pt>
                <c:pt idx="1013">
                  <c:v>0.161353272635066</c:v>
                </c:pt>
                <c:pt idx="1014">
                  <c:v>0.164465537352594</c:v>
                </c:pt>
                <c:pt idx="1015">
                  <c:v>0.162172258902623</c:v>
                </c:pt>
                <c:pt idx="1016">
                  <c:v>0.160466489330027</c:v>
                </c:pt>
                <c:pt idx="1017">
                  <c:v>0.157210987327994</c:v>
                </c:pt>
                <c:pt idx="1018">
                  <c:v>0.158363170359871</c:v>
                </c:pt>
                <c:pt idx="1019">
                  <c:v>0.157650462591936</c:v>
                </c:pt>
                <c:pt idx="1020">
                  <c:v>0.158358563884922</c:v>
                </c:pt>
                <c:pt idx="1021">
                  <c:v>0.162836881052545</c:v>
                </c:pt>
                <c:pt idx="1022">
                  <c:v>0.164113677365888</c:v>
                </c:pt>
                <c:pt idx="1023">
                  <c:v>0.165643959707703</c:v>
                </c:pt>
                <c:pt idx="1024">
                  <c:v>0.166422000709788</c:v>
                </c:pt>
                <c:pt idx="1025">
                  <c:v>0.170363146838417</c:v>
                </c:pt>
                <c:pt idx="1026">
                  <c:v>0.169873167588036</c:v>
                </c:pt>
                <c:pt idx="1027">
                  <c:v>0.170099890825611</c:v>
                </c:pt>
                <c:pt idx="1028">
                  <c:v>0.168839027830636</c:v>
                </c:pt>
                <c:pt idx="1029">
                  <c:v>0.170541696376139</c:v>
                </c:pt>
                <c:pt idx="1030">
                  <c:v>0.171618771685431</c:v>
                </c:pt>
                <c:pt idx="1031">
                  <c:v>0.169127318461773</c:v>
                </c:pt>
                <c:pt idx="1032">
                  <c:v>0.170467306448268</c:v>
                </c:pt>
                <c:pt idx="1033">
                  <c:v>0.170340046454003</c:v>
                </c:pt>
                <c:pt idx="1034">
                  <c:v>0.171317936282027</c:v>
                </c:pt>
                <c:pt idx="1035">
                  <c:v>0.174003456511321</c:v>
                </c:pt>
                <c:pt idx="1036">
                  <c:v>0.175947327519299</c:v>
                </c:pt>
                <c:pt idx="1037">
                  <c:v>0.170839621670701</c:v>
                </c:pt>
                <c:pt idx="1038">
                  <c:v>0.171030888503831</c:v>
                </c:pt>
                <c:pt idx="1039">
                  <c:v>0.167987743613555</c:v>
                </c:pt>
                <c:pt idx="1040">
                  <c:v>0.169161282607413</c:v>
                </c:pt>
                <c:pt idx="1041">
                  <c:v>0.17247821009442</c:v>
                </c:pt>
                <c:pt idx="1042">
                  <c:v>0.172908367333991</c:v>
                </c:pt>
                <c:pt idx="1043">
                  <c:v>0.177124299887418</c:v>
                </c:pt>
                <c:pt idx="1044">
                  <c:v>0.175237826678619</c:v>
                </c:pt>
                <c:pt idx="1045">
                  <c:v>0.172071228013863</c:v>
                </c:pt>
                <c:pt idx="1046">
                  <c:v>0.171154135884596</c:v>
                </c:pt>
                <c:pt idx="1047">
                  <c:v>0.170697869483787</c:v>
                </c:pt>
                <c:pt idx="1048">
                  <c:v>0.167405195600081</c:v>
                </c:pt>
                <c:pt idx="1049">
                  <c:v>0.163446649632604</c:v>
                </c:pt>
                <c:pt idx="1050">
                  <c:v>0.160302562154169</c:v>
                </c:pt>
                <c:pt idx="1051">
                  <c:v>0.158084158279724</c:v>
                </c:pt>
                <c:pt idx="1052">
                  <c:v>0.156889227730688</c:v>
                </c:pt>
                <c:pt idx="1053">
                  <c:v>0.154753692388414</c:v>
                </c:pt>
                <c:pt idx="1054">
                  <c:v>0.153052180732023</c:v>
                </c:pt>
                <c:pt idx="1055">
                  <c:v>0.153568681823238</c:v>
                </c:pt>
                <c:pt idx="1056">
                  <c:v>0.155240603227449</c:v>
                </c:pt>
                <c:pt idx="1057">
                  <c:v>0.156906279256002</c:v>
                </c:pt>
                <c:pt idx="1058">
                  <c:v>0.157318829750422</c:v>
                </c:pt>
                <c:pt idx="1059">
                  <c:v>0.157926320596147</c:v>
                </c:pt>
                <c:pt idx="1060">
                  <c:v>0.162456147297116</c:v>
                </c:pt>
                <c:pt idx="1061">
                  <c:v>0.15606001855791</c:v>
                </c:pt>
                <c:pt idx="1062">
                  <c:v>0.156341403358728</c:v>
                </c:pt>
                <c:pt idx="1063">
                  <c:v>0.158487508579998</c:v>
                </c:pt>
                <c:pt idx="1064">
                  <c:v>0.159025326838055</c:v>
                </c:pt>
                <c:pt idx="1065">
                  <c:v>0.160607886497356</c:v>
                </c:pt>
                <c:pt idx="1066">
                  <c:v>0.16324396204944</c:v>
                </c:pt>
                <c:pt idx="1067">
                  <c:v>0.16503390936207</c:v>
                </c:pt>
                <c:pt idx="1068">
                  <c:v>0.167995220325247</c:v>
                </c:pt>
                <c:pt idx="1069">
                  <c:v>0.167003679053118</c:v>
                </c:pt>
                <c:pt idx="1070">
                  <c:v>0.168661316274269</c:v>
                </c:pt>
                <c:pt idx="1071">
                  <c:v>0.171783309116025</c:v>
                </c:pt>
                <c:pt idx="1072">
                  <c:v>0.172960477576459</c:v>
                </c:pt>
                <c:pt idx="1073">
                  <c:v>0.174208820303308</c:v>
                </c:pt>
                <c:pt idx="1074">
                  <c:v>0.173763183365459</c:v>
                </c:pt>
                <c:pt idx="1075">
                  <c:v>0.170805246693219</c:v>
                </c:pt>
                <c:pt idx="1076">
                  <c:v>0.173700397546194</c:v>
                </c:pt>
                <c:pt idx="1077">
                  <c:v>0.177566897996344</c:v>
                </c:pt>
                <c:pt idx="1078">
                  <c:v>0.180132862550919</c:v>
                </c:pt>
                <c:pt idx="1079">
                  <c:v>0.181598344182781</c:v>
                </c:pt>
                <c:pt idx="1080">
                  <c:v>0.186299600822918</c:v>
                </c:pt>
                <c:pt idx="1081">
                  <c:v>0.188622223389567</c:v>
                </c:pt>
                <c:pt idx="1082">
                  <c:v>0.191790259356473</c:v>
                </c:pt>
                <c:pt idx="1083">
                  <c:v>0.191761770681761</c:v>
                </c:pt>
                <c:pt idx="1084">
                  <c:v>0.195321373389505</c:v>
                </c:pt>
                <c:pt idx="1085">
                  <c:v>0.197888450844343</c:v>
                </c:pt>
                <c:pt idx="1086">
                  <c:v>0.199846558172614</c:v>
                </c:pt>
                <c:pt idx="1087">
                  <c:v>0.199028384037819</c:v>
                </c:pt>
                <c:pt idx="1088">
                  <c:v>0.203019290218438</c:v>
                </c:pt>
                <c:pt idx="1089">
                  <c:v>0.205172486599541</c:v>
                </c:pt>
                <c:pt idx="1090">
                  <c:v>0.206398416991223</c:v>
                </c:pt>
                <c:pt idx="1091">
                  <c:v>0.205065664885304</c:v>
                </c:pt>
                <c:pt idx="1092">
                  <c:v>0.20926932516096</c:v>
                </c:pt>
                <c:pt idx="1093">
                  <c:v>0.211873742414616</c:v>
                </c:pt>
                <c:pt idx="1094">
                  <c:v>0.214800465153095</c:v>
                </c:pt>
                <c:pt idx="1095">
                  <c:v>0.218321321918346</c:v>
                </c:pt>
                <c:pt idx="1096">
                  <c:v>0.219910710279072</c:v>
                </c:pt>
                <c:pt idx="1097">
                  <c:v>0.220030243106595</c:v>
                </c:pt>
                <c:pt idx="1098">
                  <c:v>0.218975539974949</c:v>
                </c:pt>
                <c:pt idx="1099">
                  <c:v>0.22082524798536</c:v>
                </c:pt>
                <c:pt idx="1100">
                  <c:v>0.218904406798679</c:v>
                </c:pt>
                <c:pt idx="1101">
                  <c:v>0.220717217803646</c:v>
                </c:pt>
                <c:pt idx="1102">
                  <c:v>0.219517322565861</c:v>
                </c:pt>
                <c:pt idx="1103">
                  <c:v>0.213793403759549</c:v>
                </c:pt>
                <c:pt idx="1104">
                  <c:v>0.212808618037866</c:v>
                </c:pt>
                <c:pt idx="1105">
                  <c:v>0.212696696003016</c:v>
                </c:pt>
                <c:pt idx="1106">
                  <c:v>0.215215331952424</c:v>
                </c:pt>
                <c:pt idx="1107">
                  <c:v>0.218586792903392</c:v>
                </c:pt>
                <c:pt idx="1108">
                  <c:v>0.219223587139673</c:v>
                </c:pt>
                <c:pt idx="1109">
                  <c:v>0.217335107431031</c:v>
                </c:pt>
                <c:pt idx="1110">
                  <c:v>0.213801660332039</c:v>
                </c:pt>
                <c:pt idx="1111">
                  <c:v>0.212156194440707</c:v>
                </c:pt>
                <c:pt idx="1112">
                  <c:v>0.208063899523029</c:v>
                </c:pt>
                <c:pt idx="1113">
                  <c:v>0.212248587346054</c:v>
                </c:pt>
                <c:pt idx="1114">
                  <c:v>0.216676526754297</c:v>
                </c:pt>
                <c:pt idx="1115">
                  <c:v>0.218321299245387</c:v>
                </c:pt>
                <c:pt idx="1116">
                  <c:v>0.221162640641652</c:v>
                </c:pt>
                <c:pt idx="1117">
                  <c:v>0.222972158843706</c:v>
                </c:pt>
                <c:pt idx="1118">
                  <c:v>0.223456503964251</c:v>
                </c:pt>
                <c:pt idx="1119">
                  <c:v>0.223994696357044</c:v>
                </c:pt>
                <c:pt idx="1120">
                  <c:v>0.228555688784684</c:v>
                </c:pt>
                <c:pt idx="1121">
                  <c:v>0.232665629418662</c:v>
                </c:pt>
                <c:pt idx="1122">
                  <c:v>0.234468286400854</c:v>
                </c:pt>
                <c:pt idx="1123">
                  <c:v>0.233343334796033</c:v>
                </c:pt>
                <c:pt idx="1124">
                  <c:v>0.232207448810762</c:v>
                </c:pt>
                <c:pt idx="1125">
                  <c:v>0.231543708933815</c:v>
                </c:pt>
                <c:pt idx="1126">
                  <c:v>0.226799372542163</c:v>
                </c:pt>
                <c:pt idx="1127">
                  <c:v>0.228704343608306</c:v>
                </c:pt>
                <c:pt idx="1128">
                  <c:v>0.227666332156067</c:v>
                </c:pt>
                <c:pt idx="1129">
                  <c:v>0.22587223024285</c:v>
                </c:pt>
                <c:pt idx="1130">
                  <c:v>0.230495266012295</c:v>
                </c:pt>
                <c:pt idx="1131">
                  <c:v>0.232349828445267</c:v>
                </c:pt>
                <c:pt idx="1132">
                  <c:v>0.235932857100783</c:v>
                </c:pt>
                <c:pt idx="1133">
                  <c:v>0.235232006091044</c:v>
                </c:pt>
                <c:pt idx="1134">
                  <c:v>0.232892521358094</c:v>
                </c:pt>
                <c:pt idx="1135">
                  <c:v>0.232748282208046</c:v>
                </c:pt>
                <c:pt idx="1136">
                  <c:v>0.235493188483763</c:v>
                </c:pt>
                <c:pt idx="1137">
                  <c:v>0.236476380852287</c:v>
                </c:pt>
                <c:pt idx="1138">
                  <c:v>0.237227264796334</c:v>
                </c:pt>
                <c:pt idx="1139">
                  <c:v>0.2413320406653</c:v>
                </c:pt>
                <c:pt idx="1140">
                  <c:v>0.243154335416406</c:v>
                </c:pt>
                <c:pt idx="1141">
                  <c:v>0.243939625788302</c:v>
                </c:pt>
                <c:pt idx="1142">
                  <c:v>0.249399769620731</c:v>
                </c:pt>
                <c:pt idx="1143">
                  <c:v>0.246766822568638</c:v>
                </c:pt>
                <c:pt idx="1144">
                  <c:v>0.24644732041481</c:v>
                </c:pt>
                <c:pt idx="1145">
                  <c:v>0.252178944134103</c:v>
                </c:pt>
                <c:pt idx="1146">
                  <c:v>0.249732512885933</c:v>
                </c:pt>
                <c:pt idx="1147">
                  <c:v>0.253176122468324</c:v>
                </c:pt>
                <c:pt idx="1148">
                  <c:v>0.252645096284308</c:v>
                </c:pt>
                <c:pt idx="1149">
                  <c:v>0.250252929048776</c:v>
                </c:pt>
                <c:pt idx="1150">
                  <c:v>0.250873638015727</c:v>
                </c:pt>
                <c:pt idx="1151">
                  <c:v>0.252690203532758</c:v>
                </c:pt>
                <c:pt idx="1152">
                  <c:v>0.247111879017837</c:v>
                </c:pt>
                <c:pt idx="1153">
                  <c:v>0.238218885992754</c:v>
                </c:pt>
                <c:pt idx="1154">
                  <c:v>0.239450982112438</c:v>
                </c:pt>
                <c:pt idx="1155">
                  <c:v>0.234973034789266</c:v>
                </c:pt>
                <c:pt idx="1156">
                  <c:v>0.24128564005974</c:v>
                </c:pt>
                <c:pt idx="1157">
                  <c:v>0.248977140298728</c:v>
                </c:pt>
                <c:pt idx="1158">
                  <c:v>0.24891943477442</c:v>
                </c:pt>
                <c:pt idx="1159">
                  <c:v>0.245961249798016</c:v>
                </c:pt>
                <c:pt idx="1160">
                  <c:v>0.245489240198931</c:v>
                </c:pt>
                <c:pt idx="1161">
                  <c:v>0.245599984045248</c:v>
                </c:pt>
                <c:pt idx="1162">
                  <c:v>0.243707285955974</c:v>
                </c:pt>
                <c:pt idx="1163">
                  <c:v>0.243341800856528</c:v>
                </c:pt>
                <c:pt idx="1164">
                  <c:v>0.241756865740899</c:v>
                </c:pt>
                <c:pt idx="1165">
                  <c:v>0.239746453084574</c:v>
                </c:pt>
                <c:pt idx="1166">
                  <c:v>0.235241387633135</c:v>
                </c:pt>
                <c:pt idx="1167">
                  <c:v>0.232702059789331</c:v>
                </c:pt>
                <c:pt idx="1168">
                  <c:v>0.230735168823893</c:v>
                </c:pt>
                <c:pt idx="1169">
                  <c:v>0.228682054278107</c:v>
                </c:pt>
                <c:pt idx="1170">
                  <c:v>0.222296242540549</c:v>
                </c:pt>
                <c:pt idx="1171">
                  <c:v>0.219766121126161</c:v>
                </c:pt>
                <c:pt idx="1172">
                  <c:v>0.225479771027652</c:v>
                </c:pt>
                <c:pt idx="1173">
                  <c:v>0.228977462312759</c:v>
                </c:pt>
                <c:pt idx="1174">
                  <c:v>0.224813744756675</c:v>
                </c:pt>
                <c:pt idx="1175">
                  <c:v>0.226795389656648</c:v>
                </c:pt>
                <c:pt idx="1176">
                  <c:v>0.230248638285963</c:v>
                </c:pt>
                <c:pt idx="1177">
                  <c:v>0.232263917468579</c:v>
                </c:pt>
                <c:pt idx="1178">
                  <c:v>0.233904530408153</c:v>
                </c:pt>
                <c:pt idx="1179">
                  <c:v>0.236177165366714</c:v>
                </c:pt>
                <c:pt idx="1180">
                  <c:v>0.239619117225307</c:v>
                </c:pt>
                <c:pt idx="1181">
                  <c:v>0.242017585383889</c:v>
                </c:pt>
                <c:pt idx="1182">
                  <c:v>0.244956382066814</c:v>
                </c:pt>
                <c:pt idx="1183">
                  <c:v>0.251011898851522</c:v>
                </c:pt>
                <c:pt idx="1184">
                  <c:v>0.248694933063003</c:v>
                </c:pt>
                <c:pt idx="1185">
                  <c:v>0.252019865267292</c:v>
                </c:pt>
                <c:pt idx="1186">
                  <c:v>0.249996366837157</c:v>
                </c:pt>
                <c:pt idx="1187">
                  <c:v>0.250831847838584</c:v>
                </c:pt>
                <c:pt idx="1188">
                  <c:v>0.250347971581977</c:v>
                </c:pt>
                <c:pt idx="1189">
                  <c:v>0.253731708887834</c:v>
                </c:pt>
                <c:pt idx="1190">
                  <c:v>0.254867656576154</c:v>
                </c:pt>
                <c:pt idx="1191">
                  <c:v>0.254460996027328</c:v>
                </c:pt>
                <c:pt idx="1192">
                  <c:v>0.253601674965989</c:v>
                </c:pt>
                <c:pt idx="1193">
                  <c:v>0.250152217892844</c:v>
                </c:pt>
                <c:pt idx="1194">
                  <c:v>0.256384011737871</c:v>
                </c:pt>
                <c:pt idx="1195">
                  <c:v>0.262839081449895</c:v>
                </c:pt>
                <c:pt idx="1196">
                  <c:v>0.25976293774529</c:v>
                </c:pt>
                <c:pt idx="1197">
                  <c:v>0.258147699581367</c:v>
                </c:pt>
                <c:pt idx="1198">
                  <c:v>0.254661697853338</c:v>
                </c:pt>
                <c:pt idx="1199">
                  <c:v>0.25636884893929</c:v>
                </c:pt>
                <c:pt idx="1200">
                  <c:v>0.255758518181766</c:v>
                </c:pt>
                <c:pt idx="1201">
                  <c:v>0.258093003152338</c:v>
                </c:pt>
                <c:pt idx="1202">
                  <c:v>0.263896622112538</c:v>
                </c:pt>
                <c:pt idx="1203">
                  <c:v>0.264310550835825</c:v>
                </c:pt>
                <c:pt idx="1204">
                  <c:v>0.269311025764884</c:v>
                </c:pt>
                <c:pt idx="1205">
                  <c:v>0.274749984902341</c:v>
                </c:pt>
                <c:pt idx="1206">
                  <c:v>0.280999931714426</c:v>
                </c:pt>
                <c:pt idx="1207">
                  <c:v>0.286719640946755</c:v>
                </c:pt>
                <c:pt idx="1208">
                  <c:v>0.289092325005782</c:v>
                </c:pt>
                <c:pt idx="1209">
                  <c:v>0.296058360109689</c:v>
                </c:pt>
                <c:pt idx="1210">
                  <c:v>0.293969595684967</c:v>
                </c:pt>
                <c:pt idx="1211">
                  <c:v>0.288856598092542</c:v>
                </c:pt>
                <c:pt idx="1212">
                  <c:v>0.283903549435332</c:v>
                </c:pt>
                <c:pt idx="1213">
                  <c:v>0.286826238891299</c:v>
                </c:pt>
                <c:pt idx="1214">
                  <c:v>0.290436939207507</c:v>
                </c:pt>
                <c:pt idx="1215">
                  <c:v>0.292746698932081</c:v>
                </c:pt>
                <c:pt idx="1216">
                  <c:v>0.294696265810855</c:v>
                </c:pt>
                <c:pt idx="1217">
                  <c:v>0.297431211842416</c:v>
                </c:pt>
                <c:pt idx="1218">
                  <c:v>0.3041735007169</c:v>
                </c:pt>
                <c:pt idx="1219">
                  <c:v>0.303493656755372</c:v>
                </c:pt>
                <c:pt idx="1220">
                  <c:v>0.307083849999099</c:v>
                </c:pt>
                <c:pt idx="1221">
                  <c:v>0.300339735818132</c:v>
                </c:pt>
                <c:pt idx="1222">
                  <c:v>0.303446807060719</c:v>
                </c:pt>
                <c:pt idx="1223">
                  <c:v>0.309007144664777</c:v>
                </c:pt>
                <c:pt idx="1224">
                  <c:v>0.314454281344513</c:v>
                </c:pt>
                <c:pt idx="1225">
                  <c:v>0.316767248853257</c:v>
                </c:pt>
                <c:pt idx="1226">
                  <c:v>0.311969952993373</c:v>
                </c:pt>
                <c:pt idx="1227">
                  <c:v>0.318678897341021</c:v>
                </c:pt>
                <c:pt idx="1228">
                  <c:v>0.307819650043922</c:v>
                </c:pt>
                <c:pt idx="1229">
                  <c:v>0.314762514661661</c:v>
                </c:pt>
                <c:pt idx="1230">
                  <c:v>0.302586671734348</c:v>
                </c:pt>
                <c:pt idx="1231">
                  <c:v>0.303039190097792</c:v>
                </c:pt>
                <c:pt idx="1232">
                  <c:v>0.296639653006496</c:v>
                </c:pt>
                <c:pt idx="1233">
                  <c:v>0.284271158906214</c:v>
                </c:pt>
                <c:pt idx="1234">
                  <c:v>0.288535662973815</c:v>
                </c:pt>
                <c:pt idx="1235">
                  <c:v>0.275521159580681</c:v>
                </c:pt>
                <c:pt idx="1236">
                  <c:v>0.286052981428282</c:v>
                </c:pt>
                <c:pt idx="1237">
                  <c:v>0.289144482249325</c:v>
                </c:pt>
                <c:pt idx="1238">
                  <c:v>0.296675045672264</c:v>
                </c:pt>
                <c:pt idx="1239">
                  <c:v>0.298775336272148</c:v>
                </c:pt>
                <c:pt idx="1240">
                  <c:v>0.299230957236763</c:v>
                </c:pt>
                <c:pt idx="1241">
                  <c:v>0.29317914766564</c:v>
                </c:pt>
                <c:pt idx="1242">
                  <c:v>0.298064925702962</c:v>
                </c:pt>
                <c:pt idx="1243">
                  <c:v>0.298106653334114</c:v>
                </c:pt>
                <c:pt idx="1244">
                  <c:v>0.306641251451958</c:v>
                </c:pt>
                <c:pt idx="1245">
                  <c:v>0.306229669981369</c:v>
                </c:pt>
                <c:pt idx="1246">
                  <c:v>0.307299411041395</c:v>
                </c:pt>
                <c:pt idx="1247">
                  <c:v>0.313008339168489</c:v>
                </c:pt>
                <c:pt idx="1248">
                  <c:v>0.312808865341513</c:v>
                </c:pt>
                <c:pt idx="1249">
                  <c:v>0.317971379374956</c:v>
                </c:pt>
                <c:pt idx="1250">
                  <c:v>0.313515563454111</c:v>
                </c:pt>
                <c:pt idx="1251">
                  <c:v>0.317850021154739</c:v>
                </c:pt>
                <c:pt idx="1252">
                  <c:v>0.314267119993524</c:v>
                </c:pt>
                <c:pt idx="1253">
                  <c:v>0.321167191770596</c:v>
                </c:pt>
                <c:pt idx="1254">
                  <c:v>0.326800000663902</c:v>
                </c:pt>
                <c:pt idx="1255">
                  <c:v>0.331524632799047</c:v>
                </c:pt>
                <c:pt idx="1256">
                  <c:v>0.326935315346652</c:v>
                </c:pt>
                <c:pt idx="1257">
                  <c:v>0.32865179729081</c:v>
                </c:pt>
                <c:pt idx="1258">
                  <c:v>0.321210061811545</c:v>
                </c:pt>
                <c:pt idx="1259">
                  <c:v>0.318472972761386</c:v>
                </c:pt>
                <c:pt idx="1260">
                  <c:v>0.326180703236882</c:v>
                </c:pt>
                <c:pt idx="1261">
                  <c:v>0.328356175634824</c:v>
                </c:pt>
                <c:pt idx="1262">
                  <c:v>0.319486505722561</c:v>
                </c:pt>
                <c:pt idx="1263">
                  <c:v>0.306150246228013</c:v>
                </c:pt>
                <c:pt idx="1264">
                  <c:v>0.320414034766727</c:v>
                </c:pt>
                <c:pt idx="1265">
                  <c:v>0.319224425030686</c:v>
                </c:pt>
                <c:pt idx="1266">
                  <c:v>0.326790405274111</c:v>
                </c:pt>
                <c:pt idx="1267">
                  <c:v>0.336504874048996</c:v>
                </c:pt>
                <c:pt idx="1268">
                  <c:v>0.334457460606735</c:v>
                </c:pt>
                <c:pt idx="1269">
                  <c:v>0.332897154499024</c:v>
                </c:pt>
                <c:pt idx="1270">
                  <c:v>0.324330616729885</c:v>
                </c:pt>
                <c:pt idx="1271">
                  <c:v>0.329602735941175</c:v>
                </c:pt>
                <c:pt idx="1272">
                  <c:v>0.326140795420175</c:v>
                </c:pt>
                <c:pt idx="1273">
                  <c:v>0.320129358535534</c:v>
                </c:pt>
                <c:pt idx="1274">
                  <c:v>0.321608532836602</c:v>
                </c:pt>
                <c:pt idx="1275">
                  <c:v>0.32605201352604</c:v>
                </c:pt>
                <c:pt idx="1276">
                  <c:v>0.323535218760179</c:v>
                </c:pt>
                <c:pt idx="1277">
                  <c:v>0.332391521494651</c:v>
                </c:pt>
                <c:pt idx="1278">
                  <c:v>0.324665067731636</c:v>
                </c:pt>
                <c:pt idx="1279">
                  <c:v>0.320729044566545</c:v>
                </c:pt>
                <c:pt idx="1280">
                  <c:v>0.317785312018119</c:v>
                </c:pt>
                <c:pt idx="1281">
                  <c:v>0.324387227496536</c:v>
                </c:pt>
                <c:pt idx="1282">
                  <c:v>0.321715033510534</c:v>
                </c:pt>
                <c:pt idx="1283">
                  <c:v>0.324722253961458</c:v>
                </c:pt>
                <c:pt idx="1284">
                  <c:v>0.312061955729782</c:v>
                </c:pt>
                <c:pt idx="1285">
                  <c:v>0.317207098197489</c:v>
                </c:pt>
                <c:pt idx="1286">
                  <c:v>0.31833148978974</c:v>
                </c:pt>
                <c:pt idx="1287">
                  <c:v>0.318672831804792</c:v>
                </c:pt>
                <c:pt idx="1288">
                  <c:v>0.308377181521185</c:v>
                </c:pt>
                <c:pt idx="1289">
                  <c:v>0.307184066351261</c:v>
                </c:pt>
                <c:pt idx="1290">
                  <c:v>0.284393220009217</c:v>
                </c:pt>
                <c:pt idx="1291">
                  <c:v>0.271524579697425</c:v>
                </c:pt>
                <c:pt idx="1292">
                  <c:v>0.276801125940756</c:v>
                </c:pt>
                <c:pt idx="1293">
                  <c:v>0.272438242559539</c:v>
                </c:pt>
                <c:pt idx="1294">
                  <c:v>0.279969536011793</c:v>
                </c:pt>
                <c:pt idx="1295">
                  <c:v>0.282249023114149</c:v>
                </c:pt>
                <c:pt idx="1296">
                  <c:v>0.279698135071595</c:v>
                </c:pt>
                <c:pt idx="1297">
                  <c:v>0.284133386658608</c:v>
                </c:pt>
                <c:pt idx="1298">
                  <c:v>0.286911232237298</c:v>
                </c:pt>
                <c:pt idx="1299">
                  <c:v>0.286691359147439</c:v>
                </c:pt>
                <c:pt idx="1300">
                  <c:v>0.291126521863403</c:v>
                </c:pt>
                <c:pt idx="1301">
                  <c:v>0.293496838437318</c:v>
                </c:pt>
                <c:pt idx="1302">
                  <c:v>0.295704494495826</c:v>
                </c:pt>
                <c:pt idx="1303">
                  <c:v>0.295250022463727</c:v>
                </c:pt>
                <c:pt idx="1304">
                  <c:v>0.303397166233481</c:v>
                </c:pt>
                <c:pt idx="1305">
                  <c:v>0.307575838855577</c:v>
                </c:pt>
                <c:pt idx="1306">
                  <c:v>0.311421714685376</c:v>
                </c:pt>
                <c:pt idx="1307">
                  <c:v>0.315467557083443</c:v>
                </c:pt>
                <c:pt idx="1308">
                  <c:v>0.302272172730362</c:v>
                </c:pt>
                <c:pt idx="1309">
                  <c:v>0.310094966208972</c:v>
                </c:pt>
                <c:pt idx="1310">
                  <c:v>0.311910928357431</c:v>
                </c:pt>
                <c:pt idx="1311">
                  <c:v>0.308970089796497</c:v>
                </c:pt>
                <c:pt idx="1312">
                  <c:v>0.309203468664547</c:v>
                </c:pt>
                <c:pt idx="1313">
                  <c:v>0.311348246677212</c:v>
                </c:pt>
                <c:pt idx="1314">
                  <c:v>0.32003643807025</c:v>
                </c:pt>
                <c:pt idx="1315">
                  <c:v>0.336243705613697</c:v>
                </c:pt>
                <c:pt idx="1316">
                  <c:v>0.348604474775487</c:v>
                </c:pt>
                <c:pt idx="1317">
                  <c:v>0.340783201895408</c:v>
                </c:pt>
                <c:pt idx="1318">
                  <c:v>0.338232738110431</c:v>
                </c:pt>
                <c:pt idx="1319">
                  <c:v>0.330023425312657</c:v>
                </c:pt>
                <c:pt idx="1320">
                  <c:v>0.336698011918123</c:v>
                </c:pt>
                <c:pt idx="1321">
                  <c:v>0.329152657007279</c:v>
                </c:pt>
                <c:pt idx="1322">
                  <c:v>0.321189721244721</c:v>
                </c:pt>
                <c:pt idx="1323">
                  <c:v>0.319510995654287</c:v>
                </c:pt>
                <c:pt idx="1324">
                  <c:v>0.324616398902868</c:v>
                </c:pt>
                <c:pt idx="1325">
                  <c:v>0.321306753755874</c:v>
                </c:pt>
                <c:pt idx="1326">
                  <c:v>0.327939680845151</c:v>
                </c:pt>
                <c:pt idx="1327">
                  <c:v>0.32794766661881</c:v>
                </c:pt>
                <c:pt idx="1328">
                  <c:v>0.323865174066327</c:v>
                </c:pt>
                <c:pt idx="1329">
                  <c:v>0.333404660431189</c:v>
                </c:pt>
                <c:pt idx="1330">
                  <c:v>0.339830162143473</c:v>
                </c:pt>
                <c:pt idx="1331">
                  <c:v>0.341703039370139</c:v>
                </c:pt>
                <c:pt idx="1332">
                  <c:v>0.352330616224682</c:v>
                </c:pt>
                <c:pt idx="1333">
                  <c:v>0.346302744164627</c:v>
                </c:pt>
                <c:pt idx="1334">
                  <c:v>0.350594883546857</c:v>
                </c:pt>
                <c:pt idx="1335">
                  <c:v>0.348367141341359</c:v>
                </c:pt>
                <c:pt idx="1336">
                  <c:v>0.348112173505665</c:v>
                </c:pt>
                <c:pt idx="1337">
                  <c:v>0.34456208205254</c:v>
                </c:pt>
                <c:pt idx="1338">
                  <c:v>0.34583210191107</c:v>
                </c:pt>
                <c:pt idx="1339">
                  <c:v>0.345235142198816</c:v>
                </c:pt>
                <c:pt idx="1340">
                  <c:v>0.348680268943863</c:v>
                </c:pt>
                <c:pt idx="1341">
                  <c:v>0.347410469876699</c:v>
                </c:pt>
                <c:pt idx="1342">
                  <c:v>0.338872128069162</c:v>
                </c:pt>
                <c:pt idx="1343">
                  <c:v>0.344786145616213</c:v>
                </c:pt>
                <c:pt idx="1344">
                  <c:v>0.3446428308777</c:v>
                </c:pt>
                <c:pt idx="1345">
                  <c:v>0.337346542714864</c:v>
                </c:pt>
                <c:pt idx="1346">
                  <c:v>0.349034084532861</c:v>
                </c:pt>
                <c:pt idx="1347">
                  <c:v>0.35606466454687</c:v>
                </c:pt>
                <c:pt idx="1348">
                  <c:v>0.358728117332975</c:v>
                </c:pt>
                <c:pt idx="1349">
                  <c:v>0.359045851568262</c:v>
                </c:pt>
                <c:pt idx="1350">
                  <c:v>0.361430848713063</c:v>
                </c:pt>
                <c:pt idx="1351">
                  <c:v>0.359425688894861</c:v>
                </c:pt>
                <c:pt idx="1352">
                  <c:v>0.362627139379729</c:v>
                </c:pt>
                <c:pt idx="1353">
                  <c:v>0.367531635448204</c:v>
                </c:pt>
                <c:pt idx="1354">
                  <c:v>0.373733862110586</c:v>
                </c:pt>
                <c:pt idx="1355">
                  <c:v>0.37547809524062</c:v>
                </c:pt>
                <c:pt idx="1356">
                  <c:v>0.379194517419947</c:v>
                </c:pt>
                <c:pt idx="1357">
                  <c:v>0.364468621289541</c:v>
                </c:pt>
                <c:pt idx="1358">
                  <c:v>0.368949826029049</c:v>
                </c:pt>
                <c:pt idx="1359">
                  <c:v>0.37586464240399</c:v>
                </c:pt>
                <c:pt idx="1360">
                  <c:v>0.381639602098022</c:v>
                </c:pt>
                <c:pt idx="1361">
                  <c:v>0.385710519281808</c:v>
                </c:pt>
                <c:pt idx="1362">
                  <c:v>0.389475246811169</c:v>
                </c:pt>
                <c:pt idx="1363">
                  <c:v>0.39448618029841</c:v>
                </c:pt>
                <c:pt idx="1364">
                  <c:v>0.396952690703371</c:v>
                </c:pt>
                <c:pt idx="1365">
                  <c:v>0.395539340641362</c:v>
                </c:pt>
                <c:pt idx="1366">
                  <c:v>0.397153318816721</c:v>
                </c:pt>
                <c:pt idx="1367">
                  <c:v>0.401631123071156</c:v>
                </c:pt>
                <c:pt idx="1368">
                  <c:v>0.40128901189264</c:v>
                </c:pt>
                <c:pt idx="1369">
                  <c:v>0.402804787487301</c:v>
                </c:pt>
                <c:pt idx="1370">
                  <c:v>0.392557869577814</c:v>
                </c:pt>
                <c:pt idx="1371">
                  <c:v>0.394610925895376</c:v>
                </c:pt>
                <c:pt idx="1372">
                  <c:v>0.397528845338795</c:v>
                </c:pt>
                <c:pt idx="1373">
                  <c:v>0.391435211454333</c:v>
                </c:pt>
                <c:pt idx="1374">
                  <c:v>0.388189093624662</c:v>
                </c:pt>
                <c:pt idx="1375">
                  <c:v>0.382655859962904</c:v>
                </c:pt>
                <c:pt idx="1376">
                  <c:v>0.38882016367917</c:v>
                </c:pt>
                <c:pt idx="1377">
                  <c:v>0.391662822132441</c:v>
                </c:pt>
                <c:pt idx="1378">
                  <c:v>0.380051887885273</c:v>
                </c:pt>
                <c:pt idx="1379">
                  <c:v>0.3821126719338</c:v>
                </c:pt>
                <c:pt idx="1380">
                  <c:v>0.392533845868452</c:v>
                </c:pt>
                <c:pt idx="1381">
                  <c:v>0.393561136771529</c:v>
                </c:pt>
                <c:pt idx="1382">
                  <c:v>0.396366270246059</c:v>
                </c:pt>
                <c:pt idx="1383">
                  <c:v>0.398687854406585</c:v>
                </c:pt>
                <c:pt idx="1384">
                  <c:v>0.393806848269928</c:v>
                </c:pt>
                <c:pt idx="1385">
                  <c:v>0.38667034543336</c:v>
                </c:pt>
                <c:pt idx="1386">
                  <c:v>0.389076887087398</c:v>
                </c:pt>
                <c:pt idx="1387">
                  <c:v>0.389024700602377</c:v>
                </c:pt>
                <c:pt idx="1388">
                  <c:v>0.378518920118814</c:v>
                </c:pt>
                <c:pt idx="1389">
                  <c:v>0.365293241561947</c:v>
                </c:pt>
                <c:pt idx="1390">
                  <c:v>0.356491498688106</c:v>
                </c:pt>
                <c:pt idx="1391">
                  <c:v>0.363138762522662</c:v>
                </c:pt>
                <c:pt idx="1392">
                  <c:v>0.365579265879538</c:v>
                </c:pt>
                <c:pt idx="1393">
                  <c:v>0.363919729351242</c:v>
                </c:pt>
                <c:pt idx="1394">
                  <c:v>0.354830691451707</c:v>
                </c:pt>
                <c:pt idx="1395">
                  <c:v>0.345179801541236</c:v>
                </c:pt>
                <c:pt idx="1396">
                  <c:v>0.358234420594784</c:v>
                </c:pt>
                <c:pt idx="1397">
                  <c:v>0.356635551076959</c:v>
                </c:pt>
                <c:pt idx="1398">
                  <c:v>0.35273754223668</c:v>
                </c:pt>
                <c:pt idx="1399">
                  <c:v>0.349697433428982</c:v>
                </c:pt>
                <c:pt idx="1400">
                  <c:v>0.344780090001532</c:v>
                </c:pt>
                <c:pt idx="1401">
                  <c:v>0.345227226437332</c:v>
                </c:pt>
                <c:pt idx="1402">
                  <c:v>0.352702501924752</c:v>
                </c:pt>
                <c:pt idx="1403">
                  <c:v>0.360567012541017</c:v>
                </c:pt>
                <c:pt idx="1404">
                  <c:v>0.365361694457956</c:v>
                </c:pt>
                <c:pt idx="1405">
                  <c:v>0.376754390507482</c:v>
                </c:pt>
                <c:pt idx="1406">
                  <c:v>0.379062074653657</c:v>
                </c:pt>
                <c:pt idx="1407">
                  <c:v>0.378851018288754</c:v>
                </c:pt>
                <c:pt idx="1408">
                  <c:v>0.380075310352057</c:v>
                </c:pt>
                <c:pt idx="1409">
                  <c:v>0.380500839943773</c:v>
                </c:pt>
                <c:pt idx="1410">
                  <c:v>0.371986682093529</c:v>
                </c:pt>
                <c:pt idx="1411">
                  <c:v>0.369769765031285</c:v>
                </c:pt>
                <c:pt idx="1412">
                  <c:v>0.37768872110663</c:v>
                </c:pt>
                <c:pt idx="1413">
                  <c:v>0.376552369271629</c:v>
                </c:pt>
                <c:pt idx="1414">
                  <c:v>0.360069799957374</c:v>
                </c:pt>
                <c:pt idx="1415">
                  <c:v>0.364588626377583</c:v>
                </c:pt>
                <c:pt idx="1416">
                  <c:v>0.372336155589003</c:v>
                </c:pt>
                <c:pt idx="1417">
                  <c:v>0.377274533653429</c:v>
                </c:pt>
                <c:pt idx="1418">
                  <c:v>0.377906814546884</c:v>
                </c:pt>
                <c:pt idx="1419">
                  <c:v>0.381197660090038</c:v>
                </c:pt>
                <c:pt idx="1420">
                  <c:v>0.38776840904653</c:v>
                </c:pt>
                <c:pt idx="1421">
                  <c:v>0.387932138586188</c:v>
                </c:pt>
                <c:pt idx="1422">
                  <c:v>0.38647981652835</c:v>
                </c:pt>
                <c:pt idx="1423">
                  <c:v>0.385079818613801</c:v>
                </c:pt>
                <c:pt idx="1424">
                  <c:v>0.388049325639651</c:v>
                </c:pt>
                <c:pt idx="1425">
                  <c:v>0.38633568378161</c:v>
                </c:pt>
                <c:pt idx="1426">
                  <c:v>0.392726506764828</c:v>
                </c:pt>
                <c:pt idx="1427">
                  <c:v>0.397981074312176</c:v>
                </c:pt>
                <c:pt idx="1428">
                  <c:v>0.401254736132882</c:v>
                </c:pt>
                <c:pt idx="1429">
                  <c:v>0.399427019018524</c:v>
                </c:pt>
                <c:pt idx="1430">
                  <c:v>0.398659432094268</c:v>
                </c:pt>
                <c:pt idx="1431">
                  <c:v>0.394186646214061</c:v>
                </c:pt>
                <c:pt idx="1432">
                  <c:v>0.39057119837704</c:v>
                </c:pt>
                <c:pt idx="1433">
                  <c:v>0.390608438642832</c:v>
                </c:pt>
                <c:pt idx="1434">
                  <c:v>0.387861321493758</c:v>
                </c:pt>
                <c:pt idx="1435">
                  <c:v>0.390082566336484</c:v>
                </c:pt>
                <c:pt idx="1436">
                  <c:v>0.397223899387565</c:v>
                </c:pt>
                <c:pt idx="1437">
                  <c:v>0.39448380148057</c:v>
                </c:pt>
                <c:pt idx="1438">
                  <c:v>0.394869910570952</c:v>
                </c:pt>
                <c:pt idx="1439">
                  <c:v>0.405696462728054</c:v>
                </c:pt>
                <c:pt idx="1440">
                  <c:v>0.406425941190058</c:v>
                </c:pt>
                <c:pt idx="1441">
                  <c:v>0.403246188986658</c:v>
                </c:pt>
                <c:pt idx="1442">
                  <c:v>0.403558772487155</c:v>
                </c:pt>
                <c:pt idx="1443">
                  <c:v>0.40381957483116</c:v>
                </c:pt>
                <c:pt idx="1444">
                  <c:v>0.40216389519785</c:v>
                </c:pt>
                <c:pt idx="1445">
                  <c:v>0.404011597566342</c:v>
                </c:pt>
                <c:pt idx="1446">
                  <c:v>0.402220691120518</c:v>
                </c:pt>
                <c:pt idx="1447">
                  <c:v>0.40168477959607</c:v>
                </c:pt>
                <c:pt idx="1448">
                  <c:v>0.402147913752346</c:v>
                </c:pt>
                <c:pt idx="1449">
                  <c:v>0.395284797433172</c:v>
                </c:pt>
                <c:pt idx="1450">
                  <c:v>0.383076486644705</c:v>
                </c:pt>
                <c:pt idx="1451">
                  <c:v>0.383731901249103</c:v>
                </c:pt>
                <c:pt idx="1452">
                  <c:v>0.378283855267285</c:v>
                </c:pt>
                <c:pt idx="1453">
                  <c:v>0.370393889102699</c:v>
                </c:pt>
                <c:pt idx="1454">
                  <c:v>0.371042857059656</c:v>
                </c:pt>
                <c:pt idx="1455">
                  <c:v>0.37541640862434</c:v>
                </c:pt>
                <c:pt idx="1456">
                  <c:v>0.375649556713703</c:v>
                </c:pt>
                <c:pt idx="1457">
                  <c:v>0.369610429096414</c:v>
                </c:pt>
                <c:pt idx="1458">
                  <c:v>0.368465856592293</c:v>
                </c:pt>
                <c:pt idx="1459">
                  <c:v>0.372718824275172</c:v>
                </c:pt>
                <c:pt idx="1460">
                  <c:v>0.381921050061218</c:v>
                </c:pt>
                <c:pt idx="1461">
                  <c:v>0.388766076395019</c:v>
                </c:pt>
                <c:pt idx="1462">
                  <c:v>0.389354119783488</c:v>
                </c:pt>
                <c:pt idx="1463">
                  <c:v>0.3894987707742</c:v>
                </c:pt>
                <c:pt idx="1464">
                  <c:v>0.393048157556178</c:v>
                </c:pt>
                <c:pt idx="1465">
                  <c:v>0.391463825569352</c:v>
                </c:pt>
                <c:pt idx="1466">
                  <c:v>0.383017758059538</c:v>
                </c:pt>
                <c:pt idx="1467">
                  <c:v>0.383500070339883</c:v>
                </c:pt>
                <c:pt idx="1468">
                  <c:v>0.383606632012722</c:v>
                </c:pt>
                <c:pt idx="1469">
                  <c:v>0.389874057023021</c:v>
                </c:pt>
                <c:pt idx="1470">
                  <c:v>0.388971384036522</c:v>
                </c:pt>
                <c:pt idx="1471">
                  <c:v>0.397160834047428</c:v>
                </c:pt>
                <c:pt idx="1472">
                  <c:v>0.402984287693696</c:v>
                </c:pt>
                <c:pt idx="1473">
                  <c:v>0.406323685243442</c:v>
                </c:pt>
                <c:pt idx="1474">
                  <c:v>0.414904702833425</c:v>
                </c:pt>
                <c:pt idx="1475">
                  <c:v>0.418759519374253</c:v>
                </c:pt>
                <c:pt idx="1476">
                  <c:v>0.428417867264985</c:v>
                </c:pt>
                <c:pt idx="1477">
                  <c:v>0.430419356629438</c:v>
                </c:pt>
                <c:pt idx="1478">
                  <c:v>0.42807388580942</c:v>
                </c:pt>
                <c:pt idx="1479">
                  <c:v>0.429210891783149</c:v>
                </c:pt>
                <c:pt idx="1480">
                  <c:v>0.432605620301877</c:v>
                </c:pt>
                <c:pt idx="1481">
                  <c:v>0.432019441617296</c:v>
                </c:pt>
                <c:pt idx="1482">
                  <c:v>0.435036095415715</c:v>
                </c:pt>
                <c:pt idx="1483">
                  <c:v>0.43602058664184</c:v>
                </c:pt>
                <c:pt idx="1484">
                  <c:v>0.435853107266597</c:v>
                </c:pt>
                <c:pt idx="1485">
                  <c:v>0.439341118028389</c:v>
                </c:pt>
                <c:pt idx="1486">
                  <c:v>0.439871467498754</c:v>
                </c:pt>
                <c:pt idx="1487">
                  <c:v>0.427999817081893</c:v>
                </c:pt>
                <c:pt idx="1488">
                  <c:v>0.430747583983049</c:v>
                </c:pt>
                <c:pt idx="1489">
                  <c:v>0.430261976632071</c:v>
                </c:pt>
                <c:pt idx="1490">
                  <c:v>0.428833681244807</c:v>
                </c:pt>
                <c:pt idx="1491">
                  <c:v>0.431191811823682</c:v>
                </c:pt>
                <c:pt idx="1492">
                  <c:v>0.434031117642603</c:v>
                </c:pt>
                <c:pt idx="1493">
                  <c:v>0.431500373368233</c:v>
                </c:pt>
                <c:pt idx="1494">
                  <c:v>0.426083163132594</c:v>
                </c:pt>
                <c:pt idx="1495">
                  <c:v>0.431676783060119</c:v>
                </c:pt>
                <c:pt idx="1496">
                  <c:v>0.438518062409356</c:v>
                </c:pt>
                <c:pt idx="1497">
                  <c:v>0.439554967009264</c:v>
                </c:pt>
                <c:pt idx="1498">
                  <c:v>0.436528877552474</c:v>
                </c:pt>
                <c:pt idx="1499">
                  <c:v>0.435421109937671</c:v>
                </c:pt>
                <c:pt idx="1500">
                  <c:v>0.428502982959033</c:v>
                </c:pt>
                <c:pt idx="1501">
                  <c:v>0.435239293019587</c:v>
                </c:pt>
                <c:pt idx="1502">
                  <c:v>0.443082008092149</c:v>
                </c:pt>
                <c:pt idx="1503">
                  <c:v>0.437309944646597</c:v>
                </c:pt>
                <c:pt idx="1504">
                  <c:v>0.434947774476624</c:v>
                </c:pt>
                <c:pt idx="1505">
                  <c:v>0.426801701139826</c:v>
                </c:pt>
                <c:pt idx="1506">
                  <c:v>0.433311567554428</c:v>
                </c:pt>
                <c:pt idx="1507">
                  <c:v>0.427009359165553</c:v>
                </c:pt>
                <c:pt idx="1508">
                  <c:v>0.427336121778389</c:v>
                </c:pt>
                <c:pt idx="1509">
                  <c:v>0.425347242244895</c:v>
                </c:pt>
                <c:pt idx="1510">
                  <c:v>0.437307917240243</c:v>
                </c:pt>
                <c:pt idx="1511">
                  <c:v>0.441496722590741</c:v>
                </c:pt>
                <c:pt idx="1512">
                  <c:v>0.439433285291423</c:v>
                </c:pt>
                <c:pt idx="1513">
                  <c:v>0.443756201885723</c:v>
                </c:pt>
                <c:pt idx="1514">
                  <c:v>0.445592221243885</c:v>
                </c:pt>
                <c:pt idx="1515">
                  <c:v>0.440616080934994</c:v>
                </c:pt>
                <c:pt idx="1516">
                  <c:v>0.435615724273579</c:v>
                </c:pt>
                <c:pt idx="1517">
                  <c:v>0.429557079092967</c:v>
                </c:pt>
                <c:pt idx="1518">
                  <c:v>0.434393918728624</c:v>
                </c:pt>
                <c:pt idx="1519">
                  <c:v>0.435830443560348</c:v>
                </c:pt>
                <c:pt idx="1520">
                  <c:v>0.427291490059503</c:v>
                </c:pt>
                <c:pt idx="1521">
                  <c:v>0.423063448012083</c:v>
                </c:pt>
                <c:pt idx="1522">
                  <c:v>0.425607401775228</c:v>
                </c:pt>
                <c:pt idx="1523">
                  <c:v>0.414352889872482</c:v>
                </c:pt>
                <c:pt idx="1524">
                  <c:v>0.412046479969308</c:v>
                </c:pt>
                <c:pt idx="1525">
                  <c:v>0.42022233879863</c:v>
                </c:pt>
                <c:pt idx="1526">
                  <c:v>0.420323191240753</c:v>
                </c:pt>
                <c:pt idx="1527">
                  <c:v>0.421204512607305</c:v>
                </c:pt>
                <c:pt idx="1528">
                  <c:v>0.416340867681583</c:v>
                </c:pt>
                <c:pt idx="1529">
                  <c:v>0.412270407027607</c:v>
                </c:pt>
                <c:pt idx="1530">
                  <c:v>0.407973419990696</c:v>
                </c:pt>
                <c:pt idx="1531">
                  <c:v>0.401429451267713</c:v>
                </c:pt>
                <c:pt idx="1532">
                  <c:v>0.391180594511841</c:v>
                </c:pt>
                <c:pt idx="1533">
                  <c:v>0.392164433047307</c:v>
                </c:pt>
                <c:pt idx="1534">
                  <c:v>0.385261168961957</c:v>
                </c:pt>
                <c:pt idx="1535">
                  <c:v>0.392864262689226</c:v>
                </c:pt>
                <c:pt idx="1536">
                  <c:v>0.400861974279015</c:v>
                </c:pt>
                <c:pt idx="1537">
                  <c:v>0.408994687005708</c:v>
                </c:pt>
                <c:pt idx="1538">
                  <c:v>0.418776548324375</c:v>
                </c:pt>
                <c:pt idx="1539">
                  <c:v>0.41577394506138</c:v>
                </c:pt>
                <c:pt idx="1540">
                  <c:v>0.409889522959938</c:v>
                </c:pt>
                <c:pt idx="1541">
                  <c:v>0.401510715489632</c:v>
                </c:pt>
                <c:pt idx="1542">
                  <c:v>0.405860660902976</c:v>
                </c:pt>
                <c:pt idx="1543">
                  <c:v>0.410972732535057</c:v>
                </c:pt>
                <c:pt idx="1544">
                  <c:v>0.402565034648674</c:v>
                </c:pt>
                <c:pt idx="1545">
                  <c:v>0.405665642612608</c:v>
                </c:pt>
                <c:pt idx="1546">
                  <c:v>0.403569883080722</c:v>
                </c:pt>
                <c:pt idx="1547">
                  <c:v>0.413408596221121</c:v>
                </c:pt>
                <c:pt idx="1548">
                  <c:v>0.412761189417684</c:v>
                </c:pt>
                <c:pt idx="1549">
                  <c:v>0.412059787884966</c:v>
                </c:pt>
                <c:pt idx="1550">
                  <c:v>0.41671277148648</c:v>
                </c:pt>
                <c:pt idx="1551">
                  <c:v>0.419399458304812</c:v>
                </c:pt>
                <c:pt idx="1552">
                  <c:v>0.419878882837043</c:v>
                </c:pt>
                <c:pt idx="1553">
                  <c:v>0.417664667802875</c:v>
                </c:pt>
                <c:pt idx="1554">
                  <c:v>0.410309955576551</c:v>
                </c:pt>
                <c:pt idx="1555">
                  <c:v>0.403186993917899</c:v>
                </c:pt>
                <c:pt idx="1556">
                  <c:v>0.400266024506567</c:v>
                </c:pt>
                <c:pt idx="1557">
                  <c:v>0.402927284873019</c:v>
                </c:pt>
                <c:pt idx="1558">
                  <c:v>0.400166448107815</c:v>
                </c:pt>
                <c:pt idx="1559">
                  <c:v>0.400331535272774</c:v>
                </c:pt>
                <c:pt idx="1560">
                  <c:v>0.404020628979227</c:v>
                </c:pt>
                <c:pt idx="1561">
                  <c:v>0.398799181226411</c:v>
                </c:pt>
                <c:pt idx="1562">
                  <c:v>0.406581718377712</c:v>
                </c:pt>
                <c:pt idx="1563">
                  <c:v>0.406559114576867</c:v>
                </c:pt>
                <c:pt idx="1564">
                  <c:v>0.4017685709651</c:v>
                </c:pt>
                <c:pt idx="1565">
                  <c:v>0.402102129302209</c:v>
                </c:pt>
                <c:pt idx="1566">
                  <c:v>0.407316733019728</c:v>
                </c:pt>
                <c:pt idx="1567">
                  <c:v>0.403742283190317</c:v>
                </c:pt>
                <c:pt idx="1568">
                  <c:v>0.398771041299107</c:v>
                </c:pt>
                <c:pt idx="1569">
                  <c:v>0.40080680401254</c:v>
                </c:pt>
                <c:pt idx="1570">
                  <c:v>0.400108835371312</c:v>
                </c:pt>
                <c:pt idx="1571">
                  <c:v>0.394899401923247</c:v>
                </c:pt>
                <c:pt idx="1572">
                  <c:v>0.392360258642216</c:v>
                </c:pt>
                <c:pt idx="1573">
                  <c:v>0.388274551498958</c:v>
                </c:pt>
                <c:pt idx="1574">
                  <c:v>0.402651770368454</c:v>
                </c:pt>
                <c:pt idx="1575">
                  <c:v>0.405188505411966</c:v>
                </c:pt>
                <c:pt idx="1576">
                  <c:v>0.414188329023917</c:v>
                </c:pt>
                <c:pt idx="1577">
                  <c:v>0.423433717503787</c:v>
                </c:pt>
                <c:pt idx="1578">
                  <c:v>0.426043901684627</c:v>
                </c:pt>
                <c:pt idx="1579">
                  <c:v>0.428124582488276</c:v>
                </c:pt>
                <c:pt idx="1580">
                  <c:v>0.428345899067877</c:v>
                </c:pt>
                <c:pt idx="1581">
                  <c:v>0.430333829800248</c:v>
                </c:pt>
                <c:pt idx="1582">
                  <c:v>0.430547386219441</c:v>
                </c:pt>
                <c:pt idx="1583">
                  <c:v>0.433963305161353</c:v>
                </c:pt>
                <c:pt idx="1584">
                  <c:v>0.437913539972243</c:v>
                </c:pt>
                <c:pt idx="1585">
                  <c:v>0.434903761444602</c:v>
                </c:pt>
                <c:pt idx="1586">
                  <c:v>0.436283933738134</c:v>
                </c:pt>
                <c:pt idx="1587">
                  <c:v>0.437080433671409</c:v>
                </c:pt>
                <c:pt idx="1588">
                  <c:v>0.438562391381061</c:v>
                </c:pt>
                <c:pt idx="1589">
                  <c:v>0.440789061392002</c:v>
                </c:pt>
                <c:pt idx="1590">
                  <c:v>0.441135730499517</c:v>
                </c:pt>
                <c:pt idx="1591">
                  <c:v>0.438055857167128</c:v>
                </c:pt>
                <c:pt idx="1592">
                  <c:v>0.445696687887854</c:v>
                </c:pt>
                <c:pt idx="1593">
                  <c:v>0.447597532828173</c:v>
                </c:pt>
                <c:pt idx="1594">
                  <c:v>0.460477379996131</c:v>
                </c:pt>
                <c:pt idx="1595">
                  <c:v>0.465997484429717</c:v>
                </c:pt>
                <c:pt idx="1596">
                  <c:v>0.468395278787035</c:v>
                </c:pt>
                <c:pt idx="1597">
                  <c:v>0.464405426890275</c:v>
                </c:pt>
                <c:pt idx="1598">
                  <c:v>0.468432947139784</c:v>
                </c:pt>
                <c:pt idx="1599">
                  <c:v>0.465436463502748</c:v>
                </c:pt>
                <c:pt idx="1600">
                  <c:v>0.468262478096277</c:v>
                </c:pt>
                <c:pt idx="1601">
                  <c:v>0.460548869685879</c:v>
                </c:pt>
                <c:pt idx="1602">
                  <c:v>0.456501294324576</c:v>
                </c:pt>
                <c:pt idx="1603">
                  <c:v>0.45443216294747</c:v>
                </c:pt>
                <c:pt idx="1604">
                  <c:v>0.452856683199972</c:v>
                </c:pt>
                <c:pt idx="1605">
                  <c:v>0.448627626342942</c:v>
                </c:pt>
                <c:pt idx="1606">
                  <c:v>0.456111862373021</c:v>
                </c:pt>
                <c:pt idx="1607">
                  <c:v>0.456062646731218</c:v>
                </c:pt>
                <c:pt idx="1608">
                  <c:v>0.461029380898449</c:v>
                </c:pt>
                <c:pt idx="1609">
                  <c:v>0.464406494429655</c:v>
                </c:pt>
                <c:pt idx="1610">
                  <c:v>0.462095593843158</c:v>
                </c:pt>
                <c:pt idx="1611">
                  <c:v>0.470040341891706</c:v>
                </c:pt>
                <c:pt idx="1612">
                  <c:v>0.468421836399513</c:v>
                </c:pt>
                <c:pt idx="1613">
                  <c:v>0.471543154054097</c:v>
                </c:pt>
                <c:pt idx="1614">
                  <c:v>0.470968353586445</c:v>
                </c:pt>
                <c:pt idx="1615">
                  <c:v>0.470950725855812</c:v>
                </c:pt>
                <c:pt idx="1616">
                  <c:v>0.473957022479601</c:v>
                </c:pt>
                <c:pt idx="1617">
                  <c:v>0.469102022949507</c:v>
                </c:pt>
                <c:pt idx="1618">
                  <c:v>0.474636792534366</c:v>
                </c:pt>
                <c:pt idx="1619">
                  <c:v>0.500480350400784</c:v>
                </c:pt>
                <c:pt idx="1620">
                  <c:v>0.509355337925997</c:v>
                </c:pt>
                <c:pt idx="1621">
                  <c:v>0.509464249471014</c:v>
                </c:pt>
                <c:pt idx="1622">
                  <c:v>0.511545258897227</c:v>
                </c:pt>
                <c:pt idx="1623">
                  <c:v>0.518325001293084</c:v>
                </c:pt>
                <c:pt idx="1624">
                  <c:v>0.516627071438844</c:v>
                </c:pt>
                <c:pt idx="1625">
                  <c:v>0.52079774021321</c:v>
                </c:pt>
                <c:pt idx="1626">
                  <c:v>0.510253138949314</c:v>
                </c:pt>
                <c:pt idx="1627">
                  <c:v>0.511207691297751</c:v>
                </c:pt>
                <c:pt idx="1628">
                  <c:v>0.506264806861224</c:v>
                </c:pt>
                <c:pt idx="1629">
                  <c:v>0.504022006146019</c:v>
                </c:pt>
                <c:pt idx="1630">
                  <c:v>0.497032474687584</c:v>
                </c:pt>
                <c:pt idx="1631">
                  <c:v>0.492679110798928</c:v>
                </c:pt>
                <c:pt idx="1632">
                  <c:v>0.494790183917754</c:v>
                </c:pt>
                <c:pt idx="1633">
                  <c:v>0.504678441833824</c:v>
                </c:pt>
                <c:pt idx="1634">
                  <c:v>0.49680885623431</c:v>
                </c:pt>
                <c:pt idx="1635">
                  <c:v>0.494156127744641</c:v>
                </c:pt>
                <c:pt idx="1636">
                  <c:v>0.489026668168036</c:v>
                </c:pt>
                <c:pt idx="1637">
                  <c:v>0.500603496210562</c:v>
                </c:pt>
                <c:pt idx="1638">
                  <c:v>0.499030979347301</c:v>
                </c:pt>
                <c:pt idx="1639">
                  <c:v>0.500491500810012</c:v>
                </c:pt>
                <c:pt idx="1640">
                  <c:v>0.505614297242273</c:v>
                </c:pt>
                <c:pt idx="1641">
                  <c:v>0.508519518627184</c:v>
                </c:pt>
                <c:pt idx="1642">
                  <c:v>0.498019512783691</c:v>
                </c:pt>
                <c:pt idx="1643">
                  <c:v>0.494205148475617</c:v>
                </c:pt>
                <c:pt idx="1644">
                  <c:v>0.490543901335006</c:v>
                </c:pt>
                <c:pt idx="1645">
                  <c:v>0.488614884871288</c:v>
                </c:pt>
                <c:pt idx="1646">
                  <c:v>0.481921991586242</c:v>
                </c:pt>
                <c:pt idx="1647">
                  <c:v>0.485382171612026</c:v>
                </c:pt>
                <c:pt idx="1648">
                  <c:v>0.488730760584944</c:v>
                </c:pt>
                <c:pt idx="1649">
                  <c:v>0.479133284444618</c:v>
                </c:pt>
                <c:pt idx="1650">
                  <c:v>0.474339982434639</c:v>
                </c:pt>
                <c:pt idx="1651">
                  <c:v>0.474541930315004</c:v>
                </c:pt>
                <c:pt idx="1652">
                  <c:v>0.46077687682058</c:v>
                </c:pt>
                <c:pt idx="1653">
                  <c:v>0.482818628715558</c:v>
                </c:pt>
                <c:pt idx="1654">
                  <c:v>0.495315488261717</c:v>
                </c:pt>
                <c:pt idx="1655">
                  <c:v>0.490375592105246</c:v>
                </c:pt>
                <c:pt idx="1656">
                  <c:v>0.494427236320491</c:v>
                </c:pt>
                <c:pt idx="1657">
                  <c:v>0.495957913362598</c:v>
                </c:pt>
                <c:pt idx="1658">
                  <c:v>0.497129195884361</c:v>
                </c:pt>
                <c:pt idx="1659">
                  <c:v>0.503678751318335</c:v>
                </c:pt>
                <c:pt idx="1660">
                  <c:v>0.499259976155182</c:v>
                </c:pt>
                <c:pt idx="1661">
                  <c:v>0.498035890115332</c:v>
                </c:pt>
                <c:pt idx="1662">
                  <c:v>0.501441394333143</c:v>
                </c:pt>
                <c:pt idx="1663">
                  <c:v>0.503725262399525</c:v>
                </c:pt>
                <c:pt idx="1664">
                  <c:v>0.502023552190323</c:v>
                </c:pt>
                <c:pt idx="1665">
                  <c:v>0.498841276072023</c:v>
                </c:pt>
                <c:pt idx="1666">
                  <c:v>0.500363126891517</c:v>
                </c:pt>
                <c:pt idx="1667">
                  <c:v>0.507429567485696</c:v>
                </c:pt>
                <c:pt idx="1668">
                  <c:v>0.50552747486813</c:v>
                </c:pt>
                <c:pt idx="1669">
                  <c:v>0.503742621944039</c:v>
                </c:pt>
                <c:pt idx="1670">
                  <c:v>0.50201370860473</c:v>
                </c:pt>
                <c:pt idx="1671">
                  <c:v>0.512866045853337</c:v>
                </c:pt>
                <c:pt idx="1672">
                  <c:v>0.521065649851246</c:v>
                </c:pt>
                <c:pt idx="1673">
                  <c:v>0.519833392927183</c:v>
                </c:pt>
                <c:pt idx="1674">
                  <c:v>0.517223257654133</c:v>
                </c:pt>
                <c:pt idx="1675">
                  <c:v>0.520854140371629</c:v>
                </c:pt>
                <c:pt idx="1676">
                  <c:v>0.516411828512067</c:v>
                </c:pt>
                <c:pt idx="1677">
                  <c:v>0.510836491174397</c:v>
                </c:pt>
                <c:pt idx="1678">
                  <c:v>0.519906968162828</c:v>
                </c:pt>
                <c:pt idx="1679">
                  <c:v>0.519803862632902</c:v>
                </c:pt>
                <c:pt idx="1680">
                  <c:v>0.521014191418692</c:v>
                </c:pt>
                <c:pt idx="1681">
                  <c:v>0.522914739408816</c:v>
                </c:pt>
                <c:pt idx="1682">
                  <c:v>0.534502137999337</c:v>
                </c:pt>
                <c:pt idx="1683">
                  <c:v>0.535498460835512</c:v>
                </c:pt>
                <c:pt idx="1684">
                  <c:v>0.544593002030143</c:v>
                </c:pt>
                <c:pt idx="1685">
                  <c:v>0.534966839031765</c:v>
                </c:pt>
                <c:pt idx="1686">
                  <c:v>0.512998538827592</c:v>
                </c:pt>
                <c:pt idx="1687">
                  <c:v>0.517757684986453</c:v>
                </c:pt>
                <c:pt idx="1688">
                  <c:v>0.525416204391497</c:v>
                </c:pt>
                <c:pt idx="1689">
                  <c:v>0.528962348844901</c:v>
                </c:pt>
                <c:pt idx="1690">
                  <c:v>0.535282075921957</c:v>
                </c:pt>
                <c:pt idx="1691">
                  <c:v>0.539780304264077</c:v>
                </c:pt>
                <c:pt idx="1692">
                  <c:v>0.538300860263054</c:v>
                </c:pt>
                <c:pt idx="1693">
                  <c:v>0.53953636108322</c:v>
                </c:pt>
                <c:pt idx="1694">
                  <c:v>0.541582200154394</c:v>
                </c:pt>
                <c:pt idx="1695">
                  <c:v>0.543493623009024</c:v>
                </c:pt>
                <c:pt idx="1696">
                  <c:v>0.533618662888184</c:v>
                </c:pt>
                <c:pt idx="1697">
                  <c:v>0.525604007008099</c:v>
                </c:pt>
                <c:pt idx="1698">
                  <c:v>0.518595459608313</c:v>
                </c:pt>
                <c:pt idx="1699">
                  <c:v>0.520370733531262</c:v>
                </c:pt>
                <c:pt idx="1700">
                  <c:v>0.527779863463997</c:v>
                </c:pt>
                <c:pt idx="1701">
                  <c:v>0.537381264735039</c:v>
                </c:pt>
                <c:pt idx="1702">
                  <c:v>0.548971994083518</c:v>
                </c:pt>
                <c:pt idx="1703">
                  <c:v>0.549762638780606</c:v>
                </c:pt>
                <c:pt idx="1704">
                  <c:v>0.551806756532435</c:v>
                </c:pt>
                <c:pt idx="1705">
                  <c:v>0.543843356408324</c:v>
                </c:pt>
                <c:pt idx="1706">
                  <c:v>0.531927513966656</c:v>
                </c:pt>
                <c:pt idx="1707">
                  <c:v>0.540313839319218</c:v>
                </c:pt>
                <c:pt idx="1708">
                  <c:v>0.529480514257393</c:v>
                </c:pt>
                <c:pt idx="1709">
                  <c:v>0.534785268790263</c:v>
                </c:pt>
                <c:pt idx="1710">
                  <c:v>0.531121681980824</c:v>
                </c:pt>
                <c:pt idx="1711">
                  <c:v>0.528576388709649</c:v>
                </c:pt>
                <c:pt idx="1712">
                  <c:v>0.525865755979012</c:v>
                </c:pt>
                <c:pt idx="1713">
                  <c:v>0.513323539320409</c:v>
                </c:pt>
                <c:pt idx="1714">
                  <c:v>0.504157841314936</c:v>
                </c:pt>
                <c:pt idx="1715">
                  <c:v>0.500098570133764</c:v>
                </c:pt>
                <c:pt idx="1716">
                  <c:v>0.467888806776937</c:v>
                </c:pt>
                <c:pt idx="1717">
                  <c:v>0.455538219119273</c:v>
                </c:pt>
                <c:pt idx="1718">
                  <c:v>0.466008422186794</c:v>
                </c:pt>
                <c:pt idx="1719">
                  <c:v>0.49499449935213</c:v>
                </c:pt>
                <c:pt idx="1720">
                  <c:v>0.501315082956966</c:v>
                </c:pt>
                <c:pt idx="1721">
                  <c:v>0.473902150207627</c:v>
                </c:pt>
                <c:pt idx="1722">
                  <c:v>0.453332391339723</c:v>
                </c:pt>
                <c:pt idx="1723">
                  <c:v>0.425998195618067</c:v>
                </c:pt>
                <c:pt idx="1724">
                  <c:v>0.411285406450619</c:v>
                </c:pt>
                <c:pt idx="1725">
                  <c:v>0.38652749874336</c:v>
                </c:pt>
                <c:pt idx="1726">
                  <c:v>0.33195165912933</c:v>
                </c:pt>
                <c:pt idx="1727">
                  <c:v>0.3102915507823</c:v>
                </c:pt>
                <c:pt idx="1728">
                  <c:v>0.281454640983212</c:v>
                </c:pt>
                <c:pt idx="1729">
                  <c:v>0.316504774886647</c:v>
                </c:pt>
                <c:pt idx="1730">
                  <c:v>0.333358224622417</c:v>
                </c:pt>
                <c:pt idx="1731">
                  <c:v>0.344968773336433</c:v>
                </c:pt>
                <c:pt idx="1732">
                  <c:v>0.365645191850351</c:v>
                </c:pt>
                <c:pt idx="1733">
                  <c:v>0.385471527130079</c:v>
                </c:pt>
                <c:pt idx="1734">
                  <c:v>0.410501779533209</c:v>
                </c:pt>
                <c:pt idx="1735">
                  <c:v>0.424023990641093</c:v>
                </c:pt>
                <c:pt idx="1736">
                  <c:v>0.437015697018016</c:v>
                </c:pt>
                <c:pt idx="1737">
                  <c:v>0.384730806193293</c:v>
                </c:pt>
                <c:pt idx="1738">
                  <c:v>0.402464592497255</c:v>
                </c:pt>
                <c:pt idx="1739">
                  <c:v>0.409503471006256</c:v>
                </c:pt>
                <c:pt idx="1740">
                  <c:v>0.399666416503543</c:v>
                </c:pt>
                <c:pt idx="1741">
                  <c:v>0.384375259804461</c:v>
                </c:pt>
                <c:pt idx="1742">
                  <c:v>0.395348662388302</c:v>
                </c:pt>
                <c:pt idx="1743">
                  <c:v>0.400928262908912</c:v>
                </c:pt>
                <c:pt idx="1744">
                  <c:v>0.401941009998076</c:v>
                </c:pt>
                <c:pt idx="1745">
                  <c:v>0.41101768917267</c:v>
                </c:pt>
                <c:pt idx="1746">
                  <c:v>0.425004051359017</c:v>
                </c:pt>
                <c:pt idx="1747">
                  <c:v>0.42847491715706</c:v>
                </c:pt>
                <c:pt idx="1748">
                  <c:v>0.430793302043404</c:v>
                </c:pt>
                <c:pt idx="1749">
                  <c:v>0.44661571466935</c:v>
                </c:pt>
                <c:pt idx="1750">
                  <c:v>0.465288709776737</c:v>
                </c:pt>
                <c:pt idx="1751">
                  <c:v>0.462199047293847</c:v>
                </c:pt>
                <c:pt idx="1752">
                  <c:v>0.477360658614219</c:v>
                </c:pt>
                <c:pt idx="1753">
                  <c:v>0.481866943026386</c:v>
                </c:pt>
                <c:pt idx="1754">
                  <c:v>0.473185220417269</c:v>
                </c:pt>
                <c:pt idx="1755">
                  <c:v>0.464772451512688</c:v>
                </c:pt>
                <c:pt idx="1756">
                  <c:v>0.465532928403671</c:v>
                </c:pt>
                <c:pt idx="1757">
                  <c:v>0.453805536069777</c:v>
                </c:pt>
                <c:pt idx="1758">
                  <c:v>0.465098766385629</c:v>
                </c:pt>
                <c:pt idx="1759">
                  <c:v>0.468681379340843</c:v>
                </c:pt>
                <c:pt idx="1760">
                  <c:v>0.479918555125211</c:v>
                </c:pt>
                <c:pt idx="1761">
                  <c:v>0.489342425301846</c:v>
                </c:pt>
                <c:pt idx="1762">
                  <c:v>0.486860929865949</c:v>
                </c:pt>
                <c:pt idx="1763">
                  <c:v>0.456808878270098</c:v>
                </c:pt>
                <c:pt idx="1764">
                  <c:v>0.463629407374322</c:v>
                </c:pt>
                <c:pt idx="1765">
                  <c:v>0.446962509855044</c:v>
                </c:pt>
                <c:pt idx="1766">
                  <c:v>0.4475648522042</c:v>
                </c:pt>
                <c:pt idx="1767">
                  <c:v>0.446039917126114</c:v>
                </c:pt>
                <c:pt idx="1768">
                  <c:v>0.405466035967207</c:v>
                </c:pt>
                <c:pt idx="1769">
                  <c:v>0.359130444722252</c:v>
                </c:pt>
                <c:pt idx="1770">
                  <c:v>0.392068420653607</c:v>
                </c:pt>
                <c:pt idx="1771">
                  <c:v>0.390178509965093</c:v>
                </c:pt>
                <c:pt idx="1772">
                  <c:v>0.382405849212839</c:v>
                </c:pt>
                <c:pt idx="1773">
                  <c:v>0.373533502812058</c:v>
                </c:pt>
                <c:pt idx="1774">
                  <c:v>0.391279774257832</c:v>
                </c:pt>
                <c:pt idx="1775">
                  <c:v>0.407455004515869</c:v>
                </c:pt>
                <c:pt idx="1776">
                  <c:v>0.412109638503189</c:v>
                </c:pt>
                <c:pt idx="1777">
                  <c:v>0.410385811654399</c:v>
                </c:pt>
                <c:pt idx="1778">
                  <c:v>0.431934502893882</c:v>
                </c:pt>
                <c:pt idx="1779">
                  <c:v>0.423760145148685</c:v>
                </c:pt>
                <c:pt idx="1780">
                  <c:v>0.41970939359032</c:v>
                </c:pt>
                <c:pt idx="1781">
                  <c:v>0.427929975473348</c:v>
                </c:pt>
                <c:pt idx="1782">
                  <c:v>0.419931291817527</c:v>
                </c:pt>
                <c:pt idx="1783">
                  <c:v>0.424776699968508</c:v>
                </c:pt>
                <c:pt idx="1784">
                  <c:v>0.413706937055361</c:v>
                </c:pt>
                <c:pt idx="1785">
                  <c:v>0.39721344666603</c:v>
                </c:pt>
                <c:pt idx="1786">
                  <c:v>0.405028798850178</c:v>
                </c:pt>
                <c:pt idx="1787">
                  <c:v>0.409866427405823</c:v>
                </c:pt>
                <c:pt idx="1788">
                  <c:v>0.421991025848112</c:v>
                </c:pt>
                <c:pt idx="1789">
                  <c:v>0.431846524088505</c:v>
                </c:pt>
                <c:pt idx="1790">
                  <c:v>0.419853773579816</c:v>
                </c:pt>
                <c:pt idx="1791">
                  <c:v>0.412125875880721</c:v>
                </c:pt>
                <c:pt idx="1792">
                  <c:v>0.414410406644637</c:v>
                </c:pt>
                <c:pt idx="1793">
                  <c:v>0.405181742044982</c:v>
                </c:pt>
                <c:pt idx="1794">
                  <c:v>0.404114716367811</c:v>
                </c:pt>
                <c:pt idx="1795">
                  <c:v>0.398966889522622</c:v>
                </c:pt>
                <c:pt idx="1796">
                  <c:v>0.392785747713011</c:v>
                </c:pt>
                <c:pt idx="1797">
                  <c:v>0.399165636964994</c:v>
                </c:pt>
                <c:pt idx="1798">
                  <c:v>0.394081363138847</c:v>
                </c:pt>
                <c:pt idx="1799">
                  <c:v>0.395820064538298</c:v>
                </c:pt>
                <c:pt idx="1800">
                  <c:v>0.374560181558344</c:v>
                </c:pt>
                <c:pt idx="1801">
                  <c:v>0.357061155891266</c:v>
                </c:pt>
                <c:pt idx="1802">
                  <c:v>0.343848612246216</c:v>
                </c:pt>
                <c:pt idx="1803">
                  <c:v>0.319390836119259</c:v>
                </c:pt>
                <c:pt idx="1804">
                  <c:v>0.338888124270445</c:v>
                </c:pt>
                <c:pt idx="1805">
                  <c:v>0.334162808080599</c:v>
                </c:pt>
                <c:pt idx="1806">
                  <c:v>0.350270239622869</c:v>
                </c:pt>
                <c:pt idx="1807">
                  <c:v>0.348677649057846</c:v>
                </c:pt>
                <c:pt idx="1808">
                  <c:v>0.346998518715214</c:v>
                </c:pt>
                <c:pt idx="1809">
                  <c:v>0.342074333507842</c:v>
                </c:pt>
                <c:pt idx="1810">
                  <c:v>0.357112061384899</c:v>
                </c:pt>
                <c:pt idx="1811">
                  <c:v>0.364325765676457</c:v>
                </c:pt>
                <c:pt idx="1812">
                  <c:v>0.364154352899596</c:v>
                </c:pt>
                <c:pt idx="1813">
                  <c:v>0.356466160393718</c:v>
                </c:pt>
                <c:pt idx="1814">
                  <c:v>0.342273826217291</c:v>
                </c:pt>
                <c:pt idx="1815">
                  <c:v>0.34625426340062</c:v>
                </c:pt>
                <c:pt idx="1816">
                  <c:v>0.364845590561976</c:v>
                </c:pt>
                <c:pt idx="1817">
                  <c:v>0.362517215196584</c:v>
                </c:pt>
                <c:pt idx="1818">
                  <c:v>0.361007230595879</c:v>
                </c:pt>
                <c:pt idx="1819">
                  <c:v>0.363735360838109</c:v>
                </c:pt>
                <c:pt idx="1820">
                  <c:v>0.375055422768534</c:v>
                </c:pt>
                <c:pt idx="1821">
                  <c:v>0.378865946397773</c:v>
                </c:pt>
                <c:pt idx="1822">
                  <c:v>0.360422932885926</c:v>
                </c:pt>
                <c:pt idx="1823">
                  <c:v>0.374108771200388</c:v>
                </c:pt>
                <c:pt idx="1824">
                  <c:v>0.36319088500343</c:v>
                </c:pt>
                <c:pt idx="1825">
                  <c:v>0.365888611992892</c:v>
                </c:pt>
                <c:pt idx="1826">
                  <c:v>0.360185042780758</c:v>
                </c:pt>
                <c:pt idx="1827">
                  <c:v>0.375700358414393</c:v>
                </c:pt>
                <c:pt idx="1828">
                  <c:v>0.373207079518661</c:v>
                </c:pt>
                <c:pt idx="1829">
                  <c:v>0.36406071830589</c:v>
                </c:pt>
                <c:pt idx="1830">
                  <c:v>0.362231657832265</c:v>
                </c:pt>
                <c:pt idx="1831">
                  <c:v>0.356608667240295</c:v>
                </c:pt>
                <c:pt idx="1832">
                  <c:v>0.355158809866707</c:v>
                </c:pt>
                <c:pt idx="1833">
                  <c:v>0.358039515059164</c:v>
                </c:pt>
                <c:pt idx="1834">
                  <c:v>0.363542182745425</c:v>
                </c:pt>
                <c:pt idx="1835">
                  <c:v>0.362967818141874</c:v>
                </c:pt>
                <c:pt idx="1836">
                  <c:v>0.357197004889477</c:v>
                </c:pt>
                <c:pt idx="1837">
                  <c:v>0.362093149201267</c:v>
                </c:pt>
                <c:pt idx="1838">
                  <c:v>0.372242517739705</c:v>
                </c:pt>
                <c:pt idx="1839">
                  <c:v>0.381058004204913</c:v>
                </c:pt>
                <c:pt idx="1840">
                  <c:v>0.38825275293862</c:v>
                </c:pt>
                <c:pt idx="1841">
                  <c:v>0.396871644496942</c:v>
                </c:pt>
                <c:pt idx="1842">
                  <c:v>0.40308035258083</c:v>
                </c:pt>
                <c:pt idx="1843">
                  <c:v>0.40107308644992</c:v>
                </c:pt>
                <c:pt idx="1844">
                  <c:v>0.393585537182976</c:v>
                </c:pt>
                <c:pt idx="1845">
                  <c:v>0.406421484119462</c:v>
                </c:pt>
                <c:pt idx="1846">
                  <c:v>0.404559992833004</c:v>
                </c:pt>
                <c:pt idx="1847">
                  <c:v>0.409699759798596</c:v>
                </c:pt>
                <c:pt idx="1848">
                  <c:v>0.405820518084846</c:v>
                </c:pt>
                <c:pt idx="1849">
                  <c:v>0.402055042107247</c:v>
                </c:pt>
                <c:pt idx="1850">
                  <c:v>0.411938001493017</c:v>
                </c:pt>
                <c:pt idx="1851">
                  <c:v>0.415974265266866</c:v>
                </c:pt>
                <c:pt idx="1852">
                  <c:v>0.422587206619402</c:v>
                </c:pt>
                <c:pt idx="1853">
                  <c:v>0.416305375515299</c:v>
                </c:pt>
                <c:pt idx="1854">
                  <c:v>0.411281650741952</c:v>
                </c:pt>
                <c:pt idx="1855">
                  <c:v>0.40131044487248</c:v>
                </c:pt>
                <c:pt idx="1856">
                  <c:v>0.401980346102378</c:v>
                </c:pt>
                <c:pt idx="1857">
                  <c:v>0.396543182740071</c:v>
                </c:pt>
                <c:pt idx="1858">
                  <c:v>0.38331848179444</c:v>
                </c:pt>
                <c:pt idx="1859">
                  <c:v>0.393427120958063</c:v>
                </c:pt>
                <c:pt idx="1860">
                  <c:v>0.392535101771692</c:v>
                </c:pt>
                <c:pt idx="1861">
                  <c:v>0.396585868222548</c:v>
                </c:pt>
                <c:pt idx="1862">
                  <c:v>0.399086832358299</c:v>
                </c:pt>
                <c:pt idx="1863">
                  <c:v>0.406455402620429</c:v>
                </c:pt>
                <c:pt idx="1864">
                  <c:v>0.400354961553135</c:v>
                </c:pt>
                <c:pt idx="1865">
                  <c:v>0.400533441522951</c:v>
                </c:pt>
                <c:pt idx="1866">
                  <c:v>0.393286868159957</c:v>
                </c:pt>
                <c:pt idx="1867">
                  <c:v>0.398773808513374</c:v>
                </c:pt>
                <c:pt idx="1868">
                  <c:v>0.392189476865499</c:v>
                </c:pt>
                <c:pt idx="1869">
                  <c:v>0.396660356044005</c:v>
                </c:pt>
                <c:pt idx="1870">
                  <c:v>0.404831993150789</c:v>
                </c:pt>
                <c:pt idx="1871">
                  <c:v>0.402889260661501</c:v>
                </c:pt>
                <c:pt idx="1872">
                  <c:v>0.406785005715221</c:v>
                </c:pt>
                <c:pt idx="1873">
                  <c:v>0.405023697685492</c:v>
                </c:pt>
                <c:pt idx="1874">
                  <c:v>0.392419229648277</c:v>
                </c:pt>
                <c:pt idx="1875">
                  <c:v>0.407945162159461</c:v>
                </c:pt>
                <c:pt idx="1876">
                  <c:v>0.405192501729476</c:v>
                </c:pt>
                <c:pt idx="1877">
                  <c:v>0.408624159199014</c:v>
                </c:pt>
                <c:pt idx="1878">
                  <c:v>0.422888871889203</c:v>
                </c:pt>
                <c:pt idx="1879">
                  <c:v>0.433025528410667</c:v>
                </c:pt>
                <c:pt idx="1880">
                  <c:v>0.447815489812184</c:v>
                </c:pt>
                <c:pt idx="1881">
                  <c:v>0.472081096258921</c:v>
                </c:pt>
                <c:pt idx="1882">
                  <c:v>0.539178506201189</c:v>
                </c:pt>
                <c:pt idx="1883">
                  <c:v>0.603425540549934</c:v>
                </c:pt>
                <c:pt idx="1884">
                  <c:v>0.523485724500429</c:v>
                </c:pt>
                <c:pt idx="1885">
                  <c:v>0.534764805012932</c:v>
                </c:pt>
                <c:pt idx="1886">
                  <c:v>0.507214829378419</c:v>
                </c:pt>
                <c:pt idx="1887">
                  <c:v>0.526032240887174</c:v>
                </c:pt>
                <c:pt idx="1888">
                  <c:v>0.524855028716137</c:v>
                </c:pt>
                <c:pt idx="1889">
                  <c:v>0.538731976763767</c:v>
                </c:pt>
                <c:pt idx="1890">
                  <c:v>0.534267906032052</c:v>
                </c:pt>
                <c:pt idx="1891">
                  <c:v>0.546632500113187</c:v>
                </c:pt>
                <c:pt idx="1892">
                  <c:v>0.563224022005178</c:v>
                </c:pt>
                <c:pt idx="1893">
                  <c:v>0.57027810563735</c:v>
                </c:pt>
                <c:pt idx="1894">
                  <c:v>0.571218453854843</c:v>
                </c:pt>
                <c:pt idx="1895">
                  <c:v>0.574568697342581</c:v>
                </c:pt>
                <c:pt idx="1896">
                  <c:v>0.598165116456118</c:v>
                </c:pt>
                <c:pt idx="1897">
                  <c:v>0.632877136370761</c:v>
                </c:pt>
                <c:pt idx="1898">
                  <c:v>0.619537380955243</c:v>
                </c:pt>
                <c:pt idx="1899">
                  <c:v>0.616981466356037</c:v>
                </c:pt>
                <c:pt idx="1900">
                  <c:v>0.640732526014131</c:v>
                </c:pt>
                <c:pt idx="1901">
                  <c:v>0.60697715472041</c:v>
                </c:pt>
                <c:pt idx="1902">
                  <c:v>0.617753706389804</c:v>
                </c:pt>
                <c:pt idx="1903">
                  <c:v>0.631426475767659</c:v>
                </c:pt>
                <c:pt idx="1904">
                  <c:v>0.641275387243216</c:v>
                </c:pt>
                <c:pt idx="1905">
                  <c:v>0.659717874820508</c:v>
                </c:pt>
                <c:pt idx="1906">
                  <c:v>0.660848939807631</c:v>
                </c:pt>
                <c:pt idx="1907">
                  <c:v>0.679469037540727</c:v>
                </c:pt>
                <c:pt idx="1908">
                  <c:v>0.676994891598121</c:v>
                </c:pt>
                <c:pt idx="1909">
                  <c:v>0.687325847676274</c:v>
                </c:pt>
                <c:pt idx="1910">
                  <c:v>0.668679497572717</c:v>
                </c:pt>
                <c:pt idx="1911">
                  <c:v>0.667541163325635</c:v>
                </c:pt>
                <c:pt idx="1912">
                  <c:v>0.647664370401237</c:v>
                </c:pt>
                <c:pt idx="1913">
                  <c:v>0.658068242611477</c:v>
                </c:pt>
                <c:pt idx="1914">
                  <c:v>0.677142562397607</c:v>
                </c:pt>
                <c:pt idx="1915">
                  <c:v>0.681808277877721</c:v>
                </c:pt>
                <c:pt idx="1916">
                  <c:v>0.658629397165915</c:v>
                </c:pt>
                <c:pt idx="1917">
                  <c:v>0.687428353066518</c:v>
                </c:pt>
                <c:pt idx="1918">
                  <c:v>0.686308510733596</c:v>
                </c:pt>
                <c:pt idx="1919">
                  <c:v>0.696964107981913</c:v>
                </c:pt>
                <c:pt idx="1920">
                  <c:v>0.707629541269235</c:v>
                </c:pt>
                <c:pt idx="1921">
                  <c:v>0.72234273445689</c:v>
                </c:pt>
                <c:pt idx="1922">
                  <c:v>0.746540884795627</c:v>
                </c:pt>
                <c:pt idx="1923">
                  <c:v>0.752497320831899</c:v>
                </c:pt>
                <c:pt idx="1924">
                  <c:v>0.747606680971583</c:v>
                </c:pt>
                <c:pt idx="1925">
                  <c:v>0.767801206052643</c:v>
                </c:pt>
                <c:pt idx="1926">
                  <c:v>0.768162935424072</c:v>
                </c:pt>
                <c:pt idx="1927">
                  <c:v>0.7706670910858</c:v>
                </c:pt>
                <c:pt idx="1928">
                  <c:v>0.767495144587149</c:v>
                </c:pt>
                <c:pt idx="1929">
                  <c:v>0.774264377720041</c:v>
                </c:pt>
                <c:pt idx="1930">
                  <c:v>0.795144340890829</c:v>
                </c:pt>
                <c:pt idx="1931">
                  <c:v>0.783690376549689</c:v>
                </c:pt>
                <c:pt idx="1932">
                  <c:v>0.78752206907757</c:v>
                </c:pt>
                <c:pt idx="1933">
                  <c:v>0.732029253699113</c:v>
                </c:pt>
                <c:pt idx="1934">
                  <c:v>0.730750188703155</c:v>
                </c:pt>
                <c:pt idx="1935">
                  <c:v>0.730596134325061</c:v>
                </c:pt>
                <c:pt idx="1936">
                  <c:v>0.742785460106476</c:v>
                </c:pt>
                <c:pt idx="1937">
                  <c:v>0.680695408971205</c:v>
                </c:pt>
                <c:pt idx="1938">
                  <c:v>0.67989176713286</c:v>
                </c:pt>
                <c:pt idx="1939">
                  <c:v>0.663179781729467</c:v>
                </c:pt>
                <c:pt idx="1940">
                  <c:v>0.675927787195729</c:v>
                </c:pt>
                <c:pt idx="1941">
                  <c:v>0.68373044047249</c:v>
                </c:pt>
                <c:pt idx="1942">
                  <c:v>0.674043482654252</c:v>
                </c:pt>
                <c:pt idx="1943">
                  <c:v>0.658943890702089</c:v>
                </c:pt>
                <c:pt idx="1944">
                  <c:v>0.654691112861969</c:v>
                </c:pt>
                <c:pt idx="1945">
                  <c:v>0.618618042532705</c:v>
                </c:pt>
                <c:pt idx="1946">
                  <c:v>0.617431151612674</c:v>
                </c:pt>
                <c:pt idx="1947">
                  <c:v>0.646150246102994</c:v>
                </c:pt>
                <c:pt idx="1948">
                  <c:v>0.640934997899431</c:v>
                </c:pt>
                <c:pt idx="1949">
                  <c:v>0.647473358796163</c:v>
                </c:pt>
                <c:pt idx="1950">
                  <c:v>0.621433623985672</c:v>
                </c:pt>
                <c:pt idx="1951">
                  <c:v>0.631401676300482</c:v>
                </c:pt>
                <c:pt idx="1952">
                  <c:v>0.674358927782533</c:v>
                </c:pt>
                <c:pt idx="1953">
                  <c:v>0.675501563132281</c:v>
                </c:pt>
                <c:pt idx="1954">
                  <c:v>0.68424641191197</c:v>
                </c:pt>
                <c:pt idx="1955">
                  <c:v>0.691229235221422</c:v>
                </c:pt>
                <c:pt idx="1956">
                  <c:v>0.703758916386777</c:v>
                </c:pt>
                <c:pt idx="1957">
                  <c:v>0.687392737587054</c:v>
                </c:pt>
                <c:pt idx="1958">
                  <c:v>0.684970360302289</c:v>
                </c:pt>
                <c:pt idx="1959">
                  <c:v>0.694842218242811</c:v>
                </c:pt>
                <c:pt idx="1960">
                  <c:v>0.705477413401098</c:v>
                </c:pt>
                <c:pt idx="1961">
                  <c:v>0.704865960913851</c:v>
                </c:pt>
                <c:pt idx="1962">
                  <c:v>0.732408207169494</c:v>
                </c:pt>
                <c:pt idx="1963">
                  <c:v>0.744255065555978</c:v>
                </c:pt>
                <c:pt idx="1964">
                  <c:v>0.760588015314704</c:v>
                </c:pt>
                <c:pt idx="1965">
                  <c:v>0.790439190894618</c:v>
                </c:pt>
                <c:pt idx="1966">
                  <c:v>0.783092813483818</c:v>
                </c:pt>
                <c:pt idx="1967">
                  <c:v>0.776848831186092</c:v>
                </c:pt>
                <c:pt idx="1968">
                  <c:v>0.771678344134369</c:v>
                </c:pt>
                <c:pt idx="1969">
                  <c:v>0.775251520794825</c:v>
                </c:pt>
                <c:pt idx="1970">
                  <c:v>0.805094353680344</c:v>
                </c:pt>
                <c:pt idx="1971">
                  <c:v>0.784921317704776</c:v>
                </c:pt>
                <c:pt idx="1972">
                  <c:v>0.797928399913148</c:v>
                </c:pt>
                <c:pt idx="1973">
                  <c:v>0.812505321941527</c:v>
                </c:pt>
                <c:pt idx="1974">
                  <c:v>0.803167352965007</c:v>
                </c:pt>
                <c:pt idx="1975">
                  <c:v>0.822177134360374</c:v>
                </c:pt>
                <c:pt idx="1976">
                  <c:v>0.819137199783182</c:v>
                </c:pt>
                <c:pt idx="1977">
                  <c:v>0.831853514001821</c:v>
                </c:pt>
                <c:pt idx="1978">
                  <c:v>0.839909066262559</c:v>
                </c:pt>
                <c:pt idx="1979">
                  <c:v>0.830256908496291</c:v>
                </c:pt>
                <c:pt idx="1980">
                  <c:v>0.836676028499266</c:v>
                </c:pt>
                <c:pt idx="1981">
                  <c:v>0.86315362653779</c:v>
                </c:pt>
                <c:pt idx="1982">
                  <c:v>0.857390053637493</c:v>
                </c:pt>
                <c:pt idx="1983">
                  <c:v>0.870749804181442</c:v>
                </c:pt>
                <c:pt idx="1984">
                  <c:v>0.85717352472605</c:v>
                </c:pt>
                <c:pt idx="1985">
                  <c:v>0.87282296005324</c:v>
                </c:pt>
                <c:pt idx="1986">
                  <c:v>0.874596850224237</c:v>
                </c:pt>
                <c:pt idx="1987">
                  <c:v>0.877676615849877</c:v>
                </c:pt>
                <c:pt idx="1988">
                  <c:v>0.867361642492292</c:v>
                </c:pt>
                <c:pt idx="1989">
                  <c:v>0.891897848823743</c:v>
                </c:pt>
                <c:pt idx="1990">
                  <c:v>0.900802951988049</c:v>
                </c:pt>
                <c:pt idx="1991">
                  <c:v>0.905369785369729</c:v>
                </c:pt>
                <c:pt idx="1992">
                  <c:v>0.892399395810158</c:v>
                </c:pt>
                <c:pt idx="1993">
                  <c:v>0.896657293774798</c:v>
                </c:pt>
                <c:pt idx="1994">
                  <c:v>0.883408896775929</c:v>
                </c:pt>
                <c:pt idx="1995">
                  <c:v>0.830829350167198</c:v>
                </c:pt>
                <c:pt idx="1996">
                  <c:v>0.838397462687937</c:v>
                </c:pt>
                <c:pt idx="1997">
                  <c:v>0.866491108322793</c:v>
                </c:pt>
                <c:pt idx="1998">
                  <c:v>0.87814010477086</c:v>
                </c:pt>
                <c:pt idx="1999">
                  <c:v>0.860193061039711</c:v>
                </c:pt>
                <c:pt idx="2000">
                  <c:v>0.850949805573699</c:v>
                </c:pt>
                <c:pt idx="2001">
                  <c:v>0.869269635649389</c:v>
                </c:pt>
                <c:pt idx="2002">
                  <c:v>0.875400572417066</c:v>
                </c:pt>
                <c:pt idx="2003">
                  <c:v>0.872751313061373</c:v>
                </c:pt>
                <c:pt idx="2004">
                  <c:v>0.747534206232002</c:v>
                </c:pt>
                <c:pt idx="2005">
                  <c:v>0.754774611938974</c:v>
                </c:pt>
                <c:pt idx="2006">
                  <c:v>0.788504500039375</c:v>
                </c:pt>
                <c:pt idx="2007">
                  <c:v>0.828993107348187</c:v>
                </c:pt>
                <c:pt idx="2008">
                  <c:v>0.840168494794914</c:v>
                </c:pt>
                <c:pt idx="2009">
                  <c:v>0.859469133699391</c:v>
                </c:pt>
                <c:pt idx="2010">
                  <c:v>0.875725151869782</c:v>
                </c:pt>
                <c:pt idx="2011">
                  <c:v>0.850926209026966</c:v>
                </c:pt>
                <c:pt idx="2012">
                  <c:v>0.86422560582752</c:v>
                </c:pt>
                <c:pt idx="2013">
                  <c:v>0.874877655637471</c:v>
                </c:pt>
                <c:pt idx="2014">
                  <c:v>0.876131495337284</c:v>
                </c:pt>
                <c:pt idx="2015">
                  <c:v>0.863609998560137</c:v>
                </c:pt>
                <c:pt idx="2016">
                  <c:v>0.887520964643017</c:v>
                </c:pt>
                <c:pt idx="2017">
                  <c:v>0.867327246009728</c:v>
                </c:pt>
                <c:pt idx="2018">
                  <c:v>0.866937757549334</c:v>
                </c:pt>
                <c:pt idx="2019">
                  <c:v>0.858767247441092</c:v>
                </c:pt>
                <c:pt idx="2020">
                  <c:v>0.896021295428482</c:v>
                </c:pt>
                <c:pt idx="2021">
                  <c:v>0.922731128724312</c:v>
                </c:pt>
                <c:pt idx="2022">
                  <c:v>0.960846913933286</c:v>
                </c:pt>
                <c:pt idx="2023">
                  <c:v>0.975798248569303</c:v>
                </c:pt>
                <c:pt idx="2024">
                  <c:v>0.993431416710731</c:v>
                </c:pt>
                <c:pt idx="2025">
                  <c:v>0.99186377451973</c:v>
                </c:pt>
                <c:pt idx="2026">
                  <c:v>0.998035671288298</c:v>
                </c:pt>
                <c:pt idx="2027">
                  <c:v>0.990233628199931</c:v>
                </c:pt>
                <c:pt idx="2028">
                  <c:v>0.984925109065294</c:v>
                </c:pt>
                <c:pt idx="2029">
                  <c:v>0.992068282685353</c:v>
                </c:pt>
                <c:pt idx="2030">
                  <c:v>0.998219879386538</c:v>
                </c:pt>
                <c:pt idx="2031">
                  <c:v>1.01743495745775</c:v>
                </c:pt>
                <c:pt idx="2032">
                  <c:v>1.03894712216677</c:v>
                </c:pt>
                <c:pt idx="2033">
                  <c:v>1.02794462880187</c:v>
                </c:pt>
                <c:pt idx="2034">
                  <c:v>1.00477382260822</c:v>
                </c:pt>
                <c:pt idx="2035">
                  <c:v>0.997427653333277</c:v>
                </c:pt>
                <c:pt idx="2036">
                  <c:v>1.00914477994974</c:v>
                </c:pt>
                <c:pt idx="2037">
                  <c:v>1.01926519828311</c:v>
                </c:pt>
                <c:pt idx="2038">
                  <c:v>1.01998616607468</c:v>
                </c:pt>
                <c:pt idx="2039">
                  <c:v>1.04482368774995</c:v>
                </c:pt>
                <c:pt idx="2040">
                  <c:v>1.046396492936</c:v>
                </c:pt>
                <c:pt idx="2041">
                  <c:v>1.05469012627575</c:v>
                </c:pt>
                <c:pt idx="2042">
                  <c:v>1.06860714881319</c:v>
                </c:pt>
                <c:pt idx="2043">
                  <c:v>1.07819579294585</c:v>
                </c:pt>
                <c:pt idx="2044">
                  <c:v>1.10243718707327</c:v>
                </c:pt>
                <c:pt idx="2045">
                  <c:v>1.10789170283581</c:v>
                </c:pt>
                <c:pt idx="2046">
                  <c:v>1.10117764038023</c:v>
                </c:pt>
                <c:pt idx="2047">
                  <c:v>1.10005224117509</c:v>
                </c:pt>
                <c:pt idx="2048">
                  <c:v>1.09535166304668</c:v>
                </c:pt>
                <c:pt idx="2049">
                  <c:v>1.09032224231846</c:v>
                </c:pt>
                <c:pt idx="2050">
                  <c:v>1.10398495850024</c:v>
                </c:pt>
                <c:pt idx="2051">
                  <c:v>1.10255856714527</c:v>
                </c:pt>
                <c:pt idx="2052">
                  <c:v>1.0946116775552</c:v>
                </c:pt>
                <c:pt idx="2053">
                  <c:v>1.06733251840632</c:v>
                </c:pt>
                <c:pt idx="2054">
                  <c:v>1.0690477215867</c:v>
                </c:pt>
                <c:pt idx="2055">
                  <c:v>1.09531817334636</c:v>
                </c:pt>
                <c:pt idx="2056">
                  <c:v>1.14438691031428</c:v>
                </c:pt>
                <c:pt idx="2057">
                  <c:v>1.15430771557345</c:v>
                </c:pt>
                <c:pt idx="2058">
                  <c:v>1.15497420559326</c:v>
                </c:pt>
                <c:pt idx="2059">
                  <c:v>1.17207842652819</c:v>
                </c:pt>
                <c:pt idx="2060">
                  <c:v>1.19407736427106</c:v>
                </c:pt>
                <c:pt idx="2061">
                  <c:v>1.19921985798039</c:v>
                </c:pt>
                <c:pt idx="2062">
                  <c:v>1.21052139504456</c:v>
                </c:pt>
                <c:pt idx="2063">
                  <c:v>1.2181368944837</c:v>
                </c:pt>
                <c:pt idx="2064">
                  <c:v>1.20746237084857</c:v>
                </c:pt>
                <c:pt idx="2065">
                  <c:v>1.23292248347519</c:v>
                </c:pt>
                <c:pt idx="2066">
                  <c:v>1.24033762627008</c:v>
                </c:pt>
                <c:pt idx="2067">
                  <c:v>1.25067707591246</c:v>
                </c:pt>
                <c:pt idx="2068">
                  <c:v>1.26660375737985</c:v>
                </c:pt>
                <c:pt idx="2069">
                  <c:v>1.25775312115513</c:v>
                </c:pt>
                <c:pt idx="2070">
                  <c:v>1.27660195879317</c:v>
                </c:pt>
                <c:pt idx="2071">
                  <c:v>1.25644628351314</c:v>
                </c:pt>
                <c:pt idx="2072">
                  <c:v>1.26900881430077</c:v>
                </c:pt>
                <c:pt idx="2073">
                  <c:v>1.27591044344149</c:v>
                </c:pt>
                <c:pt idx="2074">
                  <c:v>1.29080506906502</c:v>
                </c:pt>
                <c:pt idx="2075">
                  <c:v>1.31283675421051</c:v>
                </c:pt>
                <c:pt idx="2076">
                  <c:v>1.32643986147187</c:v>
                </c:pt>
                <c:pt idx="2077">
                  <c:v>1.32529198651046</c:v>
                </c:pt>
                <c:pt idx="2078">
                  <c:v>1.34244615660437</c:v>
                </c:pt>
                <c:pt idx="2079">
                  <c:v>1.3404021559456</c:v>
                </c:pt>
                <c:pt idx="2080">
                  <c:v>1.35109141162386</c:v>
                </c:pt>
                <c:pt idx="2081">
                  <c:v>1.33404535555142</c:v>
                </c:pt>
                <c:pt idx="2082">
                  <c:v>1.32276555804566</c:v>
                </c:pt>
                <c:pt idx="2083">
                  <c:v>1.29966644440436</c:v>
                </c:pt>
              </c:numCache>
            </c:numRef>
          </c:val>
        </c:ser>
        <c:dLbls>
          <c:showLegendKey val="0"/>
          <c:showVal val="0"/>
          <c:showCatName val="0"/>
          <c:showSerName val="0"/>
          <c:showPercent val="0"/>
          <c:showBubbleSize val="0"/>
        </c:dLbls>
        <c:axId val="604735967"/>
        <c:axId val="604731391"/>
      </c:areaChart>
      <c:lineChart>
        <c:grouping val="standard"/>
        <c:varyColors val="0"/>
        <c:ser>
          <c:idx val="0"/>
          <c:order val="0"/>
          <c:tx>
            <c:strRef>
              <c:f>基金组合净值!$B$1</c:f>
              <c:strCache>
                <c:ptCount val="1"/>
                <c:pt idx="0">
                  <c:v>模拟回测组合</c:v>
                </c:pt>
              </c:strCache>
            </c:strRef>
          </c:tx>
          <c:spPr>
            <a:ln w="28575" cap="rnd">
              <a:solidFill>
                <a:srgbClr val="F25822">
                  <a:lumMod val="75000"/>
                </a:srgbClr>
              </a:solidFill>
              <a:round/>
            </a:ln>
            <a:effectLst/>
          </c:spPr>
          <c:marker>
            <c:symbol val="none"/>
          </c:marker>
          <c:dLbls>
            <c:delete val="1"/>
          </c:dLbls>
          <c:cat>
            <c:numRef>
              <c:f>基金组合净值!$A$2:$A$2189</c:f>
              <c:numCache>
                <c:formatCode>yyyy/mm/dd</c:formatCode>
                <c:ptCount val="2188"/>
                <c:pt idx="0" c:formatCode="yyyy/mm/dd">
                  <c:v>42734</c:v>
                </c:pt>
                <c:pt idx="1" c:formatCode="yyyy/mm/dd">
                  <c:v>42738</c:v>
                </c:pt>
                <c:pt idx="2" c:formatCode="yyyy/mm/dd">
                  <c:v>42739</c:v>
                </c:pt>
                <c:pt idx="3" c:formatCode="yyyy/mm/dd">
                  <c:v>42740</c:v>
                </c:pt>
                <c:pt idx="4" c:formatCode="yyyy/mm/dd">
                  <c:v>42741</c:v>
                </c:pt>
                <c:pt idx="5" c:formatCode="yyyy/mm/dd">
                  <c:v>42744</c:v>
                </c:pt>
                <c:pt idx="6" c:formatCode="yyyy/mm/dd">
                  <c:v>42745</c:v>
                </c:pt>
                <c:pt idx="7" c:formatCode="yyyy/mm/dd">
                  <c:v>42746</c:v>
                </c:pt>
                <c:pt idx="8" c:formatCode="yyyy/mm/dd">
                  <c:v>42747</c:v>
                </c:pt>
                <c:pt idx="9" c:formatCode="yyyy/mm/dd">
                  <c:v>42748</c:v>
                </c:pt>
                <c:pt idx="10" c:formatCode="yyyy/mm/dd">
                  <c:v>42751</c:v>
                </c:pt>
                <c:pt idx="11" c:formatCode="yyyy/mm/dd">
                  <c:v>42752</c:v>
                </c:pt>
                <c:pt idx="12" c:formatCode="yyyy/mm/dd">
                  <c:v>42753</c:v>
                </c:pt>
                <c:pt idx="13" c:formatCode="yyyy/mm/dd">
                  <c:v>42754</c:v>
                </c:pt>
                <c:pt idx="14" c:formatCode="yyyy/mm/dd">
                  <c:v>42755</c:v>
                </c:pt>
                <c:pt idx="15" c:formatCode="yyyy/mm/dd">
                  <c:v>42758</c:v>
                </c:pt>
                <c:pt idx="16" c:formatCode="yyyy/mm/dd">
                  <c:v>42759</c:v>
                </c:pt>
                <c:pt idx="17" c:formatCode="yyyy/mm/dd">
                  <c:v>42760</c:v>
                </c:pt>
                <c:pt idx="18" c:formatCode="yyyy/mm/dd">
                  <c:v>42761</c:v>
                </c:pt>
                <c:pt idx="19" c:formatCode="yyyy/mm/dd">
                  <c:v>42769</c:v>
                </c:pt>
                <c:pt idx="20" c:formatCode="yyyy/mm/dd">
                  <c:v>42772</c:v>
                </c:pt>
                <c:pt idx="21" c:formatCode="yyyy/mm/dd">
                  <c:v>42773</c:v>
                </c:pt>
                <c:pt idx="22" c:formatCode="yyyy/mm/dd">
                  <c:v>42774</c:v>
                </c:pt>
                <c:pt idx="23" c:formatCode="yyyy/mm/dd">
                  <c:v>42775</c:v>
                </c:pt>
                <c:pt idx="24" c:formatCode="yyyy/mm/dd">
                  <c:v>42776</c:v>
                </c:pt>
                <c:pt idx="25" c:formatCode="yyyy/mm/dd">
                  <c:v>42779</c:v>
                </c:pt>
                <c:pt idx="26" c:formatCode="yyyy/mm/dd">
                  <c:v>42780</c:v>
                </c:pt>
                <c:pt idx="27" c:formatCode="yyyy/mm/dd">
                  <c:v>42781</c:v>
                </c:pt>
                <c:pt idx="28" c:formatCode="yyyy/mm/dd">
                  <c:v>42782</c:v>
                </c:pt>
                <c:pt idx="29" c:formatCode="yyyy/mm/dd">
                  <c:v>42783</c:v>
                </c:pt>
                <c:pt idx="30" c:formatCode="yyyy/mm/dd">
                  <c:v>42786</c:v>
                </c:pt>
                <c:pt idx="31" c:formatCode="yyyy/mm/dd">
                  <c:v>42787</c:v>
                </c:pt>
                <c:pt idx="32" c:formatCode="yyyy/mm/dd">
                  <c:v>42788</c:v>
                </c:pt>
                <c:pt idx="33" c:formatCode="yyyy/mm/dd">
                  <c:v>42789</c:v>
                </c:pt>
                <c:pt idx="34" c:formatCode="yyyy/mm/dd">
                  <c:v>42790</c:v>
                </c:pt>
                <c:pt idx="35" c:formatCode="yyyy/mm/dd">
                  <c:v>42793</c:v>
                </c:pt>
                <c:pt idx="36" c:formatCode="yyyy/mm/dd">
                  <c:v>42794</c:v>
                </c:pt>
                <c:pt idx="37" c:formatCode="yyyy/mm/dd">
                  <c:v>42795</c:v>
                </c:pt>
                <c:pt idx="38" c:formatCode="yyyy/mm/dd">
                  <c:v>42796</c:v>
                </c:pt>
                <c:pt idx="39" c:formatCode="yyyy/mm/dd">
                  <c:v>42797</c:v>
                </c:pt>
                <c:pt idx="40" c:formatCode="yyyy/mm/dd">
                  <c:v>42800</c:v>
                </c:pt>
                <c:pt idx="41" c:formatCode="yyyy/mm/dd">
                  <c:v>42801</c:v>
                </c:pt>
                <c:pt idx="42" c:formatCode="yyyy/mm/dd">
                  <c:v>42802</c:v>
                </c:pt>
                <c:pt idx="43" c:formatCode="yyyy/mm/dd">
                  <c:v>42803</c:v>
                </c:pt>
                <c:pt idx="44" c:formatCode="yyyy/mm/dd">
                  <c:v>42804</c:v>
                </c:pt>
                <c:pt idx="45" c:formatCode="yyyy/mm/dd">
                  <c:v>42807</c:v>
                </c:pt>
                <c:pt idx="46" c:formatCode="yyyy/mm/dd">
                  <c:v>42808</c:v>
                </c:pt>
                <c:pt idx="47" c:formatCode="yyyy/mm/dd">
                  <c:v>42809</c:v>
                </c:pt>
                <c:pt idx="48" c:formatCode="yyyy/mm/dd">
                  <c:v>42810</c:v>
                </c:pt>
                <c:pt idx="49" c:formatCode="yyyy/mm/dd">
                  <c:v>42811</c:v>
                </c:pt>
                <c:pt idx="50" c:formatCode="yyyy/mm/dd">
                  <c:v>42814</c:v>
                </c:pt>
                <c:pt idx="51" c:formatCode="yyyy/mm/dd">
                  <c:v>42815</c:v>
                </c:pt>
                <c:pt idx="52" c:formatCode="yyyy/mm/dd">
                  <c:v>42816</c:v>
                </c:pt>
                <c:pt idx="53" c:formatCode="yyyy/mm/dd">
                  <c:v>42817</c:v>
                </c:pt>
                <c:pt idx="54" c:formatCode="yyyy/mm/dd">
                  <c:v>42818</c:v>
                </c:pt>
                <c:pt idx="55" c:formatCode="yyyy/mm/dd">
                  <c:v>42821</c:v>
                </c:pt>
                <c:pt idx="56" c:formatCode="yyyy/mm/dd">
                  <c:v>42822</c:v>
                </c:pt>
                <c:pt idx="57" c:formatCode="yyyy/mm/dd">
                  <c:v>42823</c:v>
                </c:pt>
                <c:pt idx="58" c:formatCode="yyyy/mm/dd">
                  <c:v>42824</c:v>
                </c:pt>
                <c:pt idx="59" c:formatCode="yyyy/mm/dd">
                  <c:v>42825</c:v>
                </c:pt>
                <c:pt idx="60" c:formatCode="yyyy/mm/dd">
                  <c:v>42830</c:v>
                </c:pt>
                <c:pt idx="61" c:formatCode="yyyy/mm/dd">
                  <c:v>42831</c:v>
                </c:pt>
                <c:pt idx="62" c:formatCode="yyyy/mm/dd">
                  <c:v>42832</c:v>
                </c:pt>
                <c:pt idx="63" c:formatCode="yyyy/mm/dd">
                  <c:v>42835</c:v>
                </c:pt>
                <c:pt idx="64" c:formatCode="yyyy/mm/dd">
                  <c:v>42836</c:v>
                </c:pt>
                <c:pt idx="65" c:formatCode="yyyy/mm/dd">
                  <c:v>42837</c:v>
                </c:pt>
                <c:pt idx="66" c:formatCode="yyyy/mm/dd">
                  <c:v>42838</c:v>
                </c:pt>
                <c:pt idx="67" c:formatCode="yyyy/mm/dd">
                  <c:v>42839</c:v>
                </c:pt>
                <c:pt idx="68" c:formatCode="yyyy/mm/dd">
                  <c:v>42842</c:v>
                </c:pt>
                <c:pt idx="69" c:formatCode="yyyy/mm/dd">
                  <c:v>42843</c:v>
                </c:pt>
                <c:pt idx="70" c:formatCode="yyyy/mm/dd">
                  <c:v>42844</c:v>
                </c:pt>
                <c:pt idx="71" c:formatCode="yyyy/mm/dd">
                  <c:v>42845</c:v>
                </c:pt>
                <c:pt idx="72" c:formatCode="yyyy/mm/dd">
                  <c:v>42846</c:v>
                </c:pt>
                <c:pt idx="73" c:formatCode="yyyy/mm/dd">
                  <c:v>42849</c:v>
                </c:pt>
                <c:pt idx="74" c:formatCode="yyyy/mm/dd">
                  <c:v>42850</c:v>
                </c:pt>
                <c:pt idx="75" c:formatCode="yyyy/mm/dd">
                  <c:v>42851</c:v>
                </c:pt>
                <c:pt idx="76" c:formatCode="yyyy/mm/dd">
                  <c:v>42852</c:v>
                </c:pt>
                <c:pt idx="77" c:formatCode="yyyy/mm/dd">
                  <c:v>42853</c:v>
                </c:pt>
                <c:pt idx="78" c:formatCode="yyyy/mm/dd">
                  <c:v>42857</c:v>
                </c:pt>
                <c:pt idx="79" c:formatCode="yyyy/mm/dd">
                  <c:v>42858</c:v>
                </c:pt>
                <c:pt idx="80" c:formatCode="yyyy/mm/dd">
                  <c:v>42859</c:v>
                </c:pt>
                <c:pt idx="81" c:formatCode="yyyy/mm/dd">
                  <c:v>42860</c:v>
                </c:pt>
                <c:pt idx="82" c:formatCode="yyyy/mm/dd">
                  <c:v>42863</c:v>
                </c:pt>
                <c:pt idx="83" c:formatCode="yyyy/mm/dd">
                  <c:v>42864</c:v>
                </c:pt>
                <c:pt idx="84" c:formatCode="yyyy/mm/dd">
                  <c:v>42865</c:v>
                </c:pt>
                <c:pt idx="85" c:formatCode="yyyy/mm/dd">
                  <c:v>42866</c:v>
                </c:pt>
                <c:pt idx="86" c:formatCode="yyyy/mm/dd">
                  <c:v>42867</c:v>
                </c:pt>
                <c:pt idx="87" c:formatCode="yyyy/mm/dd">
                  <c:v>42870</c:v>
                </c:pt>
                <c:pt idx="88" c:formatCode="yyyy/mm/dd">
                  <c:v>42871</c:v>
                </c:pt>
                <c:pt idx="89" c:formatCode="yyyy/mm/dd">
                  <c:v>42872</c:v>
                </c:pt>
                <c:pt idx="90" c:formatCode="yyyy/mm/dd">
                  <c:v>42873</c:v>
                </c:pt>
                <c:pt idx="91" c:formatCode="yyyy/mm/dd">
                  <c:v>42874</c:v>
                </c:pt>
                <c:pt idx="92" c:formatCode="yyyy/mm/dd">
                  <c:v>42877</c:v>
                </c:pt>
                <c:pt idx="93" c:formatCode="yyyy/mm/dd">
                  <c:v>42878</c:v>
                </c:pt>
                <c:pt idx="94" c:formatCode="yyyy/mm/dd">
                  <c:v>42879</c:v>
                </c:pt>
                <c:pt idx="95" c:formatCode="yyyy/mm/dd">
                  <c:v>42880</c:v>
                </c:pt>
                <c:pt idx="96" c:formatCode="yyyy/mm/dd">
                  <c:v>42881</c:v>
                </c:pt>
                <c:pt idx="97" c:formatCode="yyyy/mm/dd">
                  <c:v>42886</c:v>
                </c:pt>
                <c:pt idx="98" c:formatCode="yyyy/mm/dd">
                  <c:v>42887</c:v>
                </c:pt>
                <c:pt idx="99" c:formatCode="yyyy/mm/dd">
                  <c:v>42888</c:v>
                </c:pt>
                <c:pt idx="100" c:formatCode="yyyy/mm/dd">
                  <c:v>42891</c:v>
                </c:pt>
                <c:pt idx="101" c:formatCode="yyyy/mm/dd">
                  <c:v>42892</c:v>
                </c:pt>
                <c:pt idx="102" c:formatCode="yyyy/mm/dd">
                  <c:v>42893</c:v>
                </c:pt>
                <c:pt idx="103" c:formatCode="yyyy/mm/dd">
                  <c:v>42894</c:v>
                </c:pt>
                <c:pt idx="104" c:formatCode="yyyy/mm/dd">
                  <c:v>42895</c:v>
                </c:pt>
                <c:pt idx="105" c:formatCode="yyyy/mm/dd">
                  <c:v>42898</c:v>
                </c:pt>
                <c:pt idx="106" c:formatCode="yyyy/mm/dd">
                  <c:v>42899</c:v>
                </c:pt>
                <c:pt idx="107" c:formatCode="yyyy/mm/dd">
                  <c:v>42900</c:v>
                </c:pt>
                <c:pt idx="108" c:formatCode="yyyy/mm/dd">
                  <c:v>42901</c:v>
                </c:pt>
                <c:pt idx="109" c:formatCode="yyyy/mm/dd">
                  <c:v>42902</c:v>
                </c:pt>
                <c:pt idx="110" c:formatCode="yyyy/mm/dd">
                  <c:v>42905</c:v>
                </c:pt>
                <c:pt idx="111" c:formatCode="yyyy/mm/dd">
                  <c:v>42906</c:v>
                </c:pt>
                <c:pt idx="112" c:formatCode="yyyy/mm/dd">
                  <c:v>42907</c:v>
                </c:pt>
                <c:pt idx="113" c:formatCode="yyyy/mm/dd">
                  <c:v>42908</c:v>
                </c:pt>
                <c:pt idx="114" c:formatCode="yyyy/mm/dd">
                  <c:v>42909</c:v>
                </c:pt>
                <c:pt idx="115" c:formatCode="yyyy/mm/dd">
                  <c:v>42912</c:v>
                </c:pt>
                <c:pt idx="116" c:formatCode="yyyy/mm/dd">
                  <c:v>42913</c:v>
                </c:pt>
                <c:pt idx="117" c:formatCode="yyyy/mm/dd">
                  <c:v>42914</c:v>
                </c:pt>
                <c:pt idx="118" c:formatCode="yyyy/mm/dd">
                  <c:v>42915</c:v>
                </c:pt>
                <c:pt idx="119" c:formatCode="yyyy/mm/dd">
                  <c:v>42916</c:v>
                </c:pt>
                <c:pt idx="120" c:formatCode="yyyy/mm/dd">
                  <c:v>42919</c:v>
                </c:pt>
                <c:pt idx="121" c:formatCode="yyyy/mm/dd">
                  <c:v>42920</c:v>
                </c:pt>
                <c:pt idx="122" c:formatCode="yyyy/mm/dd">
                  <c:v>42921</c:v>
                </c:pt>
                <c:pt idx="123" c:formatCode="yyyy/mm/dd">
                  <c:v>42922</c:v>
                </c:pt>
                <c:pt idx="124" c:formatCode="yyyy/mm/dd">
                  <c:v>42923</c:v>
                </c:pt>
                <c:pt idx="125" c:formatCode="yyyy/mm/dd">
                  <c:v>42926</c:v>
                </c:pt>
                <c:pt idx="126" c:formatCode="yyyy/mm/dd">
                  <c:v>42927</c:v>
                </c:pt>
                <c:pt idx="127" c:formatCode="yyyy/mm/dd">
                  <c:v>42928</c:v>
                </c:pt>
                <c:pt idx="128" c:formatCode="yyyy/mm/dd">
                  <c:v>42929</c:v>
                </c:pt>
                <c:pt idx="129" c:formatCode="yyyy/mm/dd">
                  <c:v>42930</c:v>
                </c:pt>
                <c:pt idx="130" c:formatCode="yyyy/mm/dd">
                  <c:v>42933</c:v>
                </c:pt>
                <c:pt idx="131" c:formatCode="yyyy/mm/dd">
                  <c:v>42934</c:v>
                </c:pt>
                <c:pt idx="132" c:formatCode="yyyy/mm/dd">
                  <c:v>42935</c:v>
                </c:pt>
                <c:pt idx="133" c:formatCode="yyyy/mm/dd">
                  <c:v>42936</c:v>
                </c:pt>
                <c:pt idx="134" c:formatCode="yyyy/mm/dd">
                  <c:v>42937</c:v>
                </c:pt>
                <c:pt idx="135" c:formatCode="yyyy/mm/dd">
                  <c:v>42940</c:v>
                </c:pt>
                <c:pt idx="136" c:formatCode="yyyy/mm/dd">
                  <c:v>42941</c:v>
                </c:pt>
                <c:pt idx="137" c:formatCode="yyyy/mm/dd">
                  <c:v>42942</c:v>
                </c:pt>
                <c:pt idx="138" c:formatCode="yyyy/mm/dd">
                  <c:v>42943</c:v>
                </c:pt>
                <c:pt idx="139" c:formatCode="yyyy/mm/dd">
                  <c:v>42944</c:v>
                </c:pt>
                <c:pt idx="140" c:formatCode="yyyy/mm/dd">
                  <c:v>42947</c:v>
                </c:pt>
                <c:pt idx="141" c:formatCode="yyyy/mm/dd">
                  <c:v>42948</c:v>
                </c:pt>
                <c:pt idx="142" c:formatCode="yyyy/mm/dd">
                  <c:v>42949</c:v>
                </c:pt>
                <c:pt idx="143" c:formatCode="yyyy/mm/dd">
                  <c:v>42950</c:v>
                </c:pt>
                <c:pt idx="144" c:formatCode="yyyy/mm/dd">
                  <c:v>42951</c:v>
                </c:pt>
                <c:pt idx="145" c:formatCode="yyyy/mm/dd">
                  <c:v>42954</c:v>
                </c:pt>
                <c:pt idx="146" c:formatCode="yyyy/mm/dd">
                  <c:v>42955</c:v>
                </c:pt>
                <c:pt idx="147" c:formatCode="yyyy/mm/dd">
                  <c:v>42956</c:v>
                </c:pt>
                <c:pt idx="148" c:formatCode="yyyy/mm/dd">
                  <c:v>42957</c:v>
                </c:pt>
                <c:pt idx="149" c:formatCode="yyyy/mm/dd">
                  <c:v>42958</c:v>
                </c:pt>
                <c:pt idx="150" c:formatCode="yyyy/mm/dd">
                  <c:v>42961</c:v>
                </c:pt>
                <c:pt idx="151" c:formatCode="yyyy/mm/dd">
                  <c:v>42962</c:v>
                </c:pt>
                <c:pt idx="152" c:formatCode="yyyy/mm/dd">
                  <c:v>42963</c:v>
                </c:pt>
                <c:pt idx="153" c:formatCode="yyyy/mm/dd">
                  <c:v>42964</c:v>
                </c:pt>
                <c:pt idx="154" c:formatCode="yyyy/mm/dd">
                  <c:v>42965</c:v>
                </c:pt>
                <c:pt idx="155" c:formatCode="yyyy/mm/dd">
                  <c:v>42968</c:v>
                </c:pt>
                <c:pt idx="156" c:formatCode="yyyy/mm/dd">
                  <c:v>42969</c:v>
                </c:pt>
                <c:pt idx="157" c:formatCode="yyyy/mm/dd">
                  <c:v>42970</c:v>
                </c:pt>
                <c:pt idx="158" c:formatCode="yyyy/mm/dd">
                  <c:v>42971</c:v>
                </c:pt>
                <c:pt idx="159" c:formatCode="yyyy/mm/dd">
                  <c:v>42972</c:v>
                </c:pt>
                <c:pt idx="160" c:formatCode="yyyy/mm/dd">
                  <c:v>42975</c:v>
                </c:pt>
                <c:pt idx="161" c:formatCode="yyyy/mm/dd">
                  <c:v>42976</c:v>
                </c:pt>
                <c:pt idx="162" c:formatCode="yyyy/mm/dd">
                  <c:v>42977</c:v>
                </c:pt>
                <c:pt idx="163" c:formatCode="yyyy/mm/dd">
                  <c:v>42978</c:v>
                </c:pt>
                <c:pt idx="164" c:formatCode="yyyy/mm/dd">
                  <c:v>42979</c:v>
                </c:pt>
                <c:pt idx="165" c:formatCode="yyyy/mm/dd">
                  <c:v>42982</c:v>
                </c:pt>
                <c:pt idx="166" c:formatCode="yyyy/mm/dd">
                  <c:v>42983</c:v>
                </c:pt>
                <c:pt idx="167" c:formatCode="yyyy/mm/dd">
                  <c:v>42984</c:v>
                </c:pt>
                <c:pt idx="168" c:formatCode="yyyy/mm/dd">
                  <c:v>42985</c:v>
                </c:pt>
                <c:pt idx="169" c:formatCode="yyyy/mm/dd">
                  <c:v>42986</c:v>
                </c:pt>
                <c:pt idx="170" c:formatCode="yyyy/mm/dd">
                  <c:v>42989</c:v>
                </c:pt>
                <c:pt idx="171" c:formatCode="yyyy/mm/dd">
                  <c:v>42990</c:v>
                </c:pt>
                <c:pt idx="172" c:formatCode="yyyy/mm/dd">
                  <c:v>42991</c:v>
                </c:pt>
                <c:pt idx="173" c:formatCode="yyyy/mm/dd">
                  <c:v>42992</c:v>
                </c:pt>
                <c:pt idx="174" c:formatCode="yyyy/mm/dd">
                  <c:v>42993</c:v>
                </c:pt>
                <c:pt idx="175" c:formatCode="yyyy/mm/dd">
                  <c:v>42996</c:v>
                </c:pt>
                <c:pt idx="176" c:formatCode="yyyy/mm/dd">
                  <c:v>42997</c:v>
                </c:pt>
                <c:pt idx="177" c:formatCode="yyyy/mm/dd">
                  <c:v>42998</c:v>
                </c:pt>
                <c:pt idx="178" c:formatCode="yyyy/mm/dd">
                  <c:v>42999</c:v>
                </c:pt>
                <c:pt idx="179" c:formatCode="yyyy/mm/dd">
                  <c:v>43000</c:v>
                </c:pt>
                <c:pt idx="180" c:formatCode="yyyy/mm/dd">
                  <c:v>43003</c:v>
                </c:pt>
                <c:pt idx="181" c:formatCode="yyyy/mm/dd">
                  <c:v>43004</c:v>
                </c:pt>
                <c:pt idx="182" c:formatCode="yyyy/mm/dd">
                  <c:v>43005</c:v>
                </c:pt>
                <c:pt idx="183" c:formatCode="yyyy/mm/dd">
                  <c:v>43006</c:v>
                </c:pt>
                <c:pt idx="184" c:formatCode="yyyy/mm/dd">
                  <c:v>43007</c:v>
                </c:pt>
                <c:pt idx="185" c:formatCode="yyyy/mm/dd">
                  <c:v>43017</c:v>
                </c:pt>
                <c:pt idx="186" c:formatCode="yyyy/mm/dd">
                  <c:v>43018</c:v>
                </c:pt>
                <c:pt idx="187" c:formatCode="yyyy/mm/dd">
                  <c:v>43019</c:v>
                </c:pt>
                <c:pt idx="188" c:formatCode="yyyy/mm/dd">
                  <c:v>43020</c:v>
                </c:pt>
                <c:pt idx="189" c:formatCode="yyyy/mm/dd">
                  <c:v>43021</c:v>
                </c:pt>
                <c:pt idx="190" c:formatCode="yyyy/mm/dd">
                  <c:v>43024</c:v>
                </c:pt>
                <c:pt idx="191" c:formatCode="yyyy/mm/dd">
                  <c:v>43025</c:v>
                </c:pt>
                <c:pt idx="192" c:formatCode="yyyy/mm/dd">
                  <c:v>43026</c:v>
                </c:pt>
                <c:pt idx="193" c:formatCode="yyyy/mm/dd">
                  <c:v>43027</c:v>
                </c:pt>
                <c:pt idx="194" c:formatCode="yyyy/mm/dd">
                  <c:v>43028</c:v>
                </c:pt>
                <c:pt idx="195" c:formatCode="yyyy/mm/dd">
                  <c:v>43031</c:v>
                </c:pt>
                <c:pt idx="196" c:formatCode="yyyy/mm/dd">
                  <c:v>43032</c:v>
                </c:pt>
                <c:pt idx="197" c:formatCode="yyyy/mm/dd">
                  <c:v>43033</c:v>
                </c:pt>
                <c:pt idx="198" c:formatCode="yyyy/mm/dd">
                  <c:v>43034</c:v>
                </c:pt>
                <c:pt idx="199" c:formatCode="yyyy/mm/dd">
                  <c:v>43035</c:v>
                </c:pt>
                <c:pt idx="200" c:formatCode="yyyy/mm/dd">
                  <c:v>43038</c:v>
                </c:pt>
                <c:pt idx="201" c:formatCode="yyyy/mm/dd">
                  <c:v>43039</c:v>
                </c:pt>
                <c:pt idx="202" c:formatCode="yyyy/mm/dd">
                  <c:v>43040</c:v>
                </c:pt>
                <c:pt idx="203" c:formatCode="yyyy/mm/dd">
                  <c:v>43041</c:v>
                </c:pt>
                <c:pt idx="204" c:formatCode="yyyy/mm/dd">
                  <c:v>43042</c:v>
                </c:pt>
                <c:pt idx="205" c:formatCode="yyyy/mm/dd">
                  <c:v>43045</c:v>
                </c:pt>
                <c:pt idx="206" c:formatCode="yyyy/mm/dd">
                  <c:v>43046</c:v>
                </c:pt>
                <c:pt idx="207" c:formatCode="yyyy/mm/dd">
                  <c:v>43047</c:v>
                </c:pt>
                <c:pt idx="208" c:formatCode="yyyy/mm/dd">
                  <c:v>43048</c:v>
                </c:pt>
                <c:pt idx="209" c:formatCode="yyyy/mm/dd">
                  <c:v>43049</c:v>
                </c:pt>
                <c:pt idx="210" c:formatCode="yyyy/mm/dd">
                  <c:v>43052</c:v>
                </c:pt>
                <c:pt idx="211" c:formatCode="yyyy/mm/dd">
                  <c:v>43053</c:v>
                </c:pt>
                <c:pt idx="212" c:formatCode="yyyy/mm/dd">
                  <c:v>43054</c:v>
                </c:pt>
                <c:pt idx="213" c:formatCode="yyyy/mm/dd">
                  <c:v>43055</c:v>
                </c:pt>
                <c:pt idx="214" c:formatCode="yyyy/mm/dd">
                  <c:v>43056</c:v>
                </c:pt>
                <c:pt idx="215" c:formatCode="yyyy/mm/dd">
                  <c:v>43059</c:v>
                </c:pt>
                <c:pt idx="216" c:formatCode="yyyy/mm/dd">
                  <c:v>43060</c:v>
                </c:pt>
                <c:pt idx="217" c:formatCode="yyyy/mm/dd">
                  <c:v>43061</c:v>
                </c:pt>
                <c:pt idx="218" c:formatCode="yyyy/mm/dd">
                  <c:v>43062</c:v>
                </c:pt>
                <c:pt idx="219" c:formatCode="yyyy/mm/dd">
                  <c:v>43063</c:v>
                </c:pt>
                <c:pt idx="220" c:formatCode="yyyy/mm/dd">
                  <c:v>43066</c:v>
                </c:pt>
                <c:pt idx="221" c:formatCode="yyyy/mm/dd">
                  <c:v>43067</c:v>
                </c:pt>
                <c:pt idx="222" c:formatCode="yyyy/mm/dd">
                  <c:v>43068</c:v>
                </c:pt>
                <c:pt idx="223" c:formatCode="yyyy/mm/dd">
                  <c:v>43069</c:v>
                </c:pt>
                <c:pt idx="224" c:formatCode="yyyy/mm/dd">
                  <c:v>43070</c:v>
                </c:pt>
                <c:pt idx="225" c:formatCode="yyyy/mm/dd">
                  <c:v>43073</c:v>
                </c:pt>
                <c:pt idx="226" c:formatCode="yyyy/mm/dd">
                  <c:v>43074</c:v>
                </c:pt>
                <c:pt idx="227" c:formatCode="yyyy/mm/dd">
                  <c:v>43075</c:v>
                </c:pt>
                <c:pt idx="228" c:formatCode="yyyy/mm/dd">
                  <c:v>43076</c:v>
                </c:pt>
                <c:pt idx="229" c:formatCode="yyyy/mm/dd">
                  <c:v>43077</c:v>
                </c:pt>
                <c:pt idx="230" c:formatCode="yyyy/mm/dd">
                  <c:v>43080</c:v>
                </c:pt>
                <c:pt idx="231" c:formatCode="yyyy/mm/dd">
                  <c:v>43081</c:v>
                </c:pt>
                <c:pt idx="232" c:formatCode="yyyy/mm/dd">
                  <c:v>43082</c:v>
                </c:pt>
                <c:pt idx="233" c:formatCode="yyyy/mm/dd">
                  <c:v>43083</c:v>
                </c:pt>
                <c:pt idx="234" c:formatCode="yyyy/mm/dd">
                  <c:v>43084</c:v>
                </c:pt>
                <c:pt idx="235" c:formatCode="yyyy/mm/dd">
                  <c:v>43087</c:v>
                </c:pt>
                <c:pt idx="236" c:formatCode="yyyy/mm/dd">
                  <c:v>43088</c:v>
                </c:pt>
                <c:pt idx="237" c:formatCode="yyyy/mm/dd">
                  <c:v>43089</c:v>
                </c:pt>
                <c:pt idx="238" c:formatCode="yyyy/mm/dd">
                  <c:v>43090</c:v>
                </c:pt>
                <c:pt idx="239" c:formatCode="yyyy/mm/dd">
                  <c:v>43091</c:v>
                </c:pt>
                <c:pt idx="240" c:formatCode="yyyy/mm/dd">
                  <c:v>43094</c:v>
                </c:pt>
                <c:pt idx="241" c:formatCode="yyyy/mm/dd">
                  <c:v>43095</c:v>
                </c:pt>
                <c:pt idx="242" c:formatCode="yyyy/mm/dd">
                  <c:v>43096</c:v>
                </c:pt>
                <c:pt idx="243" c:formatCode="yyyy/mm/dd">
                  <c:v>43097</c:v>
                </c:pt>
                <c:pt idx="244" c:formatCode="yyyy/mm/dd">
                  <c:v>43098</c:v>
                </c:pt>
                <c:pt idx="245" c:formatCode="yyyy/mm/dd">
                  <c:v>43102</c:v>
                </c:pt>
                <c:pt idx="246" c:formatCode="yyyy/mm/dd">
                  <c:v>43103</c:v>
                </c:pt>
                <c:pt idx="247" c:formatCode="yyyy/mm/dd">
                  <c:v>43104</c:v>
                </c:pt>
                <c:pt idx="248" c:formatCode="yyyy/mm/dd">
                  <c:v>43105</c:v>
                </c:pt>
                <c:pt idx="249" c:formatCode="yyyy/mm/dd">
                  <c:v>43108</c:v>
                </c:pt>
                <c:pt idx="250" c:formatCode="yyyy/mm/dd">
                  <c:v>43109</c:v>
                </c:pt>
                <c:pt idx="251" c:formatCode="yyyy/mm/dd">
                  <c:v>43110</c:v>
                </c:pt>
                <c:pt idx="252" c:formatCode="yyyy/mm/dd">
                  <c:v>43111</c:v>
                </c:pt>
                <c:pt idx="253" c:formatCode="yyyy/mm/dd">
                  <c:v>43112</c:v>
                </c:pt>
                <c:pt idx="254" c:formatCode="yyyy/mm/dd">
                  <c:v>43115</c:v>
                </c:pt>
                <c:pt idx="255" c:formatCode="yyyy/mm/dd">
                  <c:v>43116</c:v>
                </c:pt>
                <c:pt idx="256" c:formatCode="yyyy/mm/dd">
                  <c:v>43117</c:v>
                </c:pt>
                <c:pt idx="257" c:formatCode="yyyy/mm/dd">
                  <c:v>43118</c:v>
                </c:pt>
                <c:pt idx="258" c:formatCode="yyyy/mm/dd">
                  <c:v>43119</c:v>
                </c:pt>
                <c:pt idx="259" c:formatCode="yyyy/mm/dd">
                  <c:v>43122</c:v>
                </c:pt>
                <c:pt idx="260" c:formatCode="yyyy/mm/dd">
                  <c:v>43123</c:v>
                </c:pt>
                <c:pt idx="261" c:formatCode="yyyy/mm/dd">
                  <c:v>43124</c:v>
                </c:pt>
                <c:pt idx="262" c:formatCode="yyyy/mm/dd">
                  <c:v>43125</c:v>
                </c:pt>
                <c:pt idx="263" c:formatCode="yyyy/mm/dd">
                  <c:v>43126</c:v>
                </c:pt>
                <c:pt idx="264" c:formatCode="yyyy/mm/dd">
                  <c:v>43129</c:v>
                </c:pt>
                <c:pt idx="265" c:formatCode="yyyy/mm/dd">
                  <c:v>43130</c:v>
                </c:pt>
                <c:pt idx="266" c:formatCode="yyyy/mm/dd">
                  <c:v>43131</c:v>
                </c:pt>
                <c:pt idx="267" c:formatCode="yyyy/mm/dd">
                  <c:v>43132</c:v>
                </c:pt>
                <c:pt idx="268" c:formatCode="yyyy/mm/dd">
                  <c:v>43133</c:v>
                </c:pt>
                <c:pt idx="269" c:formatCode="yyyy/mm/dd">
                  <c:v>43136</c:v>
                </c:pt>
                <c:pt idx="270" c:formatCode="yyyy/mm/dd">
                  <c:v>43137</c:v>
                </c:pt>
                <c:pt idx="271" c:formatCode="yyyy/mm/dd">
                  <c:v>43138</c:v>
                </c:pt>
                <c:pt idx="272" c:formatCode="yyyy/mm/dd">
                  <c:v>43139</c:v>
                </c:pt>
                <c:pt idx="273" c:formatCode="yyyy/mm/dd">
                  <c:v>43140</c:v>
                </c:pt>
                <c:pt idx="274" c:formatCode="yyyy/mm/dd">
                  <c:v>43143</c:v>
                </c:pt>
                <c:pt idx="275" c:formatCode="yyyy/mm/dd">
                  <c:v>43144</c:v>
                </c:pt>
                <c:pt idx="276" c:formatCode="yyyy/mm/dd">
                  <c:v>43145</c:v>
                </c:pt>
                <c:pt idx="277" c:formatCode="yyyy/mm/dd">
                  <c:v>43153</c:v>
                </c:pt>
                <c:pt idx="278" c:formatCode="yyyy/mm/dd">
                  <c:v>43154</c:v>
                </c:pt>
                <c:pt idx="279" c:formatCode="yyyy/mm/dd">
                  <c:v>43157</c:v>
                </c:pt>
                <c:pt idx="280" c:formatCode="yyyy/mm/dd">
                  <c:v>43158</c:v>
                </c:pt>
                <c:pt idx="281" c:formatCode="yyyy/mm/dd">
                  <c:v>43159</c:v>
                </c:pt>
                <c:pt idx="282" c:formatCode="yyyy/mm/dd">
                  <c:v>43160</c:v>
                </c:pt>
                <c:pt idx="283" c:formatCode="yyyy/mm/dd">
                  <c:v>43161</c:v>
                </c:pt>
                <c:pt idx="284" c:formatCode="yyyy/mm/dd">
                  <c:v>43164</c:v>
                </c:pt>
                <c:pt idx="285" c:formatCode="yyyy/mm/dd">
                  <c:v>43165</c:v>
                </c:pt>
                <c:pt idx="286" c:formatCode="yyyy/mm/dd">
                  <c:v>43166</c:v>
                </c:pt>
                <c:pt idx="287" c:formatCode="yyyy/mm/dd">
                  <c:v>43167</c:v>
                </c:pt>
                <c:pt idx="288" c:formatCode="yyyy/mm/dd">
                  <c:v>43168</c:v>
                </c:pt>
                <c:pt idx="289" c:formatCode="yyyy/mm/dd">
                  <c:v>43171</c:v>
                </c:pt>
                <c:pt idx="290" c:formatCode="yyyy/mm/dd">
                  <c:v>43172</c:v>
                </c:pt>
                <c:pt idx="291" c:formatCode="yyyy/mm/dd">
                  <c:v>43173</c:v>
                </c:pt>
                <c:pt idx="292" c:formatCode="yyyy/mm/dd">
                  <c:v>43174</c:v>
                </c:pt>
                <c:pt idx="293" c:formatCode="yyyy/mm/dd">
                  <c:v>43175</c:v>
                </c:pt>
                <c:pt idx="294" c:formatCode="yyyy/mm/dd">
                  <c:v>43178</c:v>
                </c:pt>
                <c:pt idx="295" c:formatCode="yyyy/mm/dd">
                  <c:v>43179</c:v>
                </c:pt>
                <c:pt idx="296" c:formatCode="yyyy/mm/dd">
                  <c:v>43180</c:v>
                </c:pt>
                <c:pt idx="297" c:formatCode="yyyy/mm/dd">
                  <c:v>43181</c:v>
                </c:pt>
                <c:pt idx="298" c:formatCode="yyyy/mm/dd">
                  <c:v>43182</c:v>
                </c:pt>
                <c:pt idx="299" c:formatCode="yyyy/mm/dd">
                  <c:v>43185</c:v>
                </c:pt>
                <c:pt idx="300" c:formatCode="yyyy/mm/dd">
                  <c:v>43186</c:v>
                </c:pt>
                <c:pt idx="301" c:formatCode="yyyy/mm/dd">
                  <c:v>43187</c:v>
                </c:pt>
                <c:pt idx="302" c:formatCode="yyyy/mm/dd">
                  <c:v>43188</c:v>
                </c:pt>
                <c:pt idx="303" c:formatCode="yyyy/mm/dd">
                  <c:v>43189</c:v>
                </c:pt>
                <c:pt idx="304" c:formatCode="yyyy/mm/dd">
                  <c:v>43192</c:v>
                </c:pt>
                <c:pt idx="305" c:formatCode="yyyy/mm/dd">
                  <c:v>43193</c:v>
                </c:pt>
                <c:pt idx="306" c:formatCode="yyyy/mm/dd">
                  <c:v>43194</c:v>
                </c:pt>
                <c:pt idx="307" c:formatCode="yyyy/mm/dd">
                  <c:v>43199</c:v>
                </c:pt>
                <c:pt idx="308" c:formatCode="yyyy/mm/dd">
                  <c:v>43200</c:v>
                </c:pt>
                <c:pt idx="309" c:formatCode="yyyy/mm/dd">
                  <c:v>43201</c:v>
                </c:pt>
                <c:pt idx="310" c:formatCode="yyyy/mm/dd">
                  <c:v>43202</c:v>
                </c:pt>
                <c:pt idx="311" c:formatCode="yyyy/mm/dd">
                  <c:v>43203</c:v>
                </c:pt>
                <c:pt idx="312" c:formatCode="yyyy/mm/dd">
                  <c:v>43206</c:v>
                </c:pt>
                <c:pt idx="313" c:formatCode="yyyy/mm/dd">
                  <c:v>43207</c:v>
                </c:pt>
                <c:pt idx="314" c:formatCode="yyyy/mm/dd">
                  <c:v>43208</c:v>
                </c:pt>
                <c:pt idx="315" c:formatCode="yyyy/mm/dd">
                  <c:v>43209</c:v>
                </c:pt>
                <c:pt idx="316" c:formatCode="yyyy/mm/dd">
                  <c:v>43210</c:v>
                </c:pt>
                <c:pt idx="317" c:formatCode="yyyy/mm/dd">
                  <c:v>43213</c:v>
                </c:pt>
                <c:pt idx="318" c:formatCode="yyyy/mm/dd">
                  <c:v>43214</c:v>
                </c:pt>
                <c:pt idx="319" c:formatCode="yyyy/mm/dd">
                  <c:v>43215</c:v>
                </c:pt>
                <c:pt idx="320" c:formatCode="yyyy/mm/dd">
                  <c:v>43216</c:v>
                </c:pt>
                <c:pt idx="321" c:formatCode="yyyy/mm/dd">
                  <c:v>43217</c:v>
                </c:pt>
                <c:pt idx="322" c:formatCode="yyyy/mm/dd">
                  <c:v>43222</c:v>
                </c:pt>
                <c:pt idx="323" c:formatCode="yyyy/mm/dd">
                  <c:v>43223</c:v>
                </c:pt>
                <c:pt idx="324" c:formatCode="yyyy/mm/dd">
                  <c:v>43224</c:v>
                </c:pt>
                <c:pt idx="325" c:formatCode="yyyy/mm/dd">
                  <c:v>43227</c:v>
                </c:pt>
                <c:pt idx="326" c:formatCode="yyyy/mm/dd">
                  <c:v>43228</c:v>
                </c:pt>
                <c:pt idx="327" c:formatCode="yyyy/mm/dd">
                  <c:v>43229</c:v>
                </c:pt>
                <c:pt idx="328" c:formatCode="yyyy/mm/dd">
                  <c:v>43230</c:v>
                </c:pt>
                <c:pt idx="329" c:formatCode="yyyy/mm/dd">
                  <c:v>43231</c:v>
                </c:pt>
                <c:pt idx="330" c:formatCode="yyyy/mm/dd">
                  <c:v>43234</c:v>
                </c:pt>
                <c:pt idx="331" c:formatCode="yyyy/mm/dd">
                  <c:v>43235</c:v>
                </c:pt>
                <c:pt idx="332" c:formatCode="yyyy/mm/dd">
                  <c:v>43236</c:v>
                </c:pt>
                <c:pt idx="333" c:formatCode="yyyy/mm/dd">
                  <c:v>43237</c:v>
                </c:pt>
                <c:pt idx="334" c:formatCode="yyyy/mm/dd">
                  <c:v>43238</c:v>
                </c:pt>
                <c:pt idx="335" c:formatCode="yyyy/mm/dd">
                  <c:v>43241</c:v>
                </c:pt>
                <c:pt idx="336" c:formatCode="yyyy/mm/dd">
                  <c:v>43242</c:v>
                </c:pt>
                <c:pt idx="337" c:formatCode="yyyy/mm/dd">
                  <c:v>43243</c:v>
                </c:pt>
                <c:pt idx="338" c:formatCode="yyyy/mm/dd">
                  <c:v>43244</c:v>
                </c:pt>
                <c:pt idx="339" c:formatCode="yyyy/mm/dd">
                  <c:v>43245</c:v>
                </c:pt>
                <c:pt idx="340" c:formatCode="yyyy/mm/dd">
                  <c:v>43248</c:v>
                </c:pt>
                <c:pt idx="341" c:formatCode="yyyy/mm/dd">
                  <c:v>43249</c:v>
                </c:pt>
                <c:pt idx="342" c:formatCode="yyyy/mm/dd">
                  <c:v>43250</c:v>
                </c:pt>
                <c:pt idx="343" c:formatCode="yyyy/mm/dd">
                  <c:v>43251</c:v>
                </c:pt>
                <c:pt idx="344" c:formatCode="yyyy/mm/dd">
                  <c:v>43252</c:v>
                </c:pt>
                <c:pt idx="345" c:formatCode="yyyy/mm/dd">
                  <c:v>43255</c:v>
                </c:pt>
                <c:pt idx="346" c:formatCode="yyyy/mm/dd">
                  <c:v>43256</c:v>
                </c:pt>
                <c:pt idx="347" c:formatCode="yyyy/mm/dd">
                  <c:v>43257</c:v>
                </c:pt>
                <c:pt idx="348" c:formatCode="yyyy/mm/dd">
                  <c:v>43258</c:v>
                </c:pt>
                <c:pt idx="349" c:formatCode="yyyy/mm/dd">
                  <c:v>43259</c:v>
                </c:pt>
                <c:pt idx="350" c:formatCode="yyyy/mm/dd">
                  <c:v>43262</c:v>
                </c:pt>
                <c:pt idx="351" c:formatCode="yyyy/mm/dd">
                  <c:v>43263</c:v>
                </c:pt>
                <c:pt idx="352" c:formatCode="yyyy/mm/dd">
                  <c:v>43264</c:v>
                </c:pt>
                <c:pt idx="353" c:formatCode="yyyy/mm/dd">
                  <c:v>43265</c:v>
                </c:pt>
                <c:pt idx="354" c:formatCode="yyyy/mm/dd">
                  <c:v>43266</c:v>
                </c:pt>
                <c:pt idx="355" c:formatCode="yyyy/mm/dd">
                  <c:v>43270</c:v>
                </c:pt>
                <c:pt idx="356" c:formatCode="yyyy/mm/dd">
                  <c:v>43271</c:v>
                </c:pt>
                <c:pt idx="357" c:formatCode="yyyy/mm/dd">
                  <c:v>43272</c:v>
                </c:pt>
                <c:pt idx="358" c:formatCode="yyyy/mm/dd">
                  <c:v>43273</c:v>
                </c:pt>
                <c:pt idx="359" c:formatCode="yyyy/mm/dd">
                  <c:v>43276</c:v>
                </c:pt>
                <c:pt idx="360" c:formatCode="yyyy/mm/dd">
                  <c:v>43277</c:v>
                </c:pt>
                <c:pt idx="361" c:formatCode="yyyy/mm/dd">
                  <c:v>43278</c:v>
                </c:pt>
                <c:pt idx="362" c:formatCode="yyyy/mm/dd">
                  <c:v>43279</c:v>
                </c:pt>
                <c:pt idx="363" c:formatCode="yyyy/mm/dd">
                  <c:v>43280</c:v>
                </c:pt>
                <c:pt idx="364" c:formatCode="yyyy/mm/dd">
                  <c:v>43283</c:v>
                </c:pt>
                <c:pt idx="365" c:formatCode="yyyy/mm/dd">
                  <c:v>43284</c:v>
                </c:pt>
                <c:pt idx="366" c:formatCode="yyyy/mm/dd">
                  <c:v>43285</c:v>
                </c:pt>
                <c:pt idx="367" c:formatCode="yyyy/mm/dd">
                  <c:v>43286</c:v>
                </c:pt>
                <c:pt idx="368" c:formatCode="yyyy/mm/dd">
                  <c:v>43287</c:v>
                </c:pt>
                <c:pt idx="369" c:formatCode="yyyy/mm/dd">
                  <c:v>43290</c:v>
                </c:pt>
                <c:pt idx="370" c:formatCode="yyyy/mm/dd">
                  <c:v>43291</c:v>
                </c:pt>
                <c:pt idx="371" c:formatCode="yyyy/mm/dd">
                  <c:v>43292</c:v>
                </c:pt>
                <c:pt idx="372" c:formatCode="yyyy/mm/dd">
                  <c:v>43293</c:v>
                </c:pt>
                <c:pt idx="373" c:formatCode="yyyy/mm/dd">
                  <c:v>43294</c:v>
                </c:pt>
                <c:pt idx="374" c:formatCode="yyyy/mm/dd">
                  <c:v>43297</c:v>
                </c:pt>
                <c:pt idx="375" c:formatCode="yyyy/mm/dd">
                  <c:v>43298</c:v>
                </c:pt>
                <c:pt idx="376" c:formatCode="yyyy/mm/dd">
                  <c:v>43299</c:v>
                </c:pt>
                <c:pt idx="377" c:formatCode="yyyy/mm/dd">
                  <c:v>43300</c:v>
                </c:pt>
                <c:pt idx="378" c:formatCode="yyyy/mm/dd">
                  <c:v>43301</c:v>
                </c:pt>
                <c:pt idx="379" c:formatCode="yyyy/mm/dd">
                  <c:v>43304</c:v>
                </c:pt>
                <c:pt idx="380" c:formatCode="yyyy/mm/dd">
                  <c:v>43305</c:v>
                </c:pt>
                <c:pt idx="381" c:formatCode="yyyy/mm/dd">
                  <c:v>43306</c:v>
                </c:pt>
                <c:pt idx="382" c:formatCode="yyyy/mm/dd">
                  <c:v>43307</c:v>
                </c:pt>
                <c:pt idx="383" c:formatCode="yyyy/mm/dd">
                  <c:v>43308</c:v>
                </c:pt>
                <c:pt idx="384" c:formatCode="yyyy/mm/dd">
                  <c:v>43311</c:v>
                </c:pt>
                <c:pt idx="385" c:formatCode="yyyy/mm/dd">
                  <c:v>43312</c:v>
                </c:pt>
                <c:pt idx="386" c:formatCode="yyyy/mm/dd">
                  <c:v>43313</c:v>
                </c:pt>
                <c:pt idx="387" c:formatCode="yyyy/mm/dd">
                  <c:v>43314</c:v>
                </c:pt>
                <c:pt idx="388" c:formatCode="yyyy/mm/dd">
                  <c:v>43315</c:v>
                </c:pt>
                <c:pt idx="389" c:formatCode="yyyy/mm/dd">
                  <c:v>43318</c:v>
                </c:pt>
                <c:pt idx="390" c:formatCode="yyyy/mm/dd">
                  <c:v>43319</c:v>
                </c:pt>
                <c:pt idx="391" c:formatCode="yyyy/mm/dd">
                  <c:v>43320</c:v>
                </c:pt>
                <c:pt idx="392" c:formatCode="yyyy/mm/dd">
                  <c:v>43321</c:v>
                </c:pt>
                <c:pt idx="393" c:formatCode="yyyy/mm/dd">
                  <c:v>43322</c:v>
                </c:pt>
                <c:pt idx="394" c:formatCode="yyyy/mm/dd">
                  <c:v>43325</c:v>
                </c:pt>
                <c:pt idx="395" c:formatCode="yyyy/mm/dd">
                  <c:v>43326</c:v>
                </c:pt>
                <c:pt idx="396" c:formatCode="yyyy/mm/dd">
                  <c:v>43327</c:v>
                </c:pt>
                <c:pt idx="397" c:formatCode="yyyy/mm/dd">
                  <c:v>43328</c:v>
                </c:pt>
                <c:pt idx="398" c:formatCode="yyyy/mm/dd">
                  <c:v>43329</c:v>
                </c:pt>
                <c:pt idx="399" c:formatCode="yyyy/mm/dd">
                  <c:v>43332</c:v>
                </c:pt>
                <c:pt idx="400" c:formatCode="yyyy/mm/dd">
                  <c:v>43333</c:v>
                </c:pt>
                <c:pt idx="401" c:formatCode="yyyy/mm/dd">
                  <c:v>43334</c:v>
                </c:pt>
                <c:pt idx="402" c:formatCode="yyyy/mm/dd">
                  <c:v>43335</c:v>
                </c:pt>
                <c:pt idx="403" c:formatCode="yyyy/mm/dd">
                  <c:v>43336</c:v>
                </c:pt>
                <c:pt idx="404" c:formatCode="yyyy/mm/dd">
                  <c:v>43339</c:v>
                </c:pt>
                <c:pt idx="405" c:formatCode="yyyy/mm/dd">
                  <c:v>43340</c:v>
                </c:pt>
                <c:pt idx="406" c:formatCode="yyyy/mm/dd">
                  <c:v>43341</c:v>
                </c:pt>
                <c:pt idx="407" c:formatCode="yyyy/mm/dd">
                  <c:v>43342</c:v>
                </c:pt>
                <c:pt idx="408" c:formatCode="yyyy/mm/dd">
                  <c:v>43343</c:v>
                </c:pt>
                <c:pt idx="409" c:formatCode="yyyy/mm/dd">
                  <c:v>43346</c:v>
                </c:pt>
                <c:pt idx="410" c:formatCode="yyyy/mm/dd">
                  <c:v>43347</c:v>
                </c:pt>
                <c:pt idx="411" c:formatCode="yyyy/mm/dd">
                  <c:v>43348</c:v>
                </c:pt>
                <c:pt idx="412" c:formatCode="yyyy/mm/dd">
                  <c:v>43349</c:v>
                </c:pt>
                <c:pt idx="413" c:formatCode="yyyy/mm/dd">
                  <c:v>43350</c:v>
                </c:pt>
                <c:pt idx="414" c:formatCode="yyyy/mm/dd">
                  <c:v>43353</c:v>
                </c:pt>
                <c:pt idx="415" c:formatCode="yyyy/mm/dd">
                  <c:v>43354</c:v>
                </c:pt>
                <c:pt idx="416" c:formatCode="yyyy/mm/dd">
                  <c:v>43355</c:v>
                </c:pt>
                <c:pt idx="417" c:formatCode="yyyy/mm/dd">
                  <c:v>43356</c:v>
                </c:pt>
                <c:pt idx="418" c:formatCode="yyyy/mm/dd">
                  <c:v>43357</c:v>
                </c:pt>
                <c:pt idx="419" c:formatCode="yyyy/mm/dd">
                  <c:v>43360</c:v>
                </c:pt>
                <c:pt idx="420" c:formatCode="yyyy/mm/dd">
                  <c:v>43361</c:v>
                </c:pt>
                <c:pt idx="421" c:formatCode="yyyy/mm/dd">
                  <c:v>43362</c:v>
                </c:pt>
                <c:pt idx="422" c:formatCode="yyyy/mm/dd">
                  <c:v>43363</c:v>
                </c:pt>
                <c:pt idx="423" c:formatCode="yyyy/mm/dd">
                  <c:v>43364</c:v>
                </c:pt>
                <c:pt idx="424" c:formatCode="yyyy/mm/dd">
                  <c:v>43368</c:v>
                </c:pt>
                <c:pt idx="425" c:formatCode="yyyy/mm/dd">
                  <c:v>43369</c:v>
                </c:pt>
                <c:pt idx="426" c:formatCode="yyyy/mm/dd">
                  <c:v>43370</c:v>
                </c:pt>
                <c:pt idx="427" c:formatCode="yyyy/mm/dd">
                  <c:v>43371</c:v>
                </c:pt>
                <c:pt idx="428" c:formatCode="yyyy/mm/dd">
                  <c:v>43381</c:v>
                </c:pt>
                <c:pt idx="429" c:formatCode="yyyy/mm/dd">
                  <c:v>43382</c:v>
                </c:pt>
                <c:pt idx="430" c:formatCode="yyyy/mm/dd">
                  <c:v>43383</c:v>
                </c:pt>
                <c:pt idx="431" c:formatCode="yyyy/mm/dd">
                  <c:v>43384</c:v>
                </c:pt>
                <c:pt idx="432" c:formatCode="yyyy/mm/dd">
                  <c:v>43385</c:v>
                </c:pt>
                <c:pt idx="433" c:formatCode="yyyy/mm/dd">
                  <c:v>43388</c:v>
                </c:pt>
                <c:pt idx="434" c:formatCode="yyyy/mm/dd">
                  <c:v>43389</c:v>
                </c:pt>
                <c:pt idx="435" c:formatCode="yyyy/mm/dd">
                  <c:v>43390</c:v>
                </c:pt>
                <c:pt idx="436" c:formatCode="yyyy/mm/dd">
                  <c:v>43391</c:v>
                </c:pt>
                <c:pt idx="437" c:formatCode="yyyy/mm/dd">
                  <c:v>43392</c:v>
                </c:pt>
                <c:pt idx="438" c:formatCode="yyyy/mm/dd">
                  <c:v>43395</c:v>
                </c:pt>
                <c:pt idx="439" c:formatCode="yyyy/mm/dd">
                  <c:v>43396</c:v>
                </c:pt>
                <c:pt idx="440" c:formatCode="yyyy/mm/dd">
                  <c:v>43397</c:v>
                </c:pt>
                <c:pt idx="441" c:formatCode="yyyy/mm/dd">
                  <c:v>43398</c:v>
                </c:pt>
                <c:pt idx="442" c:formatCode="yyyy/mm/dd">
                  <c:v>43399</c:v>
                </c:pt>
                <c:pt idx="443" c:formatCode="yyyy/mm/dd">
                  <c:v>43402</c:v>
                </c:pt>
                <c:pt idx="444" c:formatCode="yyyy/mm/dd">
                  <c:v>43403</c:v>
                </c:pt>
                <c:pt idx="445" c:formatCode="yyyy/mm/dd">
                  <c:v>43404</c:v>
                </c:pt>
                <c:pt idx="446" c:formatCode="yyyy/mm/dd">
                  <c:v>43405</c:v>
                </c:pt>
                <c:pt idx="447" c:formatCode="yyyy/mm/dd">
                  <c:v>43406</c:v>
                </c:pt>
                <c:pt idx="448" c:formatCode="yyyy/mm/dd">
                  <c:v>43409</c:v>
                </c:pt>
                <c:pt idx="449" c:formatCode="yyyy/mm/dd">
                  <c:v>43410</c:v>
                </c:pt>
                <c:pt idx="450" c:formatCode="yyyy/mm/dd">
                  <c:v>43411</c:v>
                </c:pt>
                <c:pt idx="451" c:formatCode="yyyy/mm/dd">
                  <c:v>43412</c:v>
                </c:pt>
                <c:pt idx="452" c:formatCode="yyyy/mm/dd">
                  <c:v>43413</c:v>
                </c:pt>
                <c:pt idx="453" c:formatCode="yyyy/mm/dd">
                  <c:v>43416</c:v>
                </c:pt>
                <c:pt idx="454" c:formatCode="yyyy/mm/dd">
                  <c:v>43417</c:v>
                </c:pt>
                <c:pt idx="455" c:formatCode="yyyy/mm/dd">
                  <c:v>43418</c:v>
                </c:pt>
                <c:pt idx="456" c:formatCode="yyyy/mm/dd">
                  <c:v>43419</c:v>
                </c:pt>
                <c:pt idx="457" c:formatCode="yyyy/mm/dd">
                  <c:v>43420</c:v>
                </c:pt>
                <c:pt idx="458" c:formatCode="yyyy/mm/dd">
                  <c:v>43423</c:v>
                </c:pt>
                <c:pt idx="459" c:formatCode="yyyy/mm/dd">
                  <c:v>43424</c:v>
                </c:pt>
                <c:pt idx="460" c:formatCode="yyyy/mm/dd">
                  <c:v>43425</c:v>
                </c:pt>
                <c:pt idx="461" c:formatCode="yyyy/mm/dd">
                  <c:v>43426</c:v>
                </c:pt>
                <c:pt idx="462" c:formatCode="yyyy/mm/dd">
                  <c:v>43427</c:v>
                </c:pt>
                <c:pt idx="463" c:formatCode="yyyy/mm/dd">
                  <c:v>43430</c:v>
                </c:pt>
                <c:pt idx="464" c:formatCode="yyyy/mm/dd">
                  <c:v>43431</c:v>
                </c:pt>
                <c:pt idx="465" c:formatCode="yyyy/mm/dd">
                  <c:v>43432</c:v>
                </c:pt>
                <c:pt idx="466" c:formatCode="yyyy/mm/dd">
                  <c:v>43433</c:v>
                </c:pt>
                <c:pt idx="467" c:formatCode="yyyy/mm/dd">
                  <c:v>43434</c:v>
                </c:pt>
                <c:pt idx="468" c:formatCode="yyyy/mm/dd">
                  <c:v>43437</c:v>
                </c:pt>
                <c:pt idx="469" c:formatCode="yyyy/mm/dd">
                  <c:v>43438</c:v>
                </c:pt>
                <c:pt idx="470" c:formatCode="yyyy/mm/dd">
                  <c:v>43439</c:v>
                </c:pt>
                <c:pt idx="471" c:formatCode="yyyy/mm/dd">
                  <c:v>43440</c:v>
                </c:pt>
                <c:pt idx="472" c:formatCode="yyyy/mm/dd">
                  <c:v>43441</c:v>
                </c:pt>
                <c:pt idx="473" c:formatCode="yyyy/mm/dd">
                  <c:v>43444</c:v>
                </c:pt>
                <c:pt idx="474" c:formatCode="yyyy/mm/dd">
                  <c:v>43445</c:v>
                </c:pt>
                <c:pt idx="475" c:formatCode="yyyy/mm/dd">
                  <c:v>43446</c:v>
                </c:pt>
                <c:pt idx="476" c:formatCode="yyyy/mm/dd">
                  <c:v>43447</c:v>
                </c:pt>
                <c:pt idx="477" c:formatCode="yyyy/mm/dd">
                  <c:v>43448</c:v>
                </c:pt>
                <c:pt idx="478" c:formatCode="yyyy/mm/dd">
                  <c:v>43451</c:v>
                </c:pt>
                <c:pt idx="479" c:formatCode="yyyy/mm/dd">
                  <c:v>43452</c:v>
                </c:pt>
                <c:pt idx="480" c:formatCode="yyyy/mm/dd">
                  <c:v>43453</c:v>
                </c:pt>
                <c:pt idx="481" c:formatCode="yyyy/mm/dd">
                  <c:v>43454</c:v>
                </c:pt>
                <c:pt idx="482" c:formatCode="yyyy/mm/dd">
                  <c:v>43455</c:v>
                </c:pt>
                <c:pt idx="483" c:formatCode="yyyy/mm/dd">
                  <c:v>43458</c:v>
                </c:pt>
                <c:pt idx="484" c:formatCode="yyyy/mm/dd">
                  <c:v>43459</c:v>
                </c:pt>
                <c:pt idx="485" c:formatCode="yyyy/mm/dd">
                  <c:v>43460</c:v>
                </c:pt>
                <c:pt idx="486" c:formatCode="yyyy/mm/dd">
                  <c:v>43461</c:v>
                </c:pt>
                <c:pt idx="487" c:formatCode="yyyy/mm/dd">
                  <c:v>43462</c:v>
                </c:pt>
                <c:pt idx="488" c:formatCode="yyyy/mm/dd">
                  <c:v>43467</c:v>
                </c:pt>
                <c:pt idx="489" c:formatCode="yyyy/mm/dd">
                  <c:v>43468</c:v>
                </c:pt>
                <c:pt idx="490" c:formatCode="yyyy/mm/dd">
                  <c:v>43469</c:v>
                </c:pt>
                <c:pt idx="491" c:formatCode="yyyy/mm/dd">
                  <c:v>43472</c:v>
                </c:pt>
                <c:pt idx="492" c:formatCode="yyyy/mm/dd">
                  <c:v>43473</c:v>
                </c:pt>
                <c:pt idx="493" c:formatCode="yyyy/mm/dd">
                  <c:v>43474</c:v>
                </c:pt>
                <c:pt idx="494" c:formatCode="yyyy/mm/dd">
                  <c:v>43475</c:v>
                </c:pt>
                <c:pt idx="495" c:formatCode="yyyy/mm/dd">
                  <c:v>43476</c:v>
                </c:pt>
                <c:pt idx="496" c:formatCode="yyyy/mm/dd">
                  <c:v>43479</c:v>
                </c:pt>
                <c:pt idx="497" c:formatCode="yyyy/mm/dd">
                  <c:v>43480</c:v>
                </c:pt>
                <c:pt idx="498" c:formatCode="yyyy/mm/dd">
                  <c:v>43481</c:v>
                </c:pt>
                <c:pt idx="499" c:formatCode="yyyy/mm/dd">
                  <c:v>43482</c:v>
                </c:pt>
                <c:pt idx="500" c:formatCode="yyyy/mm/dd">
                  <c:v>43483</c:v>
                </c:pt>
                <c:pt idx="501" c:formatCode="yyyy/mm/dd">
                  <c:v>43486</c:v>
                </c:pt>
                <c:pt idx="502" c:formatCode="yyyy/mm/dd">
                  <c:v>43487</c:v>
                </c:pt>
                <c:pt idx="503" c:formatCode="yyyy/mm/dd">
                  <c:v>43488</c:v>
                </c:pt>
                <c:pt idx="504" c:formatCode="yyyy/mm/dd">
                  <c:v>43489</c:v>
                </c:pt>
                <c:pt idx="505" c:formatCode="yyyy/mm/dd">
                  <c:v>43490</c:v>
                </c:pt>
                <c:pt idx="506" c:formatCode="yyyy/mm/dd">
                  <c:v>43493</c:v>
                </c:pt>
                <c:pt idx="507" c:formatCode="yyyy/mm/dd">
                  <c:v>43494</c:v>
                </c:pt>
                <c:pt idx="508" c:formatCode="yyyy/mm/dd">
                  <c:v>43495</c:v>
                </c:pt>
                <c:pt idx="509" c:formatCode="yyyy/mm/dd">
                  <c:v>43496</c:v>
                </c:pt>
                <c:pt idx="510" c:formatCode="yyyy/mm/dd">
                  <c:v>43497</c:v>
                </c:pt>
                <c:pt idx="511" c:formatCode="yyyy/mm/dd">
                  <c:v>43507</c:v>
                </c:pt>
                <c:pt idx="512" c:formatCode="yyyy/mm/dd">
                  <c:v>43508</c:v>
                </c:pt>
                <c:pt idx="513" c:formatCode="yyyy/mm/dd">
                  <c:v>43509</c:v>
                </c:pt>
                <c:pt idx="514" c:formatCode="yyyy/mm/dd">
                  <c:v>43510</c:v>
                </c:pt>
                <c:pt idx="515" c:formatCode="yyyy/mm/dd">
                  <c:v>43511</c:v>
                </c:pt>
                <c:pt idx="516" c:formatCode="yyyy/mm/dd">
                  <c:v>43514</c:v>
                </c:pt>
                <c:pt idx="517" c:formatCode="yyyy/mm/dd">
                  <c:v>43515</c:v>
                </c:pt>
                <c:pt idx="518" c:formatCode="yyyy/mm/dd">
                  <c:v>43516</c:v>
                </c:pt>
                <c:pt idx="519" c:formatCode="yyyy/mm/dd">
                  <c:v>43517</c:v>
                </c:pt>
                <c:pt idx="520" c:formatCode="yyyy/mm/dd">
                  <c:v>43518</c:v>
                </c:pt>
                <c:pt idx="521" c:formatCode="yyyy/mm/dd">
                  <c:v>43521</c:v>
                </c:pt>
                <c:pt idx="522" c:formatCode="yyyy/mm/dd">
                  <c:v>43522</c:v>
                </c:pt>
                <c:pt idx="523" c:formatCode="yyyy/mm/dd">
                  <c:v>43523</c:v>
                </c:pt>
                <c:pt idx="524" c:formatCode="yyyy/mm/dd">
                  <c:v>43524</c:v>
                </c:pt>
                <c:pt idx="525" c:formatCode="yyyy/mm/dd">
                  <c:v>43525</c:v>
                </c:pt>
                <c:pt idx="526" c:formatCode="yyyy/mm/dd">
                  <c:v>43528</c:v>
                </c:pt>
                <c:pt idx="527" c:formatCode="yyyy/mm/dd">
                  <c:v>43529</c:v>
                </c:pt>
                <c:pt idx="528" c:formatCode="yyyy/mm/dd">
                  <c:v>43530</c:v>
                </c:pt>
                <c:pt idx="529" c:formatCode="yyyy/mm/dd">
                  <c:v>43531</c:v>
                </c:pt>
                <c:pt idx="530" c:formatCode="yyyy/mm/dd">
                  <c:v>43532</c:v>
                </c:pt>
                <c:pt idx="531" c:formatCode="yyyy/mm/dd">
                  <c:v>43535</c:v>
                </c:pt>
                <c:pt idx="532" c:formatCode="yyyy/mm/dd">
                  <c:v>43536</c:v>
                </c:pt>
                <c:pt idx="533" c:formatCode="yyyy/mm/dd">
                  <c:v>43537</c:v>
                </c:pt>
                <c:pt idx="534" c:formatCode="yyyy/mm/dd">
                  <c:v>43538</c:v>
                </c:pt>
                <c:pt idx="535" c:formatCode="yyyy/mm/dd">
                  <c:v>43539</c:v>
                </c:pt>
                <c:pt idx="536" c:formatCode="yyyy/mm/dd">
                  <c:v>43542</c:v>
                </c:pt>
                <c:pt idx="537" c:formatCode="yyyy/mm/dd">
                  <c:v>43543</c:v>
                </c:pt>
                <c:pt idx="538" c:formatCode="yyyy/mm/dd">
                  <c:v>43544</c:v>
                </c:pt>
                <c:pt idx="539" c:formatCode="yyyy/mm/dd">
                  <c:v>43545</c:v>
                </c:pt>
                <c:pt idx="540" c:formatCode="yyyy/mm/dd">
                  <c:v>43546</c:v>
                </c:pt>
                <c:pt idx="541" c:formatCode="yyyy/mm/dd">
                  <c:v>43549</c:v>
                </c:pt>
                <c:pt idx="542" c:formatCode="yyyy/mm/dd">
                  <c:v>43550</c:v>
                </c:pt>
                <c:pt idx="543" c:formatCode="yyyy/mm/dd">
                  <c:v>43551</c:v>
                </c:pt>
                <c:pt idx="544" c:formatCode="yyyy/mm/dd">
                  <c:v>43552</c:v>
                </c:pt>
                <c:pt idx="545" c:formatCode="yyyy/mm/dd">
                  <c:v>43553</c:v>
                </c:pt>
                <c:pt idx="546" c:formatCode="yyyy/mm/dd">
                  <c:v>43556</c:v>
                </c:pt>
                <c:pt idx="547" c:formatCode="yyyy/mm/dd">
                  <c:v>43557</c:v>
                </c:pt>
                <c:pt idx="548" c:formatCode="yyyy/mm/dd">
                  <c:v>43558</c:v>
                </c:pt>
                <c:pt idx="549" c:formatCode="yyyy/mm/dd">
                  <c:v>43559</c:v>
                </c:pt>
                <c:pt idx="550" c:formatCode="yyyy/mm/dd">
                  <c:v>43563</c:v>
                </c:pt>
                <c:pt idx="551" c:formatCode="yyyy/mm/dd">
                  <c:v>43564</c:v>
                </c:pt>
                <c:pt idx="552" c:formatCode="yyyy/mm/dd">
                  <c:v>43565</c:v>
                </c:pt>
                <c:pt idx="553" c:formatCode="yyyy/mm/dd">
                  <c:v>43566</c:v>
                </c:pt>
                <c:pt idx="554" c:formatCode="yyyy/mm/dd">
                  <c:v>43567</c:v>
                </c:pt>
                <c:pt idx="555" c:formatCode="yyyy/mm/dd">
                  <c:v>43570</c:v>
                </c:pt>
                <c:pt idx="556" c:formatCode="yyyy/mm/dd">
                  <c:v>43571</c:v>
                </c:pt>
                <c:pt idx="557" c:formatCode="yyyy/mm/dd">
                  <c:v>43572</c:v>
                </c:pt>
                <c:pt idx="558" c:formatCode="yyyy/mm/dd">
                  <c:v>43573</c:v>
                </c:pt>
                <c:pt idx="559" c:formatCode="yyyy/mm/dd">
                  <c:v>43574</c:v>
                </c:pt>
                <c:pt idx="560" c:formatCode="yyyy/mm/dd">
                  <c:v>43577</c:v>
                </c:pt>
                <c:pt idx="561" c:formatCode="yyyy/mm/dd">
                  <c:v>43578</c:v>
                </c:pt>
                <c:pt idx="562" c:formatCode="yyyy/mm/dd">
                  <c:v>43579</c:v>
                </c:pt>
                <c:pt idx="563" c:formatCode="yyyy/mm/dd">
                  <c:v>43580</c:v>
                </c:pt>
                <c:pt idx="564" c:formatCode="yyyy/mm/dd">
                  <c:v>43581</c:v>
                </c:pt>
                <c:pt idx="565" c:formatCode="yyyy/mm/dd">
                  <c:v>43584</c:v>
                </c:pt>
                <c:pt idx="566" c:formatCode="yyyy/mm/dd">
                  <c:v>43585</c:v>
                </c:pt>
                <c:pt idx="567" c:formatCode="yyyy/mm/dd">
                  <c:v>43591</c:v>
                </c:pt>
                <c:pt idx="568" c:formatCode="yyyy/mm/dd">
                  <c:v>43592</c:v>
                </c:pt>
                <c:pt idx="569" c:formatCode="yyyy/mm/dd">
                  <c:v>43593</c:v>
                </c:pt>
                <c:pt idx="570" c:formatCode="yyyy/mm/dd">
                  <c:v>43594</c:v>
                </c:pt>
                <c:pt idx="571" c:formatCode="yyyy/mm/dd">
                  <c:v>43595</c:v>
                </c:pt>
                <c:pt idx="572" c:formatCode="yyyy/mm/dd">
                  <c:v>43598</c:v>
                </c:pt>
                <c:pt idx="573" c:formatCode="yyyy/mm/dd">
                  <c:v>43599</c:v>
                </c:pt>
                <c:pt idx="574" c:formatCode="yyyy/mm/dd">
                  <c:v>43600</c:v>
                </c:pt>
                <c:pt idx="575" c:formatCode="yyyy/mm/dd">
                  <c:v>43601</c:v>
                </c:pt>
                <c:pt idx="576" c:formatCode="yyyy/mm/dd">
                  <c:v>43602</c:v>
                </c:pt>
                <c:pt idx="577" c:formatCode="yyyy/mm/dd">
                  <c:v>43605</c:v>
                </c:pt>
                <c:pt idx="578" c:formatCode="yyyy/mm/dd">
                  <c:v>43606</c:v>
                </c:pt>
                <c:pt idx="579" c:formatCode="yyyy/mm/dd">
                  <c:v>43607</c:v>
                </c:pt>
                <c:pt idx="580" c:formatCode="yyyy/mm/dd">
                  <c:v>43608</c:v>
                </c:pt>
                <c:pt idx="581" c:formatCode="yyyy/mm/dd">
                  <c:v>43609</c:v>
                </c:pt>
                <c:pt idx="582" c:formatCode="yyyy/mm/dd">
                  <c:v>43612</c:v>
                </c:pt>
                <c:pt idx="583" c:formatCode="yyyy/mm/dd">
                  <c:v>43613</c:v>
                </c:pt>
                <c:pt idx="584" c:formatCode="yyyy/mm/dd">
                  <c:v>43614</c:v>
                </c:pt>
                <c:pt idx="585" c:formatCode="yyyy/mm/dd">
                  <c:v>43615</c:v>
                </c:pt>
                <c:pt idx="586" c:formatCode="yyyy/mm/dd">
                  <c:v>43616</c:v>
                </c:pt>
                <c:pt idx="587" c:formatCode="yyyy/mm/dd">
                  <c:v>43619</c:v>
                </c:pt>
                <c:pt idx="588" c:formatCode="yyyy/mm/dd">
                  <c:v>43620</c:v>
                </c:pt>
                <c:pt idx="589" c:formatCode="yyyy/mm/dd">
                  <c:v>43621</c:v>
                </c:pt>
                <c:pt idx="590" c:formatCode="yyyy/mm/dd">
                  <c:v>43622</c:v>
                </c:pt>
                <c:pt idx="591" c:formatCode="yyyy/mm/dd">
                  <c:v>43626</c:v>
                </c:pt>
                <c:pt idx="592" c:formatCode="yyyy/mm/dd">
                  <c:v>43627</c:v>
                </c:pt>
                <c:pt idx="593" c:formatCode="yyyy/mm/dd">
                  <c:v>43628</c:v>
                </c:pt>
                <c:pt idx="594" c:formatCode="yyyy/mm/dd">
                  <c:v>43629</c:v>
                </c:pt>
                <c:pt idx="595" c:formatCode="yyyy/mm/dd">
                  <c:v>43630</c:v>
                </c:pt>
                <c:pt idx="596" c:formatCode="yyyy/mm/dd">
                  <c:v>43633</c:v>
                </c:pt>
                <c:pt idx="597" c:formatCode="yyyy/mm/dd">
                  <c:v>43634</c:v>
                </c:pt>
                <c:pt idx="598" c:formatCode="yyyy/mm/dd">
                  <c:v>43635</c:v>
                </c:pt>
                <c:pt idx="599" c:formatCode="yyyy/mm/dd">
                  <c:v>43636</c:v>
                </c:pt>
                <c:pt idx="600" c:formatCode="yyyy/mm/dd">
                  <c:v>43637</c:v>
                </c:pt>
                <c:pt idx="601" c:formatCode="yyyy/mm/dd">
                  <c:v>43640</c:v>
                </c:pt>
                <c:pt idx="602" c:formatCode="yyyy/mm/dd">
                  <c:v>43641</c:v>
                </c:pt>
                <c:pt idx="603" c:formatCode="yyyy/mm/dd">
                  <c:v>43642</c:v>
                </c:pt>
                <c:pt idx="604" c:formatCode="yyyy/mm/dd">
                  <c:v>43643</c:v>
                </c:pt>
                <c:pt idx="605" c:formatCode="yyyy/mm/dd">
                  <c:v>43644</c:v>
                </c:pt>
                <c:pt idx="606" c:formatCode="yyyy/mm/dd">
                  <c:v>43647</c:v>
                </c:pt>
                <c:pt idx="607" c:formatCode="yyyy/mm/dd">
                  <c:v>43648</c:v>
                </c:pt>
                <c:pt idx="608" c:formatCode="yyyy/mm/dd">
                  <c:v>43649</c:v>
                </c:pt>
                <c:pt idx="609" c:formatCode="yyyy/mm/dd">
                  <c:v>43650</c:v>
                </c:pt>
                <c:pt idx="610" c:formatCode="yyyy/mm/dd">
                  <c:v>43651</c:v>
                </c:pt>
                <c:pt idx="611" c:formatCode="yyyy/mm/dd">
                  <c:v>43654</c:v>
                </c:pt>
                <c:pt idx="612" c:formatCode="yyyy/mm/dd">
                  <c:v>43655</c:v>
                </c:pt>
                <c:pt idx="613" c:formatCode="yyyy/mm/dd">
                  <c:v>43656</c:v>
                </c:pt>
                <c:pt idx="614" c:formatCode="yyyy/mm/dd">
                  <c:v>43657</c:v>
                </c:pt>
                <c:pt idx="615" c:formatCode="yyyy/mm/dd">
                  <c:v>43658</c:v>
                </c:pt>
                <c:pt idx="616" c:formatCode="yyyy/mm/dd">
                  <c:v>43661</c:v>
                </c:pt>
                <c:pt idx="617" c:formatCode="yyyy/mm/dd">
                  <c:v>43662</c:v>
                </c:pt>
                <c:pt idx="618" c:formatCode="yyyy/mm/dd">
                  <c:v>43663</c:v>
                </c:pt>
                <c:pt idx="619" c:formatCode="yyyy/mm/dd">
                  <c:v>43664</c:v>
                </c:pt>
                <c:pt idx="620" c:formatCode="yyyy/mm/dd">
                  <c:v>43665</c:v>
                </c:pt>
                <c:pt idx="621" c:formatCode="yyyy/mm/dd">
                  <c:v>43668</c:v>
                </c:pt>
                <c:pt idx="622" c:formatCode="yyyy/mm/dd">
                  <c:v>43669</c:v>
                </c:pt>
                <c:pt idx="623" c:formatCode="yyyy/mm/dd">
                  <c:v>43670</c:v>
                </c:pt>
                <c:pt idx="624" c:formatCode="yyyy/mm/dd">
                  <c:v>43671</c:v>
                </c:pt>
                <c:pt idx="625" c:formatCode="yyyy/mm/dd">
                  <c:v>43672</c:v>
                </c:pt>
                <c:pt idx="626" c:formatCode="yyyy/mm/dd">
                  <c:v>43675</c:v>
                </c:pt>
                <c:pt idx="627" c:formatCode="yyyy/mm/dd">
                  <c:v>43676</c:v>
                </c:pt>
                <c:pt idx="628" c:formatCode="yyyy/mm/dd">
                  <c:v>43677</c:v>
                </c:pt>
                <c:pt idx="629" c:formatCode="yyyy/mm/dd">
                  <c:v>43678</c:v>
                </c:pt>
                <c:pt idx="630" c:formatCode="yyyy/mm/dd">
                  <c:v>43679</c:v>
                </c:pt>
                <c:pt idx="631" c:formatCode="yyyy/mm/dd">
                  <c:v>43682</c:v>
                </c:pt>
                <c:pt idx="632" c:formatCode="yyyy/mm/dd">
                  <c:v>43683</c:v>
                </c:pt>
                <c:pt idx="633" c:formatCode="yyyy/mm/dd">
                  <c:v>43684</c:v>
                </c:pt>
                <c:pt idx="634" c:formatCode="yyyy/mm/dd">
                  <c:v>43685</c:v>
                </c:pt>
                <c:pt idx="635" c:formatCode="yyyy/mm/dd">
                  <c:v>43686</c:v>
                </c:pt>
                <c:pt idx="636" c:formatCode="yyyy/mm/dd">
                  <c:v>43689</c:v>
                </c:pt>
                <c:pt idx="637" c:formatCode="yyyy/mm/dd">
                  <c:v>43690</c:v>
                </c:pt>
                <c:pt idx="638" c:formatCode="yyyy/mm/dd">
                  <c:v>43691</c:v>
                </c:pt>
                <c:pt idx="639" c:formatCode="yyyy/mm/dd">
                  <c:v>43692</c:v>
                </c:pt>
                <c:pt idx="640" c:formatCode="yyyy/mm/dd">
                  <c:v>43693</c:v>
                </c:pt>
                <c:pt idx="641" c:formatCode="yyyy/mm/dd">
                  <c:v>43696</c:v>
                </c:pt>
                <c:pt idx="642" c:formatCode="yyyy/mm/dd">
                  <c:v>43697</c:v>
                </c:pt>
                <c:pt idx="643" c:formatCode="yyyy/mm/dd">
                  <c:v>43698</c:v>
                </c:pt>
                <c:pt idx="644" c:formatCode="yyyy/mm/dd">
                  <c:v>43699</c:v>
                </c:pt>
                <c:pt idx="645" c:formatCode="yyyy/mm/dd">
                  <c:v>43700</c:v>
                </c:pt>
                <c:pt idx="646" c:formatCode="yyyy/mm/dd">
                  <c:v>43703</c:v>
                </c:pt>
                <c:pt idx="647" c:formatCode="yyyy/mm/dd">
                  <c:v>43704</c:v>
                </c:pt>
                <c:pt idx="648" c:formatCode="yyyy/mm/dd">
                  <c:v>43705</c:v>
                </c:pt>
                <c:pt idx="649" c:formatCode="yyyy/mm/dd">
                  <c:v>43706</c:v>
                </c:pt>
                <c:pt idx="650" c:formatCode="yyyy/mm/dd">
                  <c:v>43707</c:v>
                </c:pt>
                <c:pt idx="651" c:formatCode="yyyy/mm/dd">
                  <c:v>43710</c:v>
                </c:pt>
                <c:pt idx="652" c:formatCode="yyyy/mm/dd">
                  <c:v>43711</c:v>
                </c:pt>
                <c:pt idx="653" c:formatCode="yyyy/mm/dd">
                  <c:v>43712</c:v>
                </c:pt>
                <c:pt idx="654" c:formatCode="yyyy/mm/dd">
                  <c:v>43713</c:v>
                </c:pt>
                <c:pt idx="655" c:formatCode="yyyy/mm/dd">
                  <c:v>43714</c:v>
                </c:pt>
                <c:pt idx="656" c:formatCode="yyyy/mm/dd">
                  <c:v>43717</c:v>
                </c:pt>
                <c:pt idx="657" c:formatCode="yyyy/mm/dd">
                  <c:v>43718</c:v>
                </c:pt>
                <c:pt idx="658" c:formatCode="yyyy/mm/dd">
                  <c:v>43719</c:v>
                </c:pt>
                <c:pt idx="659" c:formatCode="yyyy/mm/dd">
                  <c:v>43720</c:v>
                </c:pt>
                <c:pt idx="660" c:formatCode="yyyy/mm/dd">
                  <c:v>43724</c:v>
                </c:pt>
                <c:pt idx="661" c:formatCode="yyyy/mm/dd">
                  <c:v>43725</c:v>
                </c:pt>
                <c:pt idx="662" c:formatCode="yyyy/mm/dd">
                  <c:v>43726</c:v>
                </c:pt>
                <c:pt idx="663" c:formatCode="yyyy/mm/dd">
                  <c:v>43727</c:v>
                </c:pt>
                <c:pt idx="664" c:formatCode="yyyy/mm/dd">
                  <c:v>43728</c:v>
                </c:pt>
                <c:pt idx="665" c:formatCode="yyyy/mm/dd">
                  <c:v>43731</c:v>
                </c:pt>
                <c:pt idx="666" c:formatCode="yyyy/mm/dd">
                  <c:v>43732</c:v>
                </c:pt>
                <c:pt idx="667" c:formatCode="yyyy/mm/dd">
                  <c:v>43733</c:v>
                </c:pt>
                <c:pt idx="668" c:formatCode="yyyy/mm/dd">
                  <c:v>43734</c:v>
                </c:pt>
                <c:pt idx="669" c:formatCode="yyyy/mm/dd">
                  <c:v>43735</c:v>
                </c:pt>
                <c:pt idx="670" c:formatCode="yyyy/mm/dd">
                  <c:v>43738</c:v>
                </c:pt>
                <c:pt idx="671" c:formatCode="yyyy/mm/dd">
                  <c:v>43746</c:v>
                </c:pt>
                <c:pt idx="672" c:formatCode="yyyy/mm/dd">
                  <c:v>43747</c:v>
                </c:pt>
                <c:pt idx="673" c:formatCode="yyyy/mm/dd">
                  <c:v>43748</c:v>
                </c:pt>
                <c:pt idx="674" c:formatCode="yyyy/mm/dd">
                  <c:v>43749</c:v>
                </c:pt>
                <c:pt idx="675" c:formatCode="yyyy/mm/dd">
                  <c:v>43752</c:v>
                </c:pt>
                <c:pt idx="676" c:formatCode="yyyy/mm/dd">
                  <c:v>43753</c:v>
                </c:pt>
                <c:pt idx="677" c:formatCode="yyyy/mm/dd">
                  <c:v>43754</c:v>
                </c:pt>
                <c:pt idx="678" c:formatCode="yyyy/mm/dd">
                  <c:v>43755</c:v>
                </c:pt>
                <c:pt idx="679" c:formatCode="yyyy/mm/dd">
                  <c:v>43756</c:v>
                </c:pt>
                <c:pt idx="680" c:formatCode="yyyy/mm/dd">
                  <c:v>43759</c:v>
                </c:pt>
                <c:pt idx="681" c:formatCode="yyyy/mm/dd">
                  <c:v>43760</c:v>
                </c:pt>
                <c:pt idx="682" c:formatCode="yyyy/mm/dd">
                  <c:v>43761</c:v>
                </c:pt>
                <c:pt idx="683" c:formatCode="yyyy/mm/dd">
                  <c:v>43762</c:v>
                </c:pt>
                <c:pt idx="684" c:formatCode="yyyy/mm/dd">
                  <c:v>43763</c:v>
                </c:pt>
                <c:pt idx="685" c:formatCode="yyyy/mm/dd">
                  <c:v>43766</c:v>
                </c:pt>
                <c:pt idx="686" c:formatCode="yyyy/mm/dd">
                  <c:v>43767</c:v>
                </c:pt>
                <c:pt idx="687" c:formatCode="yyyy/mm/dd">
                  <c:v>43768</c:v>
                </c:pt>
                <c:pt idx="688" c:formatCode="yyyy/mm/dd">
                  <c:v>43769</c:v>
                </c:pt>
                <c:pt idx="689" c:formatCode="yyyy/mm/dd">
                  <c:v>43770</c:v>
                </c:pt>
                <c:pt idx="690" c:formatCode="yyyy/mm/dd">
                  <c:v>43773</c:v>
                </c:pt>
                <c:pt idx="691" c:formatCode="yyyy/mm/dd">
                  <c:v>43774</c:v>
                </c:pt>
                <c:pt idx="692" c:formatCode="yyyy/mm/dd">
                  <c:v>43775</c:v>
                </c:pt>
                <c:pt idx="693" c:formatCode="yyyy/mm/dd">
                  <c:v>43776</c:v>
                </c:pt>
                <c:pt idx="694" c:formatCode="yyyy/mm/dd">
                  <c:v>43777</c:v>
                </c:pt>
                <c:pt idx="695" c:formatCode="yyyy/mm/dd">
                  <c:v>43780</c:v>
                </c:pt>
                <c:pt idx="696" c:formatCode="yyyy/mm/dd">
                  <c:v>43781</c:v>
                </c:pt>
                <c:pt idx="697" c:formatCode="yyyy/mm/dd">
                  <c:v>43782</c:v>
                </c:pt>
                <c:pt idx="698" c:formatCode="yyyy/mm/dd">
                  <c:v>43783</c:v>
                </c:pt>
                <c:pt idx="699" c:formatCode="yyyy/mm/dd">
                  <c:v>43784</c:v>
                </c:pt>
                <c:pt idx="700" c:formatCode="yyyy/mm/dd">
                  <c:v>43787</c:v>
                </c:pt>
                <c:pt idx="701" c:formatCode="yyyy/mm/dd">
                  <c:v>43788</c:v>
                </c:pt>
                <c:pt idx="702" c:formatCode="yyyy/mm/dd">
                  <c:v>43789</c:v>
                </c:pt>
                <c:pt idx="703" c:formatCode="yyyy/mm/dd">
                  <c:v>43790</c:v>
                </c:pt>
                <c:pt idx="704" c:formatCode="yyyy/mm/dd">
                  <c:v>43791</c:v>
                </c:pt>
                <c:pt idx="705" c:formatCode="yyyy/mm/dd">
                  <c:v>43794</c:v>
                </c:pt>
                <c:pt idx="706" c:formatCode="yyyy/mm/dd">
                  <c:v>43795</c:v>
                </c:pt>
                <c:pt idx="707" c:formatCode="yyyy/mm/dd">
                  <c:v>43796</c:v>
                </c:pt>
                <c:pt idx="708" c:formatCode="yyyy/mm/dd">
                  <c:v>43797</c:v>
                </c:pt>
                <c:pt idx="709" c:formatCode="yyyy/mm/dd">
                  <c:v>43798</c:v>
                </c:pt>
                <c:pt idx="710" c:formatCode="yyyy/mm/dd">
                  <c:v>43801</c:v>
                </c:pt>
                <c:pt idx="711" c:formatCode="yyyy/mm/dd">
                  <c:v>43802</c:v>
                </c:pt>
                <c:pt idx="712" c:formatCode="yyyy/mm/dd">
                  <c:v>43803</c:v>
                </c:pt>
                <c:pt idx="713" c:formatCode="yyyy/mm/dd">
                  <c:v>43804</c:v>
                </c:pt>
                <c:pt idx="714" c:formatCode="yyyy/mm/dd">
                  <c:v>43805</c:v>
                </c:pt>
                <c:pt idx="715" c:formatCode="yyyy/mm/dd">
                  <c:v>43808</c:v>
                </c:pt>
                <c:pt idx="716" c:formatCode="yyyy/mm/dd">
                  <c:v>43809</c:v>
                </c:pt>
                <c:pt idx="717" c:formatCode="yyyy/mm/dd">
                  <c:v>43810</c:v>
                </c:pt>
                <c:pt idx="718" c:formatCode="yyyy/mm/dd">
                  <c:v>43811</c:v>
                </c:pt>
                <c:pt idx="719" c:formatCode="yyyy/mm/dd">
                  <c:v>43812</c:v>
                </c:pt>
                <c:pt idx="720" c:formatCode="yyyy/mm/dd">
                  <c:v>43815</c:v>
                </c:pt>
                <c:pt idx="721" c:formatCode="yyyy/mm/dd">
                  <c:v>43816</c:v>
                </c:pt>
                <c:pt idx="722" c:formatCode="yyyy/mm/dd">
                  <c:v>43817</c:v>
                </c:pt>
                <c:pt idx="723" c:formatCode="yyyy/mm/dd">
                  <c:v>43818</c:v>
                </c:pt>
                <c:pt idx="724" c:formatCode="yyyy/mm/dd">
                  <c:v>43819</c:v>
                </c:pt>
                <c:pt idx="725" c:formatCode="yyyy/mm/dd">
                  <c:v>43822</c:v>
                </c:pt>
                <c:pt idx="726" c:formatCode="yyyy/mm/dd">
                  <c:v>43823</c:v>
                </c:pt>
                <c:pt idx="727" c:formatCode="yyyy/mm/dd">
                  <c:v>43824</c:v>
                </c:pt>
                <c:pt idx="728" c:formatCode="yyyy/mm/dd">
                  <c:v>43825</c:v>
                </c:pt>
                <c:pt idx="729" c:formatCode="yyyy/mm/dd">
                  <c:v>43826</c:v>
                </c:pt>
                <c:pt idx="730" c:formatCode="yyyy/mm/dd">
                  <c:v>43829</c:v>
                </c:pt>
                <c:pt idx="731" c:formatCode="yyyy/mm/dd">
                  <c:v>43830</c:v>
                </c:pt>
                <c:pt idx="732" c:formatCode="yyyy/mm/dd">
                  <c:v>43832</c:v>
                </c:pt>
                <c:pt idx="733" c:formatCode="yyyy/mm/dd">
                  <c:v>43833</c:v>
                </c:pt>
                <c:pt idx="734" c:formatCode="yyyy/mm/dd">
                  <c:v>43836</c:v>
                </c:pt>
                <c:pt idx="735" c:formatCode="yyyy/mm/dd">
                  <c:v>43837</c:v>
                </c:pt>
                <c:pt idx="736" c:formatCode="yyyy/mm/dd">
                  <c:v>43838</c:v>
                </c:pt>
                <c:pt idx="737" c:formatCode="yyyy/mm/dd">
                  <c:v>43839</c:v>
                </c:pt>
                <c:pt idx="738" c:formatCode="yyyy/mm/dd">
                  <c:v>43840</c:v>
                </c:pt>
                <c:pt idx="739" c:formatCode="yyyy/mm/dd">
                  <c:v>43843</c:v>
                </c:pt>
                <c:pt idx="740" c:formatCode="yyyy/mm/dd">
                  <c:v>43844</c:v>
                </c:pt>
                <c:pt idx="741" c:formatCode="yyyy/mm/dd">
                  <c:v>43845</c:v>
                </c:pt>
                <c:pt idx="742" c:formatCode="yyyy/mm/dd">
                  <c:v>43846</c:v>
                </c:pt>
                <c:pt idx="743" c:formatCode="yyyy/mm/dd">
                  <c:v>43847</c:v>
                </c:pt>
                <c:pt idx="744" c:formatCode="yyyy/mm/dd">
                  <c:v>43850</c:v>
                </c:pt>
                <c:pt idx="745" c:formatCode="yyyy/mm/dd">
                  <c:v>43851</c:v>
                </c:pt>
                <c:pt idx="746" c:formatCode="yyyy/mm/dd">
                  <c:v>43852</c:v>
                </c:pt>
                <c:pt idx="747" c:formatCode="yyyy/mm/dd">
                  <c:v>43853</c:v>
                </c:pt>
                <c:pt idx="748" c:formatCode="yyyy/mm/dd">
                  <c:v>43864</c:v>
                </c:pt>
                <c:pt idx="749" c:formatCode="yyyy/mm/dd">
                  <c:v>43865</c:v>
                </c:pt>
                <c:pt idx="750" c:formatCode="yyyy/mm/dd">
                  <c:v>43866</c:v>
                </c:pt>
                <c:pt idx="751" c:formatCode="yyyy/mm/dd">
                  <c:v>43867</c:v>
                </c:pt>
                <c:pt idx="752" c:formatCode="yyyy/mm/dd">
                  <c:v>43868</c:v>
                </c:pt>
                <c:pt idx="753" c:formatCode="yyyy/mm/dd">
                  <c:v>43871</c:v>
                </c:pt>
                <c:pt idx="754" c:formatCode="yyyy/mm/dd">
                  <c:v>43872</c:v>
                </c:pt>
                <c:pt idx="755" c:formatCode="yyyy/mm/dd">
                  <c:v>43873</c:v>
                </c:pt>
                <c:pt idx="756" c:formatCode="yyyy/mm/dd">
                  <c:v>43874</c:v>
                </c:pt>
                <c:pt idx="757" c:formatCode="yyyy/mm/dd">
                  <c:v>43875</c:v>
                </c:pt>
                <c:pt idx="758" c:formatCode="yyyy/mm/dd">
                  <c:v>43878</c:v>
                </c:pt>
                <c:pt idx="759" c:formatCode="yyyy/mm/dd">
                  <c:v>43879</c:v>
                </c:pt>
                <c:pt idx="760" c:formatCode="yyyy/mm/dd">
                  <c:v>43880</c:v>
                </c:pt>
                <c:pt idx="761" c:formatCode="yyyy/mm/dd">
                  <c:v>43881</c:v>
                </c:pt>
                <c:pt idx="762" c:formatCode="yyyy/mm/dd">
                  <c:v>43882</c:v>
                </c:pt>
                <c:pt idx="763" c:formatCode="yyyy/mm/dd">
                  <c:v>43885</c:v>
                </c:pt>
                <c:pt idx="764" c:formatCode="yyyy/mm/dd">
                  <c:v>43886</c:v>
                </c:pt>
                <c:pt idx="765" c:formatCode="yyyy/mm/dd">
                  <c:v>43887</c:v>
                </c:pt>
                <c:pt idx="766" c:formatCode="yyyy/mm/dd">
                  <c:v>43888</c:v>
                </c:pt>
                <c:pt idx="767" c:formatCode="yyyy/mm/dd">
                  <c:v>43889</c:v>
                </c:pt>
                <c:pt idx="768" c:formatCode="yyyy/mm/dd">
                  <c:v>43892</c:v>
                </c:pt>
                <c:pt idx="769" c:formatCode="yyyy/mm/dd">
                  <c:v>43893</c:v>
                </c:pt>
                <c:pt idx="770" c:formatCode="yyyy/mm/dd">
                  <c:v>43894</c:v>
                </c:pt>
                <c:pt idx="771" c:formatCode="yyyy/mm/dd">
                  <c:v>43895</c:v>
                </c:pt>
                <c:pt idx="772" c:formatCode="yyyy/mm/dd">
                  <c:v>43896</c:v>
                </c:pt>
                <c:pt idx="773" c:formatCode="yyyy/mm/dd">
                  <c:v>43899</c:v>
                </c:pt>
                <c:pt idx="774" c:formatCode="yyyy/mm/dd">
                  <c:v>43900</c:v>
                </c:pt>
                <c:pt idx="775" c:formatCode="yyyy/mm/dd">
                  <c:v>43901</c:v>
                </c:pt>
                <c:pt idx="776" c:formatCode="yyyy/mm/dd">
                  <c:v>43902</c:v>
                </c:pt>
                <c:pt idx="777" c:formatCode="yyyy/mm/dd">
                  <c:v>43903</c:v>
                </c:pt>
                <c:pt idx="778" c:formatCode="yyyy/mm/dd">
                  <c:v>43906</c:v>
                </c:pt>
                <c:pt idx="779" c:formatCode="yyyy/mm/dd">
                  <c:v>43907</c:v>
                </c:pt>
                <c:pt idx="780" c:formatCode="yyyy/mm/dd">
                  <c:v>43908</c:v>
                </c:pt>
                <c:pt idx="781" c:formatCode="yyyy/mm/dd">
                  <c:v>43909</c:v>
                </c:pt>
                <c:pt idx="782" c:formatCode="yyyy/mm/dd">
                  <c:v>43910</c:v>
                </c:pt>
                <c:pt idx="783" c:formatCode="yyyy/mm/dd">
                  <c:v>43913</c:v>
                </c:pt>
                <c:pt idx="784" c:formatCode="yyyy/mm/dd">
                  <c:v>43914</c:v>
                </c:pt>
                <c:pt idx="785" c:formatCode="yyyy/mm/dd">
                  <c:v>43915</c:v>
                </c:pt>
                <c:pt idx="786" c:formatCode="yyyy/mm/dd">
                  <c:v>43916</c:v>
                </c:pt>
                <c:pt idx="787" c:formatCode="yyyy/mm/dd">
                  <c:v>43917</c:v>
                </c:pt>
                <c:pt idx="788" c:formatCode="yyyy/mm/dd">
                  <c:v>43920</c:v>
                </c:pt>
                <c:pt idx="789" c:formatCode="yyyy/mm/dd">
                  <c:v>43921</c:v>
                </c:pt>
                <c:pt idx="790" c:formatCode="yyyy/mm/dd">
                  <c:v>43922</c:v>
                </c:pt>
                <c:pt idx="791" c:formatCode="yyyy/mm/dd">
                  <c:v>43923</c:v>
                </c:pt>
                <c:pt idx="792" c:formatCode="yyyy/mm/dd">
                  <c:v>43924</c:v>
                </c:pt>
                <c:pt idx="793" c:formatCode="yyyy/mm/dd">
                  <c:v>43928</c:v>
                </c:pt>
                <c:pt idx="794" c:formatCode="yyyy/mm/dd">
                  <c:v>43929</c:v>
                </c:pt>
                <c:pt idx="795" c:formatCode="yyyy/mm/dd">
                  <c:v>43930</c:v>
                </c:pt>
                <c:pt idx="796" c:formatCode="yyyy/mm/dd">
                  <c:v>43931</c:v>
                </c:pt>
                <c:pt idx="797" c:formatCode="yyyy/mm/dd">
                  <c:v>43934</c:v>
                </c:pt>
                <c:pt idx="798" c:formatCode="yyyy/mm/dd">
                  <c:v>43935</c:v>
                </c:pt>
                <c:pt idx="799" c:formatCode="yyyy/mm/dd">
                  <c:v>43936</c:v>
                </c:pt>
                <c:pt idx="800" c:formatCode="yyyy/mm/dd">
                  <c:v>43937</c:v>
                </c:pt>
                <c:pt idx="801" c:formatCode="yyyy/mm/dd">
                  <c:v>43938</c:v>
                </c:pt>
                <c:pt idx="802" c:formatCode="yyyy/mm/dd">
                  <c:v>43941</c:v>
                </c:pt>
                <c:pt idx="803" c:formatCode="yyyy/mm/dd">
                  <c:v>43942</c:v>
                </c:pt>
                <c:pt idx="804" c:formatCode="yyyy/mm/dd">
                  <c:v>43943</c:v>
                </c:pt>
                <c:pt idx="805" c:formatCode="yyyy/mm/dd">
                  <c:v>43944</c:v>
                </c:pt>
                <c:pt idx="806" c:formatCode="yyyy/mm/dd">
                  <c:v>43945</c:v>
                </c:pt>
                <c:pt idx="807" c:formatCode="yyyy/mm/dd">
                  <c:v>43948</c:v>
                </c:pt>
                <c:pt idx="808" c:formatCode="yyyy/mm/dd">
                  <c:v>43949</c:v>
                </c:pt>
                <c:pt idx="809" c:formatCode="yyyy/mm/dd">
                  <c:v>43950</c:v>
                </c:pt>
                <c:pt idx="810" c:formatCode="yyyy/mm/dd">
                  <c:v>43951</c:v>
                </c:pt>
                <c:pt idx="811" c:formatCode="yyyy/mm/dd">
                  <c:v>43957</c:v>
                </c:pt>
                <c:pt idx="812" c:formatCode="yyyy/mm/dd">
                  <c:v>43958</c:v>
                </c:pt>
                <c:pt idx="813" c:formatCode="yyyy/mm/dd">
                  <c:v>43959</c:v>
                </c:pt>
                <c:pt idx="814" c:formatCode="yyyy/mm/dd">
                  <c:v>43962</c:v>
                </c:pt>
                <c:pt idx="815" c:formatCode="yyyy/mm/dd">
                  <c:v>43963</c:v>
                </c:pt>
                <c:pt idx="816" c:formatCode="yyyy/mm/dd">
                  <c:v>43964</c:v>
                </c:pt>
                <c:pt idx="817" c:formatCode="yyyy/mm/dd">
                  <c:v>43965</c:v>
                </c:pt>
                <c:pt idx="818" c:formatCode="yyyy/mm/dd">
                  <c:v>43966</c:v>
                </c:pt>
                <c:pt idx="819" c:formatCode="yyyy/mm/dd">
                  <c:v>43969</c:v>
                </c:pt>
                <c:pt idx="820" c:formatCode="yyyy/mm/dd">
                  <c:v>43970</c:v>
                </c:pt>
                <c:pt idx="821" c:formatCode="yyyy/mm/dd">
                  <c:v>43971</c:v>
                </c:pt>
                <c:pt idx="822" c:formatCode="yyyy/mm/dd">
                  <c:v>43972</c:v>
                </c:pt>
                <c:pt idx="823" c:formatCode="yyyy/mm/dd">
                  <c:v>43973</c:v>
                </c:pt>
                <c:pt idx="824" c:formatCode="yyyy/mm/dd">
                  <c:v>43976</c:v>
                </c:pt>
                <c:pt idx="825" c:formatCode="yyyy/mm/dd">
                  <c:v>43977</c:v>
                </c:pt>
                <c:pt idx="826" c:formatCode="yyyy/mm/dd">
                  <c:v>43978</c:v>
                </c:pt>
                <c:pt idx="827" c:formatCode="yyyy/mm/dd">
                  <c:v>43979</c:v>
                </c:pt>
                <c:pt idx="828" c:formatCode="yyyy/mm/dd">
                  <c:v>43980</c:v>
                </c:pt>
                <c:pt idx="829" c:formatCode="yyyy/mm/dd">
                  <c:v>43983</c:v>
                </c:pt>
                <c:pt idx="830" c:formatCode="yyyy/mm/dd">
                  <c:v>43984</c:v>
                </c:pt>
                <c:pt idx="831" c:formatCode="yyyy/mm/dd">
                  <c:v>43985</c:v>
                </c:pt>
                <c:pt idx="832" c:formatCode="yyyy/mm/dd">
                  <c:v>43986</c:v>
                </c:pt>
                <c:pt idx="833" c:formatCode="yyyy/mm/dd">
                  <c:v>43987</c:v>
                </c:pt>
                <c:pt idx="834" c:formatCode="yyyy/mm/dd">
                  <c:v>43990</c:v>
                </c:pt>
                <c:pt idx="835" c:formatCode="yyyy/mm/dd">
                  <c:v>43991</c:v>
                </c:pt>
                <c:pt idx="836" c:formatCode="yyyy/mm/dd">
                  <c:v>43992</c:v>
                </c:pt>
                <c:pt idx="837" c:formatCode="yyyy/mm/dd">
                  <c:v>43993</c:v>
                </c:pt>
                <c:pt idx="838" c:formatCode="yyyy/mm/dd">
                  <c:v>43994</c:v>
                </c:pt>
                <c:pt idx="839" c:formatCode="yyyy/mm/dd">
                  <c:v>43997</c:v>
                </c:pt>
                <c:pt idx="840" c:formatCode="yyyy/mm/dd">
                  <c:v>43998</c:v>
                </c:pt>
                <c:pt idx="841" c:formatCode="yyyy/mm/dd">
                  <c:v>43999</c:v>
                </c:pt>
                <c:pt idx="842" c:formatCode="yyyy/mm/dd">
                  <c:v>44000</c:v>
                </c:pt>
                <c:pt idx="843" c:formatCode="yyyy/mm/dd">
                  <c:v>44001</c:v>
                </c:pt>
                <c:pt idx="844" c:formatCode="yyyy/mm/dd">
                  <c:v>44004</c:v>
                </c:pt>
                <c:pt idx="845" c:formatCode="yyyy/mm/dd">
                  <c:v>44005</c:v>
                </c:pt>
                <c:pt idx="846" c:formatCode="yyyy/mm/dd">
                  <c:v>44006</c:v>
                </c:pt>
                <c:pt idx="847" c:formatCode="yyyy/mm/dd">
                  <c:v>44011</c:v>
                </c:pt>
                <c:pt idx="848" c:formatCode="yyyy/mm/dd">
                  <c:v>44012</c:v>
                </c:pt>
                <c:pt idx="849" c:formatCode="yyyy/mm/dd">
                  <c:v>44013</c:v>
                </c:pt>
                <c:pt idx="850" c:formatCode="yyyy/mm/dd">
                  <c:v>44014</c:v>
                </c:pt>
                <c:pt idx="851" c:formatCode="yyyy/mm/dd">
                  <c:v>44015</c:v>
                </c:pt>
                <c:pt idx="852" c:formatCode="yyyy/mm/dd">
                  <c:v>44018</c:v>
                </c:pt>
                <c:pt idx="853" c:formatCode="yyyy/mm/dd">
                  <c:v>44019</c:v>
                </c:pt>
                <c:pt idx="854" c:formatCode="yyyy/mm/dd">
                  <c:v>44020</c:v>
                </c:pt>
                <c:pt idx="855" c:formatCode="yyyy/mm/dd">
                  <c:v>44021</c:v>
                </c:pt>
                <c:pt idx="856" c:formatCode="yyyy/mm/dd">
                  <c:v>44022</c:v>
                </c:pt>
                <c:pt idx="857" c:formatCode="yyyy/mm/dd">
                  <c:v>44025</c:v>
                </c:pt>
                <c:pt idx="858" c:formatCode="yyyy/mm/dd">
                  <c:v>44026</c:v>
                </c:pt>
                <c:pt idx="859" c:formatCode="yyyy/mm/dd">
                  <c:v>44027</c:v>
                </c:pt>
                <c:pt idx="860" c:formatCode="yyyy/mm/dd">
                  <c:v>44028</c:v>
                </c:pt>
                <c:pt idx="861" c:formatCode="yyyy/mm/dd">
                  <c:v>44029</c:v>
                </c:pt>
                <c:pt idx="862" c:formatCode="yyyy/mm/dd">
                  <c:v>44032</c:v>
                </c:pt>
                <c:pt idx="863" c:formatCode="yyyy/mm/dd">
                  <c:v>44033</c:v>
                </c:pt>
                <c:pt idx="864" c:formatCode="yyyy/mm/dd">
                  <c:v>44034</c:v>
                </c:pt>
                <c:pt idx="865" c:formatCode="yyyy/mm/dd">
                  <c:v>44035</c:v>
                </c:pt>
                <c:pt idx="866" c:formatCode="yyyy/mm/dd">
                  <c:v>44036</c:v>
                </c:pt>
                <c:pt idx="867" c:formatCode="yyyy/mm/dd">
                  <c:v>44039</c:v>
                </c:pt>
                <c:pt idx="868" c:formatCode="yyyy/mm/dd">
                  <c:v>44040</c:v>
                </c:pt>
                <c:pt idx="869" c:formatCode="yyyy/mm/dd">
                  <c:v>44041</c:v>
                </c:pt>
                <c:pt idx="870" c:formatCode="yyyy/mm/dd">
                  <c:v>44042</c:v>
                </c:pt>
                <c:pt idx="871" c:formatCode="yyyy/mm/dd">
                  <c:v>44043</c:v>
                </c:pt>
                <c:pt idx="872" c:formatCode="yyyy/mm/dd">
                  <c:v>44046</c:v>
                </c:pt>
                <c:pt idx="873" c:formatCode="yyyy/mm/dd">
                  <c:v>44047</c:v>
                </c:pt>
                <c:pt idx="874" c:formatCode="yyyy/mm/dd">
                  <c:v>44048</c:v>
                </c:pt>
                <c:pt idx="875" c:formatCode="yyyy/mm/dd">
                  <c:v>44049</c:v>
                </c:pt>
                <c:pt idx="876" c:formatCode="yyyy/mm/dd">
                  <c:v>44050</c:v>
                </c:pt>
                <c:pt idx="877" c:formatCode="yyyy/mm/dd">
                  <c:v>44053</c:v>
                </c:pt>
                <c:pt idx="878" c:formatCode="yyyy/mm/dd">
                  <c:v>44054</c:v>
                </c:pt>
                <c:pt idx="879" c:formatCode="yyyy/mm/dd">
                  <c:v>44055</c:v>
                </c:pt>
                <c:pt idx="880" c:formatCode="yyyy/mm/dd">
                  <c:v>44056</c:v>
                </c:pt>
                <c:pt idx="881" c:formatCode="yyyy/mm/dd">
                  <c:v>44057</c:v>
                </c:pt>
                <c:pt idx="882" c:formatCode="yyyy/mm/dd">
                  <c:v>44060</c:v>
                </c:pt>
                <c:pt idx="883" c:formatCode="yyyy/mm/dd">
                  <c:v>44061</c:v>
                </c:pt>
                <c:pt idx="884" c:formatCode="yyyy/mm/dd">
                  <c:v>44062</c:v>
                </c:pt>
                <c:pt idx="885" c:formatCode="yyyy/mm/dd">
                  <c:v>44063</c:v>
                </c:pt>
                <c:pt idx="886" c:formatCode="yyyy/mm/dd">
                  <c:v>44064</c:v>
                </c:pt>
                <c:pt idx="887" c:formatCode="yyyy/mm/dd">
                  <c:v>44067</c:v>
                </c:pt>
                <c:pt idx="888" c:formatCode="yyyy/mm/dd">
                  <c:v>44068</c:v>
                </c:pt>
                <c:pt idx="889" c:formatCode="yyyy/mm/dd">
                  <c:v>44069</c:v>
                </c:pt>
                <c:pt idx="890" c:formatCode="yyyy/mm/dd">
                  <c:v>44070</c:v>
                </c:pt>
                <c:pt idx="891" c:formatCode="yyyy/mm/dd">
                  <c:v>44071</c:v>
                </c:pt>
                <c:pt idx="892" c:formatCode="yyyy/mm/dd">
                  <c:v>44074</c:v>
                </c:pt>
                <c:pt idx="893" c:formatCode="yyyy/mm/dd">
                  <c:v>44075</c:v>
                </c:pt>
                <c:pt idx="894" c:formatCode="yyyy/mm/dd">
                  <c:v>44076</c:v>
                </c:pt>
                <c:pt idx="895" c:formatCode="yyyy/mm/dd">
                  <c:v>44077</c:v>
                </c:pt>
                <c:pt idx="896" c:formatCode="yyyy/mm/dd">
                  <c:v>44078</c:v>
                </c:pt>
                <c:pt idx="897" c:formatCode="yyyy/mm/dd">
                  <c:v>44081</c:v>
                </c:pt>
                <c:pt idx="898" c:formatCode="yyyy/mm/dd">
                  <c:v>44082</c:v>
                </c:pt>
                <c:pt idx="899" c:formatCode="yyyy/mm/dd">
                  <c:v>44083</c:v>
                </c:pt>
                <c:pt idx="900" c:formatCode="yyyy/mm/dd">
                  <c:v>44084</c:v>
                </c:pt>
                <c:pt idx="901" c:formatCode="yyyy/mm/dd">
                  <c:v>44085</c:v>
                </c:pt>
                <c:pt idx="902" c:formatCode="yyyy/mm/dd">
                  <c:v>44088</c:v>
                </c:pt>
                <c:pt idx="903" c:formatCode="yyyy/mm/dd">
                  <c:v>44089</c:v>
                </c:pt>
                <c:pt idx="904" c:formatCode="yyyy/mm/dd">
                  <c:v>44090</c:v>
                </c:pt>
                <c:pt idx="905" c:formatCode="yyyy/mm/dd">
                  <c:v>44091</c:v>
                </c:pt>
                <c:pt idx="906" c:formatCode="yyyy/mm/dd">
                  <c:v>44092</c:v>
                </c:pt>
                <c:pt idx="907" c:formatCode="yyyy/mm/dd">
                  <c:v>44095</c:v>
                </c:pt>
                <c:pt idx="908" c:formatCode="yyyy/mm/dd">
                  <c:v>44096</c:v>
                </c:pt>
                <c:pt idx="909" c:formatCode="yyyy/mm/dd">
                  <c:v>44097</c:v>
                </c:pt>
                <c:pt idx="910" c:formatCode="yyyy/mm/dd">
                  <c:v>44098</c:v>
                </c:pt>
                <c:pt idx="911" c:formatCode="yyyy/mm/dd">
                  <c:v>44099</c:v>
                </c:pt>
                <c:pt idx="912" c:formatCode="yyyy/mm/dd">
                  <c:v>44102</c:v>
                </c:pt>
                <c:pt idx="913" c:formatCode="yyyy/mm/dd">
                  <c:v>44103</c:v>
                </c:pt>
                <c:pt idx="914" c:formatCode="yyyy/mm/dd">
                  <c:v>44104</c:v>
                </c:pt>
                <c:pt idx="915" c:formatCode="yyyy/mm/dd">
                  <c:v>44113</c:v>
                </c:pt>
                <c:pt idx="916" c:formatCode="yyyy/mm/dd">
                  <c:v>44116</c:v>
                </c:pt>
                <c:pt idx="917" c:formatCode="yyyy/mm/dd">
                  <c:v>44117</c:v>
                </c:pt>
                <c:pt idx="918" c:formatCode="yyyy/mm/dd">
                  <c:v>44118</c:v>
                </c:pt>
                <c:pt idx="919" c:formatCode="yyyy/mm/dd">
                  <c:v>44119</c:v>
                </c:pt>
                <c:pt idx="920" c:formatCode="yyyy/mm/dd">
                  <c:v>44120</c:v>
                </c:pt>
                <c:pt idx="921" c:formatCode="yyyy/mm/dd">
                  <c:v>44123</c:v>
                </c:pt>
                <c:pt idx="922" c:formatCode="yyyy/mm/dd">
                  <c:v>44124</c:v>
                </c:pt>
                <c:pt idx="923" c:formatCode="yyyy/mm/dd">
                  <c:v>44125</c:v>
                </c:pt>
                <c:pt idx="924" c:formatCode="yyyy/mm/dd">
                  <c:v>44126</c:v>
                </c:pt>
                <c:pt idx="925" c:formatCode="yyyy/mm/dd">
                  <c:v>44127</c:v>
                </c:pt>
                <c:pt idx="926" c:formatCode="yyyy/mm/dd">
                  <c:v>44130</c:v>
                </c:pt>
                <c:pt idx="927" c:formatCode="yyyy/mm/dd">
                  <c:v>44131</c:v>
                </c:pt>
                <c:pt idx="928" c:formatCode="yyyy/mm/dd">
                  <c:v>44132</c:v>
                </c:pt>
                <c:pt idx="929" c:formatCode="yyyy/mm/dd">
                  <c:v>44133</c:v>
                </c:pt>
                <c:pt idx="930" c:formatCode="yyyy/mm/dd">
                  <c:v>44134</c:v>
                </c:pt>
                <c:pt idx="931" c:formatCode="yyyy/mm/dd">
                  <c:v>44137</c:v>
                </c:pt>
                <c:pt idx="932" c:formatCode="yyyy/mm/dd">
                  <c:v>44138</c:v>
                </c:pt>
                <c:pt idx="933" c:formatCode="yyyy/mm/dd">
                  <c:v>44139</c:v>
                </c:pt>
                <c:pt idx="934" c:formatCode="yyyy/mm/dd">
                  <c:v>44140</c:v>
                </c:pt>
                <c:pt idx="935" c:formatCode="yyyy/mm/dd">
                  <c:v>44141</c:v>
                </c:pt>
                <c:pt idx="936" c:formatCode="yyyy/mm/dd">
                  <c:v>44144</c:v>
                </c:pt>
                <c:pt idx="937" c:formatCode="yyyy/mm/dd">
                  <c:v>44145</c:v>
                </c:pt>
                <c:pt idx="938" c:formatCode="yyyy/mm/dd">
                  <c:v>44146</c:v>
                </c:pt>
                <c:pt idx="939" c:formatCode="yyyy/mm/dd">
                  <c:v>44147</c:v>
                </c:pt>
                <c:pt idx="940" c:formatCode="yyyy/mm/dd">
                  <c:v>44148</c:v>
                </c:pt>
                <c:pt idx="941" c:formatCode="yyyy/mm/dd">
                  <c:v>44151</c:v>
                </c:pt>
                <c:pt idx="942" c:formatCode="yyyy/mm/dd">
                  <c:v>44152</c:v>
                </c:pt>
                <c:pt idx="943" c:formatCode="yyyy/mm/dd">
                  <c:v>44153</c:v>
                </c:pt>
                <c:pt idx="944" c:formatCode="yyyy/mm/dd">
                  <c:v>44154</c:v>
                </c:pt>
                <c:pt idx="945" c:formatCode="yyyy/mm/dd">
                  <c:v>44155</c:v>
                </c:pt>
                <c:pt idx="946" c:formatCode="yyyy/mm/dd">
                  <c:v>44158</c:v>
                </c:pt>
                <c:pt idx="947" c:formatCode="yyyy/mm/dd">
                  <c:v>44159</c:v>
                </c:pt>
                <c:pt idx="948" c:formatCode="yyyy/mm/dd">
                  <c:v>44160</c:v>
                </c:pt>
                <c:pt idx="949" c:formatCode="yyyy/mm/dd">
                  <c:v>44161</c:v>
                </c:pt>
                <c:pt idx="950" c:formatCode="yyyy/mm/dd">
                  <c:v>44162</c:v>
                </c:pt>
                <c:pt idx="951" c:formatCode="yyyy/mm/dd">
                  <c:v>44165</c:v>
                </c:pt>
                <c:pt idx="952" c:formatCode="yyyy/mm/dd">
                  <c:v>44166</c:v>
                </c:pt>
                <c:pt idx="953" c:formatCode="yyyy/mm/dd">
                  <c:v>44167</c:v>
                </c:pt>
                <c:pt idx="954" c:formatCode="yyyy/mm/dd">
                  <c:v>44168</c:v>
                </c:pt>
                <c:pt idx="955" c:formatCode="yyyy/mm/dd">
                  <c:v>44169</c:v>
                </c:pt>
                <c:pt idx="956" c:formatCode="yyyy/mm/dd">
                  <c:v>44172</c:v>
                </c:pt>
                <c:pt idx="957" c:formatCode="yyyy/mm/dd">
                  <c:v>44173</c:v>
                </c:pt>
                <c:pt idx="958" c:formatCode="yyyy/mm/dd">
                  <c:v>44174</c:v>
                </c:pt>
                <c:pt idx="959" c:formatCode="yyyy/mm/dd">
                  <c:v>44175</c:v>
                </c:pt>
                <c:pt idx="960" c:formatCode="yyyy/mm/dd">
                  <c:v>44176</c:v>
                </c:pt>
                <c:pt idx="961" c:formatCode="yyyy/mm/dd">
                  <c:v>44179</c:v>
                </c:pt>
                <c:pt idx="962" c:formatCode="yyyy/mm/dd">
                  <c:v>44180</c:v>
                </c:pt>
                <c:pt idx="963" c:formatCode="yyyy/mm/dd">
                  <c:v>44181</c:v>
                </c:pt>
                <c:pt idx="964" c:formatCode="yyyy/mm/dd">
                  <c:v>44182</c:v>
                </c:pt>
                <c:pt idx="965" c:formatCode="yyyy/mm/dd">
                  <c:v>44183</c:v>
                </c:pt>
                <c:pt idx="966" c:formatCode="yyyy/mm/dd">
                  <c:v>44186</c:v>
                </c:pt>
                <c:pt idx="967" c:formatCode="yyyy/mm/dd">
                  <c:v>44187</c:v>
                </c:pt>
                <c:pt idx="968" c:formatCode="yyyy/mm/dd">
                  <c:v>44188</c:v>
                </c:pt>
                <c:pt idx="969" c:formatCode="yyyy/mm/dd">
                  <c:v>44189</c:v>
                </c:pt>
                <c:pt idx="970" c:formatCode="yyyy/mm/dd">
                  <c:v>44190</c:v>
                </c:pt>
                <c:pt idx="971" c:formatCode="yyyy/mm/dd">
                  <c:v>44193</c:v>
                </c:pt>
                <c:pt idx="972" c:formatCode="yyyy/mm/dd">
                  <c:v>44194</c:v>
                </c:pt>
                <c:pt idx="973" c:formatCode="yyyy/mm/dd">
                  <c:v>44195</c:v>
                </c:pt>
                <c:pt idx="974" c:formatCode="yyyy/mm/dd">
                  <c:v>44196</c:v>
                </c:pt>
                <c:pt idx="975" c:formatCode="yyyy/mm/dd">
                  <c:v>44200</c:v>
                </c:pt>
                <c:pt idx="976" c:formatCode="yyyy/mm/dd">
                  <c:v>44201</c:v>
                </c:pt>
                <c:pt idx="977" c:formatCode="yyyy/mm/dd">
                  <c:v>44202</c:v>
                </c:pt>
                <c:pt idx="978" c:formatCode="yyyy/mm/dd">
                  <c:v>44203</c:v>
                </c:pt>
                <c:pt idx="979" c:formatCode="yyyy/mm/dd">
                  <c:v>44204</c:v>
                </c:pt>
                <c:pt idx="980" c:formatCode="yyyy/mm/dd">
                  <c:v>44207</c:v>
                </c:pt>
                <c:pt idx="981" c:formatCode="yyyy/mm/dd">
                  <c:v>44208</c:v>
                </c:pt>
                <c:pt idx="982" c:formatCode="yyyy/mm/dd">
                  <c:v>44209</c:v>
                </c:pt>
                <c:pt idx="983" c:formatCode="yyyy/mm/dd">
                  <c:v>44210</c:v>
                </c:pt>
                <c:pt idx="984" c:formatCode="yyyy/mm/dd">
                  <c:v>44211</c:v>
                </c:pt>
                <c:pt idx="985" c:formatCode="yyyy/mm/dd">
                  <c:v>44214</c:v>
                </c:pt>
                <c:pt idx="986" c:formatCode="yyyy/mm/dd">
                  <c:v>44215</c:v>
                </c:pt>
                <c:pt idx="987" c:formatCode="yyyy/mm/dd">
                  <c:v>44216</c:v>
                </c:pt>
                <c:pt idx="988" c:formatCode="yyyy/mm/dd">
                  <c:v>44217</c:v>
                </c:pt>
                <c:pt idx="989" c:formatCode="yyyy/mm/dd">
                  <c:v>44218</c:v>
                </c:pt>
                <c:pt idx="990" c:formatCode="yyyy/mm/dd">
                  <c:v>44221</c:v>
                </c:pt>
                <c:pt idx="991" c:formatCode="yyyy/mm/dd">
                  <c:v>44222</c:v>
                </c:pt>
                <c:pt idx="992" c:formatCode="yyyy/mm/dd">
                  <c:v>44223</c:v>
                </c:pt>
                <c:pt idx="993" c:formatCode="yyyy/mm/dd">
                  <c:v>44224</c:v>
                </c:pt>
                <c:pt idx="994" c:formatCode="yyyy/mm/dd">
                  <c:v>44225</c:v>
                </c:pt>
                <c:pt idx="995" c:formatCode="yyyy/mm/dd">
                  <c:v>44228</c:v>
                </c:pt>
                <c:pt idx="996" c:formatCode="yyyy/mm/dd">
                  <c:v>44229</c:v>
                </c:pt>
                <c:pt idx="997" c:formatCode="yyyy/mm/dd">
                  <c:v>44230</c:v>
                </c:pt>
                <c:pt idx="998" c:formatCode="yyyy/mm/dd">
                  <c:v>44231</c:v>
                </c:pt>
                <c:pt idx="999" c:formatCode="yyyy/mm/dd">
                  <c:v>44232</c:v>
                </c:pt>
                <c:pt idx="1000" c:formatCode="yyyy/mm/dd">
                  <c:v>44235</c:v>
                </c:pt>
                <c:pt idx="1001" c:formatCode="yyyy/mm/dd">
                  <c:v>44236</c:v>
                </c:pt>
                <c:pt idx="1002" c:formatCode="yyyy/mm/dd">
                  <c:v>44237</c:v>
                </c:pt>
                <c:pt idx="1003" c:formatCode="yyyy/mm/dd">
                  <c:v>44245</c:v>
                </c:pt>
                <c:pt idx="1004" c:formatCode="yyyy/mm/dd">
                  <c:v>44246</c:v>
                </c:pt>
                <c:pt idx="1005" c:formatCode="yyyy/mm/dd">
                  <c:v>44249</c:v>
                </c:pt>
                <c:pt idx="1006" c:formatCode="yyyy/mm/dd">
                  <c:v>44250</c:v>
                </c:pt>
                <c:pt idx="1007" c:formatCode="yyyy/mm/dd">
                  <c:v>44251</c:v>
                </c:pt>
                <c:pt idx="1008" c:formatCode="yyyy/mm/dd">
                  <c:v>44252</c:v>
                </c:pt>
                <c:pt idx="1009" c:formatCode="yyyy/mm/dd">
                  <c:v>44253</c:v>
                </c:pt>
                <c:pt idx="1010" c:formatCode="yyyy/mm/dd">
                  <c:v>44256</c:v>
                </c:pt>
                <c:pt idx="1011" c:formatCode="yyyy/mm/dd">
                  <c:v>44257</c:v>
                </c:pt>
                <c:pt idx="1012" c:formatCode="yyyy/mm/dd">
                  <c:v>44258</c:v>
                </c:pt>
                <c:pt idx="1013" c:formatCode="yyyy/mm/dd">
                  <c:v>44259</c:v>
                </c:pt>
                <c:pt idx="1014" c:formatCode="yyyy/mm/dd">
                  <c:v>44260</c:v>
                </c:pt>
                <c:pt idx="1015" c:formatCode="yyyy/mm/dd">
                  <c:v>44263</c:v>
                </c:pt>
                <c:pt idx="1016" c:formatCode="yyyy/mm/dd">
                  <c:v>44264</c:v>
                </c:pt>
                <c:pt idx="1017" c:formatCode="yyyy/mm/dd">
                  <c:v>44265</c:v>
                </c:pt>
                <c:pt idx="1018" c:formatCode="yyyy/mm/dd">
                  <c:v>44266</c:v>
                </c:pt>
                <c:pt idx="1019" c:formatCode="yyyy/mm/dd">
                  <c:v>44267</c:v>
                </c:pt>
                <c:pt idx="1020" c:formatCode="yyyy/mm/dd">
                  <c:v>44270</c:v>
                </c:pt>
                <c:pt idx="1021" c:formatCode="yyyy/mm/dd">
                  <c:v>44271</c:v>
                </c:pt>
                <c:pt idx="1022" c:formatCode="yyyy/mm/dd">
                  <c:v>44272</c:v>
                </c:pt>
                <c:pt idx="1023" c:formatCode="yyyy/mm/dd">
                  <c:v>44273</c:v>
                </c:pt>
                <c:pt idx="1024" c:formatCode="yyyy/mm/dd">
                  <c:v>44274</c:v>
                </c:pt>
                <c:pt idx="1025" c:formatCode="yyyy/mm/dd">
                  <c:v>44277</c:v>
                </c:pt>
                <c:pt idx="1026" c:formatCode="yyyy/mm/dd">
                  <c:v>44278</c:v>
                </c:pt>
                <c:pt idx="1027" c:formatCode="yyyy/mm/dd">
                  <c:v>44279</c:v>
                </c:pt>
                <c:pt idx="1028" c:formatCode="yyyy/mm/dd">
                  <c:v>44280</c:v>
                </c:pt>
                <c:pt idx="1029" c:formatCode="yyyy/mm/dd">
                  <c:v>44281</c:v>
                </c:pt>
                <c:pt idx="1030" c:formatCode="yyyy/mm/dd">
                  <c:v>44284</c:v>
                </c:pt>
                <c:pt idx="1031" c:formatCode="yyyy/mm/dd">
                  <c:v>44285</c:v>
                </c:pt>
                <c:pt idx="1032" c:formatCode="yyyy/mm/dd">
                  <c:v>44286</c:v>
                </c:pt>
                <c:pt idx="1033" c:formatCode="yyyy/mm/dd">
                  <c:v>44287</c:v>
                </c:pt>
                <c:pt idx="1034" c:formatCode="yyyy/mm/dd">
                  <c:v>44288</c:v>
                </c:pt>
                <c:pt idx="1035" c:formatCode="yyyy/mm/dd">
                  <c:v>44292</c:v>
                </c:pt>
                <c:pt idx="1036" c:formatCode="yyyy/mm/dd">
                  <c:v>44293</c:v>
                </c:pt>
                <c:pt idx="1037" c:formatCode="yyyy/mm/dd">
                  <c:v>44294</c:v>
                </c:pt>
                <c:pt idx="1038" c:formatCode="yyyy/mm/dd">
                  <c:v>44295</c:v>
                </c:pt>
                <c:pt idx="1039" c:formatCode="yyyy/mm/dd">
                  <c:v>44298</c:v>
                </c:pt>
                <c:pt idx="1040" c:formatCode="yyyy/mm/dd">
                  <c:v>44299</c:v>
                </c:pt>
                <c:pt idx="1041" c:formatCode="yyyy/mm/dd">
                  <c:v>44300</c:v>
                </c:pt>
                <c:pt idx="1042" c:formatCode="yyyy/mm/dd">
                  <c:v>44301</c:v>
                </c:pt>
                <c:pt idx="1043" c:formatCode="yyyy/mm/dd">
                  <c:v>44302</c:v>
                </c:pt>
                <c:pt idx="1044" c:formatCode="yyyy/mm/dd">
                  <c:v>44305</c:v>
                </c:pt>
                <c:pt idx="1045" c:formatCode="yyyy/mm/dd">
                  <c:v>44306</c:v>
                </c:pt>
                <c:pt idx="1046" c:formatCode="yyyy/mm/dd">
                  <c:v>44307</c:v>
                </c:pt>
                <c:pt idx="1047" c:formatCode="yyyy/mm/dd">
                  <c:v>44308</c:v>
                </c:pt>
                <c:pt idx="1048" c:formatCode="yyyy/mm/dd">
                  <c:v>44309</c:v>
                </c:pt>
                <c:pt idx="1049" c:formatCode="yyyy/mm/dd">
                  <c:v>44312</c:v>
                </c:pt>
                <c:pt idx="1050" c:formatCode="yyyy/mm/dd">
                  <c:v>44313</c:v>
                </c:pt>
                <c:pt idx="1051" c:formatCode="yyyy/mm/dd">
                  <c:v>44314</c:v>
                </c:pt>
                <c:pt idx="1052" c:formatCode="yyyy/mm/dd">
                  <c:v>44315</c:v>
                </c:pt>
                <c:pt idx="1053" c:formatCode="yyyy/mm/dd">
                  <c:v>44316</c:v>
                </c:pt>
                <c:pt idx="1054" c:formatCode="yyyy/mm/dd">
                  <c:v>44322</c:v>
                </c:pt>
                <c:pt idx="1055" c:formatCode="yyyy/mm/dd">
                  <c:v>44323</c:v>
                </c:pt>
                <c:pt idx="1056" c:formatCode="yyyy/mm/dd">
                  <c:v>44326</c:v>
                </c:pt>
                <c:pt idx="1057" c:formatCode="yyyy/mm/dd">
                  <c:v>44327</c:v>
                </c:pt>
                <c:pt idx="1058" c:formatCode="yyyy/mm/dd">
                  <c:v>44328</c:v>
                </c:pt>
                <c:pt idx="1059" c:formatCode="yyyy/mm/dd">
                  <c:v>44329</c:v>
                </c:pt>
                <c:pt idx="1060" c:formatCode="yyyy/mm/dd">
                  <c:v>44330</c:v>
                </c:pt>
                <c:pt idx="1061" c:formatCode="yyyy/mm/dd">
                  <c:v>44333</c:v>
                </c:pt>
                <c:pt idx="1062" c:formatCode="yyyy/mm/dd">
                  <c:v>44334</c:v>
                </c:pt>
                <c:pt idx="1063" c:formatCode="yyyy/mm/dd">
                  <c:v>44335</c:v>
                </c:pt>
                <c:pt idx="1064" c:formatCode="yyyy/mm/dd">
                  <c:v>44336</c:v>
                </c:pt>
                <c:pt idx="1065" c:formatCode="yyyy/mm/dd">
                  <c:v>44337</c:v>
                </c:pt>
                <c:pt idx="1066" c:formatCode="yyyy/mm/dd">
                  <c:v>44340</c:v>
                </c:pt>
                <c:pt idx="1067" c:formatCode="yyyy/mm/dd">
                  <c:v>44341</c:v>
                </c:pt>
                <c:pt idx="1068" c:formatCode="yyyy/mm/dd">
                  <c:v>44342</c:v>
                </c:pt>
                <c:pt idx="1069" c:formatCode="yyyy/mm/dd">
                  <c:v>44343</c:v>
                </c:pt>
                <c:pt idx="1070" c:formatCode="yyyy/mm/dd">
                  <c:v>44344</c:v>
                </c:pt>
                <c:pt idx="1071" c:formatCode="yyyy/mm/dd">
                  <c:v>44347</c:v>
                </c:pt>
                <c:pt idx="1072" c:formatCode="yyyy/mm/dd">
                  <c:v>44348</c:v>
                </c:pt>
                <c:pt idx="1073" c:formatCode="yyyy/mm/dd">
                  <c:v>44349</c:v>
                </c:pt>
                <c:pt idx="1074" c:formatCode="yyyy/mm/dd">
                  <c:v>44350</c:v>
                </c:pt>
                <c:pt idx="1075" c:formatCode="yyyy/mm/dd">
                  <c:v>44351</c:v>
                </c:pt>
                <c:pt idx="1076" c:formatCode="yyyy/mm/dd">
                  <c:v>44354</c:v>
                </c:pt>
                <c:pt idx="1077" c:formatCode="yyyy/mm/dd">
                  <c:v>44355</c:v>
                </c:pt>
                <c:pt idx="1078" c:formatCode="yyyy/mm/dd">
                  <c:v>44356</c:v>
                </c:pt>
                <c:pt idx="1079" c:formatCode="yyyy/mm/dd">
                  <c:v>44357</c:v>
                </c:pt>
                <c:pt idx="1080" c:formatCode="yyyy/mm/dd">
                  <c:v>44358</c:v>
                </c:pt>
                <c:pt idx="1081" c:formatCode="yyyy/mm/dd">
                  <c:v>44362</c:v>
                </c:pt>
                <c:pt idx="1082" c:formatCode="yyyy/mm/dd">
                  <c:v>44363</c:v>
                </c:pt>
                <c:pt idx="1083" c:formatCode="yyyy/mm/dd">
                  <c:v>44364</c:v>
                </c:pt>
                <c:pt idx="1084" c:formatCode="yyyy/mm/dd">
                  <c:v>44365</c:v>
                </c:pt>
                <c:pt idx="1085" c:formatCode="yyyy/mm/dd">
                  <c:v>44368</c:v>
                </c:pt>
                <c:pt idx="1086" c:formatCode="yyyy/mm/dd">
                  <c:v>44369</c:v>
                </c:pt>
                <c:pt idx="1087" c:formatCode="yyyy/mm/dd">
                  <c:v>44370</c:v>
                </c:pt>
                <c:pt idx="1088" c:formatCode="yyyy/mm/dd">
                  <c:v>44371</c:v>
                </c:pt>
                <c:pt idx="1089" c:formatCode="yyyy/mm/dd">
                  <c:v>44372</c:v>
                </c:pt>
                <c:pt idx="1090" c:formatCode="yyyy/mm/dd">
                  <c:v>44375</c:v>
                </c:pt>
                <c:pt idx="1091" c:formatCode="yyyy/mm/dd">
                  <c:v>44376</c:v>
                </c:pt>
                <c:pt idx="1092" c:formatCode="yyyy/mm/dd">
                  <c:v>44377</c:v>
                </c:pt>
                <c:pt idx="1093" c:formatCode="yyyy/mm/dd">
                  <c:v>44378</c:v>
                </c:pt>
                <c:pt idx="1094" c:formatCode="yyyy/mm/dd">
                  <c:v>44379</c:v>
                </c:pt>
                <c:pt idx="1095" c:formatCode="yyyy/mm/dd">
                  <c:v>44382</c:v>
                </c:pt>
                <c:pt idx="1096" c:formatCode="yyyy/mm/dd">
                  <c:v>44383</c:v>
                </c:pt>
                <c:pt idx="1097" c:formatCode="yyyy/mm/dd">
                  <c:v>44384</c:v>
                </c:pt>
                <c:pt idx="1098" c:formatCode="yyyy/mm/dd">
                  <c:v>44385</c:v>
                </c:pt>
                <c:pt idx="1099" c:formatCode="yyyy/mm/dd">
                  <c:v>44386</c:v>
                </c:pt>
                <c:pt idx="1100" c:formatCode="yyyy/mm/dd">
                  <c:v>44389</c:v>
                </c:pt>
                <c:pt idx="1101" c:formatCode="yyyy/mm/dd">
                  <c:v>44390</c:v>
                </c:pt>
                <c:pt idx="1102" c:formatCode="yyyy/mm/dd">
                  <c:v>44391</c:v>
                </c:pt>
                <c:pt idx="1103" c:formatCode="yyyy/mm/dd">
                  <c:v>44392</c:v>
                </c:pt>
                <c:pt idx="1104" c:formatCode="yyyy/mm/dd">
                  <c:v>44393</c:v>
                </c:pt>
                <c:pt idx="1105" c:formatCode="yyyy/mm/dd">
                  <c:v>44396</c:v>
                </c:pt>
                <c:pt idx="1106" c:formatCode="yyyy/mm/dd">
                  <c:v>44397</c:v>
                </c:pt>
                <c:pt idx="1107" c:formatCode="yyyy/mm/dd">
                  <c:v>44398</c:v>
                </c:pt>
                <c:pt idx="1108" c:formatCode="yyyy/mm/dd">
                  <c:v>44399</c:v>
                </c:pt>
                <c:pt idx="1109" c:formatCode="yyyy/mm/dd">
                  <c:v>44400</c:v>
                </c:pt>
                <c:pt idx="1110" c:formatCode="yyyy/mm/dd">
                  <c:v>44403</c:v>
                </c:pt>
                <c:pt idx="1111" c:formatCode="yyyy/mm/dd">
                  <c:v>44404</c:v>
                </c:pt>
                <c:pt idx="1112" c:formatCode="yyyy/mm/dd">
                  <c:v>44405</c:v>
                </c:pt>
                <c:pt idx="1113" c:formatCode="yyyy/mm/dd">
                  <c:v>44406</c:v>
                </c:pt>
                <c:pt idx="1114" c:formatCode="yyyy/mm/dd">
                  <c:v>44407</c:v>
                </c:pt>
                <c:pt idx="1115" c:formatCode="yyyy/mm/dd">
                  <c:v>44410</c:v>
                </c:pt>
                <c:pt idx="1116" c:formatCode="yyyy/mm/dd">
                  <c:v>44411</c:v>
                </c:pt>
                <c:pt idx="1117" c:formatCode="yyyy/mm/dd">
                  <c:v>44412</c:v>
                </c:pt>
                <c:pt idx="1118" c:formatCode="yyyy/mm/dd">
                  <c:v>44413</c:v>
                </c:pt>
                <c:pt idx="1119" c:formatCode="yyyy/mm/dd">
                  <c:v>44414</c:v>
                </c:pt>
                <c:pt idx="1120" c:formatCode="yyyy/mm/dd">
                  <c:v>44417</c:v>
                </c:pt>
                <c:pt idx="1121" c:formatCode="yyyy/mm/dd">
                  <c:v>44418</c:v>
                </c:pt>
                <c:pt idx="1122" c:formatCode="yyyy/mm/dd">
                  <c:v>44419</c:v>
                </c:pt>
                <c:pt idx="1123" c:formatCode="yyyy/mm/dd">
                  <c:v>44420</c:v>
                </c:pt>
                <c:pt idx="1124" c:formatCode="yyyy/mm/dd">
                  <c:v>44421</c:v>
                </c:pt>
                <c:pt idx="1125" c:formatCode="yyyy/mm/dd">
                  <c:v>44424</c:v>
                </c:pt>
                <c:pt idx="1126" c:formatCode="yyyy/mm/dd">
                  <c:v>44425</c:v>
                </c:pt>
                <c:pt idx="1127" c:formatCode="yyyy/mm/dd">
                  <c:v>44426</c:v>
                </c:pt>
                <c:pt idx="1128" c:formatCode="yyyy/mm/dd">
                  <c:v>44427</c:v>
                </c:pt>
                <c:pt idx="1129" c:formatCode="yyyy/mm/dd">
                  <c:v>44428</c:v>
                </c:pt>
                <c:pt idx="1130" c:formatCode="yyyy/mm/dd">
                  <c:v>44431</c:v>
                </c:pt>
                <c:pt idx="1131" c:formatCode="yyyy/mm/dd">
                  <c:v>44432</c:v>
                </c:pt>
                <c:pt idx="1132" c:formatCode="yyyy/mm/dd">
                  <c:v>44433</c:v>
                </c:pt>
                <c:pt idx="1133" c:formatCode="yyyy/mm/dd">
                  <c:v>44434</c:v>
                </c:pt>
                <c:pt idx="1134" c:formatCode="yyyy/mm/dd">
                  <c:v>44435</c:v>
                </c:pt>
                <c:pt idx="1135" c:formatCode="yyyy/mm/dd">
                  <c:v>44438</c:v>
                </c:pt>
                <c:pt idx="1136" c:formatCode="yyyy/mm/dd">
                  <c:v>44439</c:v>
                </c:pt>
                <c:pt idx="1137" c:formatCode="yyyy/mm/dd">
                  <c:v>44440</c:v>
                </c:pt>
                <c:pt idx="1138" c:formatCode="yyyy/mm/dd">
                  <c:v>44441</c:v>
                </c:pt>
                <c:pt idx="1139" c:formatCode="yyyy/mm/dd">
                  <c:v>44442</c:v>
                </c:pt>
                <c:pt idx="1140" c:formatCode="yyyy/mm/dd">
                  <c:v>44445</c:v>
                </c:pt>
                <c:pt idx="1141" c:formatCode="yyyy/mm/dd">
                  <c:v>44446</c:v>
                </c:pt>
                <c:pt idx="1142" c:formatCode="yyyy/mm/dd">
                  <c:v>44447</c:v>
                </c:pt>
                <c:pt idx="1143" c:formatCode="yyyy/mm/dd">
                  <c:v>44448</c:v>
                </c:pt>
                <c:pt idx="1144" c:formatCode="yyyy/mm/dd">
                  <c:v>44449</c:v>
                </c:pt>
                <c:pt idx="1145" c:formatCode="yyyy/mm/dd">
                  <c:v>44452</c:v>
                </c:pt>
                <c:pt idx="1146" c:formatCode="yyyy/mm/dd">
                  <c:v>44453</c:v>
                </c:pt>
                <c:pt idx="1147" c:formatCode="yyyy/mm/dd">
                  <c:v>44454</c:v>
                </c:pt>
                <c:pt idx="1148" c:formatCode="yyyy/mm/dd">
                  <c:v>44455</c:v>
                </c:pt>
                <c:pt idx="1149" c:formatCode="yyyy/mm/dd">
                  <c:v>44456</c:v>
                </c:pt>
                <c:pt idx="1150" c:formatCode="yyyy/mm/dd">
                  <c:v>44461</c:v>
                </c:pt>
                <c:pt idx="1151" c:formatCode="yyyy/mm/dd">
                  <c:v>44462</c:v>
                </c:pt>
                <c:pt idx="1152" c:formatCode="yyyy/mm/dd">
                  <c:v>44463</c:v>
                </c:pt>
                <c:pt idx="1153" c:formatCode="yyyy/mm/dd">
                  <c:v>44466</c:v>
                </c:pt>
                <c:pt idx="1154" c:formatCode="yyyy/mm/dd">
                  <c:v>44467</c:v>
                </c:pt>
                <c:pt idx="1155" c:formatCode="yyyy/mm/dd">
                  <c:v>44468</c:v>
                </c:pt>
                <c:pt idx="1156" c:formatCode="yyyy/mm/dd">
                  <c:v>44469</c:v>
                </c:pt>
                <c:pt idx="1157" c:formatCode="yyyy/mm/dd">
                  <c:v>44477</c:v>
                </c:pt>
                <c:pt idx="1158" c:formatCode="yyyy/mm/dd">
                  <c:v>44480</c:v>
                </c:pt>
                <c:pt idx="1159" c:formatCode="yyyy/mm/dd">
                  <c:v>44481</c:v>
                </c:pt>
                <c:pt idx="1160" c:formatCode="yyyy/mm/dd">
                  <c:v>44482</c:v>
                </c:pt>
                <c:pt idx="1161" c:formatCode="yyyy/mm/dd">
                  <c:v>44483</c:v>
                </c:pt>
                <c:pt idx="1162" c:formatCode="yyyy/mm/dd">
                  <c:v>44484</c:v>
                </c:pt>
                <c:pt idx="1163" c:formatCode="yyyy/mm/dd">
                  <c:v>44487</c:v>
                </c:pt>
                <c:pt idx="1164" c:formatCode="yyyy/mm/dd">
                  <c:v>44488</c:v>
                </c:pt>
                <c:pt idx="1165" c:formatCode="yyyy/mm/dd">
                  <c:v>44489</c:v>
                </c:pt>
                <c:pt idx="1166" c:formatCode="yyyy/mm/dd">
                  <c:v>44490</c:v>
                </c:pt>
                <c:pt idx="1167" c:formatCode="yyyy/mm/dd">
                  <c:v>44491</c:v>
                </c:pt>
                <c:pt idx="1168" c:formatCode="yyyy/mm/dd">
                  <c:v>44494</c:v>
                </c:pt>
                <c:pt idx="1169" c:formatCode="yyyy/mm/dd">
                  <c:v>44495</c:v>
                </c:pt>
                <c:pt idx="1170" c:formatCode="yyyy/mm/dd">
                  <c:v>44496</c:v>
                </c:pt>
                <c:pt idx="1171" c:formatCode="yyyy/mm/dd">
                  <c:v>44497</c:v>
                </c:pt>
                <c:pt idx="1172" c:formatCode="yyyy/mm/dd">
                  <c:v>44498</c:v>
                </c:pt>
                <c:pt idx="1173" c:formatCode="yyyy/mm/dd">
                  <c:v>44501</c:v>
                </c:pt>
                <c:pt idx="1174" c:formatCode="yyyy/mm/dd">
                  <c:v>44502</c:v>
                </c:pt>
                <c:pt idx="1175" c:formatCode="yyyy/mm/dd">
                  <c:v>44503</c:v>
                </c:pt>
                <c:pt idx="1176" c:formatCode="yyyy/mm/dd">
                  <c:v>44504</c:v>
                </c:pt>
                <c:pt idx="1177" c:formatCode="yyyy/mm/dd">
                  <c:v>44505</c:v>
                </c:pt>
                <c:pt idx="1178" c:formatCode="yyyy/mm/dd">
                  <c:v>44508</c:v>
                </c:pt>
                <c:pt idx="1179" c:formatCode="yyyy/mm/dd">
                  <c:v>44509</c:v>
                </c:pt>
                <c:pt idx="1180" c:formatCode="yyyy/mm/dd">
                  <c:v>44510</c:v>
                </c:pt>
                <c:pt idx="1181" c:formatCode="yyyy/mm/dd">
                  <c:v>44511</c:v>
                </c:pt>
                <c:pt idx="1182" c:formatCode="yyyy/mm/dd">
                  <c:v>44512</c:v>
                </c:pt>
                <c:pt idx="1183" c:formatCode="yyyy/mm/dd">
                  <c:v>44515</c:v>
                </c:pt>
                <c:pt idx="1184" c:formatCode="yyyy/mm/dd">
                  <c:v>44516</c:v>
                </c:pt>
                <c:pt idx="1185" c:formatCode="yyyy/mm/dd">
                  <c:v>44517</c:v>
                </c:pt>
                <c:pt idx="1186" c:formatCode="yyyy/mm/dd">
                  <c:v>44518</c:v>
                </c:pt>
                <c:pt idx="1187" c:formatCode="yyyy/mm/dd">
                  <c:v>44519</c:v>
                </c:pt>
                <c:pt idx="1188" c:formatCode="yyyy/mm/dd">
                  <c:v>44522</c:v>
                </c:pt>
                <c:pt idx="1189" c:formatCode="yyyy/mm/dd">
                  <c:v>44523</c:v>
                </c:pt>
                <c:pt idx="1190" c:formatCode="yyyy/mm/dd">
                  <c:v>44524</c:v>
                </c:pt>
                <c:pt idx="1191" c:formatCode="yyyy/mm/dd">
                  <c:v>44525</c:v>
                </c:pt>
                <c:pt idx="1192" c:formatCode="yyyy/mm/dd">
                  <c:v>44526</c:v>
                </c:pt>
                <c:pt idx="1193" c:formatCode="yyyy/mm/dd">
                  <c:v>44529</c:v>
                </c:pt>
                <c:pt idx="1194" c:formatCode="yyyy/mm/dd">
                  <c:v>44530</c:v>
                </c:pt>
                <c:pt idx="1195" c:formatCode="yyyy/mm/dd">
                  <c:v>44531</c:v>
                </c:pt>
                <c:pt idx="1196" c:formatCode="yyyy/mm/dd">
                  <c:v>44532</c:v>
                </c:pt>
                <c:pt idx="1197" c:formatCode="yyyy/mm/dd">
                  <c:v>44533</c:v>
                </c:pt>
                <c:pt idx="1198" c:formatCode="yyyy/mm/dd">
                  <c:v>44536</c:v>
                </c:pt>
                <c:pt idx="1199" c:formatCode="yyyy/mm/dd">
                  <c:v>44537</c:v>
                </c:pt>
                <c:pt idx="1200" c:formatCode="yyyy/mm/dd">
                  <c:v>44538</c:v>
                </c:pt>
                <c:pt idx="1201" c:formatCode="yyyy/mm/dd">
                  <c:v>44539</c:v>
                </c:pt>
                <c:pt idx="1202" c:formatCode="yyyy/mm/dd">
                  <c:v>44540</c:v>
                </c:pt>
                <c:pt idx="1203" c:formatCode="yyyy/mm/dd">
                  <c:v>44543</c:v>
                </c:pt>
                <c:pt idx="1204" c:formatCode="yyyy/mm/dd">
                  <c:v>44544</c:v>
                </c:pt>
                <c:pt idx="1205" c:formatCode="yyyy/mm/dd">
                  <c:v>44545</c:v>
                </c:pt>
                <c:pt idx="1206" c:formatCode="yyyy/mm/dd">
                  <c:v>44546</c:v>
                </c:pt>
                <c:pt idx="1207" c:formatCode="yyyy/mm/dd">
                  <c:v>44547</c:v>
                </c:pt>
                <c:pt idx="1208" c:formatCode="yyyy/mm/dd">
                  <c:v>44550</c:v>
                </c:pt>
                <c:pt idx="1209" c:formatCode="yyyy/mm/dd">
                  <c:v>44551</c:v>
                </c:pt>
                <c:pt idx="1210" c:formatCode="yyyy/mm/dd">
                  <c:v>44552</c:v>
                </c:pt>
                <c:pt idx="1211" c:formatCode="yyyy/mm/dd">
                  <c:v>44553</c:v>
                </c:pt>
                <c:pt idx="1212" c:formatCode="yyyy/mm/dd">
                  <c:v>44554</c:v>
                </c:pt>
                <c:pt idx="1213" c:formatCode="yyyy/mm/dd">
                  <c:v>44557</c:v>
                </c:pt>
                <c:pt idx="1214" c:formatCode="yyyy/mm/dd">
                  <c:v>44558</c:v>
                </c:pt>
                <c:pt idx="1215" c:formatCode="yyyy/mm/dd">
                  <c:v>44559</c:v>
                </c:pt>
                <c:pt idx="1216" c:formatCode="yyyy/mm/dd">
                  <c:v>44560</c:v>
                </c:pt>
                <c:pt idx="1217" c:formatCode="yyyy/mm/dd">
                  <c:v>44561</c:v>
                </c:pt>
                <c:pt idx="1218" c:formatCode="yyyy/mm/dd">
                  <c:v>44565</c:v>
                </c:pt>
                <c:pt idx="1219" c:formatCode="yyyy/mm/dd">
                  <c:v>44566</c:v>
                </c:pt>
                <c:pt idx="1220" c:formatCode="yyyy/mm/dd">
                  <c:v>44567</c:v>
                </c:pt>
                <c:pt idx="1221" c:formatCode="yyyy/mm/dd">
                  <c:v>44568</c:v>
                </c:pt>
                <c:pt idx="1222" c:formatCode="yyyy/mm/dd">
                  <c:v>44571</c:v>
                </c:pt>
                <c:pt idx="1223" c:formatCode="yyyy/mm/dd">
                  <c:v>44572</c:v>
                </c:pt>
                <c:pt idx="1224" c:formatCode="yyyy/mm/dd">
                  <c:v>44573</c:v>
                </c:pt>
                <c:pt idx="1225" c:formatCode="yyyy/mm/dd">
                  <c:v>44574</c:v>
                </c:pt>
                <c:pt idx="1226" c:formatCode="yyyy/mm/dd">
                  <c:v>44575</c:v>
                </c:pt>
                <c:pt idx="1227" c:formatCode="yyyy/mm/dd">
                  <c:v>44578</c:v>
                </c:pt>
                <c:pt idx="1228" c:formatCode="yyyy/mm/dd">
                  <c:v>44579</c:v>
                </c:pt>
                <c:pt idx="1229" c:formatCode="yyyy/mm/dd">
                  <c:v>44580</c:v>
                </c:pt>
                <c:pt idx="1230" c:formatCode="yyyy/mm/dd">
                  <c:v>44581</c:v>
                </c:pt>
                <c:pt idx="1231" c:formatCode="yyyy/mm/dd">
                  <c:v>44582</c:v>
                </c:pt>
                <c:pt idx="1232" c:formatCode="yyyy/mm/dd">
                  <c:v>44585</c:v>
                </c:pt>
                <c:pt idx="1233" c:formatCode="yyyy/mm/dd">
                  <c:v>44586</c:v>
                </c:pt>
                <c:pt idx="1234" c:formatCode="yyyy/mm/dd">
                  <c:v>44587</c:v>
                </c:pt>
                <c:pt idx="1235" c:formatCode="yyyy/mm/dd">
                  <c:v>44588</c:v>
                </c:pt>
                <c:pt idx="1236" c:formatCode="yyyy/mm/dd">
                  <c:v>44589</c:v>
                </c:pt>
                <c:pt idx="1237" c:formatCode="yyyy/mm/dd">
                  <c:v>44599</c:v>
                </c:pt>
                <c:pt idx="1238" c:formatCode="yyyy/mm/dd">
                  <c:v>44600</c:v>
                </c:pt>
                <c:pt idx="1239" c:formatCode="yyyy/mm/dd">
                  <c:v>44601</c:v>
                </c:pt>
                <c:pt idx="1240" c:formatCode="yyyy/mm/dd">
                  <c:v>44602</c:v>
                </c:pt>
                <c:pt idx="1241" c:formatCode="yyyy/mm/dd">
                  <c:v>44603</c:v>
                </c:pt>
                <c:pt idx="1242" c:formatCode="yyyy/mm/dd">
                  <c:v>44606</c:v>
                </c:pt>
                <c:pt idx="1243" c:formatCode="yyyy/mm/dd">
                  <c:v>44607</c:v>
                </c:pt>
                <c:pt idx="1244" c:formatCode="yyyy/mm/dd">
                  <c:v>44608</c:v>
                </c:pt>
                <c:pt idx="1245" c:formatCode="yyyy/mm/dd">
                  <c:v>44609</c:v>
                </c:pt>
                <c:pt idx="1246" c:formatCode="yyyy/mm/dd">
                  <c:v>44610</c:v>
                </c:pt>
                <c:pt idx="1247" c:formatCode="yyyy/mm/dd">
                  <c:v>44613</c:v>
                </c:pt>
                <c:pt idx="1248" c:formatCode="yyyy/mm/dd">
                  <c:v>44614</c:v>
                </c:pt>
                <c:pt idx="1249" c:formatCode="yyyy/mm/dd">
                  <c:v>44615</c:v>
                </c:pt>
                <c:pt idx="1250" c:formatCode="yyyy/mm/dd">
                  <c:v>44616</c:v>
                </c:pt>
                <c:pt idx="1251" c:formatCode="yyyy/mm/dd">
                  <c:v>44617</c:v>
                </c:pt>
                <c:pt idx="1252" c:formatCode="yyyy/mm/dd">
                  <c:v>44620</c:v>
                </c:pt>
                <c:pt idx="1253" c:formatCode="yyyy/mm/dd">
                  <c:v>44621</c:v>
                </c:pt>
                <c:pt idx="1254" c:formatCode="yyyy/mm/dd">
                  <c:v>44622</c:v>
                </c:pt>
                <c:pt idx="1255" c:formatCode="yyyy/mm/dd">
                  <c:v>44623</c:v>
                </c:pt>
                <c:pt idx="1256" c:formatCode="yyyy/mm/dd">
                  <c:v>44624</c:v>
                </c:pt>
                <c:pt idx="1257" c:formatCode="yyyy/mm/dd">
                  <c:v>44627</c:v>
                </c:pt>
                <c:pt idx="1258" c:formatCode="yyyy/mm/dd">
                  <c:v>44628</c:v>
                </c:pt>
                <c:pt idx="1259" c:formatCode="yyyy/mm/dd">
                  <c:v>44629</c:v>
                </c:pt>
                <c:pt idx="1260" c:formatCode="yyyy/mm/dd">
                  <c:v>44630</c:v>
                </c:pt>
                <c:pt idx="1261" c:formatCode="yyyy/mm/dd">
                  <c:v>44631</c:v>
                </c:pt>
                <c:pt idx="1262" c:formatCode="yyyy/mm/dd">
                  <c:v>44634</c:v>
                </c:pt>
                <c:pt idx="1263" c:formatCode="yyyy/mm/dd">
                  <c:v>44635</c:v>
                </c:pt>
                <c:pt idx="1264" c:formatCode="yyyy/mm/dd">
                  <c:v>44636</c:v>
                </c:pt>
                <c:pt idx="1265" c:formatCode="yyyy/mm/dd">
                  <c:v>44637</c:v>
                </c:pt>
                <c:pt idx="1266" c:formatCode="yyyy/mm/dd">
                  <c:v>44638</c:v>
                </c:pt>
                <c:pt idx="1267" c:formatCode="yyyy/mm/dd">
                  <c:v>44641</c:v>
                </c:pt>
                <c:pt idx="1268" c:formatCode="yyyy/mm/dd">
                  <c:v>44642</c:v>
                </c:pt>
                <c:pt idx="1269" c:formatCode="yyyy/mm/dd">
                  <c:v>44643</c:v>
                </c:pt>
                <c:pt idx="1270" c:formatCode="yyyy/mm/dd">
                  <c:v>44644</c:v>
                </c:pt>
                <c:pt idx="1271" c:formatCode="yyyy/mm/dd">
                  <c:v>44645</c:v>
                </c:pt>
                <c:pt idx="1272" c:formatCode="yyyy/mm/dd">
                  <c:v>44648</c:v>
                </c:pt>
                <c:pt idx="1273" c:formatCode="yyyy/mm/dd">
                  <c:v>44649</c:v>
                </c:pt>
                <c:pt idx="1274" c:formatCode="yyyy/mm/dd">
                  <c:v>44650</c:v>
                </c:pt>
                <c:pt idx="1275" c:formatCode="yyyy/mm/dd">
                  <c:v>44651</c:v>
                </c:pt>
                <c:pt idx="1276" c:formatCode="yyyy/mm/dd">
                  <c:v>44652</c:v>
                </c:pt>
                <c:pt idx="1277" c:formatCode="yyyy/mm/dd">
                  <c:v>44657</c:v>
                </c:pt>
                <c:pt idx="1278" c:formatCode="yyyy/mm/dd">
                  <c:v>44658</c:v>
                </c:pt>
                <c:pt idx="1279" c:formatCode="yyyy/mm/dd">
                  <c:v>44659</c:v>
                </c:pt>
                <c:pt idx="1280" c:formatCode="yyyy/mm/dd">
                  <c:v>44662</c:v>
                </c:pt>
                <c:pt idx="1281" c:formatCode="yyyy/mm/dd">
                  <c:v>44663</c:v>
                </c:pt>
                <c:pt idx="1282" c:formatCode="yyyy/mm/dd">
                  <c:v>44664</c:v>
                </c:pt>
                <c:pt idx="1283" c:formatCode="yyyy/mm/dd">
                  <c:v>44665</c:v>
                </c:pt>
                <c:pt idx="1284" c:formatCode="yyyy/mm/dd">
                  <c:v>44666</c:v>
                </c:pt>
                <c:pt idx="1285" c:formatCode="yyyy/mm/dd">
                  <c:v>44669</c:v>
                </c:pt>
                <c:pt idx="1286" c:formatCode="yyyy/mm/dd">
                  <c:v>44670</c:v>
                </c:pt>
                <c:pt idx="1287" c:formatCode="yyyy/mm/dd">
                  <c:v>44671</c:v>
                </c:pt>
                <c:pt idx="1288" c:formatCode="yyyy/mm/dd">
                  <c:v>44672</c:v>
                </c:pt>
                <c:pt idx="1289" c:formatCode="yyyy/mm/dd">
                  <c:v>44673</c:v>
                </c:pt>
                <c:pt idx="1290" c:formatCode="yyyy/mm/dd">
                  <c:v>44676</c:v>
                </c:pt>
                <c:pt idx="1291" c:formatCode="yyyy/mm/dd">
                  <c:v>44677</c:v>
                </c:pt>
                <c:pt idx="1292" c:formatCode="yyyy/mm/dd">
                  <c:v>44678</c:v>
                </c:pt>
                <c:pt idx="1293" c:formatCode="yyyy/mm/dd">
                  <c:v>44679</c:v>
                </c:pt>
                <c:pt idx="1294" c:formatCode="yyyy/mm/dd">
                  <c:v>44680</c:v>
                </c:pt>
                <c:pt idx="1295" c:formatCode="yyyy/mm/dd">
                  <c:v>44686</c:v>
                </c:pt>
                <c:pt idx="1296" c:formatCode="yyyy/mm/dd">
                  <c:v>44687</c:v>
                </c:pt>
                <c:pt idx="1297" c:formatCode="yyyy/mm/dd">
                  <c:v>44690</c:v>
                </c:pt>
                <c:pt idx="1298" c:formatCode="yyyy/mm/dd">
                  <c:v>44691</c:v>
                </c:pt>
                <c:pt idx="1299" c:formatCode="yyyy/mm/dd">
                  <c:v>44692</c:v>
                </c:pt>
                <c:pt idx="1300" c:formatCode="yyyy/mm/dd">
                  <c:v>44693</c:v>
                </c:pt>
                <c:pt idx="1301" c:formatCode="yyyy/mm/dd">
                  <c:v>44694</c:v>
                </c:pt>
                <c:pt idx="1302" c:formatCode="yyyy/mm/dd">
                  <c:v>44697</c:v>
                </c:pt>
                <c:pt idx="1303" c:formatCode="yyyy/mm/dd">
                  <c:v>44698</c:v>
                </c:pt>
                <c:pt idx="1304" c:formatCode="yyyy/mm/dd">
                  <c:v>44699</c:v>
                </c:pt>
                <c:pt idx="1305" c:formatCode="yyyy/mm/dd">
                  <c:v>44700</c:v>
                </c:pt>
                <c:pt idx="1306" c:formatCode="yyyy/mm/dd">
                  <c:v>44701</c:v>
                </c:pt>
                <c:pt idx="1307" c:formatCode="yyyy/mm/dd">
                  <c:v>44704</c:v>
                </c:pt>
                <c:pt idx="1308" c:formatCode="yyyy/mm/dd">
                  <c:v>44705</c:v>
                </c:pt>
                <c:pt idx="1309" c:formatCode="yyyy/mm/dd">
                  <c:v>44706</c:v>
                </c:pt>
                <c:pt idx="1310" c:formatCode="yyyy/mm/dd">
                  <c:v>44707</c:v>
                </c:pt>
                <c:pt idx="1311" c:formatCode="yyyy/mm/dd">
                  <c:v>44708</c:v>
                </c:pt>
                <c:pt idx="1312" c:formatCode="yyyy/mm/dd">
                  <c:v>44711</c:v>
                </c:pt>
                <c:pt idx="1313" c:formatCode="yyyy/mm/dd">
                  <c:v>44712</c:v>
                </c:pt>
                <c:pt idx="1314" c:formatCode="yyyy/mm/dd">
                  <c:v>44713</c:v>
                </c:pt>
                <c:pt idx="1315" c:formatCode="yyyy/mm/dd">
                  <c:v>44714</c:v>
                </c:pt>
                <c:pt idx="1316" c:formatCode="yyyy/mm/dd">
                  <c:v>44718</c:v>
                </c:pt>
                <c:pt idx="1317" c:formatCode="yyyy/mm/dd">
                  <c:v>44719</c:v>
                </c:pt>
                <c:pt idx="1318" c:formatCode="yyyy/mm/dd">
                  <c:v>44720</c:v>
                </c:pt>
                <c:pt idx="1319" c:formatCode="yyyy/mm/dd">
                  <c:v>44721</c:v>
                </c:pt>
                <c:pt idx="1320" c:formatCode="yyyy/mm/dd">
                  <c:v>44722</c:v>
                </c:pt>
                <c:pt idx="1321" c:formatCode="yyyy/mm/dd">
                  <c:v>44725</c:v>
                </c:pt>
                <c:pt idx="1322" c:formatCode="yyyy/mm/dd">
                  <c:v>44726</c:v>
                </c:pt>
                <c:pt idx="1323" c:formatCode="yyyy/mm/dd">
                  <c:v>44727</c:v>
                </c:pt>
                <c:pt idx="1324" c:formatCode="yyyy/mm/dd">
                  <c:v>44728</c:v>
                </c:pt>
                <c:pt idx="1325" c:formatCode="yyyy/mm/dd">
                  <c:v>44729</c:v>
                </c:pt>
                <c:pt idx="1326" c:formatCode="yyyy/mm/dd">
                  <c:v>44732</c:v>
                </c:pt>
                <c:pt idx="1327" c:formatCode="yyyy/mm/dd">
                  <c:v>44733</c:v>
                </c:pt>
                <c:pt idx="1328" c:formatCode="yyyy/mm/dd">
                  <c:v>44734</c:v>
                </c:pt>
                <c:pt idx="1329" c:formatCode="yyyy/mm/dd">
                  <c:v>44735</c:v>
                </c:pt>
                <c:pt idx="1330" c:formatCode="yyyy/mm/dd">
                  <c:v>44736</c:v>
                </c:pt>
                <c:pt idx="1331" c:formatCode="yyyy/mm/dd">
                  <c:v>44739</c:v>
                </c:pt>
                <c:pt idx="1332" c:formatCode="yyyy/mm/dd">
                  <c:v>44740</c:v>
                </c:pt>
                <c:pt idx="1333" c:formatCode="yyyy/mm/dd">
                  <c:v>44741</c:v>
                </c:pt>
                <c:pt idx="1334" c:formatCode="yyyy/mm/dd">
                  <c:v>44742</c:v>
                </c:pt>
                <c:pt idx="1335" c:formatCode="yyyy/mm/dd">
                  <c:v>44743</c:v>
                </c:pt>
                <c:pt idx="1336" c:formatCode="yyyy/mm/dd">
                  <c:v>44746</c:v>
                </c:pt>
                <c:pt idx="1337" c:formatCode="yyyy/mm/dd">
                  <c:v>44747</c:v>
                </c:pt>
                <c:pt idx="1338" c:formatCode="yyyy/mm/dd">
                  <c:v>44748</c:v>
                </c:pt>
                <c:pt idx="1339" c:formatCode="yyyy/mm/dd">
                  <c:v>44749</c:v>
                </c:pt>
                <c:pt idx="1340" c:formatCode="yyyy/mm/dd">
                  <c:v>44750</c:v>
                </c:pt>
                <c:pt idx="1341" c:formatCode="yyyy/mm/dd">
                  <c:v>44753</c:v>
                </c:pt>
                <c:pt idx="1342" c:formatCode="yyyy/mm/dd">
                  <c:v>44754</c:v>
                </c:pt>
                <c:pt idx="1343" c:formatCode="yyyy/mm/dd">
                  <c:v>44755</c:v>
                </c:pt>
                <c:pt idx="1344" c:formatCode="yyyy/mm/dd">
                  <c:v>44756</c:v>
                </c:pt>
                <c:pt idx="1345" c:formatCode="yyyy/mm/dd">
                  <c:v>44757</c:v>
                </c:pt>
                <c:pt idx="1346" c:formatCode="yyyy/mm/dd">
                  <c:v>44760</c:v>
                </c:pt>
                <c:pt idx="1347" c:formatCode="yyyy/mm/dd">
                  <c:v>44761</c:v>
                </c:pt>
                <c:pt idx="1348" c:formatCode="yyyy/mm/dd">
                  <c:v>44762</c:v>
                </c:pt>
                <c:pt idx="1349" c:formatCode="yyyy/mm/dd">
                  <c:v>44763</c:v>
                </c:pt>
                <c:pt idx="1350" c:formatCode="yyyy/mm/dd">
                  <c:v>44764</c:v>
                </c:pt>
                <c:pt idx="1351" c:formatCode="yyyy/mm/dd">
                  <c:v>44767</c:v>
                </c:pt>
                <c:pt idx="1352" c:formatCode="yyyy/mm/dd">
                  <c:v>44768</c:v>
                </c:pt>
                <c:pt idx="1353" c:formatCode="yyyy/mm/dd">
                  <c:v>44769</c:v>
                </c:pt>
                <c:pt idx="1354" c:formatCode="yyyy/mm/dd">
                  <c:v>44770</c:v>
                </c:pt>
                <c:pt idx="1355" c:formatCode="yyyy/mm/dd">
                  <c:v>44771</c:v>
                </c:pt>
                <c:pt idx="1356" c:formatCode="yyyy/mm/dd">
                  <c:v>44774</c:v>
                </c:pt>
                <c:pt idx="1357" c:formatCode="yyyy/mm/dd">
                  <c:v>44775</c:v>
                </c:pt>
                <c:pt idx="1358" c:formatCode="yyyy/mm/dd">
                  <c:v>44776</c:v>
                </c:pt>
                <c:pt idx="1359" c:formatCode="yyyy/mm/dd">
                  <c:v>44777</c:v>
                </c:pt>
                <c:pt idx="1360" c:formatCode="yyyy/mm/dd">
                  <c:v>44778</c:v>
                </c:pt>
                <c:pt idx="1361" c:formatCode="yyyy/mm/dd">
                  <c:v>44781</c:v>
                </c:pt>
                <c:pt idx="1362" c:formatCode="yyyy/mm/dd">
                  <c:v>44782</c:v>
                </c:pt>
                <c:pt idx="1363" c:formatCode="yyyy/mm/dd">
                  <c:v>44783</c:v>
                </c:pt>
                <c:pt idx="1364" c:formatCode="yyyy/mm/dd">
                  <c:v>44784</c:v>
                </c:pt>
                <c:pt idx="1365" c:formatCode="yyyy/mm/dd">
                  <c:v>44785</c:v>
                </c:pt>
                <c:pt idx="1366" c:formatCode="yyyy/mm/dd">
                  <c:v>44788</c:v>
                </c:pt>
                <c:pt idx="1367" c:formatCode="yyyy/mm/dd">
                  <c:v>44789</c:v>
                </c:pt>
                <c:pt idx="1368" c:formatCode="yyyy/mm/dd">
                  <c:v>44790</c:v>
                </c:pt>
                <c:pt idx="1369" c:formatCode="yyyy/mm/dd">
                  <c:v>44791</c:v>
                </c:pt>
                <c:pt idx="1370" c:formatCode="yyyy/mm/dd">
                  <c:v>44792</c:v>
                </c:pt>
                <c:pt idx="1371" c:formatCode="yyyy/mm/dd">
                  <c:v>44795</c:v>
                </c:pt>
                <c:pt idx="1372" c:formatCode="yyyy/mm/dd">
                  <c:v>44796</c:v>
                </c:pt>
                <c:pt idx="1373" c:formatCode="yyyy/mm/dd">
                  <c:v>44797</c:v>
                </c:pt>
                <c:pt idx="1374" c:formatCode="yyyy/mm/dd">
                  <c:v>44798</c:v>
                </c:pt>
                <c:pt idx="1375" c:formatCode="yyyy/mm/dd">
                  <c:v>44799</c:v>
                </c:pt>
                <c:pt idx="1376" c:formatCode="yyyy/mm/dd">
                  <c:v>44802</c:v>
                </c:pt>
                <c:pt idx="1377" c:formatCode="yyyy/mm/dd">
                  <c:v>44803</c:v>
                </c:pt>
                <c:pt idx="1378" c:formatCode="yyyy/mm/dd">
                  <c:v>44804</c:v>
                </c:pt>
                <c:pt idx="1379" c:formatCode="yyyy/mm/dd">
                  <c:v>44805</c:v>
                </c:pt>
                <c:pt idx="1380" c:formatCode="yyyy/mm/dd">
                  <c:v>44806</c:v>
                </c:pt>
                <c:pt idx="1381" c:formatCode="yyyy/mm/dd">
                  <c:v>44809</c:v>
                </c:pt>
                <c:pt idx="1382" c:formatCode="yyyy/mm/dd">
                  <c:v>44810</c:v>
                </c:pt>
                <c:pt idx="1383" c:formatCode="yyyy/mm/dd">
                  <c:v>44811</c:v>
                </c:pt>
                <c:pt idx="1384" c:formatCode="yyyy/mm/dd">
                  <c:v>44812</c:v>
                </c:pt>
                <c:pt idx="1385" c:formatCode="yyyy/mm/dd">
                  <c:v>44813</c:v>
                </c:pt>
                <c:pt idx="1386" c:formatCode="yyyy/mm/dd">
                  <c:v>44817</c:v>
                </c:pt>
                <c:pt idx="1387" c:formatCode="yyyy/mm/dd">
                  <c:v>44818</c:v>
                </c:pt>
                <c:pt idx="1388" c:formatCode="yyyy/mm/dd">
                  <c:v>44819</c:v>
                </c:pt>
                <c:pt idx="1389" c:formatCode="yyyy/mm/dd">
                  <c:v>44820</c:v>
                </c:pt>
                <c:pt idx="1390" c:formatCode="yyyy/mm/dd">
                  <c:v>44823</c:v>
                </c:pt>
                <c:pt idx="1391" c:formatCode="yyyy/mm/dd">
                  <c:v>44824</c:v>
                </c:pt>
                <c:pt idx="1392" c:formatCode="yyyy/mm/dd">
                  <c:v>44825</c:v>
                </c:pt>
                <c:pt idx="1393" c:formatCode="yyyy/mm/dd">
                  <c:v>44826</c:v>
                </c:pt>
                <c:pt idx="1394" c:formatCode="yyyy/mm/dd">
                  <c:v>44827</c:v>
                </c:pt>
                <c:pt idx="1395" c:formatCode="yyyy/mm/dd">
                  <c:v>44830</c:v>
                </c:pt>
                <c:pt idx="1396" c:formatCode="yyyy/mm/dd">
                  <c:v>44831</c:v>
                </c:pt>
                <c:pt idx="1397" c:formatCode="yyyy/mm/dd">
                  <c:v>44832</c:v>
                </c:pt>
                <c:pt idx="1398" c:formatCode="yyyy/mm/dd">
                  <c:v>44833</c:v>
                </c:pt>
                <c:pt idx="1399" c:formatCode="yyyy/mm/dd">
                  <c:v>44834</c:v>
                </c:pt>
                <c:pt idx="1400" c:formatCode="yyyy/mm/dd">
                  <c:v>44844</c:v>
                </c:pt>
                <c:pt idx="1401" c:formatCode="yyyy/mm/dd">
                  <c:v>44845</c:v>
                </c:pt>
                <c:pt idx="1402" c:formatCode="yyyy/mm/dd">
                  <c:v>44846</c:v>
                </c:pt>
                <c:pt idx="1403" c:formatCode="yyyy/mm/dd">
                  <c:v>44847</c:v>
                </c:pt>
                <c:pt idx="1404" c:formatCode="yyyy/mm/dd">
                  <c:v>44848</c:v>
                </c:pt>
                <c:pt idx="1405" c:formatCode="yyyy/mm/dd">
                  <c:v>44851</c:v>
                </c:pt>
                <c:pt idx="1406" c:formatCode="yyyy/mm/dd">
                  <c:v>44852</c:v>
                </c:pt>
                <c:pt idx="1407" c:formatCode="yyyy/mm/dd">
                  <c:v>44853</c:v>
                </c:pt>
                <c:pt idx="1408" c:formatCode="yyyy/mm/dd">
                  <c:v>44854</c:v>
                </c:pt>
                <c:pt idx="1409" c:formatCode="yyyy/mm/dd">
                  <c:v>44855</c:v>
                </c:pt>
                <c:pt idx="1410" c:formatCode="yyyy/mm/dd">
                  <c:v>44858</c:v>
                </c:pt>
                <c:pt idx="1411" c:formatCode="yyyy/mm/dd">
                  <c:v>44859</c:v>
                </c:pt>
                <c:pt idx="1412" c:formatCode="yyyy/mm/dd">
                  <c:v>44860</c:v>
                </c:pt>
                <c:pt idx="1413" c:formatCode="yyyy/mm/dd">
                  <c:v>44861</c:v>
                </c:pt>
                <c:pt idx="1414" c:formatCode="yyyy/mm/dd">
                  <c:v>44862</c:v>
                </c:pt>
                <c:pt idx="1415" c:formatCode="yyyy/mm/dd">
                  <c:v>44865</c:v>
                </c:pt>
                <c:pt idx="1416" c:formatCode="yyyy/mm/dd">
                  <c:v>44866</c:v>
                </c:pt>
                <c:pt idx="1417" c:formatCode="yyyy/mm/dd">
                  <c:v>44867</c:v>
                </c:pt>
                <c:pt idx="1418" c:formatCode="yyyy/mm/dd">
                  <c:v>44868</c:v>
                </c:pt>
                <c:pt idx="1419" c:formatCode="yyyy/mm/dd">
                  <c:v>44869</c:v>
                </c:pt>
                <c:pt idx="1420" c:formatCode="yyyy/mm/dd">
                  <c:v>44872</c:v>
                </c:pt>
                <c:pt idx="1421" c:formatCode="yyyy/mm/dd">
                  <c:v>44873</c:v>
                </c:pt>
                <c:pt idx="1422" c:formatCode="yyyy/mm/dd">
                  <c:v>44874</c:v>
                </c:pt>
                <c:pt idx="1423" c:formatCode="yyyy/mm/dd">
                  <c:v>44875</c:v>
                </c:pt>
                <c:pt idx="1424" c:formatCode="yyyy/mm/dd">
                  <c:v>44876</c:v>
                </c:pt>
                <c:pt idx="1425" c:formatCode="yyyy/mm/dd">
                  <c:v>44879</c:v>
                </c:pt>
                <c:pt idx="1426" c:formatCode="yyyy/mm/dd">
                  <c:v>44880</c:v>
                </c:pt>
                <c:pt idx="1427" c:formatCode="yyyy/mm/dd">
                  <c:v>44881</c:v>
                </c:pt>
                <c:pt idx="1428" c:formatCode="yyyy/mm/dd">
                  <c:v>44882</c:v>
                </c:pt>
                <c:pt idx="1429" c:formatCode="yyyy/mm/dd">
                  <c:v>44883</c:v>
                </c:pt>
                <c:pt idx="1430" c:formatCode="yyyy/mm/dd">
                  <c:v>44886</c:v>
                </c:pt>
                <c:pt idx="1431" c:formatCode="yyyy/mm/dd">
                  <c:v>44887</c:v>
                </c:pt>
                <c:pt idx="1432" c:formatCode="yyyy/mm/dd">
                  <c:v>44888</c:v>
                </c:pt>
                <c:pt idx="1433" c:formatCode="yyyy/mm/dd">
                  <c:v>44889</c:v>
                </c:pt>
                <c:pt idx="1434" c:formatCode="yyyy/mm/dd">
                  <c:v>44890</c:v>
                </c:pt>
                <c:pt idx="1435" c:formatCode="yyyy/mm/dd">
                  <c:v>44893</c:v>
                </c:pt>
                <c:pt idx="1436" c:formatCode="yyyy/mm/dd">
                  <c:v>44894</c:v>
                </c:pt>
                <c:pt idx="1437" c:formatCode="yyyy/mm/dd">
                  <c:v>44895</c:v>
                </c:pt>
                <c:pt idx="1438" c:formatCode="yyyy/mm/dd">
                  <c:v>44896</c:v>
                </c:pt>
                <c:pt idx="1439" c:formatCode="yyyy/mm/dd">
                  <c:v>44897</c:v>
                </c:pt>
                <c:pt idx="1440" c:formatCode="yyyy/mm/dd">
                  <c:v>44900</c:v>
                </c:pt>
                <c:pt idx="1441" c:formatCode="yyyy/mm/dd">
                  <c:v>44901</c:v>
                </c:pt>
                <c:pt idx="1442" c:formatCode="yyyy/mm/dd">
                  <c:v>44902</c:v>
                </c:pt>
                <c:pt idx="1443" c:formatCode="yyyy/mm/dd">
                  <c:v>44903</c:v>
                </c:pt>
                <c:pt idx="1444" c:formatCode="yyyy/mm/dd">
                  <c:v>44904</c:v>
                </c:pt>
                <c:pt idx="1445" c:formatCode="yyyy/mm/dd">
                  <c:v>44907</c:v>
                </c:pt>
                <c:pt idx="1446" c:formatCode="yyyy/mm/dd">
                  <c:v>44908</c:v>
                </c:pt>
                <c:pt idx="1447" c:formatCode="yyyy/mm/dd">
                  <c:v>44909</c:v>
                </c:pt>
                <c:pt idx="1448" c:formatCode="yyyy/mm/dd">
                  <c:v>44910</c:v>
                </c:pt>
                <c:pt idx="1449" c:formatCode="yyyy/mm/dd">
                  <c:v>44911</c:v>
                </c:pt>
                <c:pt idx="1450" c:formatCode="yyyy/mm/dd">
                  <c:v>44914</c:v>
                </c:pt>
                <c:pt idx="1451" c:formatCode="yyyy/mm/dd">
                  <c:v>44915</c:v>
                </c:pt>
                <c:pt idx="1452" c:formatCode="yyyy/mm/dd">
                  <c:v>44916</c:v>
                </c:pt>
                <c:pt idx="1453" c:formatCode="yyyy/mm/dd">
                  <c:v>44917</c:v>
                </c:pt>
                <c:pt idx="1454" c:formatCode="yyyy/mm/dd">
                  <c:v>44918</c:v>
                </c:pt>
                <c:pt idx="1455" c:formatCode="yyyy/mm/dd">
                  <c:v>44921</c:v>
                </c:pt>
                <c:pt idx="1456" c:formatCode="yyyy/mm/dd">
                  <c:v>44922</c:v>
                </c:pt>
                <c:pt idx="1457" c:formatCode="yyyy/mm/dd">
                  <c:v>44923</c:v>
                </c:pt>
                <c:pt idx="1458" c:formatCode="yyyy/mm/dd">
                  <c:v>44924</c:v>
                </c:pt>
                <c:pt idx="1459" c:formatCode="yyyy/mm/dd">
                  <c:v>44925</c:v>
                </c:pt>
                <c:pt idx="1460" c:formatCode="yyyy/mm/dd">
                  <c:v>44929</c:v>
                </c:pt>
                <c:pt idx="1461" c:formatCode="yyyy/mm/dd">
                  <c:v>44930</c:v>
                </c:pt>
                <c:pt idx="1462" c:formatCode="yyyy/mm/dd">
                  <c:v>44931</c:v>
                </c:pt>
                <c:pt idx="1463" c:formatCode="yyyy/mm/dd">
                  <c:v>44932</c:v>
                </c:pt>
                <c:pt idx="1464" c:formatCode="yyyy/mm/dd">
                  <c:v>44935</c:v>
                </c:pt>
                <c:pt idx="1465" c:formatCode="yyyy/mm/dd">
                  <c:v>44936</c:v>
                </c:pt>
                <c:pt idx="1466" c:formatCode="yyyy/mm/dd">
                  <c:v>44937</c:v>
                </c:pt>
                <c:pt idx="1467" c:formatCode="yyyy/mm/dd">
                  <c:v>44938</c:v>
                </c:pt>
                <c:pt idx="1468" c:formatCode="yyyy/mm/dd">
                  <c:v>44939</c:v>
                </c:pt>
                <c:pt idx="1469" c:formatCode="yyyy/mm/dd">
                  <c:v>44942</c:v>
                </c:pt>
                <c:pt idx="1470" c:formatCode="yyyy/mm/dd">
                  <c:v>44943</c:v>
                </c:pt>
                <c:pt idx="1471" c:formatCode="yyyy/mm/dd">
                  <c:v>44944</c:v>
                </c:pt>
                <c:pt idx="1472" c:formatCode="yyyy/mm/dd">
                  <c:v>44945</c:v>
                </c:pt>
                <c:pt idx="1473" c:formatCode="yyyy/mm/dd">
                  <c:v>44946</c:v>
                </c:pt>
                <c:pt idx="1474" c:formatCode="yyyy/mm/dd">
                  <c:v>44956</c:v>
                </c:pt>
                <c:pt idx="1475" c:formatCode="yyyy/mm/dd">
                  <c:v>44957</c:v>
                </c:pt>
                <c:pt idx="1476" c:formatCode="yyyy/mm/dd">
                  <c:v>44958</c:v>
                </c:pt>
                <c:pt idx="1477" c:formatCode="yyyy/mm/dd">
                  <c:v>44959</c:v>
                </c:pt>
                <c:pt idx="1478" c:formatCode="yyyy/mm/dd">
                  <c:v>44960</c:v>
                </c:pt>
                <c:pt idx="1479" c:formatCode="yyyy/mm/dd">
                  <c:v>44963</c:v>
                </c:pt>
                <c:pt idx="1480" c:formatCode="yyyy/mm/dd">
                  <c:v>44964</c:v>
                </c:pt>
                <c:pt idx="1481" c:formatCode="yyyy/mm/dd">
                  <c:v>44965</c:v>
                </c:pt>
                <c:pt idx="1482" c:formatCode="yyyy/mm/dd">
                  <c:v>44966</c:v>
                </c:pt>
                <c:pt idx="1483" c:formatCode="yyyy/mm/dd">
                  <c:v>44967</c:v>
                </c:pt>
                <c:pt idx="1484" c:formatCode="yyyy/mm/dd">
                  <c:v>44970</c:v>
                </c:pt>
                <c:pt idx="1485" c:formatCode="yyyy/mm/dd">
                  <c:v>44971</c:v>
                </c:pt>
                <c:pt idx="1486" c:formatCode="yyyy/mm/dd">
                  <c:v>44972</c:v>
                </c:pt>
                <c:pt idx="1487" c:formatCode="yyyy/mm/dd">
                  <c:v>44973</c:v>
                </c:pt>
                <c:pt idx="1488" c:formatCode="yyyy/mm/dd">
                  <c:v>44974</c:v>
                </c:pt>
                <c:pt idx="1489" c:formatCode="yyyy/mm/dd">
                  <c:v>44977</c:v>
                </c:pt>
                <c:pt idx="1490" c:formatCode="yyyy/mm/dd">
                  <c:v>44978</c:v>
                </c:pt>
                <c:pt idx="1491" c:formatCode="yyyy/mm/dd">
                  <c:v>44979</c:v>
                </c:pt>
                <c:pt idx="1492" c:formatCode="yyyy/mm/dd">
                  <c:v>44980</c:v>
                </c:pt>
                <c:pt idx="1493" c:formatCode="yyyy/mm/dd">
                  <c:v>44981</c:v>
                </c:pt>
                <c:pt idx="1494" c:formatCode="yyyy/mm/dd">
                  <c:v>44984</c:v>
                </c:pt>
                <c:pt idx="1495" c:formatCode="yyyy/mm/dd">
                  <c:v>44985</c:v>
                </c:pt>
                <c:pt idx="1496" c:formatCode="yyyy/mm/dd">
                  <c:v>44986</c:v>
                </c:pt>
                <c:pt idx="1497" c:formatCode="yyyy/mm/dd">
                  <c:v>44987</c:v>
                </c:pt>
                <c:pt idx="1498" c:formatCode="yyyy/mm/dd">
                  <c:v>44988</c:v>
                </c:pt>
                <c:pt idx="1499" c:formatCode="yyyy/mm/dd">
                  <c:v>44991</c:v>
                </c:pt>
                <c:pt idx="1500" c:formatCode="yyyy/mm/dd">
                  <c:v>44992</c:v>
                </c:pt>
                <c:pt idx="1501" c:formatCode="yyyy/mm/dd">
                  <c:v>44993</c:v>
                </c:pt>
                <c:pt idx="1502" c:formatCode="yyyy/mm/dd">
                  <c:v>44994</c:v>
                </c:pt>
                <c:pt idx="1503" c:formatCode="yyyy/mm/dd">
                  <c:v>44995</c:v>
                </c:pt>
                <c:pt idx="1504" c:formatCode="yyyy/mm/dd">
                  <c:v>44998</c:v>
                </c:pt>
                <c:pt idx="1505" c:formatCode="yyyy/mm/dd">
                  <c:v>44999</c:v>
                </c:pt>
                <c:pt idx="1506" c:formatCode="yyyy/mm/dd">
                  <c:v>45000</c:v>
                </c:pt>
                <c:pt idx="1507" c:formatCode="yyyy/mm/dd">
                  <c:v>45001</c:v>
                </c:pt>
                <c:pt idx="1508" c:formatCode="yyyy/mm/dd">
                  <c:v>45002</c:v>
                </c:pt>
                <c:pt idx="1509" c:formatCode="yyyy/mm/dd">
                  <c:v>45005</c:v>
                </c:pt>
                <c:pt idx="1510" c:formatCode="yyyy/mm/dd">
                  <c:v>45006</c:v>
                </c:pt>
                <c:pt idx="1511" c:formatCode="yyyy/mm/dd">
                  <c:v>45007</c:v>
                </c:pt>
                <c:pt idx="1512" c:formatCode="yyyy/mm/dd">
                  <c:v>45008</c:v>
                </c:pt>
                <c:pt idx="1513" c:formatCode="yyyy/mm/dd">
                  <c:v>45009</c:v>
                </c:pt>
                <c:pt idx="1514" c:formatCode="yyyy/mm/dd">
                  <c:v>45012</c:v>
                </c:pt>
                <c:pt idx="1515" c:formatCode="yyyy/mm/dd">
                  <c:v>45013</c:v>
                </c:pt>
                <c:pt idx="1516" c:formatCode="yyyy/mm/dd">
                  <c:v>45014</c:v>
                </c:pt>
                <c:pt idx="1517" c:formatCode="yyyy/mm/dd">
                  <c:v>45015</c:v>
                </c:pt>
                <c:pt idx="1518" c:formatCode="yyyy/mm/dd">
                  <c:v>45016</c:v>
                </c:pt>
                <c:pt idx="1519" c:formatCode="yyyy/mm/dd">
                  <c:v>45019</c:v>
                </c:pt>
                <c:pt idx="1520" c:formatCode="yyyy/mm/dd">
                  <c:v>45020</c:v>
                </c:pt>
                <c:pt idx="1521" c:formatCode="yyyy/mm/dd">
                  <c:v>45022</c:v>
                </c:pt>
                <c:pt idx="1522" c:formatCode="yyyy/mm/dd">
                  <c:v>45023</c:v>
                </c:pt>
                <c:pt idx="1523" c:formatCode="yyyy/mm/dd">
                  <c:v>45026</c:v>
                </c:pt>
                <c:pt idx="1524" c:formatCode="yyyy/mm/dd">
                  <c:v>45027</c:v>
                </c:pt>
                <c:pt idx="1525" c:formatCode="yyyy/mm/dd">
                  <c:v>45028</c:v>
                </c:pt>
                <c:pt idx="1526" c:formatCode="yyyy/mm/dd">
                  <c:v>45029</c:v>
                </c:pt>
                <c:pt idx="1527" c:formatCode="yyyy/mm/dd">
                  <c:v>45030</c:v>
                </c:pt>
                <c:pt idx="1528" c:formatCode="yyyy/mm/dd">
                  <c:v>45033</c:v>
                </c:pt>
                <c:pt idx="1529" c:formatCode="yyyy/mm/dd">
                  <c:v>45034</c:v>
                </c:pt>
                <c:pt idx="1530" c:formatCode="yyyy/mm/dd">
                  <c:v>45035</c:v>
                </c:pt>
                <c:pt idx="1531" c:formatCode="yyyy/mm/dd">
                  <c:v>45036</c:v>
                </c:pt>
                <c:pt idx="1532" c:formatCode="yyyy/mm/dd">
                  <c:v>45037</c:v>
                </c:pt>
                <c:pt idx="1533" c:formatCode="yyyy/mm/dd">
                  <c:v>45040</c:v>
                </c:pt>
                <c:pt idx="1534" c:formatCode="yyyy/mm/dd">
                  <c:v>45041</c:v>
                </c:pt>
                <c:pt idx="1535" c:formatCode="yyyy/mm/dd">
                  <c:v>45042</c:v>
                </c:pt>
                <c:pt idx="1536" c:formatCode="yyyy/mm/dd">
                  <c:v>45043</c:v>
                </c:pt>
                <c:pt idx="1537" c:formatCode="yyyy/mm/dd">
                  <c:v>45044</c:v>
                </c:pt>
                <c:pt idx="1538" c:formatCode="yyyy/mm/dd">
                  <c:v>45050</c:v>
                </c:pt>
                <c:pt idx="1539" c:formatCode="yyyy/mm/dd">
                  <c:v>45051</c:v>
                </c:pt>
                <c:pt idx="1540" c:formatCode="yyyy/mm/dd">
                  <c:v>45054</c:v>
                </c:pt>
                <c:pt idx="1541" c:formatCode="yyyy/mm/dd">
                  <c:v>45055</c:v>
                </c:pt>
                <c:pt idx="1542" c:formatCode="yyyy/mm/dd">
                  <c:v>45056</c:v>
                </c:pt>
                <c:pt idx="1543" c:formatCode="yyyy/mm/dd">
                  <c:v>45057</c:v>
                </c:pt>
                <c:pt idx="1544" c:formatCode="yyyy/mm/dd">
                  <c:v>45058</c:v>
                </c:pt>
                <c:pt idx="1545" c:formatCode="yyyy/mm/dd">
                  <c:v>45061</c:v>
                </c:pt>
                <c:pt idx="1546" c:formatCode="yyyy/mm/dd">
                  <c:v>45062</c:v>
                </c:pt>
                <c:pt idx="1547" c:formatCode="yyyy/mm/dd">
                  <c:v>45063</c:v>
                </c:pt>
                <c:pt idx="1548" c:formatCode="yyyy/mm/dd">
                  <c:v>45064</c:v>
                </c:pt>
                <c:pt idx="1549" c:formatCode="yyyy/mm/dd">
                  <c:v>45065</c:v>
                </c:pt>
                <c:pt idx="1550" c:formatCode="yyyy/mm/dd">
                  <c:v>45068</c:v>
                </c:pt>
                <c:pt idx="1551" c:formatCode="yyyy/mm/dd">
                  <c:v>45069</c:v>
                </c:pt>
                <c:pt idx="1552" c:formatCode="yyyy/mm/dd">
                  <c:v>45070</c:v>
                </c:pt>
                <c:pt idx="1553" c:formatCode="yyyy/mm/dd">
                  <c:v>45071</c:v>
                </c:pt>
                <c:pt idx="1554" c:formatCode="yyyy/mm/dd">
                  <c:v>45072</c:v>
                </c:pt>
                <c:pt idx="1555" c:formatCode="yyyy/mm/dd">
                  <c:v>45075</c:v>
                </c:pt>
                <c:pt idx="1556" c:formatCode="yyyy/mm/dd">
                  <c:v>45076</c:v>
                </c:pt>
                <c:pt idx="1557" c:formatCode="yyyy/mm/dd">
                  <c:v>45077</c:v>
                </c:pt>
                <c:pt idx="1558" c:formatCode="yyyy/mm/dd">
                  <c:v>45078</c:v>
                </c:pt>
                <c:pt idx="1559" c:formatCode="yyyy/mm/dd">
                  <c:v>45079</c:v>
                </c:pt>
                <c:pt idx="1560" c:formatCode="yyyy/mm/dd">
                  <c:v>45082</c:v>
                </c:pt>
                <c:pt idx="1561" c:formatCode="yyyy/mm/dd">
                  <c:v>45083</c:v>
                </c:pt>
                <c:pt idx="1562" c:formatCode="yyyy/mm/dd">
                  <c:v>45084</c:v>
                </c:pt>
                <c:pt idx="1563" c:formatCode="yyyy/mm/dd">
                  <c:v>45085</c:v>
                </c:pt>
                <c:pt idx="1564" c:formatCode="yyyy/mm/dd">
                  <c:v>45086</c:v>
                </c:pt>
                <c:pt idx="1565" c:formatCode="yyyy/mm/dd">
                  <c:v>45089</c:v>
                </c:pt>
                <c:pt idx="1566" c:formatCode="yyyy/mm/dd">
                  <c:v>45090</c:v>
                </c:pt>
                <c:pt idx="1567" c:formatCode="yyyy/mm/dd">
                  <c:v>45091</c:v>
                </c:pt>
                <c:pt idx="1568" c:formatCode="yyyy/mm/dd">
                  <c:v>45092</c:v>
                </c:pt>
                <c:pt idx="1569" c:formatCode="yyyy/mm/dd">
                  <c:v>45093</c:v>
                </c:pt>
                <c:pt idx="1570" c:formatCode="yyyy/mm/dd">
                  <c:v>45096</c:v>
                </c:pt>
                <c:pt idx="1571" c:formatCode="yyyy/mm/dd">
                  <c:v>45097</c:v>
                </c:pt>
                <c:pt idx="1572" c:formatCode="yyyy/mm/dd">
                  <c:v>45098</c:v>
                </c:pt>
                <c:pt idx="1573" c:formatCode="yyyy/mm/dd">
                  <c:v>45103</c:v>
                </c:pt>
                <c:pt idx="1574" c:formatCode="yyyy/mm/dd">
                  <c:v>45104</c:v>
                </c:pt>
                <c:pt idx="1575" c:formatCode="yyyy/mm/dd">
                  <c:v>45105</c:v>
                </c:pt>
                <c:pt idx="1576" c:formatCode="yyyy/mm/dd">
                  <c:v>45106</c:v>
                </c:pt>
                <c:pt idx="1577" c:formatCode="yyyy/mm/dd">
                  <c:v>45107</c:v>
                </c:pt>
                <c:pt idx="1578" c:formatCode="yyyy/mm/dd">
                  <c:v>45110</c:v>
                </c:pt>
                <c:pt idx="1579" c:formatCode="yyyy/mm/dd">
                  <c:v>45111</c:v>
                </c:pt>
                <c:pt idx="1580" c:formatCode="yyyy/mm/dd">
                  <c:v>45112</c:v>
                </c:pt>
                <c:pt idx="1581" c:formatCode="yyyy/mm/dd">
                  <c:v>45113</c:v>
                </c:pt>
                <c:pt idx="1582" c:formatCode="yyyy/mm/dd">
                  <c:v>45114</c:v>
                </c:pt>
                <c:pt idx="1583" c:formatCode="yyyy/mm/dd">
                  <c:v>45117</c:v>
                </c:pt>
                <c:pt idx="1584" c:formatCode="yyyy/mm/dd">
                  <c:v>45118</c:v>
                </c:pt>
                <c:pt idx="1585" c:formatCode="yyyy/mm/dd">
                  <c:v>45119</c:v>
                </c:pt>
                <c:pt idx="1586" c:formatCode="yyyy/mm/dd">
                  <c:v>45120</c:v>
                </c:pt>
                <c:pt idx="1587" c:formatCode="yyyy/mm/dd">
                  <c:v>45121</c:v>
                </c:pt>
                <c:pt idx="1588" c:formatCode="yyyy/mm/dd">
                  <c:v>45124</c:v>
                </c:pt>
                <c:pt idx="1589" c:formatCode="yyyy/mm/dd">
                  <c:v>45125</c:v>
                </c:pt>
                <c:pt idx="1590" c:formatCode="yyyy/mm/dd">
                  <c:v>45126</c:v>
                </c:pt>
                <c:pt idx="1591" c:formatCode="yyyy/mm/dd">
                  <c:v>45127</c:v>
                </c:pt>
                <c:pt idx="1592" c:formatCode="yyyy/mm/dd">
                  <c:v>45128</c:v>
                </c:pt>
                <c:pt idx="1593" c:formatCode="yyyy/mm/dd">
                  <c:v>45131</c:v>
                </c:pt>
                <c:pt idx="1594" c:formatCode="yyyy/mm/dd">
                  <c:v>45132</c:v>
                </c:pt>
                <c:pt idx="1595" c:formatCode="yyyy/mm/dd">
                  <c:v>45133</c:v>
                </c:pt>
                <c:pt idx="1596" c:formatCode="yyyy/mm/dd">
                  <c:v>45134</c:v>
                </c:pt>
                <c:pt idx="1597" c:formatCode="yyyy/mm/dd">
                  <c:v>45135</c:v>
                </c:pt>
                <c:pt idx="1598" c:formatCode="yyyy/mm/dd">
                  <c:v>45138</c:v>
                </c:pt>
                <c:pt idx="1599" c:formatCode="yyyy/mm/dd">
                  <c:v>45139</c:v>
                </c:pt>
                <c:pt idx="1600" c:formatCode="yyyy/mm/dd">
                  <c:v>45140</c:v>
                </c:pt>
                <c:pt idx="1601" c:formatCode="yyyy/mm/dd">
                  <c:v>45141</c:v>
                </c:pt>
                <c:pt idx="1602" c:formatCode="yyyy/mm/dd">
                  <c:v>45142</c:v>
                </c:pt>
                <c:pt idx="1603" c:formatCode="yyyy/mm/dd">
                  <c:v>45145</c:v>
                </c:pt>
                <c:pt idx="1604" c:formatCode="yyyy/mm/dd">
                  <c:v>45146</c:v>
                </c:pt>
                <c:pt idx="1605" c:formatCode="yyyy/mm/dd">
                  <c:v>45147</c:v>
                </c:pt>
                <c:pt idx="1606" c:formatCode="yyyy/mm/dd">
                  <c:v>45148</c:v>
                </c:pt>
                <c:pt idx="1607" c:formatCode="yyyy/mm/dd">
                  <c:v>45149</c:v>
                </c:pt>
                <c:pt idx="1608" c:formatCode="yyyy/mm/dd">
                  <c:v>45152</c:v>
                </c:pt>
                <c:pt idx="1609" c:formatCode="yyyy/mm/dd">
                  <c:v>45153</c:v>
                </c:pt>
                <c:pt idx="1610" c:formatCode="yyyy/mm/dd">
                  <c:v>45154</c:v>
                </c:pt>
                <c:pt idx="1611" c:formatCode="yyyy/mm/dd">
                  <c:v>45155</c:v>
                </c:pt>
                <c:pt idx="1612" c:formatCode="yyyy/mm/dd">
                  <c:v>45156</c:v>
                </c:pt>
                <c:pt idx="1613" c:formatCode="yyyy/mm/dd">
                  <c:v>45159</c:v>
                </c:pt>
                <c:pt idx="1614" c:formatCode="yyyy/mm/dd">
                  <c:v>45160</c:v>
                </c:pt>
                <c:pt idx="1615" c:formatCode="yyyy/mm/dd">
                  <c:v>45161</c:v>
                </c:pt>
                <c:pt idx="1616" c:formatCode="yyyy/mm/dd">
                  <c:v>45162</c:v>
                </c:pt>
                <c:pt idx="1617" c:formatCode="yyyy/mm/dd">
                  <c:v>45163</c:v>
                </c:pt>
                <c:pt idx="1618" c:formatCode="yyyy/mm/dd">
                  <c:v>45166</c:v>
                </c:pt>
                <c:pt idx="1619" c:formatCode="yyyy/mm/dd">
                  <c:v>45167</c:v>
                </c:pt>
                <c:pt idx="1620" c:formatCode="yyyy/mm/dd">
                  <c:v>45168</c:v>
                </c:pt>
                <c:pt idx="1621" c:formatCode="yyyy/mm/dd">
                  <c:v>45169</c:v>
                </c:pt>
                <c:pt idx="1622" c:formatCode="yyyy/mm/dd">
                  <c:v>45170</c:v>
                </c:pt>
                <c:pt idx="1623" c:formatCode="yyyy/mm/dd">
                  <c:v>45173</c:v>
                </c:pt>
                <c:pt idx="1624" c:formatCode="yyyy/mm/dd">
                  <c:v>45174</c:v>
                </c:pt>
                <c:pt idx="1625" c:formatCode="yyyy/mm/dd">
                  <c:v>45175</c:v>
                </c:pt>
                <c:pt idx="1626" c:formatCode="yyyy/mm/dd">
                  <c:v>45176</c:v>
                </c:pt>
                <c:pt idx="1627" c:formatCode="yyyy/mm/dd">
                  <c:v>45177</c:v>
                </c:pt>
                <c:pt idx="1628" c:formatCode="yyyy/mm/dd">
                  <c:v>45180</c:v>
                </c:pt>
                <c:pt idx="1629" c:formatCode="yyyy/mm/dd">
                  <c:v>45181</c:v>
                </c:pt>
                <c:pt idx="1630" c:formatCode="yyyy/mm/dd">
                  <c:v>45182</c:v>
                </c:pt>
                <c:pt idx="1631" c:formatCode="yyyy/mm/dd">
                  <c:v>45183</c:v>
                </c:pt>
                <c:pt idx="1632" c:formatCode="yyyy/mm/dd">
                  <c:v>45184</c:v>
                </c:pt>
                <c:pt idx="1633" c:formatCode="yyyy/mm/dd">
                  <c:v>45187</c:v>
                </c:pt>
                <c:pt idx="1634" c:formatCode="yyyy/mm/dd">
                  <c:v>45188</c:v>
                </c:pt>
                <c:pt idx="1635" c:formatCode="yyyy/mm/dd">
                  <c:v>45189</c:v>
                </c:pt>
                <c:pt idx="1636" c:formatCode="yyyy/mm/dd">
                  <c:v>45190</c:v>
                </c:pt>
                <c:pt idx="1637" c:formatCode="yyyy/mm/dd">
                  <c:v>45191</c:v>
                </c:pt>
                <c:pt idx="1638" c:formatCode="yyyy/mm/dd">
                  <c:v>45194</c:v>
                </c:pt>
                <c:pt idx="1639" c:formatCode="yyyy/mm/dd">
                  <c:v>45195</c:v>
                </c:pt>
                <c:pt idx="1640" c:formatCode="yyyy/mm/dd">
                  <c:v>45196</c:v>
                </c:pt>
                <c:pt idx="1641" c:formatCode="yyyy/mm/dd">
                  <c:v>45197</c:v>
                </c:pt>
                <c:pt idx="1642" c:formatCode="yyyy/mm/dd">
                  <c:v>45208</c:v>
                </c:pt>
                <c:pt idx="1643" c:formatCode="yyyy/mm/dd">
                  <c:v>45209</c:v>
                </c:pt>
                <c:pt idx="1644" c:formatCode="yyyy/mm/dd">
                  <c:v>45210</c:v>
                </c:pt>
                <c:pt idx="1645" c:formatCode="yyyy/mm/dd">
                  <c:v>45211</c:v>
                </c:pt>
                <c:pt idx="1646" c:formatCode="yyyy/mm/dd">
                  <c:v>45212</c:v>
                </c:pt>
                <c:pt idx="1647" c:formatCode="yyyy/mm/dd">
                  <c:v>45215</c:v>
                </c:pt>
                <c:pt idx="1648" c:formatCode="yyyy/mm/dd">
                  <c:v>45216</c:v>
                </c:pt>
                <c:pt idx="1649" c:formatCode="yyyy/mm/dd">
                  <c:v>45217</c:v>
                </c:pt>
                <c:pt idx="1650" c:formatCode="yyyy/mm/dd">
                  <c:v>45218</c:v>
                </c:pt>
                <c:pt idx="1651" c:formatCode="yyyy/mm/dd">
                  <c:v>45219</c:v>
                </c:pt>
                <c:pt idx="1652" c:formatCode="yyyy/mm/dd">
                  <c:v>45222</c:v>
                </c:pt>
                <c:pt idx="1653" c:formatCode="yyyy/mm/dd">
                  <c:v>45223</c:v>
                </c:pt>
                <c:pt idx="1654" c:formatCode="yyyy/mm/dd">
                  <c:v>45224</c:v>
                </c:pt>
                <c:pt idx="1655" c:formatCode="yyyy/mm/dd">
                  <c:v>45225</c:v>
                </c:pt>
                <c:pt idx="1656" c:formatCode="yyyy/mm/dd">
                  <c:v>45226</c:v>
                </c:pt>
                <c:pt idx="1657" c:formatCode="yyyy/mm/dd">
                  <c:v>45229</c:v>
                </c:pt>
                <c:pt idx="1658" c:formatCode="yyyy/mm/dd">
                  <c:v>45230</c:v>
                </c:pt>
                <c:pt idx="1659" c:formatCode="yyyy/mm/dd">
                  <c:v>45231</c:v>
                </c:pt>
                <c:pt idx="1660" c:formatCode="yyyy/mm/dd">
                  <c:v>45232</c:v>
                </c:pt>
                <c:pt idx="1661" c:formatCode="yyyy/mm/dd">
                  <c:v>45233</c:v>
                </c:pt>
                <c:pt idx="1662" c:formatCode="yyyy/mm/dd">
                  <c:v>45236</c:v>
                </c:pt>
                <c:pt idx="1663" c:formatCode="yyyy/mm/dd">
                  <c:v>45237</c:v>
                </c:pt>
                <c:pt idx="1664" c:formatCode="yyyy/mm/dd">
                  <c:v>45238</c:v>
                </c:pt>
                <c:pt idx="1665" c:formatCode="yyyy/mm/dd">
                  <c:v>45239</c:v>
                </c:pt>
                <c:pt idx="1666" c:formatCode="yyyy/mm/dd">
                  <c:v>45240</c:v>
                </c:pt>
                <c:pt idx="1667" c:formatCode="yyyy/mm/dd">
                  <c:v>45243</c:v>
                </c:pt>
                <c:pt idx="1668" c:formatCode="yyyy/mm/dd">
                  <c:v>45244</c:v>
                </c:pt>
                <c:pt idx="1669" c:formatCode="yyyy/mm/dd">
                  <c:v>45245</c:v>
                </c:pt>
                <c:pt idx="1670" c:formatCode="yyyy/mm/dd">
                  <c:v>45246</c:v>
                </c:pt>
                <c:pt idx="1671" c:formatCode="yyyy/mm/dd">
                  <c:v>45247</c:v>
                </c:pt>
                <c:pt idx="1672" c:formatCode="yyyy/mm/dd">
                  <c:v>45250</c:v>
                </c:pt>
                <c:pt idx="1673" c:formatCode="yyyy/mm/dd">
                  <c:v>45251</c:v>
                </c:pt>
                <c:pt idx="1674" c:formatCode="yyyy/mm/dd">
                  <c:v>45252</c:v>
                </c:pt>
                <c:pt idx="1675" c:formatCode="yyyy/mm/dd">
                  <c:v>45253</c:v>
                </c:pt>
                <c:pt idx="1676" c:formatCode="yyyy/mm/dd">
                  <c:v>45254</c:v>
                </c:pt>
                <c:pt idx="1677" c:formatCode="yyyy/mm/dd">
                  <c:v>45257</c:v>
                </c:pt>
                <c:pt idx="1678" c:formatCode="yyyy/mm/dd">
                  <c:v>45258</c:v>
                </c:pt>
                <c:pt idx="1679" c:formatCode="yyyy/mm/dd">
                  <c:v>45259</c:v>
                </c:pt>
                <c:pt idx="1680" c:formatCode="yyyy/mm/dd">
                  <c:v>45260</c:v>
                </c:pt>
                <c:pt idx="1681" c:formatCode="yyyy/mm/dd">
                  <c:v>45261</c:v>
                </c:pt>
                <c:pt idx="1682" c:formatCode="yyyy/mm/dd">
                  <c:v>45264</c:v>
                </c:pt>
                <c:pt idx="1683" c:formatCode="yyyy/mm/dd">
                  <c:v>45265</c:v>
                </c:pt>
                <c:pt idx="1684" c:formatCode="yyyy/mm/dd">
                  <c:v>45266</c:v>
                </c:pt>
                <c:pt idx="1685" c:formatCode="yyyy/mm/dd">
                  <c:v>45267</c:v>
                </c:pt>
                <c:pt idx="1686" c:formatCode="yyyy/mm/dd">
                  <c:v>45268</c:v>
                </c:pt>
                <c:pt idx="1687" c:formatCode="yyyy/mm/dd">
                  <c:v>45271</c:v>
                </c:pt>
                <c:pt idx="1688" c:formatCode="yyyy/mm/dd">
                  <c:v>45272</c:v>
                </c:pt>
                <c:pt idx="1689" c:formatCode="yyyy/mm/dd">
                  <c:v>45273</c:v>
                </c:pt>
                <c:pt idx="1690" c:formatCode="yyyy/mm/dd">
                  <c:v>45274</c:v>
                </c:pt>
                <c:pt idx="1691" c:formatCode="yyyy/mm/dd">
                  <c:v>45275</c:v>
                </c:pt>
                <c:pt idx="1692" c:formatCode="yyyy/mm/dd">
                  <c:v>45278</c:v>
                </c:pt>
                <c:pt idx="1693" c:formatCode="yyyy/mm/dd">
                  <c:v>45279</c:v>
                </c:pt>
                <c:pt idx="1694" c:formatCode="yyyy/mm/dd">
                  <c:v>45280</c:v>
                </c:pt>
                <c:pt idx="1695" c:formatCode="yyyy/mm/dd">
                  <c:v>45281</c:v>
                </c:pt>
                <c:pt idx="1696" c:formatCode="yyyy/mm/dd">
                  <c:v>45282</c:v>
                </c:pt>
                <c:pt idx="1697" c:formatCode="yyyy/mm/dd">
                  <c:v>45285</c:v>
                </c:pt>
                <c:pt idx="1698" c:formatCode="yyyy/mm/dd">
                  <c:v>45286</c:v>
                </c:pt>
                <c:pt idx="1699" c:formatCode="yyyy/mm/dd">
                  <c:v>45287</c:v>
                </c:pt>
                <c:pt idx="1700" c:formatCode="yyyy/mm/dd">
                  <c:v>45288</c:v>
                </c:pt>
                <c:pt idx="1701" c:formatCode="yyyy/mm/dd">
                  <c:v>45289</c:v>
                </c:pt>
                <c:pt idx="1702" c:formatCode="yyyy/mm/dd">
                  <c:v>45293</c:v>
                </c:pt>
                <c:pt idx="1703" c:formatCode="yyyy/mm/dd">
                  <c:v>45294</c:v>
                </c:pt>
                <c:pt idx="1704" c:formatCode="yyyy/mm/dd">
                  <c:v>45295</c:v>
                </c:pt>
                <c:pt idx="1705" c:formatCode="yyyy/mm/dd">
                  <c:v>45296</c:v>
                </c:pt>
                <c:pt idx="1706" c:formatCode="yyyy/mm/dd">
                  <c:v>45299</c:v>
                </c:pt>
                <c:pt idx="1707" c:formatCode="yyyy/mm/dd">
                  <c:v>45300</c:v>
                </c:pt>
                <c:pt idx="1708" c:formatCode="yyyy/mm/dd">
                  <c:v>45301</c:v>
                </c:pt>
                <c:pt idx="1709" c:formatCode="yyyy/mm/dd">
                  <c:v>45302</c:v>
                </c:pt>
                <c:pt idx="1710" c:formatCode="yyyy/mm/dd">
                  <c:v>45303</c:v>
                </c:pt>
                <c:pt idx="1711" c:formatCode="yyyy/mm/dd">
                  <c:v>45306</c:v>
                </c:pt>
                <c:pt idx="1712" c:formatCode="yyyy/mm/dd">
                  <c:v>45307</c:v>
                </c:pt>
                <c:pt idx="1713" c:formatCode="yyyy/mm/dd">
                  <c:v>45308</c:v>
                </c:pt>
                <c:pt idx="1714" c:formatCode="yyyy/mm/dd">
                  <c:v>45309</c:v>
                </c:pt>
                <c:pt idx="1715" c:formatCode="yyyy/mm/dd">
                  <c:v>45310</c:v>
                </c:pt>
                <c:pt idx="1716" c:formatCode="yyyy/mm/dd">
                  <c:v>45313</c:v>
                </c:pt>
                <c:pt idx="1717" c:formatCode="yyyy/mm/dd">
                  <c:v>45314</c:v>
                </c:pt>
                <c:pt idx="1718" c:formatCode="yyyy/mm/dd">
                  <c:v>45315</c:v>
                </c:pt>
                <c:pt idx="1719" c:formatCode="yyyy/mm/dd">
                  <c:v>45316</c:v>
                </c:pt>
                <c:pt idx="1720" c:formatCode="yyyy/mm/dd">
                  <c:v>45317</c:v>
                </c:pt>
                <c:pt idx="1721" c:formatCode="yyyy/mm/dd">
                  <c:v>45320</c:v>
                </c:pt>
                <c:pt idx="1722" c:formatCode="yyyy/mm/dd">
                  <c:v>45321</c:v>
                </c:pt>
                <c:pt idx="1723" c:formatCode="yyyy/mm/dd">
                  <c:v>45322</c:v>
                </c:pt>
                <c:pt idx="1724" c:formatCode="yyyy/mm/dd">
                  <c:v>45323</c:v>
                </c:pt>
                <c:pt idx="1725" c:formatCode="yyyy/mm/dd">
                  <c:v>45324</c:v>
                </c:pt>
                <c:pt idx="1726" c:formatCode="yyyy/mm/dd">
                  <c:v>45327</c:v>
                </c:pt>
                <c:pt idx="1727" c:formatCode="yyyy/mm/dd">
                  <c:v>45328</c:v>
                </c:pt>
                <c:pt idx="1728" c:formatCode="yyyy/mm/dd">
                  <c:v>45329</c:v>
                </c:pt>
                <c:pt idx="1729" c:formatCode="yyyy/mm/dd">
                  <c:v>45330</c:v>
                </c:pt>
                <c:pt idx="1730" c:formatCode="yyyy/mm/dd">
                  <c:v>45341</c:v>
                </c:pt>
                <c:pt idx="1731" c:formatCode="yyyy/mm/dd">
                  <c:v>45342</c:v>
                </c:pt>
                <c:pt idx="1732" c:formatCode="yyyy/mm/dd">
                  <c:v>45343</c:v>
                </c:pt>
                <c:pt idx="1733" c:formatCode="yyyy/mm/dd">
                  <c:v>45344</c:v>
                </c:pt>
                <c:pt idx="1734" c:formatCode="yyyy/mm/dd">
                  <c:v>45345</c:v>
                </c:pt>
                <c:pt idx="1735" c:formatCode="yyyy/mm/dd">
                  <c:v>45348</c:v>
                </c:pt>
                <c:pt idx="1736" c:formatCode="yyyy/mm/dd">
                  <c:v>45349</c:v>
                </c:pt>
                <c:pt idx="1737" c:formatCode="yyyy/mm/dd">
                  <c:v>45350</c:v>
                </c:pt>
                <c:pt idx="1738" c:formatCode="yyyy/mm/dd">
                  <c:v>45351</c:v>
                </c:pt>
                <c:pt idx="1739" c:formatCode="yyyy/mm/dd">
                  <c:v>45352</c:v>
                </c:pt>
                <c:pt idx="1740" c:formatCode="yyyy/mm/dd">
                  <c:v>45355</c:v>
                </c:pt>
                <c:pt idx="1741" c:formatCode="yyyy/mm/dd">
                  <c:v>45356</c:v>
                </c:pt>
                <c:pt idx="1742" c:formatCode="yyyy/mm/dd">
                  <c:v>45357</c:v>
                </c:pt>
                <c:pt idx="1743" c:formatCode="yyyy/mm/dd">
                  <c:v>45358</c:v>
                </c:pt>
                <c:pt idx="1744" c:formatCode="yyyy/mm/dd">
                  <c:v>45359</c:v>
                </c:pt>
                <c:pt idx="1745" c:formatCode="yyyy/mm/dd">
                  <c:v>45362</c:v>
                </c:pt>
                <c:pt idx="1746" c:formatCode="yyyy/mm/dd">
                  <c:v>45363</c:v>
                </c:pt>
                <c:pt idx="1747" c:formatCode="yyyy/mm/dd">
                  <c:v>45364</c:v>
                </c:pt>
                <c:pt idx="1748" c:formatCode="yyyy/mm/dd">
                  <c:v>45365</c:v>
                </c:pt>
                <c:pt idx="1749" c:formatCode="yyyy/mm/dd">
                  <c:v>45366</c:v>
                </c:pt>
                <c:pt idx="1750" c:formatCode="yyyy/mm/dd">
                  <c:v>45369</c:v>
                </c:pt>
                <c:pt idx="1751" c:formatCode="yyyy/mm/dd">
                  <c:v>45370</c:v>
                </c:pt>
                <c:pt idx="1752" c:formatCode="yyyy/mm/dd">
                  <c:v>45371</c:v>
                </c:pt>
                <c:pt idx="1753" c:formatCode="yyyy/mm/dd">
                  <c:v>45372</c:v>
                </c:pt>
                <c:pt idx="1754" c:formatCode="yyyy/mm/dd">
                  <c:v>45373</c:v>
                </c:pt>
                <c:pt idx="1755" c:formatCode="yyyy/mm/dd">
                  <c:v>45376</c:v>
                </c:pt>
                <c:pt idx="1756" c:formatCode="yyyy/mm/dd">
                  <c:v>45377</c:v>
                </c:pt>
                <c:pt idx="1757" c:formatCode="yyyy/mm/dd">
                  <c:v>45378</c:v>
                </c:pt>
                <c:pt idx="1758" c:formatCode="yyyy/mm/dd">
                  <c:v>45379</c:v>
                </c:pt>
                <c:pt idx="1759" c:formatCode="yyyy/mm/dd">
                  <c:v>45380</c:v>
                </c:pt>
                <c:pt idx="1760" c:formatCode="yyyy/mm/dd">
                  <c:v>45383</c:v>
                </c:pt>
                <c:pt idx="1761" c:formatCode="yyyy/mm/dd">
                  <c:v>45384</c:v>
                </c:pt>
                <c:pt idx="1762" c:formatCode="yyyy/mm/dd">
                  <c:v>45385</c:v>
                </c:pt>
                <c:pt idx="1763" c:formatCode="yyyy/mm/dd">
                  <c:v>45390</c:v>
                </c:pt>
                <c:pt idx="1764" c:formatCode="yyyy/mm/dd">
                  <c:v>45391</c:v>
                </c:pt>
                <c:pt idx="1765" c:formatCode="yyyy/mm/dd">
                  <c:v>45392</c:v>
                </c:pt>
                <c:pt idx="1766" c:formatCode="yyyy/mm/dd">
                  <c:v>45393</c:v>
                </c:pt>
                <c:pt idx="1767" c:formatCode="yyyy/mm/dd">
                  <c:v>45394</c:v>
                </c:pt>
                <c:pt idx="1768" c:formatCode="yyyy/mm/dd">
                  <c:v>45397</c:v>
                </c:pt>
                <c:pt idx="1769" c:formatCode="yyyy/mm/dd">
                  <c:v>45398</c:v>
                </c:pt>
                <c:pt idx="1770" c:formatCode="yyyy/mm/dd">
                  <c:v>45399</c:v>
                </c:pt>
                <c:pt idx="1771" c:formatCode="yyyy/mm/dd">
                  <c:v>45400</c:v>
                </c:pt>
                <c:pt idx="1772" c:formatCode="yyyy/mm/dd">
                  <c:v>45401</c:v>
                </c:pt>
                <c:pt idx="1773" c:formatCode="yyyy/mm/dd">
                  <c:v>45404</c:v>
                </c:pt>
                <c:pt idx="1774" c:formatCode="yyyy/mm/dd">
                  <c:v>45405</c:v>
                </c:pt>
                <c:pt idx="1775" c:formatCode="yyyy/mm/dd">
                  <c:v>45406</c:v>
                </c:pt>
                <c:pt idx="1776" c:formatCode="yyyy/mm/dd">
                  <c:v>45407</c:v>
                </c:pt>
                <c:pt idx="1777" c:formatCode="yyyy/mm/dd">
                  <c:v>45408</c:v>
                </c:pt>
                <c:pt idx="1778" c:formatCode="yyyy/mm/dd">
                  <c:v>45411</c:v>
                </c:pt>
                <c:pt idx="1779" c:formatCode="yyyy/mm/dd">
                  <c:v>45412</c:v>
                </c:pt>
                <c:pt idx="1780" c:formatCode="yyyy/mm/dd">
                  <c:v>45418</c:v>
                </c:pt>
                <c:pt idx="1781" c:formatCode="yyyy/mm/dd">
                  <c:v>45419</c:v>
                </c:pt>
                <c:pt idx="1782" c:formatCode="yyyy/mm/dd">
                  <c:v>45420</c:v>
                </c:pt>
                <c:pt idx="1783" c:formatCode="yyyy/mm/dd">
                  <c:v>45421</c:v>
                </c:pt>
                <c:pt idx="1784" c:formatCode="yyyy/mm/dd">
                  <c:v>45422</c:v>
                </c:pt>
                <c:pt idx="1785" c:formatCode="yyyy/mm/dd">
                  <c:v>45425</c:v>
                </c:pt>
                <c:pt idx="1786" c:formatCode="yyyy/mm/dd">
                  <c:v>45426</c:v>
                </c:pt>
                <c:pt idx="1787" c:formatCode="yyyy/mm/dd">
                  <c:v>45427</c:v>
                </c:pt>
                <c:pt idx="1788" c:formatCode="yyyy/mm/dd">
                  <c:v>45428</c:v>
                </c:pt>
                <c:pt idx="1789" c:formatCode="yyyy/mm/dd">
                  <c:v>45429</c:v>
                </c:pt>
                <c:pt idx="1790" c:formatCode="yyyy/mm/dd">
                  <c:v>45432</c:v>
                </c:pt>
                <c:pt idx="1791" c:formatCode="yyyy/mm/dd">
                  <c:v>45433</c:v>
                </c:pt>
                <c:pt idx="1792" c:formatCode="yyyy/mm/dd">
                  <c:v>45434</c:v>
                </c:pt>
                <c:pt idx="1793" c:formatCode="yyyy/mm/dd">
                  <c:v>45435</c:v>
                </c:pt>
                <c:pt idx="1794" c:formatCode="yyyy/mm/dd">
                  <c:v>45436</c:v>
                </c:pt>
                <c:pt idx="1795" c:formatCode="yyyy/mm/dd">
                  <c:v>45439</c:v>
                </c:pt>
                <c:pt idx="1796" c:formatCode="yyyy/mm/dd">
                  <c:v>45440</c:v>
                </c:pt>
                <c:pt idx="1797" c:formatCode="yyyy/mm/dd">
                  <c:v>45441</c:v>
                </c:pt>
                <c:pt idx="1798" c:formatCode="yyyy/mm/dd">
                  <c:v>45442</c:v>
                </c:pt>
                <c:pt idx="1799" c:formatCode="yyyy/mm/dd">
                  <c:v>45443</c:v>
                </c:pt>
                <c:pt idx="1800" c:formatCode="yyyy/mm/dd">
                  <c:v>45446</c:v>
                </c:pt>
                <c:pt idx="1801" c:formatCode="yyyy/mm/dd">
                  <c:v>45447</c:v>
                </c:pt>
                <c:pt idx="1802" c:formatCode="yyyy/mm/dd">
                  <c:v>45448</c:v>
                </c:pt>
                <c:pt idx="1803" c:formatCode="yyyy/mm/dd">
                  <c:v>45449</c:v>
                </c:pt>
                <c:pt idx="1804" c:formatCode="yyyy/mm/dd">
                  <c:v>45450</c:v>
                </c:pt>
                <c:pt idx="1805" c:formatCode="yyyy/mm/dd">
                  <c:v>45454</c:v>
                </c:pt>
                <c:pt idx="1806" c:formatCode="yyyy/mm/dd">
                  <c:v>45455</c:v>
                </c:pt>
                <c:pt idx="1807" c:formatCode="yyyy/mm/dd">
                  <c:v>45456</c:v>
                </c:pt>
                <c:pt idx="1808" c:formatCode="yyyy/mm/dd">
                  <c:v>45457</c:v>
                </c:pt>
                <c:pt idx="1809" c:formatCode="yyyy/mm/dd">
                  <c:v>45460</c:v>
                </c:pt>
                <c:pt idx="1810" c:formatCode="yyyy/mm/dd">
                  <c:v>45461</c:v>
                </c:pt>
                <c:pt idx="1811" c:formatCode="yyyy/mm/dd">
                  <c:v>45462</c:v>
                </c:pt>
                <c:pt idx="1812" c:formatCode="yyyy/mm/dd">
                  <c:v>45463</c:v>
                </c:pt>
                <c:pt idx="1813" c:formatCode="yyyy/mm/dd">
                  <c:v>45464</c:v>
                </c:pt>
                <c:pt idx="1814" c:formatCode="yyyy/mm/dd">
                  <c:v>45467</c:v>
                </c:pt>
                <c:pt idx="1815" c:formatCode="yyyy/mm/dd">
                  <c:v>45468</c:v>
                </c:pt>
                <c:pt idx="1816" c:formatCode="yyyy/mm/dd">
                  <c:v>45469</c:v>
                </c:pt>
                <c:pt idx="1817" c:formatCode="yyyy/mm/dd">
                  <c:v>45470</c:v>
                </c:pt>
                <c:pt idx="1818" c:formatCode="yyyy/mm/dd">
                  <c:v>45471</c:v>
                </c:pt>
                <c:pt idx="1819" c:formatCode="yyyy/mm/dd">
                  <c:v>45474</c:v>
                </c:pt>
                <c:pt idx="1820" c:formatCode="yyyy/mm/dd">
                  <c:v>45475</c:v>
                </c:pt>
                <c:pt idx="1821" c:formatCode="yyyy/mm/dd">
                  <c:v>45476</c:v>
                </c:pt>
                <c:pt idx="1822" c:formatCode="yyyy/mm/dd">
                  <c:v>45477</c:v>
                </c:pt>
                <c:pt idx="1823" c:formatCode="yyyy/mm/dd">
                  <c:v>45478</c:v>
                </c:pt>
                <c:pt idx="1824" c:formatCode="yyyy/mm/dd">
                  <c:v>45481</c:v>
                </c:pt>
                <c:pt idx="1825" c:formatCode="yyyy/mm/dd">
                  <c:v>45482</c:v>
                </c:pt>
                <c:pt idx="1826" c:formatCode="yyyy/mm/dd">
                  <c:v>45483</c:v>
                </c:pt>
                <c:pt idx="1827" c:formatCode="yyyy/mm/dd">
                  <c:v>45484</c:v>
                </c:pt>
                <c:pt idx="1828" c:formatCode="yyyy/mm/dd">
                  <c:v>45485</c:v>
                </c:pt>
                <c:pt idx="1829" c:formatCode="yyyy/mm/dd">
                  <c:v>45488</c:v>
                </c:pt>
                <c:pt idx="1830" c:formatCode="yyyy/mm/dd">
                  <c:v>45489</c:v>
                </c:pt>
                <c:pt idx="1831" c:formatCode="yyyy/mm/dd">
                  <c:v>45490</c:v>
                </c:pt>
                <c:pt idx="1832" c:formatCode="yyyy/mm/dd">
                  <c:v>45491</c:v>
                </c:pt>
                <c:pt idx="1833" c:formatCode="yyyy/mm/dd">
                  <c:v>45492</c:v>
                </c:pt>
                <c:pt idx="1834" c:formatCode="yyyy/mm/dd">
                  <c:v>45495</c:v>
                </c:pt>
                <c:pt idx="1835" c:formatCode="yyyy/mm/dd">
                  <c:v>45496</c:v>
                </c:pt>
                <c:pt idx="1836" c:formatCode="yyyy/mm/dd">
                  <c:v>45497</c:v>
                </c:pt>
                <c:pt idx="1837" c:formatCode="yyyy/mm/dd">
                  <c:v>45498</c:v>
                </c:pt>
                <c:pt idx="1838" c:formatCode="yyyy/mm/dd">
                  <c:v>45499</c:v>
                </c:pt>
                <c:pt idx="1839" c:formatCode="yyyy/mm/dd">
                  <c:v>45502</c:v>
                </c:pt>
                <c:pt idx="1840" c:formatCode="yyyy/mm/dd">
                  <c:v>45503</c:v>
                </c:pt>
                <c:pt idx="1841" c:formatCode="yyyy/mm/dd">
                  <c:v>45504</c:v>
                </c:pt>
                <c:pt idx="1842" c:formatCode="yyyy/mm/dd">
                  <c:v>45505</c:v>
                </c:pt>
                <c:pt idx="1843" c:formatCode="yyyy/mm/dd">
                  <c:v>45506</c:v>
                </c:pt>
                <c:pt idx="1844" c:formatCode="yyyy/mm/dd">
                  <c:v>45509</c:v>
                </c:pt>
                <c:pt idx="1845" c:formatCode="yyyy/mm/dd">
                  <c:v>45510</c:v>
                </c:pt>
                <c:pt idx="1846" c:formatCode="yyyy/mm/dd">
                  <c:v>45511</c:v>
                </c:pt>
                <c:pt idx="1847" c:formatCode="yyyy/mm/dd">
                  <c:v>45512</c:v>
                </c:pt>
                <c:pt idx="1848" c:formatCode="yyyy/mm/dd">
                  <c:v>45513</c:v>
                </c:pt>
                <c:pt idx="1849" c:formatCode="yyyy/mm/dd">
                  <c:v>45516</c:v>
                </c:pt>
                <c:pt idx="1850" c:formatCode="yyyy/mm/dd">
                  <c:v>45517</c:v>
                </c:pt>
                <c:pt idx="1851" c:formatCode="yyyy/mm/dd">
                  <c:v>45518</c:v>
                </c:pt>
                <c:pt idx="1852" c:formatCode="yyyy/mm/dd">
                  <c:v>45519</c:v>
                </c:pt>
                <c:pt idx="1853" c:formatCode="yyyy/mm/dd">
                  <c:v>45520</c:v>
                </c:pt>
                <c:pt idx="1854" c:formatCode="yyyy/mm/dd">
                  <c:v>45523</c:v>
                </c:pt>
                <c:pt idx="1855" c:formatCode="yyyy/mm/dd">
                  <c:v>45524</c:v>
                </c:pt>
                <c:pt idx="1856" c:formatCode="yyyy/mm/dd">
                  <c:v>45525</c:v>
                </c:pt>
                <c:pt idx="1857" c:formatCode="yyyy/mm/dd">
                  <c:v>45526</c:v>
                </c:pt>
                <c:pt idx="1858" c:formatCode="yyyy/mm/dd">
                  <c:v>45527</c:v>
                </c:pt>
                <c:pt idx="1859" c:formatCode="yyyy/mm/dd">
                  <c:v>45530</c:v>
                </c:pt>
                <c:pt idx="1860" c:formatCode="yyyy/mm/dd">
                  <c:v>45531</c:v>
                </c:pt>
                <c:pt idx="1861" c:formatCode="yyyy/mm/dd">
                  <c:v>45532</c:v>
                </c:pt>
                <c:pt idx="1862" c:formatCode="yyyy/mm/dd">
                  <c:v>45533</c:v>
                </c:pt>
                <c:pt idx="1863" c:formatCode="yyyy/mm/dd">
                  <c:v>45534</c:v>
                </c:pt>
                <c:pt idx="1864" c:formatCode="yyyy/mm/dd">
                  <c:v>45537</c:v>
                </c:pt>
                <c:pt idx="1865" c:formatCode="yyyy/mm/dd">
                  <c:v>45538</c:v>
                </c:pt>
                <c:pt idx="1866" c:formatCode="yyyy/mm/dd">
                  <c:v>45539</c:v>
                </c:pt>
                <c:pt idx="1867" c:formatCode="yyyy/mm/dd">
                  <c:v>45540</c:v>
                </c:pt>
                <c:pt idx="1868" c:formatCode="yyyy/mm/dd">
                  <c:v>45541</c:v>
                </c:pt>
                <c:pt idx="1869" c:formatCode="yyyy/mm/dd">
                  <c:v>45544</c:v>
                </c:pt>
                <c:pt idx="1870" c:formatCode="yyyy/mm/dd">
                  <c:v>45545</c:v>
                </c:pt>
                <c:pt idx="1871" c:formatCode="yyyy/mm/dd">
                  <c:v>45546</c:v>
                </c:pt>
                <c:pt idx="1872" c:formatCode="yyyy/mm/dd">
                  <c:v>45547</c:v>
                </c:pt>
                <c:pt idx="1873" c:formatCode="yyyy/mm/dd">
                  <c:v>45548</c:v>
                </c:pt>
                <c:pt idx="1874" c:formatCode="yyyy/mm/dd">
                  <c:v>45553</c:v>
                </c:pt>
                <c:pt idx="1875" c:formatCode="yyyy/mm/dd">
                  <c:v>45554</c:v>
                </c:pt>
                <c:pt idx="1876" c:formatCode="yyyy/mm/dd">
                  <c:v>45555</c:v>
                </c:pt>
                <c:pt idx="1877" c:formatCode="yyyy/mm/dd">
                  <c:v>45558</c:v>
                </c:pt>
                <c:pt idx="1878" c:formatCode="yyyy/mm/dd">
                  <c:v>45559</c:v>
                </c:pt>
                <c:pt idx="1879" c:formatCode="yyyy/mm/dd">
                  <c:v>45560</c:v>
                </c:pt>
                <c:pt idx="1880" c:formatCode="yyyy/mm/dd">
                  <c:v>45561</c:v>
                </c:pt>
                <c:pt idx="1881" c:formatCode="yyyy/mm/dd">
                  <c:v>45562</c:v>
                </c:pt>
                <c:pt idx="1882" c:formatCode="yyyy/mm/dd">
                  <c:v>45565</c:v>
                </c:pt>
                <c:pt idx="1883" c:formatCode="yyyy/mm/dd">
                  <c:v>45573</c:v>
                </c:pt>
                <c:pt idx="1884" c:formatCode="yyyy/mm/dd">
                  <c:v>45574</c:v>
                </c:pt>
                <c:pt idx="1885" c:formatCode="yyyy/mm/dd">
                  <c:v>45575</c:v>
                </c:pt>
                <c:pt idx="1886" c:formatCode="yyyy/mm/dd">
                  <c:v>45576</c:v>
                </c:pt>
                <c:pt idx="1887" c:formatCode="yyyy/mm/dd">
                  <c:v>45579</c:v>
                </c:pt>
                <c:pt idx="1888" c:formatCode="yyyy/mm/dd">
                  <c:v>45580</c:v>
                </c:pt>
                <c:pt idx="1889" c:formatCode="yyyy/mm/dd">
                  <c:v>45581</c:v>
                </c:pt>
                <c:pt idx="1890" c:formatCode="yyyy/mm/dd">
                  <c:v>45582</c:v>
                </c:pt>
                <c:pt idx="1891" c:formatCode="yyyy/mm/dd">
                  <c:v>45583</c:v>
                </c:pt>
                <c:pt idx="1892" c:formatCode="yyyy/mm/dd">
                  <c:v>45586</c:v>
                </c:pt>
                <c:pt idx="1893" c:formatCode="yyyy/mm/dd">
                  <c:v>45587</c:v>
                </c:pt>
                <c:pt idx="1894" c:formatCode="yyyy/mm/dd">
                  <c:v>45588</c:v>
                </c:pt>
                <c:pt idx="1895" c:formatCode="yyyy/mm/dd">
                  <c:v>45589</c:v>
                </c:pt>
                <c:pt idx="1896" c:formatCode="yyyy/mm/dd">
                  <c:v>45590</c:v>
                </c:pt>
                <c:pt idx="1897" c:formatCode="yyyy/mm/dd">
                  <c:v>45593</c:v>
                </c:pt>
                <c:pt idx="1898" c:formatCode="yyyy/mm/dd">
                  <c:v>45594</c:v>
                </c:pt>
                <c:pt idx="1899" c:formatCode="yyyy/mm/dd">
                  <c:v>45595</c:v>
                </c:pt>
                <c:pt idx="1900" c:formatCode="yyyy/mm/dd">
                  <c:v>45596</c:v>
                </c:pt>
                <c:pt idx="1901" c:formatCode="yyyy/mm/dd">
                  <c:v>45597</c:v>
                </c:pt>
                <c:pt idx="1902" c:formatCode="yyyy/mm/dd">
                  <c:v>45600</c:v>
                </c:pt>
                <c:pt idx="1903" c:formatCode="yyyy/mm/dd">
                  <c:v>45601</c:v>
                </c:pt>
                <c:pt idx="1904" c:formatCode="yyyy/mm/dd">
                  <c:v>45602</c:v>
                </c:pt>
                <c:pt idx="1905" c:formatCode="yyyy/mm/dd">
                  <c:v>45603</c:v>
                </c:pt>
                <c:pt idx="1906" c:formatCode="yyyy/mm/dd">
                  <c:v>45604</c:v>
                </c:pt>
                <c:pt idx="1907" c:formatCode="yyyy/mm/dd">
                  <c:v>45607</c:v>
                </c:pt>
                <c:pt idx="1908" c:formatCode="yyyy/mm/dd">
                  <c:v>45608</c:v>
                </c:pt>
                <c:pt idx="1909" c:formatCode="yyyy/mm/dd">
                  <c:v>45609</c:v>
                </c:pt>
                <c:pt idx="1910" c:formatCode="yyyy/mm/dd">
                  <c:v>45610</c:v>
                </c:pt>
                <c:pt idx="1911" c:formatCode="yyyy/mm/dd">
                  <c:v>45611</c:v>
                </c:pt>
                <c:pt idx="1912" c:formatCode="yyyy/mm/dd">
                  <c:v>45614</c:v>
                </c:pt>
                <c:pt idx="1913" c:formatCode="yyyy/mm/dd">
                  <c:v>45615</c:v>
                </c:pt>
                <c:pt idx="1914" c:formatCode="yyyy/mm/dd">
                  <c:v>45616</c:v>
                </c:pt>
                <c:pt idx="1915" c:formatCode="yyyy/mm/dd">
                  <c:v>45617</c:v>
                </c:pt>
                <c:pt idx="1916" c:formatCode="yyyy/mm/dd">
                  <c:v>45618</c:v>
                </c:pt>
                <c:pt idx="1917" c:formatCode="yyyy/mm/dd">
                  <c:v>45621</c:v>
                </c:pt>
                <c:pt idx="1918" c:formatCode="yyyy/mm/dd">
                  <c:v>45622</c:v>
                </c:pt>
                <c:pt idx="1919" c:formatCode="yyyy/mm/dd">
                  <c:v>45623</c:v>
                </c:pt>
                <c:pt idx="1920" c:formatCode="yyyy/mm/dd">
                  <c:v>45624</c:v>
                </c:pt>
                <c:pt idx="1921" c:formatCode="yyyy/mm/dd">
                  <c:v>45625</c:v>
                </c:pt>
                <c:pt idx="1922" c:formatCode="yyyy/mm/dd">
                  <c:v>45628</c:v>
                </c:pt>
                <c:pt idx="1923" c:formatCode="yyyy/mm/dd">
                  <c:v>45629</c:v>
                </c:pt>
                <c:pt idx="1924" c:formatCode="yyyy/mm/dd">
                  <c:v>45630</c:v>
                </c:pt>
                <c:pt idx="1925" c:formatCode="yyyy/mm/dd">
                  <c:v>45631</c:v>
                </c:pt>
                <c:pt idx="1926" c:formatCode="yyyy/mm/dd">
                  <c:v>45632</c:v>
                </c:pt>
                <c:pt idx="1927" c:formatCode="yyyy/mm/dd">
                  <c:v>45635</c:v>
                </c:pt>
                <c:pt idx="1928" c:formatCode="yyyy/mm/dd">
                  <c:v>45636</c:v>
                </c:pt>
                <c:pt idx="1929" c:formatCode="yyyy/mm/dd">
                  <c:v>45637</c:v>
                </c:pt>
                <c:pt idx="1930" c:formatCode="yyyy/mm/dd">
                  <c:v>45638</c:v>
                </c:pt>
                <c:pt idx="1931" c:formatCode="yyyy/mm/dd">
                  <c:v>45639</c:v>
                </c:pt>
                <c:pt idx="1932" c:formatCode="yyyy/mm/dd">
                  <c:v>45642</c:v>
                </c:pt>
                <c:pt idx="1933" c:formatCode="yyyy/mm/dd">
                  <c:v>45643</c:v>
                </c:pt>
                <c:pt idx="1934" c:formatCode="yyyy/mm/dd">
                  <c:v>45644</c:v>
                </c:pt>
                <c:pt idx="1935" c:formatCode="yyyy/mm/dd">
                  <c:v>45645</c:v>
                </c:pt>
                <c:pt idx="1936" c:formatCode="yyyy/mm/dd">
                  <c:v>45646</c:v>
                </c:pt>
                <c:pt idx="1937" c:formatCode="yyyy/mm/dd">
                  <c:v>45649</c:v>
                </c:pt>
                <c:pt idx="1938" c:formatCode="yyyy/mm/dd">
                  <c:v>45650</c:v>
                </c:pt>
                <c:pt idx="1939" c:formatCode="yyyy/mm/dd">
                  <c:v>45651</c:v>
                </c:pt>
                <c:pt idx="1940" c:formatCode="yyyy/mm/dd">
                  <c:v>45652</c:v>
                </c:pt>
                <c:pt idx="1941" c:formatCode="yyyy/mm/dd">
                  <c:v>45653</c:v>
                </c:pt>
                <c:pt idx="1942" c:formatCode="yyyy/mm/dd">
                  <c:v>45656</c:v>
                </c:pt>
                <c:pt idx="1943" c:formatCode="yyyy/mm/dd">
                  <c:v>45657</c:v>
                </c:pt>
                <c:pt idx="1944" c:formatCode="yyyy/mm/dd">
                  <c:v>45659</c:v>
                </c:pt>
                <c:pt idx="1945" c:formatCode="yyyy/mm/dd">
                  <c:v>45660</c:v>
                </c:pt>
                <c:pt idx="1946" c:formatCode="yyyy/mm/dd">
                  <c:v>45663</c:v>
                </c:pt>
                <c:pt idx="1947" c:formatCode="yyyy/mm/dd">
                  <c:v>45664</c:v>
                </c:pt>
                <c:pt idx="1948" c:formatCode="yyyy/mm/dd">
                  <c:v>45665</c:v>
                </c:pt>
                <c:pt idx="1949" c:formatCode="yyyy/mm/dd">
                  <c:v>45666</c:v>
                </c:pt>
                <c:pt idx="1950" c:formatCode="yyyy/mm/dd">
                  <c:v>45667</c:v>
                </c:pt>
                <c:pt idx="1951" c:formatCode="yyyy/mm/dd">
                  <c:v>45670</c:v>
                </c:pt>
                <c:pt idx="1952" c:formatCode="yyyy/mm/dd">
                  <c:v>45671</c:v>
                </c:pt>
                <c:pt idx="1953" c:formatCode="yyyy/mm/dd">
                  <c:v>45672</c:v>
                </c:pt>
                <c:pt idx="1954" c:formatCode="yyyy/mm/dd">
                  <c:v>45673</c:v>
                </c:pt>
                <c:pt idx="1955" c:formatCode="yyyy/mm/dd">
                  <c:v>45674</c:v>
                </c:pt>
                <c:pt idx="1956" c:formatCode="yyyy/mm/dd">
                  <c:v>45677</c:v>
                </c:pt>
                <c:pt idx="1957" c:formatCode="yyyy/mm/dd">
                  <c:v>45678</c:v>
                </c:pt>
                <c:pt idx="1958" c:formatCode="yyyy/mm/dd">
                  <c:v>45679</c:v>
                </c:pt>
                <c:pt idx="1959" c:formatCode="yyyy/mm/dd">
                  <c:v>45680</c:v>
                </c:pt>
                <c:pt idx="1960" c:formatCode="yyyy/mm/dd">
                  <c:v>45681</c:v>
                </c:pt>
                <c:pt idx="1961" c:formatCode="yyyy/mm/dd">
                  <c:v>45684</c:v>
                </c:pt>
                <c:pt idx="1962" c:formatCode="yyyy/mm/dd">
                  <c:v>45693</c:v>
                </c:pt>
                <c:pt idx="1963" c:formatCode="yyyy/mm/dd">
                  <c:v>45694</c:v>
                </c:pt>
                <c:pt idx="1964" c:formatCode="yyyy/mm/dd">
                  <c:v>45695</c:v>
                </c:pt>
                <c:pt idx="1965" c:formatCode="yyyy/mm/dd">
                  <c:v>45698</c:v>
                </c:pt>
                <c:pt idx="1966" c:formatCode="yyyy/mm/dd">
                  <c:v>45699</c:v>
                </c:pt>
                <c:pt idx="1967" c:formatCode="yyyy/mm/dd">
                  <c:v>45700</c:v>
                </c:pt>
                <c:pt idx="1968" c:formatCode="yyyy/mm/dd">
                  <c:v>45701</c:v>
                </c:pt>
                <c:pt idx="1969" c:formatCode="yyyy/mm/dd">
                  <c:v>45702</c:v>
                </c:pt>
                <c:pt idx="1970" c:formatCode="yyyy/mm/dd">
                  <c:v>45705</c:v>
                </c:pt>
                <c:pt idx="1971" c:formatCode="yyyy/mm/dd">
                  <c:v>45706</c:v>
                </c:pt>
                <c:pt idx="1972" c:formatCode="yyyy/mm/dd">
                  <c:v>45707</c:v>
                </c:pt>
                <c:pt idx="1973" c:formatCode="yyyy/mm/dd">
                  <c:v>45708</c:v>
                </c:pt>
                <c:pt idx="1974" c:formatCode="yyyy/mm/dd">
                  <c:v>45709</c:v>
                </c:pt>
                <c:pt idx="1975" c:formatCode="yyyy/mm/dd">
                  <c:v>45712</c:v>
                </c:pt>
                <c:pt idx="1976" c:formatCode="yyyy/mm/dd">
                  <c:v>45713</c:v>
                </c:pt>
                <c:pt idx="1977" c:formatCode="yyyy/mm/dd">
                  <c:v>45714</c:v>
                </c:pt>
                <c:pt idx="1978" c:formatCode="yyyy/mm/dd">
                  <c:v>45715</c:v>
                </c:pt>
                <c:pt idx="1979" c:formatCode="yyyy/mm/dd">
                  <c:v>45716</c:v>
                </c:pt>
                <c:pt idx="1980" c:formatCode="yyyy/mm/dd">
                  <c:v>45719</c:v>
                </c:pt>
                <c:pt idx="1981" c:formatCode="yyyy/mm/dd">
                  <c:v>45720</c:v>
                </c:pt>
                <c:pt idx="1982" c:formatCode="yyyy/mm/dd">
                  <c:v>45721</c:v>
                </c:pt>
                <c:pt idx="1983" c:formatCode="yyyy/mm/dd">
                  <c:v>45722</c:v>
                </c:pt>
                <c:pt idx="1984" c:formatCode="yyyy/mm/dd">
                  <c:v>45723</c:v>
                </c:pt>
                <c:pt idx="1985" c:formatCode="yyyy/mm/dd">
                  <c:v>45726</c:v>
                </c:pt>
                <c:pt idx="1986" c:formatCode="yyyy/mm/dd">
                  <c:v>45727</c:v>
                </c:pt>
                <c:pt idx="1987" c:formatCode="yyyy/mm/dd">
                  <c:v>45728</c:v>
                </c:pt>
                <c:pt idx="1988" c:formatCode="yyyy/mm/dd">
                  <c:v>45729</c:v>
                </c:pt>
                <c:pt idx="1989" c:formatCode="yyyy/mm/dd">
                  <c:v>45730</c:v>
                </c:pt>
                <c:pt idx="1990" c:formatCode="yyyy/mm/dd">
                  <c:v>45733</c:v>
                </c:pt>
                <c:pt idx="1991" c:formatCode="yyyy/mm/dd">
                  <c:v>45734</c:v>
                </c:pt>
                <c:pt idx="1992" c:formatCode="yyyy/mm/dd">
                  <c:v>45735</c:v>
                </c:pt>
                <c:pt idx="1993" c:formatCode="yyyy/mm/dd">
                  <c:v>45736</c:v>
                </c:pt>
                <c:pt idx="1994" c:formatCode="yyyy/mm/dd">
                  <c:v>45737</c:v>
                </c:pt>
                <c:pt idx="1995" c:formatCode="yyyy/mm/dd">
                  <c:v>45740</c:v>
                </c:pt>
                <c:pt idx="1996" c:formatCode="yyyy/mm/dd">
                  <c:v>45741</c:v>
                </c:pt>
                <c:pt idx="1997" c:formatCode="yyyy/mm/dd">
                  <c:v>45742</c:v>
                </c:pt>
                <c:pt idx="1998" c:formatCode="yyyy/mm/dd">
                  <c:v>45743</c:v>
                </c:pt>
                <c:pt idx="1999" c:formatCode="yyyy/mm/dd">
                  <c:v>45744</c:v>
                </c:pt>
                <c:pt idx="2000" c:formatCode="yyyy/mm/dd">
                  <c:v>45747</c:v>
                </c:pt>
                <c:pt idx="2001" c:formatCode="yyyy/mm/dd">
                  <c:v>45748</c:v>
                </c:pt>
                <c:pt idx="2002" c:formatCode="yyyy/mm/dd">
                  <c:v>45749</c:v>
                </c:pt>
                <c:pt idx="2003" c:formatCode="yyyy/mm/dd">
                  <c:v>45750</c:v>
                </c:pt>
                <c:pt idx="2004" c:formatCode="yyyy/mm/dd">
                  <c:v>45754</c:v>
                </c:pt>
                <c:pt idx="2005" c:formatCode="yyyy/mm/dd">
                  <c:v>45755</c:v>
                </c:pt>
                <c:pt idx="2006" c:formatCode="yyyy/mm/dd">
                  <c:v>45756</c:v>
                </c:pt>
                <c:pt idx="2007" c:formatCode="yyyy/mm/dd">
                  <c:v>45757</c:v>
                </c:pt>
                <c:pt idx="2008" c:formatCode="yyyy/mm/dd">
                  <c:v>45758</c:v>
                </c:pt>
                <c:pt idx="2009" c:formatCode="yyyy/mm/dd">
                  <c:v>45761</c:v>
                </c:pt>
                <c:pt idx="2010" c:formatCode="yyyy/mm/dd">
                  <c:v>45762</c:v>
                </c:pt>
                <c:pt idx="2011" c:formatCode="yyyy/mm/dd">
                  <c:v>45763</c:v>
                </c:pt>
                <c:pt idx="2012" c:formatCode="yyyy/mm/dd">
                  <c:v>45764</c:v>
                </c:pt>
                <c:pt idx="2013" c:formatCode="yyyy/mm/dd">
                  <c:v>45765</c:v>
                </c:pt>
                <c:pt idx="2014" c:formatCode="yyyy/mm/dd">
                  <c:v>45768</c:v>
                </c:pt>
                <c:pt idx="2015" c:formatCode="yyyy/mm/dd">
                  <c:v>45769</c:v>
                </c:pt>
                <c:pt idx="2016" c:formatCode="yyyy/mm/dd">
                  <c:v>45770</c:v>
                </c:pt>
                <c:pt idx="2017" c:formatCode="yyyy/mm/dd">
                  <c:v>45771</c:v>
                </c:pt>
                <c:pt idx="2018" c:formatCode="yyyy/mm/dd">
                  <c:v>45772</c:v>
                </c:pt>
                <c:pt idx="2019" c:formatCode="yyyy/mm/dd">
                  <c:v>45775</c:v>
                </c:pt>
                <c:pt idx="2020" c:formatCode="yyyy/mm/dd">
                  <c:v>45776</c:v>
                </c:pt>
                <c:pt idx="2021" c:formatCode="yyyy/mm/dd">
                  <c:v>45777</c:v>
                </c:pt>
                <c:pt idx="2022" c:formatCode="yyyy/mm/dd">
                  <c:v>45783</c:v>
                </c:pt>
                <c:pt idx="2023" c:formatCode="yyyy/mm/dd">
                  <c:v>45784</c:v>
                </c:pt>
                <c:pt idx="2024" c:formatCode="yyyy/mm/dd">
                  <c:v>45785</c:v>
                </c:pt>
                <c:pt idx="2025" c:formatCode="yyyy/mm/dd">
                  <c:v>45786</c:v>
                </c:pt>
                <c:pt idx="2026" c:formatCode="yyyy/mm/dd">
                  <c:v>45789</c:v>
                </c:pt>
                <c:pt idx="2027" c:formatCode="yyyy/mm/dd">
                  <c:v>45790</c:v>
                </c:pt>
                <c:pt idx="2028" c:formatCode="yyyy/mm/dd">
                  <c:v>45791</c:v>
                </c:pt>
                <c:pt idx="2029" c:formatCode="yyyy/mm/dd">
                  <c:v>45792</c:v>
                </c:pt>
                <c:pt idx="2030" c:formatCode="yyyy/mm/dd">
                  <c:v>45793</c:v>
                </c:pt>
                <c:pt idx="2031" c:formatCode="yyyy/mm/dd">
                  <c:v>45796</c:v>
                </c:pt>
                <c:pt idx="2032" c:formatCode="yyyy/mm/dd">
                  <c:v>45797</c:v>
                </c:pt>
                <c:pt idx="2033" c:formatCode="yyyy/mm/dd">
                  <c:v>45798</c:v>
                </c:pt>
                <c:pt idx="2034" c:formatCode="yyyy/mm/dd">
                  <c:v>45799</c:v>
                </c:pt>
                <c:pt idx="2035" c:formatCode="yyyy/mm/dd">
                  <c:v>45800</c:v>
                </c:pt>
                <c:pt idx="2036" c:formatCode="yyyy/mm/dd">
                  <c:v>45803</c:v>
                </c:pt>
                <c:pt idx="2037" c:formatCode="yyyy/mm/dd">
                  <c:v>45804</c:v>
                </c:pt>
                <c:pt idx="2038" c:formatCode="yyyy/mm/dd">
                  <c:v>45805</c:v>
                </c:pt>
                <c:pt idx="2039" c:formatCode="yyyy/mm/dd">
                  <c:v>45806</c:v>
                </c:pt>
                <c:pt idx="2040" c:formatCode="yyyy/mm/dd">
                  <c:v>45807</c:v>
                </c:pt>
                <c:pt idx="2041" c:formatCode="yyyy/mm/dd">
                  <c:v>45811</c:v>
                </c:pt>
                <c:pt idx="2042" c:formatCode="yyyy/mm/dd">
                  <c:v>45812</c:v>
                </c:pt>
                <c:pt idx="2043" c:formatCode="yyyy/mm/dd">
                  <c:v>45813</c:v>
                </c:pt>
                <c:pt idx="2044" c:formatCode="yyyy/mm/dd">
                  <c:v>45814</c:v>
                </c:pt>
                <c:pt idx="2045" c:formatCode="yyyy/mm/dd">
                  <c:v>45817</c:v>
                </c:pt>
                <c:pt idx="2046" c:formatCode="yyyy/mm/dd">
                  <c:v>45818</c:v>
                </c:pt>
                <c:pt idx="2047" c:formatCode="yyyy/mm/dd">
                  <c:v>45819</c:v>
                </c:pt>
                <c:pt idx="2048" c:formatCode="yyyy/mm/dd">
                  <c:v>45820</c:v>
                </c:pt>
                <c:pt idx="2049" c:formatCode="yyyy/mm/dd">
                  <c:v>45821</c:v>
                </c:pt>
                <c:pt idx="2050" c:formatCode="yyyy/mm/dd">
                  <c:v>45824</c:v>
                </c:pt>
                <c:pt idx="2051" c:formatCode="yyyy/mm/dd">
                  <c:v>45825</c:v>
                </c:pt>
                <c:pt idx="2052" c:formatCode="yyyy/mm/dd">
                  <c:v>45826</c:v>
                </c:pt>
                <c:pt idx="2053" c:formatCode="yyyy/mm/dd">
                  <c:v>45827</c:v>
                </c:pt>
                <c:pt idx="2054" c:formatCode="yyyy/mm/dd">
                  <c:v>45828</c:v>
                </c:pt>
                <c:pt idx="2055" c:formatCode="yyyy/mm/dd">
                  <c:v>45831</c:v>
                </c:pt>
                <c:pt idx="2056" c:formatCode="yyyy/mm/dd">
                  <c:v>45832</c:v>
                </c:pt>
                <c:pt idx="2057" c:formatCode="yyyy/mm/dd">
                  <c:v>45833</c:v>
                </c:pt>
                <c:pt idx="2058" c:formatCode="yyyy/mm/dd">
                  <c:v>45834</c:v>
                </c:pt>
                <c:pt idx="2059" c:formatCode="yyyy/mm/dd">
                  <c:v>45835</c:v>
                </c:pt>
                <c:pt idx="2060" c:formatCode="yyyy/mm/dd">
                  <c:v>45838</c:v>
                </c:pt>
                <c:pt idx="2061" c:formatCode="yyyy/mm/dd">
                  <c:v>45839</c:v>
                </c:pt>
                <c:pt idx="2062" c:formatCode="yyyy/mm/dd">
                  <c:v>45840</c:v>
                </c:pt>
                <c:pt idx="2063" c:formatCode="yyyy/mm/dd">
                  <c:v>45841</c:v>
                </c:pt>
                <c:pt idx="2064" c:formatCode="yyyy/mm/dd">
                  <c:v>45842</c:v>
                </c:pt>
                <c:pt idx="2065" c:formatCode="yyyy/mm/dd">
                  <c:v>45845</c:v>
                </c:pt>
                <c:pt idx="2066" c:formatCode="yyyy/mm/dd">
                  <c:v>45846</c:v>
                </c:pt>
                <c:pt idx="2067" c:formatCode="yyyy/mm/dd">
                  <c:v>45847</c:v>
                </c:pt>
                <c:pt idx="2068" c:formatCode="yyyy/mm/dd">
                  <c:v>45848</c:v>
                </c:pt>
                <c:pt idx="2069" c:formatCode="yyyy/mm/dd">
                  <c:v>45849</c:v>
                </c:pt>
                <c:pt idx="2070" c:formatCode="yyyy/mm/dd">
                  <c:v>45852</c:v>
                </c:pt>
                <c:pt idx="2071" c:formatCode="yyyy/mm/dd">
                  <c:v>45853</c:v>
                </c:pt>
                <c:pt idx="2072" c:formatCode="yyyy/mm/dd">
                  <c:v>45854</c:v>
                </c:pt>
                <c:pt idx="2073" c:formatCode="yyyy/mm/dd">
                  <c:v>45855</c:v>
                </c:pt>
                <c:pt idx="2074" c:formatCode="yyyy/mm/dd">
                  <c:v>45856</c:v>
                </c:pt>
                <c:pt idx="2075" c:formatCode="yyyy/mm/dd">
                  <c:v>45859</c:v>
                </c:pt>
                <c:pt idx="2076" c:formatCode="yyyy/mm/dd">
                  <c:v>45860</c:v>
                </c:pt>
                <c:pt idx="2077" c:formatCode="yyyy/mm/dd">
                  <c:v>45861</c:v>
                </c:pt>
                <c:pt idx="2078" c:formatCode="yyyy/mm/dd">
                  <c:v>45862</c:v>
                </c:pt>
                <c:pt idx="2079" c:formatCode="yyyy/mm/dd">
                  <c:v>45863</c:v>
                </c:pt>
                <c:pt idx="2080" c:formatCode="yyyy/mm/dd">
                  <c:v>45866</c:v>
                </c:pt>
                <c:pt idx="2081" c:formatCode="yyyy/mm/dd">
                  <c:v>45867</c:v>
                </c:pt>
                <c:pt idx="2082" c:formatCode="yyyy/mm/dd">
                  <c:v>45868</c:v>
                </c:pt>
                <c:pt idx="2083" c:formatCode="yyyy/mm/dd">
                  <c:v>45869</c:v>
                </c:pt>
              </c:numCache>
            </c:numRef>
          </c:cat>
          <c:val>
            <c:numRef>
              <c:f>基金组合净值!$B$2:$B$2189</c:f>
              <c:numCache>
                <c:formatCode>General</c:formatCode>
                <c:ptCount val="2188"/>
                <c:pt idx="0">
                  <c:v>1</c:v>
                </c:pt>
                <c:pt idx="1">
                  <c:v>1.01377812284971</c:v>
                </c:pt>
                <c:pt idx="2">
                  <c:v>1.02374405755592</c:v>
                </c:pt>
                <c:pt idx="3">
                  <c:v>1.02673272390258</c:v>
                </c:pt>
                <c:pt idx="4">
                  <c:v>1.01802592743454</c:v>
                </c:pt>
                <c:pt idx="5">
                  <c:v>1.02164575217754</c:v>
                </c:pt>
                <c:pt idx="6">
                  <c:v>1.0204761903293</c:v>
                </c:pt>
                <c:pt idx="7">
                  <c:v>1.00362138336775</c:v>
                </c:pt>
                <c:pt idx="8">
                  <c:v>0.994479633523646</c:v>
                </c:pt>
                <c:pt idx="9">
                  <c:v>0.972393804821835</c:v>
                </c:pt>
                <c:pt idx="10">
                  <c:v>0.915432190419549</c:v>
                </c:pt>
                <c:pt idx="11">
                  <c:v>0.929539031397204</c:v>
                </c:pt>
                <c:pt idx="12">
                  <c:v>0.918681275847609</c:v>
                </c:pt>
                <c:pt idx="13">
                  <c:v>0.915516739918715</c:v>
                </c:pt>
                <c:pt idx="14">
                  <c:v>0.935889990682793</c:v>
                </c:pt>
                <c:pt idx="15">
                  <c:v>0.947992023959597</c:v>
                </c:pt>
                <c:pt idx="16">
                  <c:v>0.943762008430564</c:v>
                </c:pt>
                <c:pt idx="17">
                  <c:v>0.948063656170343</c:v>
                </c:pt>
                <c:pt idx="18">
                  <c:v>0.953992182270143</c:v>
                </c:pt>
                <c:pt idx="19">
                  <c:v>0.949453378485542</c:v>
                </c:pt>
                <c:pt idx="20">
                  <c:v>0.965945619556426</c:v>
                </c:pt>
                <c:pt idx="21">
                  <c:v>0.968098457576715</c:v>
                </c:pt>
                <c:pt idx="22">
                  <c:v>0.979267993681985</c:v>
                </c:pt>
                <c:pt idx="23">
                  <c:v>0.990064583612058</c:v>
                </c:pt>
                <c:pt idx="24">
                  <c:v>0.985519972748327</c:v>
                </c:pt>
                <c:pt idx="25">
                  <c:v>0.994480065471411</c:v>
                </c:pt>
                <c:pt idx="26">
                  <c:v>0.994217985979835</c:v>
                </c:pt>
                <c:pt idx="27">
                  <c:v>0.988000039018527</c:v>
                </c:pt>
                <c:pt idx="28">
                  <c:v>0.992970570362303</c:v>
                </c:pt>
                <c:pt idx="29">
                  <c:v>0.980379987090007</c:v>
                </c:pt>
                <c:pt idx="30">
                  <c:v>0.980334509315544</c:v>
                </c:pt>
                <c:pt idx="31">
                  <c:v>0.994508909894705</c:v>
                </c:pt>
                <c:pt idx="32">
                  <c:v>1.00004833685635</c:v>
                </c:pt>
                <c:pt idx="33">
                  <c:v>1.00148916168119</c:v>
                </c:pt>
                <c:pt idx="34">
                  <c:v>1.01087591875961</c:v>
                </c:pt>
                <c:pt idx="35">
                  <c:v>1.00473909638766</c:v>
                </c:pt>
                <c:pt idx="36">
                  <c:v>1.00950979850371</c:v>
                </c:pt>
                <c:pt idx="37">
                  <c:v>1.01280179338529</c:v>
                </c:pt>
                <c:pt idx="38">
                  <c:v>1.00600508193322</c:v>
                </c:pt>
                <c:pt idx="39">
                  <c:v>1.00843136493975</c:v>
                </c:pt>
                <c:pt idx="40">
                  <c:v>1.02466516063146</c:v>
                </c:pt>
                <c:pt idx="41">
                  <c:v>1.032526828487</c:v>
                </c:pt>
                <c:pt idx="42">
                  <c:v>1.02942944065055</c:v>
                </c:pt>
                <c:pt idx="43">
                  <c:v>1.02369270719725</c:v>
                </c:pt>
                <c:pt idx="44">
                  <c:v>1.0235068357373</c:v>
                </c:pt>
                <c:pt idx="45">
                  <c:v>1.03092060506068</c:v>
                </c:pt>
                <c:pt idx="46">
                  <c:v>1.03054698788424</c:v>
                </c:pt>
                <c:pt idx="47">
                  <c:v>1.03036099897038</c:v>
                </c:pt>
                <c:pt idx="48">
                  <c:v>1.04475689027932</c:v>
                </c:pt>
                <c:pt idx="49">
                  <c:v>1.03750630688737</c:v>
                </c:pt>
                <c:pt idx="50">
                  <c:v>1.04654028647798</c:v>
                </c:pt>
                <c:pt idx="51">
                  <c:v>1.04974201222024</c:v>
                </c:pt>
                <c:pt idx="52">
                  <c:v>1.04235927555718</c:v>
                </c:pt>
                <c:pt idx="53">
                  <c:v>1.04057274467095</c:v>
                </c:pt>
                <c:pt idx="54">
                  <c:v>1.04150268360449</c:v>
                </c:pt>
                <c:pt idx="55">
                  <c:v>1.03735381568111</c:v>
                </c:pt>
                <c:pt idx="56">
                  <c:v>1.03560967348545</c:v>
                </c:pt>
                <c:pt idx="57">
                  <c:v>1.01807645431603</c:v>
                </c:pt>
                <c:pt idx="58">
                  <c:v>0.98481432223224</c:v>
                </c:pt>
                <c:pt idx="59">
                  <c:v>0.983198157187849</c:v>
                </c:pt>
                <c:pt idx="60">
                  <c:v>1.00485872089191</c:v>
                </c:pt>
                <c:pt idx="61">
                  <c:v>1.01107154667328</c:v>
                </c:pt>
                <c:pt idx="62">
                  <c:v>1.00769285244115</c:v>
                </c:pt>
                <c:pt idx="63">
                  <c:v>0.981366563706529</c:v>
                </c:pt>
                <c:pt idx="64">
                  <c:v>0.99079945326962</c:v>
                </c:pt>
                <c:pt idx="65">
                  <c:v>0.976469835456251</c:v>
                </c:pt>
                <c:pt idx="66">
                  <c:v>0.979936383468449</c:v>
                </c:pt>
                <c:pt idx="67">
                  <c:v>0.961829263415384</c:v>
                </c:pt>
                <c:pt idx="68">
                  <c:v>0.929069065332283</c:v>
                </c:pt>
                <c:pt idx="69">
                  <c:v>0.912312522931468</c:v>
                </c:pt>
                <c:pt idx="70">
                  <c:v>0.900030117929307</c:v>
                </c:pt>
                <c:pt idx="71">
                  <c:v>0.889914981774882</c:v>
                </c:pt>
                <c:pt idx="72">
                  <c:v>0.88683431841357</c:v>
                </c:pt>
                <c:pt idx="73">
                  <c:v>0.851416996723112</c:v>
                </c:pt>
                <c:pt idx="74">
                  <c:v>0.857683457394711</c:v>
                </c:pt>
                <c:pt idx="75">
                  <c:v>0.863874112847754</c:v>
                </c:pt>
                <c:pt idx="76">
                  <c:v>0.877391067412241</c:v>
                </c:pt>
                <c:pt idx="77">
                  <c:v>0.886805004633163</c:v>
                </c:pt>
                <c:pt idx="78">
                  <c:v>0.889137746323753</c:v>
                </c:pt>
                <c:pt idx="79">
                  <c:v>0.890574406910655</c:v>
                </c:pt>
                <c:pt idx="80">
                  <c:v>0.887099160673828</c:v>
                </c:pt>
                <c:pt idx="81">
                  <c:v>0.870890568096363</c:v>
                </c:pt>
                <c:pt idx="82">
                  <c:v>0.849889420001983</c:v>
                </c:pt>
                <c:pt idx="83">
                  <c:v>0.861944956123782</c:v>
                </c:pt>
                <c:pt idx="84">
                  <c:v>0.845770757279056</c:v>
                </c:pt>
                <c:pt idx="85">
                  <c:v>0.839933533751318</c:v>
                </c:pt>
                <c:pt idx="86">
                  <c:v>0.837639199540389</c:v>
                </c:pt>
                <c:pt idx="87">
                  <c:v>0.83987445630549</c:v>
                </c:pt>
                <c:pt idx="88">
                  <c:v>0.864635422421013</c:v>
                </c:pt>
                <c:pt idx="89">
                  <c:v>0.87265538405812</c:v>
                </c:pt>
                <c:pt idx="90">
                  <c:v>0.869890298145084</c:v>
                </c:pt>
                <c:pt idx="91">
                  <c:v>0.865814092169147</c:v>
                </c:pt>
                <c:pt idx="92">
                  <c:v>0.833589018469663</c:v>
                </c:pt>
                <c:pt idx="93">
                  <c:v>0.796386179417877</c:v>
                </c:pt>
                <c:pt idx="94">
                  <c:v>0.801916510952908</c:v>
                </c:pt>
                <c:pt idx="95">
                  <c:v>0.807112226592055</c:v>
                </c:pt>
                <c:pt idx="96">
                  <c:v>0.810335612832911</c:v>
                </c:pt>
                <c:pt idx="97">
                  <c:v>0.809720426688188</c:v>
                </c:pt>
                <c:pt idx="98">
                  <c:v>0.77344114494963</c:v>
                </c:pt>
                <c:pt idx="99">
                  <c:v>0.789546133059147</c:v>
                </c:pt>
                <c:pt idx="100">
                  <c:v>0.799169877523149</c:v>
                </c:pt>
                <c:pt idx="101">
                  <c:v>0.804571391868195</c:v>
                </c:pt>
                <c:pt idx="102">
                  <c:v>0.831015607625503</c:v>
                </c:pt>
                <c:pt idx="103">
                  <c:v>0.829776713151907</c:v>
                </c:pt>
                <c:pt idx="104">
                  <c:v>0.832997065434337</c:v>
                </c:pt>
                <c:pt idx="105">
                  <c:v>0.805375061444026</c:v>
                </c:pt>
                <c:pt idx="106">
                  <c:v>0.8286930453472</c:v>
                </c:pt>
                <c:pt idx="107">
                  <c:v>0.834948699668773</c:v>
                </c:pt>
                <c:pt idx="108">
                  <c:v>0.852674650799862</c:v>
                </c:pt>
                <c:pt idx="109">
                  <c:v>0.849244022321245</c:v>
                </c:pt>
                <c:pt idx="110">
                  <c:v>0.855043417167392</c:v>
                </c:pt>
                <c:pt idx="111">
                  <c:v>0.854904379760251</c:v>
                </c:pt>
                <c:pt idx="112">
                  <c:v>0.856016265185608</c:v>
                </c:pt>
                <c:pt idx="113">
                  <c:v>0.832268625547956</c:v>
                </c:pt>
                <c:pt idx="114">
                  <c:v>0.833861880508827</c:v>
                </c:pt>
                <c:pt idx="115">
                  <c:v>0.843809861176664</c:v>
                </c:pt>
                <c:pt idx="116">
                  <c:v>0.84615486852165</c:v>
                </c:pt>
                <c:pt idx="117">
                  <c:v>0.835859214615083</c:v>
                </c:pt>
                <c:pt idx="118">
                  <c:v>0.840482228206431</c:v>
                </c:pt>
                <c:pt idx="119">
                  <c:v>0.846379742280674</c:v>
                </c:pt>
                <c:pt idx="120">
                  <c:v>0.854866279980173</c:v>
                </c:pt>
                <c:pt idx="121">
                  <c:v>0.854191623136335</c:v>
                </c:pt>
                <c:pt idx="122">
                  <c:v>0.865029177347875</c:v>
                </c:pt>
                <c:pt idx="123">
                  <c:v>0.870297798025619</c:v>
                </c:pt>
                <c:pt idx="124">
                  <c:v>0.87930224468875</c:v>
                </c:pt>
                <c:pt idx="125">
                  <c:v>0.861101607684339</c:v>
                </c:pt>
                <c:pt idx="126">
                  <c:v>0.845988082067776</c:v>
                </c:pt>
                <c:pt idx="127">
                  <c:v>0.845105093113038</c:v>
                </c:pt>
                <c:pt idx="128">
                  <c:v>0.840383342081223</c:v>
                </c:pt>
                <c:pt idx="129">
                  <c:v>0.83221092838585</c:v>
                </c:pt>
                <c:pt idx="130">
                  <c:v>0.766819045947473</c:v>
                </c:pt>
                <c:pt idx="131">
                  <c:v>0.771690385187819</c:v>
                </c:pt>
                <c:pt idx="132">
                  <c:v>0.778652399350585</c:v>
                </c:pt>
                <c:pt idx="133">
                  <c:v>0.780118797391165</c:v>
                </c:pt>
                <c:pt idx="134">
                  <c:v>0.775160399209959</c:v>
                </c:pt>
                <c:pt idx="135">
                  <c:v>0.780386328719045</c:v>
                </c:pt>
                <c:pt idx="136">
                  <c:v>0.781726199548965</c:v>
                </c:pt>
                <c:pt idx="137">
                  <c:v>0.777792823524528</c:v>
                </c:pt>
                <c:pt idx="138">
                  <c:v>0.802282325130265</c:v>
                </c:pt>
                <c:pt idx="139">
                  <c:v>0.79379412379224</c:v>
                </c:pt>
                <c:pt idx="140">
                  <c:v>0.794936338781692</c:v>
                </c:pt>
                <c:pt idx="141">
                  <c:v>0.796124994014924</c:v>
                </c:pt>
                <c:pt idx="142">
                  <c:v>0.783758143305353</c:v>
                </c:pt>
                <c:pt idx="143">
                  <c:v>0.793940575348598</c:v>
                </c:pt>
                <c:pt idx="144">
                  <c:v>0.787289424062648</c:v>
                </c:pt>
                <c:pt idx="145">
                  <c:v>0.792336195301983</c:v>
                </c:pt>
                <c:pt idx="146">
                  <c:v>0.795173676310439</c:v>
                </c:pt>
                <c:pt idx="147">
                  <c:v>0.796198062814373</c:v>
                </c:pt>
                <c:pt idx="148">
                  <c:v>0.785221095264094</c:v>
                </c:pt>
                <c:pt idx="149">
                  <c:v>0.776528426940172</c:v>
                </c:pt>
                <c:pt idx="150">
                  <c:v>0.792982631020527</c:v>
                </c:pt>
                <c:pt idx="151">
                  <c:v>0.800840685844403</c:v>
                </c:pt>
                <c:pt idx="152">
                  <c:v>0.814824837281309</c:v>
                </c:pt>
                <c:pt idx="153">
                  <c:v>0.820423517223327</c:v>
                </c:pt>
                <c:pt idx="154">
                  <c:v>0.814817197390765</c:v>
                </c:pt>
                <c:pt idx="155">
                  <c:v>0.828653762257398</c:v>
                </c:pt>
                <c:pt idx="156">
                  <c:v>0.824182689530523</c:v>
                </c:pt>
                <c:pt idx="157">
                  <c:v>0.827717175072582</c:v>
                </c:pt>
                <c:pt idx="158">
                  <c:v>0.821707881482677</c:v>
                </c:pt>
                <c:pt idx="159">
                  <c:v>0.839946953026994</c:v>
                </c:pt>
                <c:pt idx="160">
                  <c:v>0.86212202300341</c:v>
                </c:pt>
                <c:pt idx="161">
                  <c:v>0.864528331756529</c:v>
                </c:pt>
                <c:pt idx="162">
                  <c:v>0.860762906100132</c:v>
                </c:pt>
                <c:pt idx="163">
                  <c:v>0.879062900752088</c:v>
                </c:pt>
                <c:pt idx="164">
                  <c:v>0.882112352488406</c:v>
                </c:pt>
                <c:pt idx="165">
                  <c:v>0.881842583127845</c:v>
                </c:pt>
                <c:pt idx="166">
                  <c:v>0.8854913676503</c:v>
                </c:pt>
                <c:pt idx="167">
                  <c:v>0.887173171373532</c:v>
                </c:pt>
                <c:pt idx="168">
                  <c:v>0.88686084449422</c:v>
                </c:pt>
                <c:pt idx="169">
                  <c:v>0.889134871660429</c:v>
                </c:pt>
                <c:pt idx="170">
                  <c:v>0.901893093016342</c:v>
                </c:pt>
                <c:pt idx="171">
                  <c:v>0.88841586896728</c:v>
                </c:pt>
                <c:pt idx="172">
                  <c:v>0.895954171439085</c:v>
                </c:pt>
                <c:pt idx="173">
                  <c:v>0.895107087857397</c:v>
                </c:pt>
                <c:pt idx="174">
                  <c:v>0.888299625315587</c:v>
                </c:pt>
                <c:pt idx="175">
                  <c:v>0.893271394202908</c:v>
                </c:pt>
                <c:pt idx="176">
                  <c:v>0.894642571846022</c:v>
                </c:pt>
                <c:pt idx="177">
                  <c:v>0.906058206059339</c:v>
                </c:pt>
                <c:pt idx="178">
                  <c:v>0.900036086170852</c:v>
                </c:pt>
                <c:pt idx="179">
                  <c:v>0.905847660393552</c:v>
                </c:pt>
                <c:pt idx="180">
                  <c:v>0.896391796991278</c:v>
                </c:pt>
                <c:pt idx="181">
                  <c:v>0.883243726237612</c:v>
                </c:pt>
                <c:pt idx="182">
                  <c:v>0.894493745669297</c:v>
                </c:pt>
                <c:pt idx="183">
                  <c:v>0.889191037450882</c:v>
                </c:pt>
                <c:pt idx="184">
                  <c:v>0.899957446689453</c:v>
                </c:pt>
                <c:pt idx="185">
                  <c:v>0.910026418904002</c:v>
                </c:pt>
                <c:pt idx="186">
                  <c:v>0.92840587754285</c:v>
                </c:pt>
                <c:pt idx="187">
                  <c:v>0.923486240376119</c:v>
                </c:pt>
                <c:pt idx="188">
                  <c:v>0.923508093225381</c:v>
                </c:pt>
                <c:pt idx="189">
                  <c:v>0.934290838589922</c:v>
                </c:pt>
                <c:pt idx="190">
                  <c:v>0.904791098443529</c:v>
                </c:pt>
                <c:pt idx="191">
                  <c:v>0.911052136170895</c:v>
                </c:pt>
                <c:pt idx="192">
                  <c:v>0.898997703606676</c:v>
                </c:pt>
                <c:pt idx="193">
                  <c:v>0.887073616942028</c:v>
                </c:pt>
                <c:pt idx="194">
                  <c:v>0.900299914002989</c:v>
                </c:pt>
                <c:pt idx="195">
                  <c:v>0.908205174717633</c:v>
                </c:pt>
                <c:pt idx="196">
                  <c:v>0.900289107244963</c:v>
                </c:pt>
                <c:pt idx="197">
                  <c:v>0.91320420040716</c:v>
                </c:pt>
                <c:pt idx="198">
                  <c:v>0.919023622655145</c:v>
                </c:pt>
                <c:pt idx="199">
                  <c:v>0.912405345523305</c:v>
                </c:pt>
                <c:pt idx="200">
                  <c:v>0.876676353518283</c:v>
                </c:pt>
                <c:pt idx="201">
                  <c:v>0.887865939248957</c:v>
                </c:pt>
                <c:pt idx="202">
                  <c:v>0.890889529058075</c:v>
                </c:pt>
                <c:pt idx="203">
                  <c:v>0.877847471106271</c:v>
                </c:pt>
                <c:pt idx="204">
                  <c:v>0.871729740660435</c:v>
                </c:pt>
                <c:pt idx="205">
                  <c:v>0.884397358109987</c:v>
                </c:pt>
                <c:pt idx="206">
                  <c:v>0.887043883043464</c:v>
                </c:pt>
                <c:pt idx="207">
                  <c:v>0.894665350233531</c:v>
                </c:pt>
                <c:pt idx="208">
                  <c:v>0.901192497957417</c:v>
                </c:pt>
                <c:pt idx="209">
                  <c:v>0.903753440796123</c:v>
                </c:pt>
                <c:pt idx="210">
                  <c:v>0.902942679766647</c:v>
                </c:pt>
                <c:pt idx="211">
                  <c:v>0.894435951981351</c:v>
                </c:pt>
                <c:pt idx="212">
                  <c:v>0.890486666698603</c:v>
                </c:pt>
                <c:pt idx="213">
                  <c:v>0.879818050142407</c:v>
                </c:pt>
                <c:pt idx="214">
                  <c:v>0.831018752637997</c:v>
                </c:pt>
                <c:pt idx="215">
                  <c:v>0.829182638690843</c:v>
                </c:pt>
                <c:pt idx="216">
                  <c:v>0.823403446109412</c:v>
                </c:pt>
                <c:pt idx="217">
                  <c:v>0.822986617857994</c:v>
                </c:pt>
                <c:pt idx="218">
                  <c:v>0.806122911184341</c:v>
                </c:pt>
                <c:pt idx="219">
                  <c:v>0.807603116618315</c:v>
                </c:pt>
                <c:pt idx="220">
                  <c:v>0.796630198749511</c:v>
                </c:pt>
                <c:pt idx="221">
                  <c:v>0.810055553477714</c:v>
                </c:pt>
                <c:pt idx="222">
                  <c:v>0.807313433145362</c:v>
                </c:pt>
                <c:pt idx="223">
                  <c:v>0.807879978702221</c:v>
                </c:pt>
                <c:pt idx="224">
                  <c:v>0.8167455102366</c:v>
                </c:pt>
                <c:pt idx="225">
                  <c:v>0.791469462844181</c:v>
                </c:pt>
                <c:pt idx="226">
                  <c:v>0.760840103582897</c:v>
                </c:pt>
                <c:pt idx="227">
                  <c:v>0.773292309000458</c:v>
                </c:pt>
                <c:pt idx="228">
                  <c:v>0.774614570063691</c:v>
                </c:pt>
                <c:pt idx="229">
                  <c:v>0.788244466688396</c:v>
                </c:pt>
                <c:pt idx="230">
                  <c:v>0.794663015342525</c:v>
                </c:pt>
                <c:pt idx="231">
                  <c:v>0.779995115316941</c:v>
                </c:pt>
                <c:pt idx="232">
                  <c:v>0.78806598958826</c:v>
                </c:pt>
                <c:pt idx="233">
                  <c:v>0.791210266715861</c:v>
                </c:pt>
                <c:pt idx="234">
                  <c:v>0.792805312636854</c:v>
                </c:pt>
                <c:pt idx="235">
                  <c:v>0.785072919544638</c:v>
                </c:pt>
                <c:pt idx="236">
                  <c:v>0.792971481345714</c:v>
                </c:pt>
                <c:pt idx="237">
                  <c:v>0.781298606056614</c:v>
                </c:pt>
                <c:pt idx="238">
                  <c:v>0.778546492371059</c:v>
                </c:pt>
                <c:pt idx="239">
                  <c:v>0.776822194059509</c:v>
                </c:pt>
                <c:pt idx="240">
                  <c:v>0.765552923029163</c:v>
                </c:pt>
                <c:pt idx="241">
                  <c:v>0.781734630734328</c:v>
                </c:pt>
                <c:pt idx="242">
                  <c:v>0.779942456531385</c:v>
                </c:pt>
                <c:pt idx="243">
                  <c:v>0.785636861480987</c:v>
                </c:pt>
                <c:pt idx="244">
                  <c:v>0.791894976887381</c:v>
                </c:pt>
                <c:pt idx="245">
                  <c:v>0.796639511326709</c:v>
                </c:pt>
                <c:pt idx="246">
                  <c:v>0.802947758477168</c:v>
                </c:pt>
                <c:pt idx="247">
                  <c:v>0.803787977322449</c:v>
                </c:pt>
                <c:pt idx="248">
                  <c:v>0.804979841602118</c:v>
                </c:pt>
                <c:pt idx="249">
                  <c:v>0.803282467116467</c:v>
                </c:pt>
                <c:pt idx="250">
                  <c:v>0.805605573230255</c:v>
                </c:pt>
                <c:pt idx="251">
                  <c:v>0.793284296060396</c:v>
                </c:pt>
                <c:pt idx="252">
                  <c:v>0.803439758467726</c:v>
                </c:pt>
                <c:pt idx="253">
                  <c:v>0.801794839430776</c:v>
                </c:pt>
                <c:pt idx="254">
                  <c:v>0.778951105382026</c:v>
                </c:pt>
                <c:pt idx="255">
                  <c:v>0.788500554801574</c:v>
                </c:pt>
                <c:pt idx="256">
                  <c:v>0.793604679497067</c:v>
                </c:pt>
                <c:pt idx="257">
                  <c:v>0.79739353125345</c:v>
                </c:pt>
                <c:pt idx="258">
                  <c:v>0.795477988418006</c:v>
                </c:pt>
                <c:pt idx="259">
                  <c:v>0.794174475774675</c:v>
                </c:pt>
                <c:pt idx="260">
                  <c:v>0.797745951512032</c:v>
                </c:pt>
                <c:pt idx="261">
                  <c:v>0.80397226734935</c:v>
                </c:pt>
                <c:pt idx="262">
                  <c:v>0.800427317201281</c:v>
                </c:pt>
                <c:pt idx="263">
                  <c:v>0.795248909330388</c:v>
                </c:pt>
                <c:pt idx="264">
                  <c:v>0.785196244728202</c:v>
                </c:pt>
                <c:pt idx="265">
                  <c:v>0.787219272693163</c:v>
                </c:pt>
                <c:pt idx="266">
                  <c:v>0.7580351291791</c:v>
                </c:pt>
                <c:pt idx="267">
                  <c:v>0.717956508413807</c:v>
                </c:pt>
                <c:pt idx="268">
                  <c:v>0.703770777765289</c:v>
                </c:pt>
                <c:pt idx="269">
                  <c:v>0.695666409551766</c:v>
                </c:pt>
                <c:pt idx="270">
                  <c:v>0.645686057064179</c:v>
                </c:pt>
                <c:pt idx="271">
                  <c:v>0.654137429826444</c:v>
                </c:pt>
                <c:pt idx="272">
                  <c:v>0.665930644334375</c:v>
                </c:pt>
                <c:pt idx="273">
                  <c:v>0.64779273436629</c:v>
                </c:pt>
                <c:pt idx="274">
                  <c:v>0.666704121482969</c:v>
                </c:pt>
                <c:pt idx="275">
                  <c:v>0.665036488312568</c:v>
                </c:pt>
                <c:pt idx="276">
                  <c:v>0.665506523311828</c:v>
                </c:pt>
                <c:pt idx="277">
                  <c:v>0.676800826814901</c:v>
                </c:pt>
                <c:pt idx="278">
                  <c:v>0.681550952986541</c:v>
                </c:pt>
                <c:pt idx="279">
                  <c:v>0.702384329217949</c:v>
                </c:pt>
                <c:pt idx="280">
                  <c:v>0.706849740308548</c:v>
                </c:pt>
                <c:pt idx="281">
                  <c:v>0.705261153150248</c:v>
                </c:pt>
                <c:pt idx="282">
                  <c:v>0.717822651807002</c:v>
                </c:pt>
                <c:pt idx="283">
                  <c:v>0.714217542015739</c:v>
                </c:pt>
                <c:pt idx="284">
                  <c:v>0.722802768850492</c:v>
                </c:pt>
                <c:pt idx="285">
                  <c:v>0.7315776530103</c:v>
                </c:pt>
                <c:pt idx="286">
                  <c:v>0.730732707722783</c:v>
                </c:pt>
                <c:pt idx="287">
                  <c:v>0.745942524267308</c:v>
                </c:pt>
                <c:pt idx="288">
                  <c:v>0.762371874057764</c:v>
                </c:pt>
                <c:pt idx="289">
                  <c:v>0.775831566582034</c:v>
                </c:pt>
                <c:pt idx="290">
                  <c:v>0.774078179089931</c:v>
                </c:pt>
                <c:pt idx="291">
                  <c:v>0.765092098952902</c:v>
                </c:pt>
                <c:pt idx="292">
                  <c:v>0.751182551822115</c:v>
                </c:pt>
                <c:pt idx="293">
                  <c:v>0.756748009409623</c:v>
                </c:pt>
                <c:pt idx="294">
                  <c:v>0.765517220535809</c:v>
                </c:pt>
                <c:pt idx="295">
                  <c:v>0.776298340556381</c:v>
                </c:pt>
                <c:pt idx="296">
                  <c:v>0.777978643703084</c:v>
                </c:pt>
                <c:pt idx="297">
                  <c:v>0.787176148883435</c:v>
                </c:pt>
                <c:pt idx="298">
                  <c:v>0.736006379515175</c:v>
                </c:pt>
                <c:pt idx="299">
                  <c:v>0.745849706949042</c:v>
                </c:pt>
                <c:pt idx="300">
                  <c:v>0.771720173752119</c:v>
                </c:pt>
                <c:pt idx="301">
                  <c:v>0.776703971175507</c:v>
                </c:pt>
                <c:pt idx="302">
                  <c:v>0.791178248043848</c:v>
                </c:pt>
                <c:pt idx="303">
                  <c:v>0.806556248352618</c:v>
                </c:pt>
                <c:pt idx="304">
                  <c:v>0.811118907412552</c:v>
                </c:pt>
                <c:pt idx="305">
                  <c:v>0.80765090865989</c:v>
                </c:pt>
                <c:pt idx="306">
                  <c:v>0.808980004855599</c:v>
                </c:pt>
                <c:pt idx="307">
                  <c:v>0.814677664803578</c:v>
                </c:pt>
                <c:pt idx="308">
                  <c:v>0.814276542518112</c:v>
                </c:pt>
                <c:pt idx="309">
                  <c:v>0.827644492495099</c:v>
                </c:pt>
                <c:pt idx="310">
                  <c:v>0.827455302410176</c:v>
                </c:pt>
                <c:pt idx="311">
                  <c:v>0.821684108710021</c:v>
                </c:pt>
                <c:pt idx="312">
                  <c:v>0.807236075949258</c:v>
                </c:pt>
                <c:pt idx="313">
                  <c:v>0.784143805068014</c:v>
                </c:pt>
                <c:pt idx="314">
                  <c:v>0.793232155179912</c:v>
                </c:pt>
                <c:pt idx="315">
                  <c:v>0.794132942157497</c:v>
                </c:pt>
                <c:pt idx="316">
                  <c:v>0.770734533405222</c:v>
                </c:pt>
                <c:pt idx="317">
                  <c:v>0.766889876880169</c:v>
                </c:pt>
                <c:pt idx="318">
                  <c:v>0.789521353331191</c:v>
                </c:pt>
                <c:pt idx="319">
                  <c:v>0.797452720126068</c:v>
                </c:pt>
                <c:pt idx="320">
                  <c:v>0.779695267589931</c:v>
                </c:pt>
                <c:pt idx="321">
                  <c:v>0.78018122159186</c:v>
                </c:pt>
                <c:pt idx="322">
                  <c:v>0.771869407367894</c:v>
                </c:pt>
                <c:pt idx="323">
                  <c:v>0.784378585030793</c:v>
                </c:pt>
                <c:pt idx="324">
                  <c:v>0.78821524895518</c:v>
                </c:pt>
                <c:pt idx="325">
                  <c:v>0.805732212264448</c:v>
                </c:pt>
                <c:pt idx="326">
                  <c:v>0.817218116890406</c:v>
                </c:pt>
                <c:pt idx="327">
                  <c:v>0.827000425061051</c:v>
                </c:pt>
                <c:pt idx="328">
                  <c:v>0.837343576430958</c:v>
                </c:pt>
                <c:pt idx="329">
                  <c:v>0.820642677074456</c:v>
                </c:pt>
                <c:pt idx="330">
                  <c:v>0.812468278818388</c:v>
                </c:pt>
                <c:pt idx="331">
                  <c:v>0.827440949679486</c:v>
                </c:pt>
                <c:pt idx="332">
                  <c:v>0.822462623332567</c:v>
                </c:pt>
                <c:pt idx="333">
                  <c:v>0.826771863768178</c:v>
                </c:pt>
                <c:pt idx="334">
                  <c:v>0.831661594656459</c:v>
                </c:pt>
                <c:pt idx="335">
                  <c:v>0.844355987682227</c:v>
                </c:pt>
                <c:pt idx="336">
                  <c:v>0.851584737602458</c:v>
                </c:pt>
                <c:pt idx="337">
                  <c:v>0.843460217829571</c:v>
                </c:pt>
                <c:pt idx="338">
                  <c:v>0.846354243455038</c:v>
                </c:pt>
                <c:pt idx="339">
                  <c:v>0.84412016902961</c:v>
                </c:pt>
                <c:pt idx="340">
                  <c:v>0.833797569676481</c:v>
                </c:pt>
                <c:pt idx="341">
                  <c:v>0.827741128102142</c:v>
                </c:pt>
                <c:pt idx="342">
                  <c:v>0.781796390484663</c:v>
                </c:pt>
                <c:pt idx="343">
                  <c:v>0.79899286048076</c:v>
                </c:pt>
                <c:pt idx="344">
                  <c:v>0.794066171185913</c:v>
                </c:pt>
                <c:pt idx="345">
                  <c:v>0.791619415710329</c:v>
                </c:pt>
                <c:pt idx="346">
                  <c:v>0.806172761133999</c:v>
                </c:pt>
                <c:pt idx="347">
                  <c:v>0.809684902612394</c:v>
                </c:pt>
                <c:pt idx="348">
                  <c:v>0.798745581908795</c:v>
                </c:pt>
                <c:pt idx="349">
                  <c:v>0.789798905732631</c:v>
                </c:pt>
                <c:pt idx="350">
                  <c:v>0.786696584623004</c:v>
                </c:pt>
                <c:pt idx="351">
                  <c:v>0.79234922779783</c:v>
                </c:pt>
                <c:pt idx="352">
                  <c:v>0.773716601502931</c:v>
                </c:pt>
                <c:pt idx="353">
                  <c:v>0.772864896427644</c:v>
                </c:pt>
                <c:pt idx="354">
                  <c:v>0.747013789207082</c:v>
                </c:pt>
                <c:pt idx="355">
                  <c:v>0.68382328263684</c:v>
                </c:pt>
                <c:pt idx="356">
                  <c:v>0.690462968253344</c:v>
                </c:pt>
                <c:pt idx="357">
                  <c:v>0.667292618560934</c:v>
                </c:pt>
                <c:pt idx="358">
                  <c:v>0.681068652551386</c:v>
                </c:pt>
                <c:pt idx="359">
                  <c:v>0.68262343593453</c:v>
                </c:pt>
                <c:pt idx="360">
                  <c:v>0.694972473991639</c:v>
                </c:pt>
                <c:pt idx="361">
                  <c:v>0.693067040688181</c:v>
                </c:pt>
                <c:pt idx="362">
                  <c:v>0.690464227809324</c:v>
                </c:pt>
                <c:pt idx="363">
                  <c:v>0.71213450883215</c:v>
                </c:pt>
                <c:pt idx="364">
                  <c:v>0.702731561672757</c:v>
                </c:pt>
                <c:pt idx="365">
                  <c:v>0.716972673015561</c:v>
                </c:pt>
                <c:pt idx="366">
                  <c:v>0.703855296365619</c:v>
                </c:pt>
                <c:pt idx="367">
                  <c:v>0.685097602977227</c:v>
                </c:pt>
                <c:pt idx="368">
                  <c:v>0.691438441218919</c:v>
                </c:pt>
                <c:pt idx="369">
                  <c:v>0.705069719728217</c:v>
                </c:pt>
                <c:pt idx="370">
                  <c:v>0.712996699265538</c:v>
                </c:pt>
                <c:pt idx="371">
                  <c:v>0.693905316690007</c:v>
                </c:pt>
                <c:pt idx="372">
                  <c:v>0.713467833168916</c:v>
                </c:pt>
                <c:pt idx="373">
                  <c:v>0.71791398914532</c:v>
                </c:pt>
                <c:pt idx="374">
                  <c:v>0.719132951893333</c:v>
                </c:pt>
                <c:pt idx="375">
                  <c:v>0.724561621187515</c:v>
                </c:pt>
                <c:pt idx="376">
                  <c:v>0.723803679662873</c:v>
                </c:pt>
                <c:pt idx="377">
                  <c:v>0.713325907620961</c:v>
                </c:pt>
                <c:pt idx="378">
                  <c:v>0.722289839548051</c:v>
                </c:pt>
                <c:pt idx="379">
                  <c:v>0.727569914599668</c:v>
                </c:pt>
                <c:pt idx="380">
                  <c:v>0.742075924953663</c:v>
                </c:pt>
                <c:pt idx="381">
                  <c:v>0.745504911419894</c:v>
                </c:pt>
                <c:pt idx="382">
                  <c:v>0.752193856938314</c:v>
                </c:pt>
                <c:pt idx="383">
                  <c:v>0.75028698458729</c:v>
                </c:pt>
                <c:pt idx="384">
                  <c:v>0.735763557342291</c:v>
                </c:pt>
                <c:pt idx="385">
                  <c:v>0.742539554796136</c:v>
                </c:pt>
                <c:pt idx="386">
                  <c:v>0.730732487690894</c:v>
                </c:pt>
                <c:pt idx="387">
                  <c:v>0.705413425547404</c:v>
                </c:pt>
                <c:pt idx="388">
                  <c:v>0.698375239058598</c:v>
                </c:pt>
                <c:pt idx="389">
                  <c:v>0.684055781815731</c:v>
                </c:pt>
                <c:pt idx="390">
                  <c:v>0.702894231303212</c:v>
                </c:pt>
                <c:pt idx="391">
                  <c:v>0.692994585242025</c:v>
                </c:pt>
                <c:pt idx="392">
                  <c:v>0.710033257626556</c:v>
                </c:pt>
                <c:pt idx="393">
                  <c:v>0.714145892723603</c:v>
                </c:pt>
                <c:pt idx="394">
                  <c:v>0.715627986762807</c:v>
                </c:pt>
                <c:pt idx="395">
                  <c:v>0.718159140814356</c:v>
                </c:pt>
                <c:pt idx="396">
                  <c:v>0.704827200162567</c:v>
                </c:pt>
                <c:pt idx="397">
                  <c:v>0.69863238672967</c:v>
                </c:pt>
                <c:pt idx="398">
                  <c:v>0.6836289920749</c:v>
                </c:pt>
                <c:pt idx="399">
                  <c:v>0.687010799227575</c:v>
                </c:pt>
                <c:pt idx="400">
                  <c:v>0.693694770162562</c:v>
                </c:pt>
                <c:pt idx="401">
                  <c:v>0.684678552151072</c:v>
                </c:pt>
                <c:pt idx="402">
                  <c:v>0.691429601921025</c:v>
                </c:pt>
                <c:pt idx="403">
                  <c:v>0.689580171502393</c:v>
                </c:pt>
                <c:pt idx="404">
                  <c:v>0.702768462947491</c:v>
                </c:pt>
                <c:pt idx="405">
                  <c:v>0.704832073932749</c:v>
                </c:pt>
                <c:pt idx="406">
                  <c:v>0.700529531997189</c:v>
                </c:pt>
                <c:pt idx="407">
                  <c:v>0.687872817133428</c:v>
                </c:pt>
                <c:pt idx="408">
                  <c:v>0.680399587938699</c:v>
                </c:pt>
                <c:pt idx="409">
                  <c:v>0.677898267980955</c:v>
                </c:pt>
                <c:pt idx="410">
                  <c:v>0.689405521004826</c:v>
                </c:pt>
                <c:pt idx="411">
                  <c:v>0.685285712149836</c:v>
                </c:pt>
                <c:pt idx="412">
                  <c:v>0.683485219996567</c:v>
                </c:pt>
                <c:pt idx="413">
                  <c:v>0.687467465575162</c:v>
                </c:pt>
                <c:pt idx="414">
                  <c:v>0.672396727976352</c:v>
                </c:pt>
                <c:pt idx="415">
                  <c:v>0.677956117894679</c:v>
                </c:pt>
                <c:pt idx="416">
                  <c:v>0.680121214692801</c:v>
                </c:pt>
                <c:pt idx="417">
                  <c:v>0.687373815710522</c:v>
                </c:pt>
                <c:pt idx="418">
                  <c:v>0.68183375549441</c:v>
                </c:pt>
                <c:pt idx="419">
                  <c:v>0.671571091051998</c:v>
                </c:pt>
                <c:pt idx="420">
                  <c:v>0.684422847348749</c:v>
                </c:pt>
                <c:pt idx="421">
                  <c:v>0.692665354035392</c:v>
                </c:pt>
                <c:pt idx="422">
                  <c:v>0.693263055072041</c:v>
                </c:pt>
                <c:pt idx="423">
                  <c:v>0.699543189602097</c:v>
                </c:pt>
                <c:pt idx="424">
                  <c:v>0.697606166263568</c:v>
                </c:pt>
                <c:pt idx="425">
                  <c:v>0.699538731461948</c:v>
                </c:pt>
                <c:pt idx="426">
                  <c:v>0.683484254925413</c:v>
                </c:pt>
                <c:pt idx="427">
                  <c:v>0.690519290084456</c:v>
                </c:pt>
                <c:pt idx="428">
                  <c:v>0.665890220832123</c:v>
                </c:pt>
                <c:pt idx="429">
                  <c:v>0.671177786817315</c:v>
                </c:pt>
                <c:pt idx="430">
                  <c:v>0.679044947895096</c:v>
                </c:pt>
                <c:pt idx="431">
                  <c:v>0.622821583810635</c:v>
                </c:pt>
                <c:pt idx="432">
                  <c:v>0.617778751960978</c:v>
                </c:pt>
                <c:pt idx="433">
                  <c:v>0.614690332707148</c:v>
                </c:pt>
                <c:pt idx="434">
                  <c:v>0.604472668390634</c:v>
                </c:pt>
                <c:pt idx="435">
                  <c:v>0.614326584643849</c:v>
                </c:pt>
                <c:pt idx="436">
                  <c:v>0.597989676137796</c:v>
                </c:pt>
                <c:pt idx="437">
                  <c:v>0.611420528403799</c:v>
                </c:pt>
                <c:pt idx="438">
                  <c:v>0.645335728415107</c:v>
                </c:pt>
                <c:pt idx="439">
                  <c:v>0.646867317251911</c:v>
                </c:pt>
                <c:pt idx="440">
                  <c:v>0.65269441168596</c:v>
                </c:pt>
                <c:pt idx="441">
                  <c:v>0.646910673952157</c:v>
                </c:pt>
                <c:pt idx="442">
                  <c:v>0.652122370040538</c:v>
                </c:pt>
                <c:pt idx="443">
                  <c:v>0.643422507120667</c:v>
                </c:pt>
                <c:pt idx="444">
                  <c:v>0.655263691959133</c:v>
                </c:pt>
                <c:pt idx="445">
                  <c:v>0.669056219502774</c:v>
                </c:pt>
                <c:pt idx="446">
                  <c:v>0.673073898811661</c:v>
                </c:pt>
                <c:pt idx="447">
                  <c:v>0.690709696738543</c:v>
                </c:pt>
                <c:pt idx="448">
                  <c:v>0.702894628275854</c:v>
                </c:pt>
                <c:pt idx="449">
                  <c:v>0.699408184656425</c:v>
                </c:pt>
                <c:pt idx="450">
                  <c:v>0.699595466756799</c:v>
                </c:pt>
                <c:pt idx="451">
                  <c:v>0.708533664183569</c:v>
                </c:pt>
                <c:pt idx="452">
                  <c:v>0.711883983102918</c:v>
                </c:pt>
                <c:pt idx="453">
                  <c:v>0.73876678568654</c:v>
                </c:pt>
                <c:pt idx="454">
                  <c:v>0.755864457450378</c:v>
                </c:pt>
                <c:pt idx="455">
                  <c:v>0.757391408686014</c:v>
                </c:pt>
                <c:pt idx="456">
                  <c:v>0.776248363418964</c:v>
                </c:pt>
                <c:pt idx="457">
                  <c:v>0.783840241359201</c:v>
                </c:pt>
                <c:pt idx="458">
                  <c:v>0.787674567437955</c:v>
                </c:pt>
                <c:pt idx="459">
                  <c:v>0.764022381217234</c:v>
                </c:pt>
                <c:pt idx="460">
                  <c:v>0.775746034392806</c:v>
                </c:pt>
                <c:pt idx="461">
                  <c:v>0.777437534330332</c:v>
                </c:pt>
                <c:pt idx="462">
                  <c:v>0.735850800301809</c:v>
                </c:pt>
                <c:pt idx="463">
                  <c:v>0.734054071969421</c:v>
                </c:pt>
                <c:pt idx="464">
                  <c:v>0.744609701724272</c:v>
                </c:pt>
                <c:pt idx="465">
                  <c:v>0.753956478718436</c:v>
                </c:pt>
                <c:pt idx="466">
                  <c:v>0.730820928882962</c:v>
                </c:pt>
                <c:pt idx="467">
                  <c:v>0.73774441135513</c:v>
                </c:pt>
                <c:pt idx="468">
                  <c:v>0.761633709994337</c:v>
                </c:pt>
                <c:pt idx="469">
                  <c:v>0.771323109834803</c:v>
                </c:pt>
                <c:pt idx="470">
                  <c:v>0.763560268912507</c:v>
                </c:pt>
                <c:pt idx="471">
                  <c:v>0.751425741707342</c:v>
                </c:pt>
                <c:pt idx="472">
                  <c:v>0.754502177668824</c:v>
                </c:pt>
                <c:pt idx="473">
                  <c:v>0.741343122458722</c:v>
                </c:pt>
                <c:pt idx="474">
                  <c:v>0.750309168682744</c:v>
                </c:pt>
                <c:pt idx="475">
                  <c:v>0.753201514346936</c:v>
                </c:pt>
                <c:pt idx="476">
                  <c:v>0.759119721600078</c:v>
                </c:pt>
                <c:pt idx="477">
                  <c:v>0.736824832471021</c:v>
                </c:pt>
                <c:pt idx="478">
                  <c:v>0.739871135803421</c:v>
                </c:pt>
                <c:pt idx="479">
                  <c:v>0.735900748813468</c:v>
                </c:pt>
                <c:pt idx="480">
                  <c:v>0.728362512623653</c:v>
                </c:pt>
                <c:pt idx="481">
                  <c:v>0.73582000983088</c:v>
                </c:pt>
                <c:pt idx="482">
                  <c:v>0.733710235761093</c:v>
                </c:pt>
                <c:pt idx="483">
                  <c:v>0.742740240243553</c:v>
                </c:pt>
                <c:pt idx="484">
                  <c:v>0.734999977344985</c:v>
                </c:pt>
                <c:pt idx="485">
                  <c:v>0.738026344524031</c:v>
                </c:pt>
                <c:pt idx="486">
                  <c:v>0.722993222320758</c:v>
                </c:pt>
                <c:pt idx="487">
                  <c:v>0.720831093095159</c:v>
                </c:pt>
                <c:pt idx="488">
                  <c:v>0.725309013064917</c:v>
                </c:pt>
                <c:pt idx="489">
                  <c:v>0.723465828202538</c:v>
                </c:pt>
                <c:pt idx="490">
                  <c:v>0.741058132455233</c:v>
                </c:pt>
                <c:pt idx="491">
                  <c:v>0.757182425894469</c:v>
                </c:pt>
                <c:pt idx="492">
                  <c:v>0.757339481865513</c:v>
                </c:pt>
                <c:pt idx="493">
                  <c:v>0.759332232001956</c:v>
                </c:pt>
                <c:pt idx="494">
                  <c:v>0.758781683097841</c:v>
                </c:pt>
                <c:pt idx="495">
                  <c:v>0.764676534947297</c:v>
                </c:pt>
                <c:pt idx="496">
                  <c:v>0.759222395844277</c:v>
                </c:pt>
                <c:pt idx="497">
                  <c:v>0.769708617343635</c:v>
                </c:pt>
                <c:pt idx="498">
                  <c:v>0.76921192277608</c:v>
                </c:pt>
                <c:pt idx="499">
                  <c:v>0.758134458045429</c:v>
                </c:pt>
                <c:pt idx="500">
                  <c:v>0.760651993214117</c:v>
                </c:pt>
                <c:pt idx="501">
                  <c:v>0.76461718836166</c:v>
                </c:pt>
                <c:pt idx="502">
                  <c:v>0.75940522305219</c:v>
                </c:pt>
                <c:pt idx="503">
                  <c:v>0.760198996549097</c:v>
                </c:pt>
                <c:pt idx="504">
                  <c:v>0.764191335896765</c:v>
                </c:pt>
                <c:pt idx="505">
                  <c:v>0.75249002394239</c:v>
                </c:pt>
                <c:pt idx="506">
                  <c:v>0.743503961721876</c:v>
                </c:pt>
                <c:pt idx="507">
                  <c:v>0.720842327702668</c:v>
                </c:pt>
                <c:pt idx="508">
                  <c:v>0.708757405947597</c:v>
                </c:pt>
                <c:pt idx="509">
                  <c:v>0.688287517322689</c:v>
                </c:pt>
                <c:pt idx="510">
                  <c:v>0.709890452473966</c:v>
                </c:pt>
                <c:pt idx="511">
                  <c:v>0.72912881522022</c:v>
                </c:pt>
                <c:pt idx="512">
                  <c:v>0.741973512792307</c:v>
                </c:pt>
                <c:pt idx="513">
                  <c:v>0.755839848327059</c:v>
                </c:pt>
                <c:pt idx="514">
                  <c:v>0.759473625059682</c:v>
                </c:pt>
                <c:pt idx="515">
                  <c:v>0.763345238803609</c:v>
                </c:pt>
                <c:pt idx="516">
                  <c:v>0.789366687185751</c:v>
                </c:pt>
                <c:pt idx="517">
                  <c:v>0.792957639527103</c:v>
                </c:pt>
                <c:pt idx="518">
                  <c:v>0.798402113628425</c:v>
                </c:pt>
                <c:pt idx="519">
                  <c:v>0.795120652720417</c:v>
                </c:pt>
                <c:pt idx="520">
                  <c:v>0.809738767097535</c:v>
                </c:pt>
                <c:pt idx="521">
                  <c:v>0.845189281395944</c:v>
                </c:pt>
                <c:pt idx="522">
                  <c:v>0.844423476750784</c:v>
                </c:pt>
                <c:pt idx="523">
                  <c:v>0.843646881659316</c:v>
                </c:pt>
                <c:pt idx="524">
                  <c:v>0.854157728481735</c:v>
                </c:pt>
                <c:pt idx="525">
                  <c:v>0.85698329584261</c:v>
                </c:pt>
                <c:pt idx="526">
                  <c:v>0.868553909105287</c:v>
                </c:pt>
                <c:pt idx="527">
                  <c:v>0.890021421694421</c:v>
                </c:pt>
                <c:pt idx="528">
                  <c:v>0.911577665981085</c:v>
                </c:pt>
                <c:pt idx="529">
                  <c:v>0.932252798282819</c:v>
                </c:pt>
                <c:pt idx="530">
                  <c:v>0.88514525072116</c:v>
                </c:pt>
                <c:pt idx="531">
                  <c:v>0.92763424668634</c:v>
                </c:pt>
                <c:pt idx="532">
                  <c:v>0.943467517766929</c:v>
                </c:pt>
                <c:pt idx="533">
                  <c:v>0.930778722658885</c:v>
                </c:pt>
                <c:pt idx="534">
                  <c:v>0.903403376556021</c:v>
                </c:pt>
                <c:pt idx="535">
                  <c:v>0.923245612183081</c:v>
                </c:pt>
                <c:pt idx="536">
                  <c:v>0.944079986682351</c:v>
                </c:pt>
                <c:pt idx="537">
                  <c:v>0.947876246923035</c:v>
                </c:pt>
                <c:pt idx="538">
                  <c:v>0.953177536096962</c:v>
                </c:pt>
                <c:pt idx="539">
                  <c:v>0.964065510764431</c:v>
                </c:pt>
                <c:pt idx="540">
                  <c:v>0.971870666431632</c:v>
                </c:pt>
                <c:pt idx="541">
                  <c:v>0.970329182191747</c:v>
                </c:pt>
                <c:pt idx="542">
                  <c:v>0.945244884562707</c:v>
                </c:pt>
                <c:pt idx="543">
                  <c:v>0.956569173860871</c:v>
                </c:pt>
                <c:pt idx="544">
                  <c:v>0.947053568365957</c:v>
                </c:pt>
                <c:pt idx="545">
                  <c:v>0.967754610877671</c:v>
                </c:pt>
                <c:pt idx="546">
                  <c:v>0.999851075414426</c:v>
                </c:pt>
                <c:pt idx="547">
                  <c:v>1.00731253898536</c:v>
                </c:pt>
                <c:pt idx="548">
                  <c:v>1.02259209353678</c:v>
                </c:pt>
                <c:pt idx="549">
                  <c:v>1.02616098472023</c:v>
                </c:pt>
                <c:pt idx="550">
                  <c:v>1.0272607448635</c:v>
                </c:pt>
                <c:pt idx="551">
                  <c:v>1.03963495180591</c:v>
                </c:pt>
                <c:pt idx="552">
                  <c:v>1.04167739835581</c:v>
                </c:pt>
                <c:pt idx="553">
                  <c:v>1.02797264337251</c:v>
                </c:pt>
                <c:pt idx="554">
                  <c:v>1.02795950247691</c:v>
                </c:pt>
                <c:pt idx="555">
                  <c:v>1.01860635347363</c:v>
                </c:pt>
                <c:pt idx="556">
                  <c:v>1.0358151260333</c:v>
                </c:pt>
                <c:pt idx="557">
                  <c:v>1.04866340873114</c:v>
                </c:pt>
                <c:pt idx="558">
                  <c:v>1.04546127048904</c:v>
                </c:pt>
                <c:pt idx="559">
                  <c:v>1.05564042884631</c:v>
                </c:pt>
                <c:pt idx="560">
                  <c:v>1.04492156756486</c:v>
                </c:pt>
                <c:pt idx="561">
                  <c:v>1.02146872234662</c:v>
                </c:pt>
                <c:pt idx="562">
                  <c:v>1.03498519159023</c:v>
                </c:pt>
                <c:pt idx="563">
                  <c:v>0.989917578950571</c:v>
                </c:pt>
                <c:pt idx="564">
                  <c:v>0.975981081371266</c:v>
                </c:pt>
                <c:pt idx="565">
                  <c:v>0.930436438091812</c:v>
                </c:pt>
                <c:pt idx="566">
                  <c:v>0.945308823581689</c:v>
                </c:pt>
                <c:pt idx="567">
                  <c:v>0.877284797194397</c:v>
                </c:pt>
                <c:pt idx="568">
                  <c:v>0.900342008541379</c:v>
                </c:pt>
                <c:pt idx="569">
                  <c:v>0.906289257137131</c:v>
                </c:pt>
                <c:pt idx="570">
                  <c:v>0.907120353139746</c:v>
                </c:pt>
                <c:pt idx="571">
                  <c:v>0.937252245079216</c:v>
                </c:pt>
                <c:pt idx="572">
                  <c:v>0.938907615753929</c:v>
                </c:pt>
                <c:pt idx="573">
                  <c:v>0.93518329294385</c:v>
                </c:pt>
                <c:pt idx="574">
                  <c:v>0.955544774805336</c:v>
                </c:pt>
                <c:pt idx="575">
                  <c:v>0.962833245728217</c:v>
                </c:pt>
                <c:pt idx="576">
                  <c:v>0.927494408039641</c:v>
                </c:pt>
                <c:pt idx="577">
                  <c:v>0.929352454409176</c:v>
                </c:pt>
                <c:pt idx="578">
                  <c:v>0.946753969592085</c:v>
                </c:pt>
                <c:pt idx="579">
                  <c:v>0.945558105495774</c:v>
                </c:pt>
                <c:pt idx="580">
                  <c:v>0.923755173625234</c:v>
                </c:pt>
                <c:pt idx="581">
                  <c:v>0.921809158819664</c:v>
                </c:pt>
                <c:pt idx="582">
                  <c:v>0.948070077616978</c:v>
                </c:pt>
                <c:pt idx="583">
                  <c:v>0.949077498286909</c:v>
                </c:pt>
                <c:pt idx="584">
                  <c:v>0.957640743730155</c:v>
                </c:pt>
                <c:pt idx="585">
                  <c:v>0.954982500025423</c:v>
                </c:pt>
                <c:pt idx="586">
                  <c:v>0.959235388150486</c:v>
                </c:pt>
                <c:pt idx="587">
                  <c:v>0.944509204844189</c:v>
                </c:pt>
                <c:pt idx="588">
                  <c:v>0.929603400009328</c:v>
                </c:pt>
                <c:pt idx="589">
                  <c:v>0.938060958088602</c:v>
                </c:pt>
                <c:pt idx="590">
                  <c:v>0.914138251265894</c:v>
                </c:pt>
                <c:pt idx="591">
                  <c:v>0.92643072794604</c:v>
                </c:pt>
                <c:pt idx="592">
                  <c:v>0.959645265257467</c:v>
                </c:pt>
                <c:pt idx="593">
                  <c:v>0.95940651004931</c:v>
                </c:pt>
                <c:pt idx="594">
                  <c:v>0.9689640622423</c:v>
                </c:pt>
                <c:pt idx="595">
                  <c:v>0.943997025929688</c:v>
                </c:pt>
                <c:pt idx="596">
                  <c:v>0.950709100082537</c:v>
                </c:pt>
                <c:pt idx="597">
                  <c:v>0.949204929487341</c:v>
                </c:pt>
                <c:pt idx="598">
                  <c:v>0.96191610065867</c:v>
                </c:pt>
                <c:pt idx="599">
                  <c:v>0.973338341778466</c:v>
                </c:pt>
                <c:pt idx="600">
                  <c:v>1.0083324103219</c:v>
                </c:pt>
                <c:pt idx="601">
                  <c:v>1.00854398093813</c:v>
                </c:pt>
                <c:pt idx="602">
                  <c:v>1.00367685834321</c:v>
                </c:pt>
                <c:pt idx="603">
                  <c:v>1.00403181175027</c:v>
                </c:pt>
                <c:pt idx="604">
                  <c:v>1.008689383002</c:v>
                </c:pt>
                <c:pt idx="605">
                  <c:v>0.990555325635214</c:v>
                </c:pt>
                <c:pt idx="606">
                  <c:v>1.01585383410127</c:v>
                </c:pt>
                <c:pt idx="607">
                  <c:v>1.01488734464822</c:v>
                </c:pt>
                <c:pt idx="608">
                  <c:v>1.00634411574076</c:v>
                </c:pt>
                <c:pt idx="609">
                  <c:v>1.00202280470642</c:v>
                </c:pt>
                <c:pt idx="610">
                  <c:v>1.00645427050129</c:v>
                </c:pt>
                <c:pt idx="611">
                  <c:v>0.972406737597558</c:v>
                </c:pt>
                <c:pt idx="612">
                  <c:v>0.97922611669382</c:v>
                </c:pt>
                <c:pt idx="613">
                  <c:v>0.974318006192598</c:v>
                </c:pt>
                <c:pt idx="614">
                  <c:v>0.980021121908718</c:v>
                </c:pt>
                <c:pt idx="615">
                  <c:v>0.983546818796388</c:v>
                </c:pt>
                <c:pt idx="616">
                  <c:v>0.992304833142486</c:v>
                </c:pt>
                <c:pt idx="617">
                  <c:v>0.997823712398682</c:v>
                </c:pt>
                <c:pt idx="618">
                  <c:v>0.999028299213866</c:v>
                </c:pt>
                <c:pt idx="619">
                  <c:v>0.979316126772192</c:v>
                </c:pt>
                <c:pt idx="620">
                  <c:v>0.986166387089727</c:v>
                </c:pt>
                <c:pt idx="621">
                  <c:v>0.952582724847137</c:v>
                </c:pt>
                <c:pt idx="622">
                  <c:v>0.971458480254514</c:v>
                </c:pt>
                <c:pt idx="623">
                  <c:v>0.985784353358119</c:v>
                </c:pt>
                <c:pt idx="624">
                  <c:v>0.98616645879725</c:v>
                </c:pt>
                <c:pt idx="625">
                  <c:v>0.985990136701692</c:v>
                </c:pt>
                <c:pt idx="626">
                  <c:v>0.984233426391976</c:v>
                </c:pt>
                <c:pt idx="627">
                  <c:v>0.99020443754938</c:v>
                </c:pt>
                <c:pt idx="628">
                  <c:v>0.983540694258549</c:v>
                </c:pt>
                <c:pt idx="629">
                  <c:v>0.983509953676287</c:v>
                </c:pt>
                <c:pt idx="630">
                  <c:v>0.965378670034906</c:v>
                </c:pt>
                <c:pt idx="631">
                  <c:v>0.956995241169402</c:v>
                </c:pt>
                <c:pt idx="632">
                  <c:v>0.923250891497706</c:v>
                </c:pt>
                <c:pt idx="633">
                  <c:v>0.920356181008004</c:v>
                </c:pt>
                <c:pt idx="634">
                  <c:v>0.924508458520031</c:v>
                </c:pt>
                <c:pt idx="635">
                  <c:v>0.913728245349575</c:v>
                </c:pt>
                <c:pt idx="636">
                  <c:v>0.927131939819197</c:v>
                </c:pt>
                <c:pt idx="637">
                  <c:v>0.919808070321696</c:v>
                </c:pt>
                <c:pt idx="638">
                  <c:v>0.926613378258065</c:v>
                </c:pt>
                <c:pt idx="639">
                  <c:v>0.928617026479616</c:v>
                </c:pt>
                <c:pt idx="640">
                  <c:v>0.93183919302981</c:v>
                </c:pt>
                <c:pt idx="641">
                  <c:v>0.959079017804178</c:v>
                </c:pt>
                <c:pt idx="642">
                  <c:v>0.961922648257407</c:v>
                </c:pt>
                <c:pt idx="643">
                  <c:v>0.962619916558656</c:v>
                </c:pt>
                <c:pt idx="644">
                  <c:v>0.969442684078035</c:v>
                </c:pt>
                <c:pt idx="645">
                  <c:v>0.965843659004697</c:v>
                </c:pt>
                <c:pt idx="646">
                  <c:v>0.958769236600987</c:v>
                </c:pt>
                <c:pt idx="647">
                  <c:v>0.977359526916993</c:v>
                </c:pt>
                <c:pt idx="648">
                  <c:v>0.980639413540382</c:v>
                </c:pt>
                <c:pt idx="649">
                  <c:v>0.978652557847548</c:v>
                </c:pt>
                <c:pt idx="650">
                  <c:v>0.95972926354824</c:v>
                </c:pt>
                <c:pt idx="651">
                  <c:v>0.9849822285777</c:v>
                </c:pt>
                <c:pt idx="652">
                  <c:v>0.993409727208528</c:v>
                </c:pt>
                <c:pt idx="653">
                  <c:v>1.00187817702369</c:v>
                </c:pt>
                <c:pt idx="654">
                  <c:v>1.01013793646135</c:v>
                </c:pt>
                <c:pt idx="655">
                  <c:v>1.01359387600992</c:v>
                </c:pt>
                <c:pt idx="656">
                  <c:v>1.03264149582122</c:v>
                </c:pt>
                <c:pt idx="657">
                  <c:v>1.03685468814661</c:v>
                </c:pt>
                <c:pt idx="658">
                  <c:v>1.03339022803873</c:v>
                </c:pt>
                <c:pt idx="659">
                  <c:v>1.0392706425579</c:v>
                </c:pt>
                <c:pt idx="660">
                  <c:v>1.04272060914135</c:v>
                </c:pt>
                <c:pt idx="661">
                  <c:v>1.02062489543462</c:v>
                </c:pt>
                <c:pt idx="662">
                  <c:v>1.0253843536487</c:v>
                </c:pt>
                <c:pt idx="663">
                  <c:v>1.03808848441233</c:v>
                </c:pt>
                <c:pt idx="664">
                  <c:v>1.03909087117294</c:v>
                </c:pt>
                <c:pt idx="665">
                  <c:v>1.03023881096666</c:v>
                </c:pt>
                <c:pt idx="666">
                  <c:v>1.03351071258089</c:v>
                </c:pt>
                <c:pt idx="667">
                  <c:v>1.01081498655141</c:v>
                </c:pt>
                <c:pt idx="668">
                  <c:v>0.981874151404241</c:v>
                </c:pt>
                <c:pt idx="669">
                  <c:v>0.995975062110432</c:v>
                </c:pt>
                <c:pt idx="670">
                  <c:v>0.986106507773703</c:v>
                </c:pt>
                <c:pt idx="671">
                  <c:v>0.990972281366832</c:v>
                </c:pt>
                <c:pt idx="672">
                  <c:v>1.00617982177062</c:v>
                </c:pt>
                <c:pt idx="673">
                  <c:v>1.01922287739424</c:v>
                </c:pt>
                <c:pt idx="674">
                  <c:v>1.02192111042369</c:v>
                </c:pt>
                <c:pt idx="675">
                  <c:v>1.03659451824119</c:v>
                </c:pt>
                <c:pt idx="676">
                  <c:v>1.02864931133257</c:v>
                </c:pt>
                <c:pt idx="677">
                  <c:v>1.01938274192012</c:v>
                </c:pt>
                <c:pt idx="678">
                  <c:v>1.0159046282858</c:v>
                </c:pt>
                <c:pt idx="679">
                  <c:v>1.00281841039908</c:v>
                </c:pt>
                <c:pt idx="680">
                  <c:v>1.00866420947376</c:v>
                </c:pt>
                <c:pt idx="681">
                  <c:v>1.02029061461758</c:v>
                </c:pt>
                <c:pt idx="682">
                  <c:v>1.02113706899952</c:v>
                </c:pt>
                <c:pt idx="683">
                  <c:v>1.02554066560316</c:v>
                </c:pt>
                <c:pt idx="684">
                  <c:v>1.03291505611376</c:v>
                </c:pt>
                <c:pt idx="685">
                  <c:v>1.04454943477224</c:v>
                </c:pt>
                <c:pt idx="686">
                  <c:v>1.02589593984032</c:v>
                </c:pt>
                <c:pt idx="687">
                  <c:v>1.0101715214664</c:v>
                </c:pt>
                <c:pt idx="688">
                  <c:v>0.996966945825046</c:v>
                </c:pt>
                <c:pt idx="689">
                  <c:v>1.00974523950487</c:v>
                </c:pt>
                <c:pt idx="690">
                  <c:v>1.00610134459901</c:v>
                </c:pt>
                <c:pt idx="691">
                  <c:v>1.00336004080536</c:v>
                </c:pt>
                <c:pt idx="692">
                  <c:v>0.990602734949402</c:v>
                </c:pt>
                <c:pt idx="693">
                  <c:v>0.996419640707316</c:v>
                </c:pt>
                <c:pt idx="694">
                  <c:v>0.993451071580919</c:v>
                </c:pt>
                <c:pt idx="695">
                  <c:v>0.965855641233242</c:v>
                </c:pt>
                <c:pt idx="696">
                  <c:v>0.971787263710791</c:v>
                </c:pt>
                <c:pt idx="697">
                  <c:v>0.967638680208116</c:v>
                </c:pt>
                <c:pt idx="698">
                  <c:v>0.971202890966919</c:v>
                </c:pt>
                <c:pt idx="699">
                  <c:v>0.954744704257835</c:v>
                </c:pt>
                <c:pt idx="700">
                  <c:v>0.961553414091853</c:v>
                </c:pt>
                <c:pt idx="701">
                  <c:v>0.978756615578401</c:v>
                </c:pt>
                <c:pt idx="702">
                  <c:v>0.972893380178286</c:v>
                </c:pt>
                <c:pt idx="703">
                  <c:v>0.975664158834575</c:v>
                </c:pt>
                <c:pt idx="704">
                  <c:v>0.97069380666261</c:v>
                </c:pt>
                <c:pt idx="705">
                  <c:v>0.970197487947226</c:v>
                </c:pt>
                <c:pt idx="706">
                  <c:v>0.97095159288654</c:v>
                </c:pt>
                <c:pt idx="707">
                  <c:v>0.968218021910774</c:v>
                </c:pt>
                <c:pt idx="708">
                  <c:v>0.966286151982834</c:v>
                </c:pt>
                <c:pt idx="709">
                  <c:v>0.968550178559823</c:v>
                </c:pt>
                <c:pt idx="710">
                  <c:v>0.971918596191101</c:v>
                </c:pt>
                <c:pt idx="711">
                  <c:v>0.981671348861766</c:v>
                </c:pt>
                <c:pt idx="712">
                  <c:v>0.98604719530902</c:v>
                </c:pt>
                <c:pt idx="713">
                  <c:v>0.993646306614789</c:v>
                </c:pt>
                <c:pt idx="714">
                  <c:v>0.998424066316758</c:v>
                </c:pt>
                <c:pt idx="715">
                  <c:v>0.998860122975396</c:v>
                </c:pt>
                <c:pt idx="716">
                  <c:v>1.00216451367029</c:v>
                </c:pt>
                <c:pt idx="717">
                  <c:v>0.999204029725882</c:v>
                </c:pt>
                <c:pt idx="718">
                  <c:v>0.99673597815167</c:v>
                </c:pt>
                <c:pt idx="719">
                  <c:v>1.00638698599784</c:v>
                </c:pt>
                <c:pt idx="720">
                  <c:v>1.02065134773018</c:v>
                </c:pt>
                <c:pt idx="721">
                  <c:v>1.03161004916886</c:v>
                </c:pt>
                <c:pt idx="722">
                  <c:v>1.03637672662811</c:v>
                </c:pt>
                <c:pt idx="723">
                  <c:v>1.04852239562255</c:v>
                </c:pt>
                <c:pt idx="724">
                  <c:v>1.04198679700465</c:v>
                </c:pt>
                <c:pt idx="725">
                  <c:v>1.01803082814307</c:v>
                </c:pt>
                <c:pt idx="726">
                  <c:v>1.03740669145766</c:v>
                </c:pt>
                <c:pt idx="727">
                  <c:v>1.03961638195189</c:v>
                </c:pt>
                <c:pt idx="728">
                  <c:v>1.05075067972507</c:v>
                </c:pt>
                <c:pt idx="729">
                  <c:v>1.04439332536867</c:v>
                </c:pt>
                <c:pt idx="730">
                  <c:v>1.04748175032585</c:v>
                </c:pt>
                <c:pt idx="731">
                  <c:v>1.05374193799157</c:v>
                </c:pt>
                <c:pt idx="732">
                  <c:v>1.07411418689608</c:v>
                </c:pt>
                <c:pt idx="733">
                  <c:v>1.07873431697607</c:v>
                </c:pt>
                <c:pt idx="734">
                  <c:v>1.08574183858975</c:v>
                </c:pt>
                <c:pt idx="735">
                  <c:v>1.09987824429273</c:v>
                </c:pt>
                <c:pt idx="736">
                  <c:v>1.08227934153327</c:v>
                </c:pt>
                <c:pt idx="737">
                  <c:v>1.09846208318787</c:v>
                </c:pt>
                <c:pt idx="738">
                  <c:v>1.09346710506763</c:v>
                </c:pt>
                <c:pt idx="739">
                  <c:v>1.10027165049078</c:v>
                </c:pt>
                <c:pt idx="740">
                  <c:v>1.10396959172542</c:v>
                </c:pt>
                <c:pt idx="741">
                  <c:v>1.09092488218192</c:v>
                </c:pt>
                <c:pt idx="742">
                  <c:v>1.08129752049454</c:v>
                </c:pt>
                <c:pt idx="743">
                  <c:v>1.0746456026739</c:v>
                </c:pt>
                <c:pt idx="744">
                  <c:v>1.07925676770979</c:v>
                </c:pt>
                <c:pt idx="745">
                  <c:v>1.06806859321613</c:v>
                </c:pt>
                <c:pt idx="746">
                  <c:v>1.06424871584796</c:v>
                </c:pt>
                <c:pt idx="747">
                  <c:v>1.02825325756174</c:v>
                </c:pt>
                <c:pt idx="748">
                  <c:v>0.931926238175532</c:v>
                </c:pt>
                <c:pt idx="749">
                  <c:v>0.906717315843447</c:v>
                </c:pt>
                <c:pt idx="750">
                  <c:v>0.931944181220865</c:v>
                </c:pt>
                <c:pt idx="751">
                  <c:v>0.951730890208647</c:v>
                </c:pt>
                <c:pt idx="752">
                  <c:v>0.965996872418426</c:v>
                </c:pt>
                <c:pt idx="753">
                  <c:v>0.984491187846437</c:v>
                </c:pt>
                <c:pt idx="754">
                  <c:v>0.977828111252537</c:v>
                </c:pt>
                <c:pt idx="755">
                  <c:v>0.992759547705097</c:v>
                </c:pt>
                <c:pt idx="756">
                  <c:v>0.979934305591346</c:v>
                </c:pt>
                <c:pt idx="757">
                  <c:v>0.979265106116465</c:v>
                </c:pt>
                <c:pt idx="758">
                  <c:v>1.01205877785991</c:v>
                </c:pt>
                <c:pt idx="759">
                  <c:v>1.03122116178244</c:v>
                </c:pt>
                <c:pt idx="760">
                  <c:v>1.02845848122347</c:v>
                </c:pt>
                <c:pt idx="761">
                  <c:v>1.05042189153791</c:v>
                </c:pt>
                <c:pt idx="762">
                  <c:v>1.05946156337138</c:v>
                </c:pt>
                <c:pt idx="763">
                  <c:v>1.0675667315678</c:v>
                </c:pt>
                <c:pt idx="764">
                  <c:v>1.05347170481546</c:v>
                </c:pt>
                <c:pt idx="765">
                  <c:v>1.05129924242416</c:v>
                </c:pt>
                <c:pt idx="766">
                  <c:v>1.05639397274312</c:v>
                </c:pt>
                <c:pt idx="767">
                  <c:v>0.996839065584918</c:v>
                </c:pt>
                <c:pt idx="768">
                  <c:v>1.04053100211704</c:v>
                </c:pt>
                <c:pt idx="769">
                  <c:v>1.05263317781086</c:v>
                </c:pt>
                <c:pt idx="770">
                  <c:v>1.07015014872506</c:v>
                </c:pt>
                <c:pt idx="771">
                  <c:v>1.09533643141734</c:v>
                </c:pt>
                <c:pt idx="772">
                  <c:v>1.10072780330587</c:v>
                </c:pt>
                <c:pt idx="773">
                  <c:v>1.07429935383571</c:v>
                </c:pt>
                <c:pt idx="774">
                  <c:v>1.09557333960084</c:v>
                </c:pt>
                <c:pt idx="775">
                  <c:v>1.09787531629088</c:v>
                </c:pt>
                <c:pt idx="776">
                  <c:v>1.08016686190724</c:v>
                </c:pt>
                <c:pt idx="777">
                  <c:v>1.07054342410877</c:v>
                </c:pt>
                <c:pt idx="778">
                  <c:v>1.04036294018078</c:v>
                </c:pt>
                <c:pt idx="779">
                  <c:v>1.03855892503207</c:v>
                </c:pt>
                <c:pt idx="780">
                  <c:v>1.02481631966288</c:v>
                </c:pt>
                <c:pt idx="781">
                  <c:v>1.0348166195161</c:v>
                </c:pt>
                <c:pt idx="782">
                  <c:v>1.0562396493555</c:v>
                </c:pt>
                <c:pt idx="783">
                  <c:v>1.02480139164919</c:v>
                </c:pt>
                <c:pt idx="784">
                  <c:v>1.049862381704</c:v>
                </c:pt>
                <c:pt idx="785">
                  <c:v>1.07116216522778</c:v>
                </c:pt>
                <c:pt idx="786">
                  <c:v>1.05772640984782</c:v>
                </c:pt>
                <c:pt idx="787">
                  <c:v>1.058116707557</c:v>
                </c:pt>
                <c:pt idx="788">
                  <c:v>1.03450381486202</c:v>
                </c:pt>
                <c:pt idx="789">
                  <c:v>1.0348513617422</c:v>
                </c:pt>
                <c:pt idx="790">
                  <c:v>1.027290272343</c:v>
                </c:pt>
                <c:pt idx="791">
                  <c:v>1.04341686820198</c:v>
                </c:pt>
                <c:pt idx="792">
                  <c:v>1.04027517616696</c:v>
                </c:pt>
                <c:pt idx="793">
                  <c:v>1.07013656141167</c:v>
                </c:pt>
                <c:pt idx="794">
                  <c:v>1.08496242623148</c:v>
                </c:pt>
                <c:pt idx="795">
                  <c:v>1.09363227889537</c:v>
                </c:pt>
                <c:pt idx="796">
                  <c:v>1.06860806761149</c:v>
                </c:pt>
                <c:pt idx="797">
                  <c:v>1.05993301107812</c:v>
                </c:pt>
                <c:pt idx="798">
                  <c:v>1.07820915006618</c:v>
                </c:pt>
                <c:pt idx="799">
                  <c:v>1.0649755559232</c:v>
                </c:pt>
                <c:pt idx="800">
                  <c:v>1.06663381285472</c:v>
                </c:pt>
                <c:pt idx="801">
                  <c:v>1.06169255681084</c:v>
                </c:pt>
                <c:pt idx="802">
                  <c:v>1.070582639468</c:v>
                </c:pt>
                <c:pt idx="803">
                  <c:v>1.06640280015461</c:v>
                </c:pt>
                <c:pt idx="804">
                  <c:v>1.07673074080537</c:v>
                </c:pt>
                <c:pt idx="805">
                  <c:v>1.07276942702014</c:v>
                </c:pt>
                <c:pt idx="806">
                  <c:v>1.05174105665231</c:v>
                </c:pt>
                <c:pt idx="807">
                  <c:v>1.03784151921466</c:v>
                </c:pt>
                <c:pt idx="808">
                  <c:v>1.0100643413867</c:v>
                </c:pt>
                <c:pt idx="809">
                  <c:v>1.00715060165817</c:v>
                </c:pt>
                <c:pt idx="810">
                  <c:v>1.02609345460723</c:v>
                </c:pt>
                <c:pt idx="811">
                  <c:v>1.04243990755953</c:v>
                </c:pt>
                <c:pt idx="812">
                  <c:v>1.03741802389881</c:v>
                </c:pt>
                <c:pt idx="813">
                  <c:v>1.04998828790682</c:v>
                </c:pt>
                <c:pt idx="814">
                  <c:v>1.04786960836219</c:v>
                </c:pt>
                <c:pt idx="815">
                  <c:v>1.04348828417606</c:v>
                </c:pt>
                <c:pt idx="816">
                  <c:v>1.0482346702811</c:v>
                </c:pt>
                <c:pt idx="817">
                  <c:v>1.04174948544052</c:v>
                </c:pt>
                <c:pt idx="818">
                  <c:v>1.04353395154663</c:v>
                </c:pt>
                <c:pt idx="819">
                  <c:v>1.04364389136915</c:v>
                </c:pt>
                <c:pt idx="820">
                  <c:v>1.05535279363217</c:v>
                </c:pt>
                <c:pt idx="821">
                  <c:v>1.05377906619825</c:v>
                </c:pt>
                <c:pt idx="822">
                  <c:v>1.05173833685042</c:v>
                </c:pt>
                <c:pt idx="823">
                  <c:v>1.04095393457157</c:v>
                </c:pt>
                <c:pt idx="824">
                  <c:v>1.04276837203068</c:v>
                </c:pt>
                <c:pt idx="825">
                  <c:v>1.06203369281836</c:v>
                </c:pt>
                <c:pt idx="826">
                  <c:v>1.06359227316206</c:v>
                </c:pt>
                <c:pt idx="827">
                  <c:v>1.06173326878173</c:v>
                </c:pt>
                <c:pt idx="828">
                  <c:v>1.0702247664696</c:v>
                </c:pt>
                <c:pt idx="829">
                  <c:v>1.09374050301952</c:v>
                </c:pt>
                <c:pt idx="830">
                  <c:v>1.10426841727188</c:v>
                </c:pt>
                <c:pt idx="831">
                  <c:v>1.10891856661943</c:v>
                </c:pt>
                <c:pt idx="832">
                  <c:v>1.11801559161165</c:v>
                </c:pt>
                <c:pt idx="833">
                  <c:v>1.11073305355199</c:v>
                </c:pt>
                <c:pt idx="834">
                  <c:v>1.09976797107209</c:v>
                </c:pt>
                <c:pt idx="835">
                  <c:v>1.10626718022847</c:v>
                </c:pt>
                <c:pt idx="836">
                  <c:v>1.10204245749033</c:v>
                </c:pt>
                <c:pt idx="837">
                  <c:v>1.09811127058201</c:v>
                </c:pt>
                <c:pt idx="838">
                  <c:v>1.09602245008369</c:v>
                </c:pt>
                <c:pt idx="839">
                  <c:v>1.09482332872631</c:v>
                </c:pt>
                <c:pt idx="840">
                  <c:v>1.10846658786288</c:v>
                </c:pt>
                <c:pt idx="841">
                  <c:v>1.11310084074567</c:v>
                </c:pt>
                <c:pt idx="842">
                  <c:v>1.11350402761528</c:v>
                </c:pt>
                <c:pt idx="843">
                  <c:v>1.11581830188889</c:v>
                </c:pt>
                <c:pt idx="844">
                  <c:v>1.11564774982797</c:v>
                </c:pt>
                <c:pt idx="845">
                  <c:v>1.11303812073936</c:v>
                </c:pt>
                <c:pt idx="846">
                  <c:v>1.10644012778739</c:v>
                </c:pt>
                <c:pt idx="847">
                  <c:v>1.09815577613127</c:v>
                </c:pt>
                <c:pt idx="848">
                  <c:v>1.11334316227349</c:v>
                </c:pt>
                <c:pt idx="849">
                  <c:v>1.11368718521226</c:v>
                </c:pt>
                <c:pt idx="850">
                  <c:v>1.12634380185734</c:v>
                </c:pt>
                <c:pt idx="851">
                  <c:v>1.14125292112182</c:v>
                </c:pt>
                <c:pt idx="852">
                  <c:v>1.1790270960706</c:v>
                </c:pt>
                <c:pt idx="853">
                  <c:v>1.18540500344517</c:v>
                </c:pt>
                <c:pt idx="854">
                  <c:v>1.20595900566106</c:v>
                </c:pt>
                <c:pt idx="855">
                  <c:v>1.23407945511549</c:v>
                </c:pt>
                <c:pt idx="856">
                  <c:v>1.21999515517929</c:v>
                </c:pt>
                <c:pt idx="857">
                  <c:v>1.2600211072642</c:v>
                </c:pt>
                <c:pt idx="858">
                  <c:v>1.26321590471521</c:v>
                </c:pt>
                <c:pt idx="859">
                  <c:v>1.23539402229561</c:v>
                </c:pt>
                <c:pt idx="860">
                  <c:v>1.1900403249727</c:v>
                </c:pt>
                <c:pt idx="861">
                  <c:v>1.19310540851999</c:v>
                </c:pt>
                <c:pt idx="862">
                  <c:v>1.23783393731772</c:v>
                </c:pt>
                <c:pt idx="863">
                  <c:v>1.23944976685743</c:v>
                </c:pt>
                <c:pt idx="864">
                  <c:v>1.23969683370938</c:v>
                </c:pt>
                <c:pt idx="865">
                  <c:v>1.23477864422425</c:v>
                </c:pt>
                <c:pt idx="866">
                  <c:v>1.19700505178444</c:v>
                </c:pt>
                <c:pt idx="867">
                  <c:v>1.19914498070807</c:v>
                </c:pt>
                <c:pt idx="868">
                  <c:v>1.21877746154452</c:v>
                </c:pt>
                <c:pt idx="869">
                  <c:v>1.23875127621145</c:v>
                </c:pt>
                <c:pt idx="870">
                  <c:v>1.24073654188615</c:v>
                </c:pt>
                <c:pt idx="871">
                  <c:v>1.2562095714538</c:v>
                </c:pt>
                <c:pt idx="872">
                  <c:v>1.29193119106497</c:v>
                </c:pt>
                <c:pt idx="873">
                  <c:v>1.28782364026341</c:v>
                </c:pt>
                <c:pt idx="874">
                  <c:v>1.30485755223746</c:v>
                </c:pt>
                <c:pt idx="875">
                  <c:v>1.3030884717441</c:v>
                </c:pt>
                <c:pt idx="876">
                  <c:v>1.28499698422816</c:v>
                </c:pt>
                <c:pt idx="877">
                  <c:v>1.30585400942344</c:v>
                </c:pt>
                <c:pt idx="878">
                  <c:v>1.2823542664414</c:v>
                </c:pt>
                <c:pt idx="879">
                  <c:v>1.28244499098864</c:v>
                </c:pt>
                <c:pt idx="880">
                  <c:v>1.29728974385936</c:v>
                </c:pt>
                <c:pt idx="881">
                  <c:v>1.30554555254832</c:v>
                </c:pt>
                <c:pt idx="882">
                  <c:v>1.32255770577602</c:v>
                </c:pt>
                <c:pt idx="883">
                  <c:v>1.33255701024878</c:v>
                </c:pt>
                <c:pt idx="884">
                  <c:v>1.31899164250389</c:v>
                </c:pt>
                <c:pt idx="885">
                  <c:v>1.31157059732527</c:v>
                </c:pt>
                <c:pt idx="886">
                  <c:v>1.32472460176199</c:v>
                </c:pt>
                <c:pt idx="887">
                  <c:v>1.33537883877116</c:v>
                </c:pt>
                <c:pt idx="888">
                  <c:v>1.35774454517518</c:v>
                </c:pt>
                <c:pt idx="889">
                  <c:v>1.33880158635874</c:v>
                </c:pt>
                <c:pt idx="890">
                  <c:v>1.37258906306539</c:v>
                </c:pt>
                <c:pt idx="891">
                  <c:v>1.37149918697409</c:v>
                </c:pt>
                <c:pt idx="892">
                  <c:v>1.36914111267486</c:v>
                </c:pt>
                <c:pt idx="893">
                  <c:v>1.38517915708421</c:v>
                </c:pt>
                <c:pt idx="894">
                  <c:v>1.4064317559729</c:v>
                </c:pt>
                <c:pt idx="895">
                  <c:v>1.39858956397192</c:v>
                </c:pt>
                <c:pt idx="896">
                  <c:v>1.41715568129458</c:v>
                </c:pt>
                <c:pt idx="897">
                  <c:v>1.42347213062238</c:v>
                </c:pt>
                <c:pt idx="898">
                  <c:v>1.45092288781987</c:v>
                </c:pt>
                <c:pt idx="899">
                  <c:v>1.42713940201088</c:v>
                </c:pt>
                <c:pt idx="900">
                  <c:v>1.3419598501567</c:v>
                </c:pt>
                <c:pt idx="901">
                  <c:v>1.36211138415186</c:v>
                </c:pt>
                <c:pt idx="902">
                  <c:v>1.39300088643186</c:v>
                </c:pt>
                <c:pt idx="903">
                  <c:v>1.38971266346738</c:v>
                </c:pt>
                <c:pt idx="904">
                  <c:v>1.37541349909193</c:v>
                </c:pt>
                <c:pt idx="905">
                  <c:v>1.38544222314192</c:v>
                </c:pt>
                <c:pt idx="906">
                  <c:v>1.40482028078451</c:v>
                </c:pt>
                <c:pt idx="907">
                  <c:v>1.4006871087361</c:v>
                </c:pt>
                <c:pt idx="908">
                  <c:v>1.37717613181489</c:v>
                </c:pt>
                <c:pt idx="909">
                  <c:v>1.38810649208142</c:v>
                </c:pt>
                <c:pt idx="910">
                  <c:v>1.34662456750272</c:v>
                </c:pt>
                <c:pt idx="911">
                  <c:v>1.33750572203645</c:v>
                </c:pt>
                <c:pt idx="912">
                  <c:v>1.30969365316904</c:v>
                </c:pt>
                <c:pt idx="913">
                  <c:v>1.32055693280192</c:v>
                </c:pt>
                <c:pt idx="914">
                  <c:v>1.31614352492032</c:v>
                </c:pt>
                <c:pt idx="915">
                  <c:v>1.35540057366713</c:v>
                </c:pt>
                <c:pt idx="916">
                  <c:v>1.39521262515914</c:v>
                </c:pt>
                <c:pt idx="917">
                  <c:v>1.39915784449324</c:v>
                </c:pt>
                <c:pt idx="918">
                  <c:v>1.39205094744203</c:v>
                </c:pt>
                <c:pt idx="919">
                  <c:v>1.39444486539838</c:v>
                </c:pt>
                <c:pt idx="920">
                  <c:v>1.40355037921897</c:v>
                </c:pt>
                <c:pt idx="921">
                  <c:v>1.39895127004964</c:v>
                </c:pt>
                <c:pt idx="922">
                  <c:v>1.41484861924886</c:v>
                </c:pt>
                <c:pt idx="923">
                  <c:v>1.40076695497338</c:v>
                </c:pt>
                <c:pt idx="924">
                  <c:v>1.40275616921671</c:v>
                </c:pt>
                <c:pt idx="925">
                  <c:v>1.38858205004111</c:v>
                </c:pt>
                <c:pt idx="926">
                  <c:v>1.39166049699901</c:v>
                </c:pt>
                <c:pt idx="927">
                  <c:v>1.38695911004076</c:v>
                </c:pt>
                <c:pt idx="928">
                  <c:v>1.38859000413994</c:v>
                </c:pt>
                <c:pt idx="929">
                  <c:v>1.39415550130446</c:v>
                </c:pt>
                <c:pt idx="930">
                  <c:v>1.34971458165416</c:v>
                </c:pt>
                <c:pt idx="931">
                  <c:v>1.35758944627947</c:v>
                </c:pt>
                <c:pt idx="932">
                  <c:v>1.38830717283334</c:v>
                </c:pt>
                <c:pt idx="933">
                  <c:v>1.38249402354968</c:v>
                </c:pt>
                <c:pt idx="934">
                  <c:v>1.40668012500596</c:v>
                </c:pt>
                <c:pt idx="935">
                  <c:v>1.39029414149433</c:v>
                </c:pt>
                <c:pt idx="936">
                  <c:v>1.4170463452698</c:v>
                </c:pt>
                <c:pt idx="937">
                  <c:v>1.40964148454884</c:v>
                </c:pt>
                <c:pt idx="938">
                  <c:v>1.40145384909357</c:v>
                </c:pt>
                <c:pt idx="939">
                  <c:v>1.4129585764081</c:v>
                </c:pt>
                <c:pt idx="940">
                  <c:v>1.41004348087516</c:v>
                </c:pt>
                <c:pt idx="941">
                  <c:v>1.42544323195569</c:v>
                </c:pt>
                <c:pt idx="942">
                  <c:v>1.41759717162458</c:v>
                </c:pt>
                <c:pt idx="943">
                  <c:v>1.43134824623795</c:v>
                </c:pt>
                <c:pt idx="944">
                  <c:v>1.43246170384491</c:v>
                </c:pt>
                <c:pt idx="945">
                  <c:v>1.43745551294378</c:v>
                </c:pt>
                <c:pt idx="946">
                  <c:v>1.43886835217069</c:v>
                </c:pt>
                <c:pt idx="947">
                  <c:v>1.43948794431125</c:v>
                </c:pt>
                <c:pt idx="948">
                  <c:v>1.42440474310751</c:v>
                </c:pt>
                <c:pt idx="949">
                  <c:v>1.42048095195232</c:v>
                </c:pt>
                <c:pt idx="950">
                  <c:v>1.41800881496125</c:v>
                </c:pt>
                <c:pt idx="951">
                  <c:v>1.41744898722526</c:v>
                </c:pt>
                <c:pt idx="952">
                  <c:v>1.4361961214024</c:v>
                </c:pt>
                <c:pt idx="953">
                  <c:v>1.44037973254729</c:v>
                </c:pt>
                <c:pt idx="954">
                  <c:v>1.43934265515155</c:v>
                </c:pt>
                <c:pt idx="955">
                  <c:v>1.4458810859923</c:v>
                </c:pt>
                <c:pt idx="956">
                  <c:v>1.43597251759899</c:v>
                </c:pt>
                <c:pt idx="957">
                  <c:v>1.43115525134656</c:v>
                </c:pt>
                <c:pt idx="958">
                  <c:v>1.40312933899546</c:v>
                </c:pt>
                <c:pt idx="959">
                  <c:v>1.40758968609725</c:v>
                </c:pt>
                <c:pt idx="960">
                  <c:v>1.37955247558786</c:v>
                </c:pt>
                <c:pt idx="961">
                  <c:v>1.38882695907328</c:v>
                </c:pt>
                <c:pt idx="962">
                  <c:v>1.3769546830731</c:v>
                </c:pt>
                <c:pt idx="963">
                  <c:v>1.35129308984321</c:v>
                </c:pt>
                <c:pt idx="964">
                  <c:v>1.36117988556102</c:v>
                </c:pt>
                <c:pt idx="965">
                  <c:v>1.34943819293871</c:v>
                </c:pt>
                <c:pt idx="966">
                  <c:v>1.35500195393884</c:v>
                </c:pt>
                <c:pt idx="967">
                  <c:v>1.32245672297023</c:v>
                </c:pt>
                <c:pt idx="968">
                  <c:v>1.32181800599342</c:v>
                </c:pt>
                <c:pt idx="969">
                  <c:v>1.28855912169607</c:v>
                </c:pt>
                <c:pt idx="970">
                  <c:v>1.30695316838566</c:v>
                </c:pt>
                <c:pt idx="971">
                  <c:v>1.28436060895556</c:v>
                </c:pt>
                <c:pt idx="972">
                  <c:v>1.28744373537756</c:v>
                </c:pt>
                <c:pt idx="973">
                  <c:v>1.2895228964273</c:v>
                </c:pt>
                <c:pt idx="974">
                  <c:v>1.30510364181826</c:v>
                </c:pt>
                <c:pt idx="975">
                  <c:v>1.31598915748464</c:v>
                </c:pt>
                <c:pt idx="976">
                  <c:v>1.30132978708527</c:v>
                </c:pt>
                <c:pt idx="977">
                  <c:v>1.27513213159566</c:v>
                </c:pt>
                <c:pt idx="978">
                  <c:v>1.22295621393619</c:v>
                </c:pt>
                <c:pt idx="979">
                  <c:v>1.22197716338287</c:v>
                </c:pt>
                <c:pt idx="980">
                  <c:v>1.18039198123749</c:v>
                </c:pt>
                <c:pt idx="981">
                  <c:v>1.18536521952474</c:v>
                </c:pt>
                <c:pt idx="982">
                  <c:v>1.15445556802234</c:v>
                </c:pt>
                <c:pt idx="983">
                  <c:v>1.16530108876983</c:v>
                </c:pt>
                <c:pt idx="984">
                  <c:v>1.1988667289297</c:v>
                </c:pt>
                <c:pt idx="985">
                  <c:v>1.22391478147828</c:v>
                </c:pt>
                <c:pt idx="986">
                  <c:v>1.24417800161639</c:v>
                </c:pt>
                <c:pt idx="987">
                  <c:v>1.24788139726118</c:v>
                </c:pt>
                <c:pt idx="988">
                  <c:v>1.25433708151345</c:v>
                </c:pt>
                <c:pt idx="989">
                  <c:v>1.23461441838526</c:v>
                </c:pt>
                <c:pt idx="990">
                  <c:v>1.19984725294681</c:v>
                </c:pt>
                <c:pt idx="991">
                  <c:v>1.19590233787625</c:v>
                </c:pt>
                <c:pt idx="992">
                  <c:v>1.19682509047599</c:v>
                </c:pt>
                <c:pt idx="993">
                  <c:v>1.19854099701821</c:v>
                </c:pt>
                <c:pt idx="994">
                  <c:v>1.1745179636819</c:v>
                </c:pt>
                <c:pt idx="995">
                  <c:v>1.16653456726624</c:v>
                </c:pt>
                <c:pt idx="996">
                  <c:v>1.1620670263943</c:v>
                </c:pt>
                <c:pt idx="997">
                  <c:v>1.14133492276743</c:v>
                </c:pt>
                <c:pt idx="998">
                  <c:v>1.11542832767521</c:v>
                </c:pt>
                <c:pt idx="999">
                  <c:v>1.10795980221815</c:v>
                </c:pt>
                <c:pt idx="1000">
                  <c:v>1.09761481062747</c:v>
                </c:pt>
                <c:pt idx="1001">
                  <c:v>1.11528528369842</c:v>
                </c:pt>
                <c:pt idx="1002">
                  <c:v>1.12373434688676</c:v>
                </c:pt>
                <c:pt idx="1003">
                  <c:v>1.16760538970339</c:v>
                </c:pt>
                <c:pt idx="1004">
                  <c:v>1.21662258668042</c:v>
                </c:pt>
                <c:pt idx="1005">
                  <c:v>1.24456092076877</c:v>
                </c:pt>
                <c:pt idx="1006">
                  <c:v>1.23485461411155</c:v>
                </c:pt>
                <c:pt idx="1007">
                  <c:v>1.25211573948582</c:v>
                </c:pt>
                <c:pt idx="1008">
                  <c:v>1.24251433549727</c:v>
                </c:pt>
                <c:pt idx="1009">
                  <c:v>1.26028439578554</c:v>
                </c:pt>
                <c:pt idx="1010">
                  <c:v>1.28953394340411</c:v>
                </c:pt>
                <c:pt idx="1011">
                  <c:v>1.28073506979124</c:v>
                </c:pt>
                <c:pt idx="1012">
                  <c:v>1.29362366773487</c:v>
                </c:pt>
                <c:pt idx="1013">
                  <c:v>1.29608983057909</c:v>
                </c:pt>
                <c:pt idx="1014">
                  <c:v>1.31814082230575</c:v>
                </c:pt>
                <c:pt idx="1015">
                  <c:v>1.30967080590275</c:v>
                </c:pt>
                <c:pt idx="1016">
                  <c:v>1.28319445809441</c:v>
                </c:pt>
                <c:pt idx="1017">
                  <c:v>1.2560476994714</c:v>
                </c:pt>
                <c:pt idx="1018">
                  <c:v>1.28038393661573</c:v>
                </c:pt>
                <c:pt idx="1019">
                  <c:v>1.28261603329337</c:v>
                </c:pt>
                <c:pt idx="1020">
                  <c:v>1.28596081214021</c:v>
                </c:pt>
                <c:pt idx="1021">
                  <c:v>1.31554692505705</c:v>
                </c:pt>
                <c:pt idx="1022">
                  <c:v>1.3245782947231</c:v>
                </c:pt>
                <c:pt idx="1023">
                  <c:v>1.32280709092384</c:v>
                </c:pt>
                <c:pt idx="1024">
                  <c:v>1.32674014252641</c:v>
                </c:pt>
                <c:pt idx="1025">
                  <c:v>1.34391354672132</c:v>
                </c:pt>
                <c:pt idx="1026">
                  <c:v>1.32754138308095</c:v>
                </c:pt>
                <c:pt idx="1027">
                  <c:v>1.3221316281944</c:v>
                </c:pt>
                <c:pt idx="1028">
                  <c:v>1.31619009146444</c:v>
                </c:pt>
                <c:pt idx="1029">
                  <c:v>1.33040447331836</c:v>
                </c:pt>
                <c:pt idx="1030">
                  <c:v>1.32815196021566</c:v>
                </c:pt>
                <c:pt idx="1031">
                  <c:v>1.30680244012184</c:v>
                </c:pt>
                <c:pt idx="1032">
                  <c:v>1.31809254833995</c:v>
                </c:pt>
                <c:pt idx="1033">
                  <c:v>1.31406850924871</c:v>
                </c:pt>
                <c:pt idx="1034">
                  <c:v>1.32002864055942</c:v>
                </c:pt>
                <c:pt idx="1035">
                  <c:v>1.3411734207956</c:v>
                </c:pt>
                <c:pt idx="1036">
                  <c:v>1.35569753628748</c:v>
                </c:pt>
                <c:pt idx="1037">
                  <c:v>1.33422569307653</c:v>
                </c:pt>
                <c:pt idx="1038">
                  <c:v>1.34185407302807</c:v>
                </c:pt>
                <c:pt idx="1039">
                  <c:v>1.32685722699719</c:v>
                </c:pt>
                <c:pt idx="1040">
                  <c:v>1.31884213550654</c:v>
                </c:pt>
                <c:pt idx="1041">
                  <c:v>1.34039990428307</c:v>
                </c:pt>
                <c:pt idx="1042">
                  <c:v>1.34211178019724</c:v>
                </c:pt>
                <c:pt idx="1043">
                  <c:v>1.3763537564572</c:v>
                </c:pt>
                <c:pt idx="1044">
                  <c:v>1.38430995659917</c:v>
                </c:pt>
                <c:pt idx="1045">
                  <c:v>1.37583235104192</c:v>
                </c:pt>
                <c:pt idx="1046">
                  <c:v>1.36823412512032</c:v>
                </c:pt>
                <c:pt idx="1047">
                  <c:v>1.37366144013122</c:v>
                </c:pt>
                <c:pt idx="1048">
                  <c:v>1.35259740426125</c:v>
                </c:pt>
                <c:pt idx="1049">
                  <c:v>1.33980123744211</c:v>
                </c:pt>
                <c:pt idx="1050">
                  <c:v>1.32533993117812</c:v>
                </c:pt>
                <c:pt idx="1051">
                  <c:v>1.32100238529958</c:v>
                </c:pt>
                <c:pt idx="1052">
                  <c:v>1.32113559962308</c:v>
                </c:pt>
                <c:pt idx="1053">
                  <c:v>1.30331578959814</c:v>
                </c:pt>
                <c:pt idx="1054">
                  <c:v>1.31253578539832</c:v>
                </c:pt>
                <c:pt idx="1055">
                  <c:v>1.31314902607409</c:v>
                </c:pt>
                <c:pt idx="1056">
                  <c:v>1.32213768336051</c:v>
                </c:pt>
                <c:pt idx="1057">
                  <c:v>1.33488870133229</c:v>
                </c:pt>
                <c:pt idx="1058">
                  <c:v>1.34779171900037</c:v>
                </c:pt>
                <c:pt idx="1059">
                  <c:v>1.34772737082241</c:v>
                </c:pt>
                <c:pt idx="1060">
                  <c:v>1.36969553104571</c:v>
                </c:pt>
                <c:pt idx="1061">
                  <c:v>1.3391414623403</c:v>
                </c:pt>
                <c:pt idx="1062">
                  <c:v>1.35019108621433</c:v>
                </c:pt>
                <c:pt idx="1063">
                  <c:v>1.35297812769872</c:v>
                </c:pt>
                <c:pt idx="1064">
                  <c:v>1.35014975058801</c:v>
                </c:pt>
                <c:pt idx="1065">
                  <c:v>1.36351711148153</c:v>
                </c:pt>
                <c:pt idx="1066">
                  <c:v>1.37562240398961</c:v>
                </c:pt>
                <c:pt idx="1067">
                  <c:v>1.381599055082</c:v>
                </c:pt>
                <c:pt idx="1068">
                  <c:v>1.39592939583664</c:v>
                </c:pt>
                <c:pt idx="1069">
                  <c:v>1.40249128343014</c:v>
                </c:pt>
                <c:pt idx="1070">
                  <c:v>1.39748128198621</c:v>
                </c:pt>
                <c:pt idx="1071">
                  <c:v>1.41138512198281</c:v>
                </c:pt>
                <c:pt idx="1072">
                  <c:v>1.4278684094394</c:v>
                </c:pt>
                <c:pt idx="1073">
                  <c:v>1.43126989636016</c:v>
                </c:pt>
                <c:pt idx="1074">
                  <c:v>1.43422129425823</c:v>
                </c:pt>
                <c:pt idx="1075">
                  <c:v>1.42623160118731</c:v>
                </c:pt>
                <c:pt idx="1076">
                  <c:v>1.4362607627894</c:v>
                </c:pt>
                <c:pt idx="1077">
                  <c:v>1.4505123980559</c:v>
                </c:pt>
                <c:pt idx="1078">
                  <c:v>1.46123657941618</c:v>
                </c:pt>
                <c:pt idx="1079">
                  <c:v>1.46709629805361</c:v>
                </c:pt>
                <c:pt idx="1080">
                  <c:v>1.47183867593077</c:v>
                </c:pt>
                <c:pt idx="1081">
                  <c:v>1.46226986638039</c:v>
                </c:pt>
                <c:pt idx="1082">
                  <c:v>1.45923198029304</c:v>
                </c:pt>
                <c:pt idx="1083">
                  <c:v>1.45806967891523</c:v>
                </c:pt>
                <c:pt idx="1084">
                  <c:v>1.47599723658827</c:v>
                </c:pt>
                <c:pt idx="1085">
                  <c:v>1.49036043408525</c:v>
                </c:pt>
                <c:pt idx="1086">
                  <c:v>1.50112394787057</c:v>
                </c:pt>
                <c:pt idx="1087">
                  <c:v>1.49735285020721</c:v>
                </c:pt>
                <c:pt idx="1088">
                  <c:v>1.49518079107928</c:v>
                </c:pt>
                <c:pt idx="1089">
                  <c:v>1.49028215394442</c:v>
                </c:pt>
                <c:pt idx="1090">
                  <c:v>1.49772699809162</c:v>
                </c:pt>
                <c:pt idx="1091">
                  <c:v>1.48416484462432</c:v>
                </c:pt>
                <c:pt idx="1092">
                  <c:v>1.50006682008091</c:v>
                </c:pt>
                <c:pt idx="1093">
                  <c:v>1.48586628868552</c:v>
                </c:pt>
                <c:pt idx="1094">
                  <c:v>1.49235599377249</c:v>
                </c:pt>
                <c:pt idx="1095">
                  <c:v>1.52156753665711</c:v>
                </c:pt>
                <c:pt idx="1096">
                  <c:v>1.52822526110845</c:v>
                </c:pt>
                <c:pt idx="1097">
                  <c:v>1.53372052563607</c:v>
                </c:pt>
                <c:pt idx="1098">
                  <c:v>1.52168732858908</c:v>
                </c:pt>
                <c:pt idx="1099">
                  <c:v>1.53351771878102</c:v>
                </c:pt>
                <c:pt idx="1100">
                  <c:v>1.54647523737724</c:v>
                </c:pt>
                <c:pt idx="1101">
                  <c:v>1.55562718720782</c:v>
                </c:pt>
                <c:pt idx="1102">
                  <c:v>1.5425994551168</c:v>
                </c:pt>
                <c:pt idx="1103">
                  <c:v>1.51350665475022</c:v>
                </c:pt>
                <c:pt idx="1104">
                  <c:v>1.50706757171423</c:v>
                </c:pt>
                <c:pt idx="1105">
                  <c:v>1.50544214277323</c:v>
                </c:pt>
                <c:pt idx="1106">
                  <c:v>1.51017490075468</c:v>
                </c:pt>
                <c:pt idx="1107">
                  <c:v>1.53243597790282</c:v>
                </c:pt>
                <c:pt idx="1108">
                  <c:v>1.53845422751032</c:v>
                </c:pt>
                <c:pt idx="1109">
                  <c:v>1.51502479529853</c:v>
                </c:pt>
                <c:pt idx="1110">
                  <c:v>1.49436809021085</c:v>
                </c:pt>
                <c:pt idx="1111">
                  <c:v>1.47499364749084</c:v>
                </c:pt>
                <c:pt idx="1112">
                  <c:v>1.43586597780749</c:v>
                </c:pt>
                <c:pt idx="1113">
                  <c:v>1.4674644971178</c:v>
                </c:pt>
                <c:pt idx="1114">
                  <c:v>1.48988483952405</c:v>
                </c:pt>
                <c:pt idx="1115">
                  <c:v>1.51721564655626</c:v>
                </c:pt>
                <c:pt idx="1116">
                  <c:v>1.52895241320848</c:v>
                </c:pt>
                <c:pt idx="1117">
                  <c:v>1.53791445888813</c:v>
                </c:pt>
                <c:pt idx="1118">
                  <c:v>1.53176125794859</c:v>
                </c:pt>
                <c:pt idx="1119">
                  <c:v>1.5282229520611</c:v>
                </c:pt>
                <c:pt idx="1120">
                  <c:v>1.55578995815367</c:v>
                </c:pt>
                <c:pt idx="1121">
                  <c:v>1.57944844897051</c:v>
                </c:pt>
                <c:pt idx="1122">
                  <c:v>1.59071242194452</c:v>
                </c:pt>
                <c:pt idx="1123">
                  <c:v>1.59051577715336</c:v>
                </c:pt>
                <c:pt idx="1124">
                  <c:v>1.59037078736732</c:v>
                </c:pt>
                <c:pt idx="1125">
                  <c:v>1.59496148273932</c:v>
                </c:pt>
                <c:pt idx="1126">
                  <c:v>1.55665296538765</c:v>
                </c:pt>
                <c:pt idx="1127">
                  <c:v>1.57682800079433</c:v>
                </c:pt>
                <c:pt idx="1128">
                  <c:v>1.57200213916534</c:v>
                </c:pt>
                <c:pt idx="1129">
                  <c:v>1.5618156718578</c:v>
                </c:pt>
                <c:pt idx="1130">
                  <c:v>1.60737425543991</c:v>
                </c:pt>
                <c:pt idx="1131">
                  <c:v>1.61689275020384</c:v>
                </c:pt>
                <c:pt idx="1132">
                  <c:v>1.63669996477034</c:v>
                </c:pt>
                <c:pt idx="1133">
                  <c:v>1.63369354444622</c:v>
                </c:pt>
                <c:pt idx="1134">
                  <c:v>1.62023201441254</c:v>
                </c:pt>
                <c:pt idx="1135">
                  <c:v>1.6144016127908</c:v>
                </c:pt>
                <c:pt idx="1136">
                  <c:v>1.61766465833796</c:v>
                </c:pt>
                <c:pt idx="1137">
                  <c:v>1.61870151280099</c:v>
                </c:pt>
                <c:pt idx="1138">
                  <c:v>1.62669412118105</c:v>
                </c:pt>
                <c:pt idx="1139">
                  <c:v>1.64147328563908</c:v>
                </c:pt>
                <c:pt idx="1140">
                  <c:v>1.65961588074165</c:v>
                </c:pt>
                <c:pt idx="1141">
                  <c:v>1.67271940038412</c:v>
                </c:pt>
                <c:pt idx="1142">
                  <c:v>1.70064969645721</c:v>
                </c:pt>
                <c:pt idx="1143">
                  <c:v>1.69833880474048</c:v>
                </c:pt>
                <c:pt idx="1144">
                  <c:v>1.68166653077198</c:v>
                </c:pt>
                <c:pt idx="1145">
                  <c:v>1.69779197413625</c:v>
                </c:pt>
                <c:pt idx="1146">
                  <c:v>1.67710629464482</c:v>
                </c:pt>
                <c:pt idx="1147">
                  <c:v>1.69595789931102</c:v>
                </c:pt>
                <c:pt idx="1148">
                  <c:v>1.68858295162351</c:v>
                </c:pt>
                <c:pt idx="1149">
                  <c:v>1.67319969658307</c:v>
                </c:pt>
                <c:pt idx="1150">
                  <c:v>1.6742717975462</c:v>
                </c:pt>
                <c:pt idx="1151">
                  <c:v>1.69405018268893</c:v>
                </c:pt>
                <c:pt idx="1152">
                  <c:v>1.65577496918723</c:v>
                </c:pt>
                <c:pt idx="1153">
                  <c:v>1.59540160135626</c:v>
                </c:pt>
                <c:pt idx="1154">
                  <c:v>1.60557306782844</c:v>
                </c:pt>
                <c:pt idx="1155">
                  <c:v>1.56813211586639</c:v>
                </c:pt>
                <c:pt idx="1156">
                  <c:v>1.6086867793112</c:v>
                </c:pt>
                <c:pt idx="1157">
                  <c:v>1.65866085509184</c:v>
                </c:pt>
                <c:pt idx="1158">
                  <c:v>1.65830509022185</c:v>
                </c:pt>
                <c:pt idx="1159">
                  <c:v>1.64135968152128</c:v>
                </c:pt>
                <c:pt idx="1160">
                  <c:v>1.64786035265592</c:v>
                </c:pt>
                <c:pt idx="1161">
                  <c:v>1.65465893550031</c:v>
                </c:pt>
                <c:pt idx="1162">
                  <c:v>1.63617054064712</c:v>
                </c:pt>
                <c:pt idx="1163">
                  <c:v>1.64984905248054</c:v>
                </c:pt>
                <c:pt idx="1164">
                  <c:v>1.64298263441053</c:v>
                </c:pt>
                <c:pt idx="1165">
                  <c:v>1.62823509629427</c:v>
                </c:pt>
                <c:pt idx="1166">
                  <c:v>1.60755454092859</c:v>
                </c:pt>
                <c:pt idx="1167">
                  <c:v>1.59129003670752</c:v>
                </c:pt>
                <c:pt idx="1168">
                  <c:v>1.58904836181502</c:v>
                </c:pt>
                <c:pt idx="1169">
                  <c:v>1.57668612198737</c:v>
                </c:pt>
                <c:pt idx="1170">
                  <c:v>1.53603043413801</c:v>
                </c:pt>
                <c:pt idx="1171">
                  <c:v>1.51747008701162</c:v>
                </c:pt>
                <c:pt idx="1172">
                  <c:v>1.54873835097984</c:v>
                </c:pt>
                <c:pt idx="1173">
                  <c:v>1.5666205099922</c:v>
                </c:pt>
                <c:pt idx="1174">
                  <c:v>1.53856361948564</c:v>
                </c:pt>
                <c:pt idx="1175">
                  <c:v>1.555191233189</c:v>
                </c:pt>
                <c:pt idx="1176">
                  <c:v>1.57501276149045</c:v>
                </c:pt>
                <c:pt idx="1177">
                  <c:v>1.58164235955189</c:v>
                </c:pt>
                <c:pt idx="1178">
                  <c:v>1.59746476987374</c:v>
                </c:pt>
                <c:pt idx="1179">
                  <c:v>1.61228546218643</c:v>
                </c:pt>
                <c:pt idx="1180">
                  <c:v>1.62707394157112</c:v>
                </c:pt>
                <c:pt idx="1181">
                  <c:v>1.64338086043204</c:v>
                </c:pt>
                <c:pt idx="1182">
                  <c:v>1.65916895601234</c:v>
                </c:pt>
                <c:pt idx="1183">
                  <c:v>1.69540667690857</c:v>
                </c:pt>
                <c:pt idx="1184">
                  <c:v>1.68039866228372</c:v>
                </c:pt>
                <c:pt idx="1185">
                  <c:v>1.70831645166448</c:v>
                </c:pt>
                <c:pt idx="1186">
                  <c:v>1.68716916215745</c:v>
                </c:pt>
                <c:pt idx="1187">
                  <c:v>1.70981517102889</c:v>
                </c:pt>
                <c:pt idx="1188">
                  <c:v>1.71123546219387</c:v>
                </c:pt>
                <c:pt idx="1189">
                  <c:v>1.72189325420597</c:v>
                </c:pt>
                <c:pt idx="1190">
                  <c:v>1.73286555758969</c:v>
                </c:pt>
                <c:pt idx="1191">
                  <c:v>1.73776869843747</c:v>
                </c:pt>
                <c:pt idx="1192">
                  <c:v>1.72719612540198</c:v>
                </c:pt>
                <c:pt idx="1193">
                  <c:v>1.71449270249882</c:v>
                </c:pt>
                <c:pt idx="1194">
                  <c:v>1.7431667118502</c:v>
                </c:pt>
                <c:pt idx="1195">
                  <c:v>1.78459774816614</c:v>
                </c:pt>
                <c:pt idx="1196">
                  <c:v>1.76899710393824</c:v>
                </c:pt>
                <c:pt idx="1197">
                  <c:v>1.77111244515884</c:v>
                </c:pt>
                <c:pt idx="1198">
                  <c:v>1.73601709966956</c:v>
                </c:pt>
                <c:pt idx="1199">
                  <c:v>1.73599271268237</c:v>
                </c:pt>
                <c:pt idx="1200">
                  <c:v>1.74516247465375</c:v>
                </c:pt>
                <c:pt idx="1201">
                  <c:v>1.75993768694696</c:v>
                </c:pt>
                <c:pt idx="1202">
                  <c:v>1.78185215572958</c:v>
                </c:pt>
                <c:pt idx="1203">
                  <c:v>1.78339025611007</c:v>
                </c:pt>
                <c:pt idx="1204">
                  <c:v>1.80733607756447</c:v>
                </c:pt>
                <c:pt idx="1205">
                  <c:v>1.827180281219</c:v>
                </c:pt>
                <c:pt idx="1206">
                  <c:v>1.85127424694897</c:v>
                </c:pt>
                <c:pt idx="1207">
                  <c:v>1.85797962239795</c:v>
                </c:pt>
                <c:pt idx="1208">
                  <c:v>1.86169259782041</c:v>
                </c:pt>
                <c:pt idx="1209">
                  <c:v>1.90582540134941</c:v>
                </c:pt>
                <c:pt idx="1210">
                  <c:v>1.90331737655482</c:v>
                </c:pt>
                <c:pt idx="1211">
                  <c:v>1.87389946489833</c:v>
                </c:pt>
                <c:pt idx="1212">
                  <c:v>1.83661769329436</c:v>
                </c:pt>
                <c:pt idx="1213">
                  <c:v>1.86012717357156</c:v>
                </c:pt>
                <c:pt idx="1214">
                  <c:v>1.87820780328892</c:v>
                </c:pt>
                <c:pt idx="1215">
                  <c:v>1.88508865444558</c:v>
                </c:pt>
                <c:pt idx="1216">
                  <c:v>1.90466046989574</c:v>
                </c:pt>
                <c:pt idx="1217">
                  <c:v>1.91232613852747</c:v>
                </c:pt>
                <c:pt idx="1218">
                  <c:v>1.96700663559896</c:v>
                </c:pt>
                <c:pt idx="1219">
                  <c:v>1.95417911861292</c:v>
                </c:pt>
                <c:pt idx="1220">
                  <c:v>1.97879652641421</c:v>
                </c:pt>
                <c:pt idx="1221">
                  <c:v>1.93742132846076</c:v>
                </c:pt>
                <c:pt idx="1222">
                  <c:v>1.96414477015408</c:v>
                </c:pt>
                <c:pt idx="1223">
                  <c:v>1.97925003823023</c:v>
                </c:pt>
                <c:pt idx="1224">
                  <c:v>2.01834962874471</c:v>
                </c:pt>
                <c:pt idx="1225">
                  <c:v>2.02462676237594</c:v>
                </c:pt>
                <c:pt idx="1226">
                  <c:v>1.99160776484972</c:v>
                </c:pt>
                <c:pt idx="1227">
                  <c:v>2.03274411966788</c:v>
                </c:pt>
                <c:pt idx="1228">
                  <c:v>1.97572704917409</c:v>
                </c:pt>
                <c:pt idx="1229">
                  <c:v>2.01522194560164</c:v>
                </c:pt>
                <c:pt idx="1230">
                  <c:v>1.94203763344153</c:v>
                </c:pt>
                <c:pt idx="1231">
                  <c:v>1.94842261519866</c:v>
                </c:pt>
                <c:pt idx="1232">
                  <c:v>1.92498078114474</c:v>
                </c:pt>
                <c:pt idx="1233">
                  <c:v>1.83860162931761</c:v>
                </c:pt>
                <c:pt idx="1234">
                  <c:v>1.86354756050255</c:v>
                </c:pt>
                <c:pt idx="1235">
                  <c:v>1.79021499718472</c:v>
                </c:pt>
                <c:pt idx="1236">
                  <c:v>1.85066201322414</c:v>
                </c:pt>
                <c:pt idx="1237">
                  <c:v>1.87648987152244</c:v>
                </c:pt>
                <c:pt idx="1238">
                  <c:v>1.9250031178421</c:v>
                </c:pt>
                <c:pt idx="1239">
                  <c:v>1.94534312213519</c:v>
                </c:pt>
                <c:pt idx="1240">
                  <c:v>1.94045043497059</c:v>
                </c:pt>
                <c:pt idx="1241">
                  <c:v>1.89777485886824</c:v>
                </c:pt>
                <c:pt idx="1242">
                  <c:v>1.92251259326604</c:v>
                </c:pt>
                <c:pt idx="1243">
                  <c:v>1.92232579665773</c:v>
                </c:pt>
                <c:pt idx="1244">
                  <c:v>1.96752637021661</c:v>
                </c:pt>
                <c:pt idx="1245">
                  <c:v>1.95990778220215</c:v>
                </c:pt>
                <c:pt idx="1246">
                  <c:v>1.97668250170381</c:v>
                </c:pt>
                <c:pt idx="1247">
                  <c:v>2.01506159536922</c:v>
                </c:pt>
                <c:pt idx="1248">
                  <c:v>1.99953718006179</c:v>
                </c:pt>
                <c:pt idx="1249">
                  <c:v>2.02585007079873</c:v>
                </c:pt>
                <c:pt idx="1250">
                  <c:v>1.98687139795573</c:v>
                </c:pt>
                <c:pt idx="1251">
                  <c:v>2.01283629237258</c:v>
                </c:pt>
                <c:pt idx="1252">
                  <c:v>1.99649882890579</c:v>
                </c:pt>
                <c:pt idx="1253">
                  <c:v>2.03183668115815</c:v>
                </c:pt>
                <c:pt idx="1254">
                  <c:v>2.06141286830289</c:v>
                </c:pt>
                <c:pt idx="1255">
                  <c:v>2.06858733878761</c:v>
                </c:pt>
                <c:pt idx="1256">
                  <c:v>2.04364891282197</c:v>
                </c:pt>
                <c:pt idx="1257">
                  <c:v>2.03546808654993</c:v>
                </c:pt>
                <c:pt idx="1258">
                  <c:v>1.97615103808905</c:v>
                </c:pt>
                <c:pt idx="1259">
                  <c:v>1.95242148937576</c:v>
                </c:pt>
                <c:pt idx="1260">
                  <c:v>1.99115724194501</c:v>
                </c:pt>
                <c:pt idx="1261">
                  <c:v>2.007577245225</c:v>
                </c:pt>
                <c:pt idx="1262">
                  <c:v>1.95282914575032</c:v>
                </c:pt>
                <c:pt idx="1263">
                  <c:v>1.86140130652665</c:v>
                </c:pt>
                <c:pt idx="1264">
                  <c:v>1.93111848441146</c:v>
                </c:pt>
                <c:pt idx="1265">
                  <c:v>1.95131236682444</c:v>
                </c:pt>
                <c:pt idx="1266">
                  <c:v>1.9961994082557</c:v>
                </c:pt>
                <c:pt idx="1267">
                  <c:v>2.03879668600668</c:v>
                </c:pt>
                <c:pt idx="1268">
                  <c:v>2.04321148810837</c:v>
                </c:pt>
                <c:pt idx="1269">
                  <c:v>2.03960699399183</c:v>
                </c:pt>
                <c:pt idx="1270">
                  <c:v>2.00419185624613</c:v>
                </c:pt>
                <c:pt idx="1271">
                  <c:v>2.02021748274766</c:v>
                </c:pt>
                <c:pt idx="1272">
                  <c:v>2.01196826292622</c:v>
                </c:pt>
                <c:pt idx="1273">
                  <c:v>1.98037054677223</c:v>
                </c:pt>
                <c:pt idx="1274">
                  <c:v>1.99695766939856</c:v>
                </c:pt>
                <c:pt idx="1275">
                  <c:v>2.0202919922297</c:v>
                </c:pt>
                <c:pt idx="1276">
                  <c:v>1.99824719621455</c:v>
                </c:pt>
                <c:pt idx="1277">
                  <c:v>2.0493596908791</c:v>
                </c:pt>
                <c:pt idx="1278">
                  <c:v>1.9983931132086</c:v>
                </c:pt>
                <c:pt idx="1279">
                  <c:v>1.9745441977159</c:v>
                </c:pt>
                <c:pt idx="1280">
                  <c:v>1.93238093393807</c:v>
                </c:pt>
                <c:pt idx="1281">
                  <c:v>1.98030728650305</c:v>
                </c:pt>
                <c:pt idx="1282">
                  <c:v>1.94783532759478</c:v>
                </c:pt>
                <c:pt idx="1283">
                  <c:v>1.95957299466502</c:v>
                </c:pt>
                <c:pt idx="1284">
                  <c:v>1.89996932615395</c:v>
                </c:pt>
                <c:pt idx="1285">
                  <c:v>1.92060040028062</c:v>
                </c:pt>
                <c:pt idx="1286">
                  <c:v>1.93546991540952</c:v>
                </c:pt>
                <c:pt idx="1287">
                  <c:v>1.93204019265828</c:v>
                </c:pt>
                <c:pt idx="1288">
                  <c:v>1.86162519549665</c:v>
                </c:pt>
                <c:pt idx="1289">
                  <c:v>1.85499157513179</c:v>
                </c:pt>
                <c:pt idx="1290">
                  <c:v>1.70029929561395</c:v>
                </c:pt>
                <c:pt idx="1291">
                  <c:v>1.62351789816537</c:v>
                </c:pt>
                <c:pt idx="1292">
                  <c:v>1.65030783117424</c:v>
                </c:pt>
                <c:pt idx="1293">
                  <c:v>1.60918313932371</c:v>
                </c:pt>
                <c:pt idx="1294">
                  <c:v>1.68451665326609</c:v>
                </c:pt>
                <c:pt idx="1295">
                  <c:v>1.70663934568566</c:v>
                </c:pt>
                <c:pt idx="1296">
                  <c:v>1.69448837622091</c:v>
                </c:pt>
                <c:pt idx="1297">
                  <c:v>1.73191836873278</c:v>
                </c:pt>
                <c:pt idx="1298">
                  <c:v>1.76092826935491</c:v>
                </c:pt>
                <c:pt idx="1299">
                  <c:v>1.75640893285357</c:v>
                </c:pt>
                <c:pt idx="1300">
                  <c:v>1.78173343469935</c:v>
                </c:pt>
                <c:pt idx="1301">
                  <c:v>1.79819843064197</c:v>
                </c:pt>
                <c:pt idx="1302">
                  <c:v>1.80709605235689</c:v>
                </c:pt>
                <c:pt idx="1303">
                  <c:v>1.79823353374645</c:v>
                </c:pt>
                <c:pt idx="1304">
                  <c:v>1.8311886232033</c:v>
                </c:pt>
                <c:pt idx="1305">
                  <c:v>1.84887013513678</c:v>
                </c:pt>
                <c:pt idx="1306">
                  <c:v>1.86171806223663</c:v>
                </c:pt>
                <c:pt idx="1307">
                  <c:v>1.8884523266098</c:v>
                </c:pt>
                <c:pt idx="1308">
                  <c:v>1.80401302126309</c:v>
                </c:pt>
                <c:pt idx="1309">
                  <c:v>1.84701318874377</c:v>
                </c:pt>
                <c:pt idx="1310">
                  <c:v>1.85709693539465</c:v>
                </c:pt>
                <c:pt idx="1311">
                  <c:v>1.86020308233695</c:v>
                </c:pt>
                <c:pt idx="1312">
                  <c:v>1.87154988594425</c:v>
                </c:pt>
                <c:pt idx="1313">
                  <c:v>1.89045870169778</c:v>
                </c:pt>
                <c:pt idx="1314">
                  <c:v>1.91787203894606</c:v>
                </c:pt>
                <c:pt idx="1315">
                  <c:v>1.95183137859404</c:v>
                </c:pt>
                <c:pt idx="1316">
                  <c:v>1.99061038083093</c:v>
                </c:pt>
                <c:pt idx="1317">
                  <c:v>1.96438826775488</c:v>
                </c:pt>
                <c:pt idx="1318">
                  <c:v>1.95066758362583</c:v>
                </c:pt>
                <c:pt idx="1319">
                  <c:v>1.90717949884697</c:v>
                </c:pt>
                <c:pt idx="1320">
                  <c:v>1.93165992968463</c:v>
                </c:pt>
                <c:pt idx="1321">
                  <c:v>1.93600501951373</c:v>
                </c:pt>
                <c:pt idx="1322">
                  <c:v>1.92786671720649</c:v>
                </c:pt>
                <c:pt idx="1323">
                  <c:v>1.92761538054441</c:v>
                </c:pt>
                <c:pt idx="1324">
                  <c:v>1.95512874296218</c:v>
                </c:pt>
                <c:pt idx="1325">
                  <c:v>1.94385239710936</c:v>
                </c:pt>
                <c:pt idx="1326">
                  <c:v>1.97491829055432</c:v>
                </c:pt>
                <c:pt idx="1327">
                  <c:v>1.98379299461759</c:v>
                </c:pt>
                <c:pt idx="1328">
                  <c:v>1.9539718746011</c:v>
                </c:pt>
                <c:pt idx="1329">
                  <c:v>1.99069146549607</c:v>
                </c:pt>
                <c:pt idx="1330">
                  <c:v>2.00904825079938</c:v>
                </c:pt>
                <c:pt idx="1331">
                  <c:v>2.02447143252092</c:v>
                </c:pt>
                <c:pt idx="1332">
                  <c:v>2.07202053923399</c:v>
                </c:pt>
                <c:pt idx="1333">
                  <c:v>2.03643716902106</c:v>
                </c:pt>
                <c:pt idx="1334">
                  <c:v>2.04602559325026</c:v>
                </c:pt>
                <c:pt idx="1335">
                  <c:v>2.04219237687663</c:v>
                </c:pt>
                <c:pt idx="1336">
                  <c:v>2.04177402831929</c:v>
                </c:pt>
                <c:pt idx="1337">
                  <c:v>2.01684379926749</c:v>
                </c:pt>
                <c:pt idx="1338">
                  <c:v>2.01007716460377</c:v>
                </c:pt>
                <c:pt idx="1339">
                  <c:v>2.01395423929829</c:v>
                </c:pt>
                <c:pt idx="1340">
                  <c:v>2.04100442158111</c:v>
                </c:pt>
                <c:pt idx="1341">
                  <c:v>2.0303044692725</c:v>
                </c:pt>
                <c:pt idx="1342">
                  <c:v>1.98945810827718</c:v>
                </c:pt>
                <c:pt idx="1343">
                  <c:v>2.03183953817528</c:v>
                </c:pt>
                <c:pt idx="1344">
                  <c:v>2.04193146778999</c:v>
                </c:pt>
                <c:pt idx="1345">
                  <c:v>1.9911264833098</c:v>
                </c:pt>
                <c:pt idx="1346">
                  <c:v>2.06529781392239</c:v>
                </c:pt>
                <c:pt idx="1347">
                  <c:v>2.09821691867973</c:v>
                </c:pt>
                <c:pt idx="1348">
                  <c:v>2.11045560779301</c:v>
                </c:pt>
                <c:pt idx="1349">
                  <c:v>2.11094769003606</c:v>
                </c:pt>
                <c:pt idx="1350">
                  <c:v>2.12457797350083</c:v>
                </c:pt>
                <c:pt idx="1351">
                  <c:v>2.11636119911709</c:v>
                </c:pt>
                <c:pt idx="1352">
                  <c:v>2.13711288488695</c:v>
                </c:pt>
                <c:pt idx="1353">
                  <c:v>2.15932691435024</c:v>
                </c:pt>
                <c:pt idx="1354">
                  <c:v>2.18387387793621</c:v>
                </c:pt>
                <c:pt idx="1355">
                  <c:v>2.18274023306495</c:v>
                </c:pt>
                <c:pt idx="1356">
                  <c:v>2.19668566568418</c:v>
                </c:pt>
                <c:pt idx="1357">
                  <c:v>2.09650803953674</c:v>
                </c:pt>
                <c:pt idx="1358">
                  <c:v>2.10425829887765</c:v>
                </c:pt>
                <c:pt idx="1359">
                  <c:v>2.14971579948953</c:v>
                </c:pt>
                <c:pt idx="1360">
                  <c:v>2.16697316596086</c:v>
                </c:pt>
                <c:pt idx="1361">
                  <c:v>2.1989933398186</c:v>
                </c:pt>
                <c:pt idx="1362">
                  <c:v>2.21699307500722</c:v>
                </c:pt>
                <c:pt idx="1363">
                  <c:v>2.23859451617308</c:v>
                </c:pt>
                <c:pt idx="1364">
                  <c:v>2.26105255170823</c:v>
                </c:pt>
                <c:pt idx="1365">
                  <c:v>2.26147028174107</c:v>
                </c:pt>
                <c:pt idx="1366">
                  <c:v>2.269133280546</c:v>
                </c:pt>
                <c:pt idx="1367">
                  <c:v>2.29067081666121</c:v>
                </c:pt>
                <c:pt idx="1368">
                  <c:v>2.29340640757332</c:v>
                </c:pt>
                <c:pt idx="1369">
                  <c:v>2.29957875769636</c:v>
                </c:pt>
                <c:pt idx="1370">
                  <c:v>2.26734319746475</c:v>
                </c:pt>
                <c:pt idx="1371">
                  <c:v>2.27681909180398</c:v>
                </c:pt>
                <c:pt idx="1372">
                  <c:v>2.29476014933395</c:v>
                </c:pt>
                <c:pt idx="1373">
                  <c:v>2.24227537718961</c:v>
                </c:pt>
                <c:pt idx="1374">
                  <c:v>2.22749057987869</c:v>
                </c:pt>
                <c:pt idx="1375">
                  <c:v>2.2080624636727</c:v>
                </c:pt>
                <c:pt idx="1376">
                  <c:v>2.23955361771082</c:v>
                </c:pt>
                <c:pt idx="1377">
                  <c:v>2.25166396789883</c:v>
                </c:pt>
                <c:pt idx="1378">
                  <c:v>2.18687409371433</c:v>
                </c:pt>
                <c:pt idx="1379">
                  <c:v>2.19191638751343</c:v>
                </c:pt>
                <c:pt idx="1380">
                  <c:v>2.24465063759375</c:v>
                </c:pt>
                <c:pt idx="1381">
                  <c:v>2.26015610551525</c:v>
                </c:pt>
                <c:pt idx="1382">
                  <c:v>2.27024924161453</c:v>
                </c:pt>
                <c:pt idx="1383">
                  <c:v>2.27342575898105</c:v>
                </c:pt>
                <c:pt idx="1384">
                  <c:v>2.24831930406059</c:v>
                </c:pt>
                <c:pt idx="1385">
                  <c:v>2.23053950819696</c:v>
                </c:pt>
                <c:pt idx="1386">
                  <c:v>2.25002780489476</c:v>
                </c:pt>
                <c:pt idx="1387">
                  <c:v>2.24177476522032</c:v>
                </c:pt>
                <c:pt idx="1388">
                  <c:v>2.18790018339358</c:v>
                </c:pt>
                <c:pt idx="1389">
                  <c:v>2.12273189051912</c:v>
                </c:pt>
                <c:pt idx="1390">
                  <c:v>2.07966758630337</c:v>
                </c:pt>
                <c:pt idx="1391">
                  <c:v>2.12442434458762</c:v>
                </c:pt>
                <c:pt idx="1392">
                  <c:v>2.14536614548214</c:v>
                </c:pt>
                <c:pt idx="1393">
                  <c:v>2.13528813746516</c:v>
                </c:pt>
                <c:pt idx="1394">
                  <c:v>2.08460401794056</c:v>
                </c:pt>
                <c:pt idx="1395">
                  <c:v>2.0334652060312</c:v>
                </c:pt>
                <c:pt idx="1396">
                  <c:v>2.0966008830471</c:v>
                </c:pt>
                <c:pt idx="1397">
                  <c:v>2.05994447925636</c:v>
                </c:pt>
                <c:pt idx="1398">
                  <c:v>2.03759368581118</c:v>
                </c:pt>
                <c:pt idx="1399">
                  <c:v>2.01433026851045</c:v>
                </c:pt>
                <c:pt idx="1400">
                  <c:v>1.98337155845648</c:v>
                </c:pt>
                <c:pt idx="1401">
                  <c:v>1.99023103718219</c:v>
                </c:pt>
                <c:pt idx="1402">
                  <c:v>2.04489443269574</c:v>
                </c:pt>
                <c:pt idx="1403">
                  <c:v>2.08221959776118</c:v>
                </c:pt>
                <c:pt idx="1404">
                  <c:v>2.12294961555039</c:v>
                </c:pt>
                <c:pt idx="1405">
                  <c:v>2.1812062856609</c:v>
                </c:pt>
                <c:pt idx="1406">
                  <c:v>2.19142457892546</c:v>
                </c:pt>
                <c:pt idx="1407">
                  <c:v>2.18278325220782</c:v>
                </c:pt>
                <c:pt idx="1408">
                  <c:v>2.18081092166631</c:v>
                </c:pt>
                <c:pt idx="1409">
                  <c:v>2.18591314627233</c:v>
                </c:pt>
                <c:pt idx="1410">
                  <c:v>2.14783586974349</c:v>
                </c:pt>
                <c:pt idx="1411">
                  <c:v>2.13065421298324</c:v>
                </c:pt>
                <c:pt idx="1412">
                  <c:v>2.18425809121328</c:v>
                </c:pt>
                <c:pt idx="1413">
                  <c:v>2.18946786800501</c:v>
                </c:pt>
                <c:pt idx="1414">
                  <c:v>2.10034282134817</c:v>
                </c:pt>
                <c:pt idx="1415">
                  <c:v>2.13856650561953</c:v>
                </c:pt>
                <c:pt idx="1416">
                  <c:v>2.19154737997798</c:v>
                </c:pt>
                <c:pt idx="1417">
                  <c:v>2.21848019901399</c:v>
                </c:pt>
                <c:pt idx="1418">
                  <c:v>2.22515656267785</c:v>
                </c:pt>
                <c:pt idx="1419">
                  <c:v>2.24933940664748</c:v>
                </c:pt>
                <c:pt idx="1420">
                  <c:v>2.28243738284018</c:v>
                </c:pt>
                <c:pt idx="1421">
                  <c:v>2.28771855928241</c:v>
                </c:pt>
                <c:pt idx="1422">
                  <c:v>2.28688373155873</c:v>
                </c:pt>
                <c:pt idx="1423">
                  <c:v>2.28547072733675</c:v>
                </c:pt>
                <c:pt idx="1424">
                  <c:v>2.29989093601374</c:v>
                </c:pt>
                <c:pt idx="1425">
                  <c:v>2.30159744471612</c:v>
                </c:pt>
                <c:pt idx="1426">
                  <c:v>2.33718923126369</c:v>
                </c:pt>
                <c:pt idx="1427">
                  <c:v>2.35477341894666</c:v>
                </c:pt>
                <c:pt idx="1428">
                  <c:v>2.37648606643667</c:v>
                </c:pt>
                <c:pt idx="1429">
                  <c:v>2.36081597595891</c:v>
                </c:pt>
                <c:pt idx="1430">
                  <c:v>2.36543718351938</c:v>
                </c:pt>
                <c:pt idx="1431">
                  <c:v>2.34602126144021</c:v>
                </c:pt>
                <c:pt idx="1432">
                  <c:v>2.31796097827383</c:v>
                </c:pt>
                <c:pt idx="1433">
                  <c:v>2.33280139939224</c:v>
                </c:pt>
                <c:pt idx="1434">
                  <c:v>2.31361935753896</c:v>
                </c:pt>
                <c:pt idx="1435">
                  <c:v>2.30487055180629</c:v>
                </c:pt>
                <c:pt idx="1436">
                  <c:v>2.34842061643393</c:v>
                </c:pt>
                <c:pt idx="1437">
                  <c:v>2.34017282787164</c:v>
                </c:pt>
                <c:pt idx="1438">
                  <c:v>2.35418395785846</c:v>
                </c:pt>
                <c:pt idx="1439">
                  <c:v>2.39810743181014</c:v>
                </c:pt>
                <c:pt idx="1440">
                  <c:v>2.41207505851988</c:v>
                </c:pt>
                <c:pt idx="1441">
                  <c:v>2.38881757265024</c:v>
                </c:pt>
                <c:pt idx="1442">
                  <c:v>2.38790905892374</c:v>
                </c:pt>
                <c:pt idx="1443">
                  <c:v>2.38394541319744</c:v>
                </c:pt>
                <c:pt idx="1444">
                  <c:v>2.37396607072434</c:v>
                </c:pt>
                <c:pt idx="1445">
                  <c:v>2.37468078223024</c:v>
                </c:pt>
                <c:pt idx="1446">
                  <c:v>2.37569146186529</c:v>
                </c:pt>
                <c:pt idx="1447">
                  <c:v>2.37486092052385</c:v>
                </c:pt>
                <c:pt idx="1448">
                  <c:v>2.38957205404066</c:v>
                </c:pt>
                <c:pt idx="1449">
                  <c:v>2.35213644117</c:v>
                </c:pt>
                <c:pt idx="1450">
                  <c:v>2.28826010037335</c:v>
                </c:pt>
                <c:pt idx="1451">
                  <c:v>2.2928990440128</c:v>
                </c:pt>
                <c:pt idx="1452">
                  <c:v>2.27087351905593</c:v>
                </c:pt>
                <c:pt idx="1453">
                  <c:v>2.23160282587529</c:v>
                </c:pt>
                <c:pt idx="1454">
                  <c:v>2.23688701900894</c:v>
                </c:pt>
                <c:pt idx="1455">
                  <c:v>2.26882071888113</c:v>
                </c:pt>
                <c:pt idx="1456">
                  <c:v>2.27204716195269</c:v>
                </c:pt>
                <c:pt idx="1457">
                  <c:v>2.23104895149015</c:v>
                </c:pt>
                <c:pt idx="1458">
                  <c:v>2.21509660011113</c:v>
                </c:pt>
                <c:pt idx="1459">
                  <c:v>2.23859439533223</c:v>
                </c:pt>
                <c:pt idx="1460">
                  <c:v>2.30124258131649</c:v>
                </c:pt>
                <c:pt idx="1461">
                  <c:v>2.33126726725309</c:v>
                </c:pt>
                <c:pt idx="1462">
                  <c:v>2.33662273626212</c:v>
                </c:pt>
                <c:pt idx="1463">
                  <c:v>2.32578227966375</c:v>
                </c:pt>
                <c:pt idx="1464">
                  <c:v>2.34155428859678</c:v>
                </c:pt>
                <c:pt idx="1465">
                  <c:v>2.33016417747064</c:v>
                </c:pt>
                <c:pt idx="1466">
                  <c:v>2.29738960108988</c:v>
                </c:pt>
                <c:pt idx="1467">
                  <c:v>2.30199935407619</c:v>
                </c:pt>
                <c:pt idx="1468">
                  <c:v>2.30471206348653</c:v>
                </c:pt>
                <c:pt idx="1469">
                  <c:v>2.33825073552719</c:v>
                </c:pt>
                <c:pt idx="1470">
                  <c:v>2.33147140542726</c:v>
                </c:pt>
                <c:pt idx="1471">
                  <c:v>2.36230046164593</c:v>
                </c:pt>
                <c:pt idx="1472">
                  <c:v>2.38096715457654</c:v>
                </c:pt>
                <c:pt idx="1473">
                  <c:v>2.39982819489694</c:v>
                </c:pt>
                <c:pt idx="1474">
                  <c:v>2.4517231920057</c:v>
                </c:pt>
                <c:pt idx="1475">
                  <c:v>2.47067185218038</c:v>
                </c:pt>
                <c:pt idx="1476">
                  <c:v>2.52297412057145</c:v>
                </c:pt>
                <c:pt idx="1477">
                  <c:v>2.53499865585265</c:v>
                </c:pt>
                <c:pt idx="1478">
                  <c:v>2.53710416798205</c:v>
                </c:pt>
                <c:pt idx="1479">
                  <c:v>2.54941760386956</c:v>
                </c:pt>
                <c:pt idx="1480">
                  <c:v>2.57162442000931</c:v>
                </c:pt>
                <c:pt idx="1481">
                  <c:v>2.56746461886832</c:v>
                </c:pt>
                <c:pt idx="1482">
                  <c:v>2.59267355810475</c:v>
                </c:pt>
                <c:pt idx="1483">
                  <c:v>2.60083004585922</c:v>
                </c:pt>
                <c:pt idx="1484">
                  <c:v>2.62254604633022</c:v>
                </c:pt>
                <c:pt idx="1485">
                  <c:v>2.62611895204652</c:v>
                </c:pt>
                <c:pt idx="1486">
                  <c:v>2.63842942585549</c:v>
                </c:pt>
                <c:pt idx="1487">
                  <c:v>2.56708397745219</c:v>
                </c:pt>
                <c:pt idx="1488">
                  <c:v>2.57183465240477</c:v>
                </c:pt>
                <c:pt idx="1489">
                  <c:v>2.5864938544832</c:v>
                </c:pt>
                <c:pt idx="1490">
                  <c:v>2.59344843534854</c:v>
                </c:pt>
                <c:pt idx="1491">
                  <c:v>2.60917638392818</c:v>
                </c:pt>
                <c:pt idx="1492">
                  <c:v>2.61462486972547</c:v>
                </c:pt>
                <c:pt idx="1493">
                  <c:v>2.61150790000549</c:v>
                </c:pt>
                <c:pt idx="1494">
                  <c:v>2.57891819310678</c:v>
                </c:pt>
                <c:pt idx="1495">
                  <c:v>2.61335884670557</c:v>
                </c:pt>
                <c:pt idx="1496">
                  <c:v>2.64906252639057</c:v>
                </c:pt>
                <c:pt idx="1497">
                  <c:v>2.64898251567848</c:v>
                </c:pt>
                <c:pt idx="1498">
                  <c:v>2.64001901815262</c:v>
                </c:pt>
                <c:pt idx="1499">
                  <c:v>2.63949975746718</c:v>
                </c:pt>
                <c:pt idx="1500">
                  <c:v>2.59276353744241</c:v>
                </c:pt>
                <c:pt idx="1501">
                  <c:v>2.63707756636099</c:v>
                </c:pt>
                <c:pt idx="1502">
                  <c:v>2.67292091774452</c:v>
                </c:pt>
                <c:pt idx="1503">
                  <c:v>2.64280691164669</c:v>
                </c:pt>
                <c:pt idx="1504">
                  <c:v>2.63125152660235</c:v>
                </c:pt>
                <c:pt idx="1505">
                  <c:v>2.58575139089742</c:v>
                </c:pt>
                <c:pt idx="1506">
                  <c:v>2.6220678861604</c:v>
                </c:pt>
                <c:pt idx="1507">
                  <c:v>2.58212645128426</c:v>
                </c:pt>
                <c:pt idx="1508">
                  <c:v>2.5937329805155</c:v>
                </c:pt>
                <c:pt idx="1509">
                  <c:v>2.57957746622772</c:v>
                </c:pt>
                <c:pt idx="1510">
                  <c:v>2.6391501469062</c:v>
                </c:pt>
                <c:pt idx="1511">
                  <c:v>2.67171813180455</c:v>
                </c:pt>
                <c:pt idx="1512">
                  <c:v>2.65930698361743</c:v>
                </c:pt>
                <c:pt idx="1513">
                  <c:v>2.66924886359065</c:v>
                </c:pt>
                <c:pt idx="1514">
                  <c:v>2.66478019007863</c:v>
                </c:pt>
                <c:pt idx="1515">
                  <c:v>2.64281342262005</c:v>
                </c:pt>
                <c:pt idx="1516">
                  <c:v>2.61333951587298</c:v>
                </c:pt>
                <c:pt idx="1517">
                  <c:v>2.5806900335862</c:v>
                </c:pt>
                <c:pt idx="1518">
                  <c:v>2.60484764115869</c:v>
                </c:pt>
                <c:pt idx="1519">
                  <c:v>2.62270545729563</c:v>
                </c:pt>
                <c:pt idx="1520">
                  <c:v>2.57352955186111</c:v>
                </c:pt>
                <c:pt idx="1521">
                  <c:v>2.55201875926577</c:v>
                </c:pt>
                <c:pt idx="1522">
                  <c:v>2.57494318877892</c:v>
                </c:pt>
                <c:pt idx="1523">
                  <c:v>2.52621365789378</c:v>
                </c:pt>
                <c:pt idx="1524">
                  <c:v>2.52017902312066</c:v>
                </c:pt>
                <c:pt idx="1525">
                  <c:v>2.55606948076686</c:v>
                </c:pt>
                <c:pt idx="1526">
                  <c:v>2.55425905453013</c:v>
                </c:pt>
                <c:pt idx="1527">
                  <c:v>2.55975379600918</c:v>
                </c:pt>
                <c:pt idx="1528">
                  <c:v>2.55493564248652</c:v>
                </c:pt>
                <c:pt idx="1529">
                  <c:v>2.527860920908</c:v>
                </c:pt>
                <c:pt idx="1530">
                  <c:v>2.50926145057556</c:v>
                </c:pt>
                <c:pt idx="1531">
                  <c:v>2.47834084954675</c:v>
                </c:pt>
                <c:pt idx="1532">
                  <c:v>2.40701111980008</c:v>
                </c:pt>
                <c:pt idx="1533">
                  <c:v>2.41068523274302</c:v>
                </c:pt>
                <c:pt idx="1534">
                  <c:v>2.35553961521085</c:v>
                </c:pt>
                <c:pt idx="1535">
                  <c:v>2.39493471161781</c:v>
                </c:pt>
                <c:pt idx="1536">
                  <c:v>2.41182164668381</c:v>
                </c:pt>
                <c:pt idx="1537">
                  <c:v>2.47636688724747</c:v>
                </c:pt>
                <c:pt idx="1538">
                  <c:v>2.5177974277167</c:v>
                </c:pt>
                <c:pt idx="1539">
                  <c:v>2.50556144261208</c:v>
                </c:pt>
                <c:pt idx="1540">
                  <c:v>2.5050326161449</c:v>
                </c:pt>
                <c:pt idx="1541">
                  <c:v>2.46087477829527</c:v>
                </c:pt>
                <c:pt idx="1542">
                  <c:v>2.48561067677234</c:v>
                </c:pt>
                <c:pt idx="1543">
                  <c:v>2.52210729931575</c:v>
                </c:pt>
                <c:pt idx="1544">
                  <c:v>2.50224851709657</c:v>
                </c:pt>
                <c:pt idx="1545">
                  <c:v>2.52383642793989</c:v>
                </c:pt>
                <c:pt idx="1546">
                  <c:v>2.51249313708271</c:v>
                </c:pt>
                <c:pt idx="1547">
                  <c:v>2.5649077702388</c:v>
                </c:pt>
                <c:pt idx="1548">
                  <c:v>2.58537525590968</c:v>
                </c:pt>
                <c:pt idx="1549">
                  <c:v>2.58542622403157</c:v>
                </c:pt>
                <c:pt idx="1550">
                  <c:v>2.60871881099362</c:v>
                </c:pt>
                <c:pt idx="1551">
                  <c:v>2.60377346925106</c:v>
                </c:pt>
                <c:pt idx="1552">
                  <c:v>2.6172995512485</c:v>
                </c:pt>
                <c:pt idx="1553">
                  <c:v>2.62267902260547</c:v>
                </c:pt>
                <c:pt idx="1554">
                  <c:v>2.61709530848093</c:v>
                </c:pt>
                <c:pt idx="1555">
                  <c:v>2.58912477841718</c:v>
                </c:pt>
                <c:pt idx="1556">
                  <c:v>2.59449311423902</c:v>
                </c:pt>
                <c:pt idx="1557">
                  <c:v>2.58441444768215</c:v>
                </c:pt>
                <c:pt idx="1558">
                  <c:v>2.58669045707897</c:v>
                </c:pt>
                <c:pt idx="1559">
                  <c:v>2.60870211429881</c:v>
                </c:pt>
                <c:pt idx="1560">
                  <c:v>2.6313370842477</c:v>
                </c:pt>
                <c:pt idx="1561">
                  <c:v>2.58330556107435</c:v>
                </c:pt>
                <c:pt idx="1562">
                  <c:v>2.60837708658187</c:v>
                </c:pt>
                <c:pt idx="1563">
                  <c:v>2.60689842973109</c:v>
                </c:pt>
                <c:pt idx="1564">
                  <c:v>2.59569014831024</c:v>
                </c:pt>
                <c:pt idx="1565">
                  <c:v>2.62478629815538</c:v>
                </c:pt>
                <c:pt idx="1566">
                  <c:v>2.64761807333962</c:v>
                </c:pt>
                <c:pt idx="1567">
                  <c:v>2.63900768974694</c:v>
                </c:pt>
                <c:pt idx="1568">
                  <c:v>2.62504680696137</c:v>
                </c:pt>
                <c:pt idx="1569">
                  <c:v>2.63364241285845</c:v>
                </c:pt>
                <c:pt idx="1570">
                  <c:v>2.62354111374621</c:v>
                </c:pt>
                <c:pt idx="1571">
                  <c:v>2.59744881364909</c:v>
                </c:pt>
                <c:pt idx="1572">
                  <c:v>2.57434585699958</c:v>
                </c:pt>
                <c:pt idx="1573">
                  <c:v>2.54119234976931</c:v>
                </c:pt>
                <c:pt idx="1574">
                  <c:v>2.62142498532362</c:v>
                </c:pt>
                <c:pt idx="1575">
                  <c:v>2.63230884168954</c:v>
                </c:pt>
                <c:pt idx="1576">
                  <c:v>2.6830552294622</c:v>
                </c:pt>
                <c:pt idx="1577">
                  <c:v>2.72770901675989</c:v>
                </c:pt>
                <c:pt idx="1578">
                  <c:v>2.73944562277384</c:v>
                </c:pt>
                <c:pt idx="1579">
                  <c:v>2.76340452033384</c:v>
                </c:pt>
                <c:pt idx="1580">
                  <c:v>2.75738854567494</c:v>
                </c:pt>
                <c:pt idx="1581">
                  <c:v>2.76696772941054</c:v>
                </c:pt>
                <c:pt idx="1582">
                  <c:v>2.76232275568497</c:v>
                </c:pt>
                <c:pt idx="1583">
                  <c:v>2.76685117790181</c:v>
                </c:pt>
                <c:pt idx="1584">
                  <c:v>2.79283862444476</c:v>
                </c:pt>
                <c:pt idx="1585">
                  <c:v>2.76400604991214</c:v>
                </c:pt>
                <c:pt idx="1586">
                  <c:v>2.78560952972495</c:v>
                </c:pt>
                <c:pt idx="1587">
                  <c:v>2.79551008555022</c:v>
                </c:pt>
                <c:pt idx="1588">
                  <c:v>2.81023238438059</c:v>
                </c:pt>
                <c:pt idx="1589">
                  <c:v>2.81924955431543</c:v>
                </c:pt>
                <c:pt idx="1590">
                  <c:v>2.82665495884107</c:v>
                </c:pt>
                <c:pt idx="1591">
                  <c:v>2.80133977808407</c:v>
                </c:pt>
                <c:pt idx="1592">
                  <c:v>2.80111959931819</c:v>
                </c:pt>
                <c:pt idx="1593">
                  <c:v>2.82101661467461</c:v>
                </c:pt>
                <c:pt idx="1594">
                  <c:v>2.87788096485599</c:v>
                </c:pt>
                <c:pt idx="1595">
                  <c:v>2.89668614131877</c:v>
                </c:pt>
                <c:pt idx="1596">
                  <c:v>2.89022529362469</c:v>
                </c:pt>
                <c:pt idx="1597">
                  <c:v>2.896869342014</c:v>
                </c:pt>
                <c:pt idx="1598">
                  <c:v>2.91487724932641</c:v>
                </c:pt>
                <c:pt idx="1599">
                  <c:v>2.89860923455343</c:v>
                </c:pt>
                <c:pt idx="1600">
                  <c:v>2.90587339424677</c:v>
                </c:pt>
                <c:pt idx="1601">
                  <c:v>2.87727813636815</c:v>
                </c:pt>
                <c:pt idx="1602">
                  <c:v>2.86195292396801</c:v>
                </c:pt>
                <c:pt idx="1603">
                  <c:v>2.844554921077</c:v>
                </c:pt>
                <c:pt idx="1604">
                  <c:v>2.85112314252355</c:v>
                </c:pt>
                <c:pt idx="1605">
                  <c:v>2.8221367795705</c:v>
                </c:pt>
                <c:pt idx="1606">
                  <c:v>2.84846982118527</c:v>
                </c:pt>
                <c:pt idx="1607">
                  <c:v>2.81971567822051</c:v>
                </c:pt>
                <c:pt idx="1608">
                  <c:v>2.84230080006154</c:v>
                </c:pt>
                <c:pt idx="1609">
                  <c:v>2.84414639630535</c:v>
                </c:pt>
                <c:pt idx="1610">
                  <c:v>2.82639190539897</c:v>
                </c:pt>
                <c:pt idx="1611">
                  <c:v>2.88706173197221</c:v>
                </c:pt>
                <c:pt idx="1612">
                  <c:v>2.88348615161603</c:v>
                </c:pt>
                <c:pt idx="1613">
                  <c:v>2.89083169532713</c:v>
                </c:pt>
                <c:pt idx="1614">
                  <c:v>2.87535236374134</c:v>
                </c:pt>
                <c:pt idx="1615">
                  <c:v>2.85655607022768</c:v>
                </c:pt>
                <c:pt idx="1616">
                  <c:v>2.83865348174508</c:v>
                </c:pt>
                <c:pt idx="1617">
                  <c:v>2.79138566442997</c:v>
                </c:pt>
                <c:pt idx="1618">
                  <c:v>2.82858934952694</c:v>
                </c:pt>
                <c:pt idx="1619">
                  <c:v>2.97901821132987</c:v>
                </c:pt>
                <c:pt idx="1620">
                  <c:v>3.01676974867451</c:v>
                </c:pt>
                <c:pt idx="1621">
                  <c:v>3.0076936618026</c:v>
                </c:pt>
                <c:pt idx="1622">
                  <c:v>3.01261876613286</c:v>
                </c:pt>
                <c:pt idx="1623">
                  <c:v>3.05989746234281</c:v>
                </c:pt>
                <c:pt idx="1624">
                  <c:v>3.04761614520678</c:v>
                </c:pt>
                <c:pt idx="1625">
                  <c:v>3.06946088816461</c:v>
                </c:pt>
                <c:pt idx="1626">
                  <c:v>3.02385174166623</c:v>
                </c:pt>
                <c:pt idx="1627">
                  <c:v>3.02481922631751</c:v>
                </c:pt>
                <c:pt idx="1628">
                  <c:v>3.03286077024616</c:v>
                </c:pt>
                <c:pt idx="1629">
                  <c:v>3.01635930474516</c:v>
                </c:pt>
                <c:pt idx="1630">
                  <c:v>2.99277457800131</c:v>
                </c:pt>
                <c:pt idx="1631">
                  <c:v>2.96320563943566</c:v>
                </c:pt>
                <c:pt idx="1632">
                  <c:v>2.96689767854325</c:v>
                </c:pt>
                <c:pt idx="1633">
                  <c:v>3.02980161641934</c:v>
                </c:pt>
                <c:pt idx="1634">
                  <c:v>2.99188014100876</c:v>
                </c:pt>
                <c:pt idx="1635">
                  <c:v>2.97779321583995</c:v>
                </c:pt>
                <c:pt idx="1636">
                  <c:v>2.96051857310393</c:v>
                </c:pt>
                <c:pt idx="1637">
                  <c:v>3.02329611259079</c:v>
                </c:pt>
                <c:pt idx="1638">
                  <c:v>3.01422652330789</c:v>
                </c:pt>
                <c:pt idx="1639">
                  <c:v>3.00982084177985</c:v>
                </c:pt>
                <c:pt idx="1640">
                  <c:v>3.02425461484452</c:v>
                </c:pt>
                <c:pt idx="1641">
                  <c:v>3.06494828024826</c:v>
                </c:pt>
                <c:pt idx="1642">
                  <c:v>3.02614090852565</c:v>
                </c:pt>
                <c:pt idx="1643">
                  <c:v>3.01504080360166</c:v>
                </c:pt>
                <c:pt idx="1644">
                  <c:v>3.00747834000966</c:v>
                </c:pt>
                <c:pt idx="1645">
                  <c:v>3.01140183276553</c:v>
                </c:pt>
                <c:pt idx="1646">
                  <c:v>2.96800956849256</c:v>
                </c:pt>
                <c:pt idx="1647">
                  <c:v>2.97481197516228</c:v>
                </c:pt>
                <c:pt idx="1648">
                  <c:v>2.98474657768035</c:v>
                </c:pt>
                <c:pt idx="1649">
                  <c:v>2.9287725334215</c:v>
                </c:pt>
                <c:pt idx="1650">
                  <c:v>2.91596881249166</c:v>
                </c:pt>
                <c:pt idx="1651">
                  <c:v>2.90354768280799</c:v>
                </c:pt>
                <c:pt idx="1652">
                  <c:v>2.82703254472412</c:v>
                </c:pt>
                <c:pt idx="1653">
                  <c:v>2.95692199511356</c:v>
                </c:pt>
                <c:pt idx="1654">
                  <c:v>3.02346609634349</c:v>
                </c:pt>
                <c:pt idx="1655">
                  <c:v>3.01180021084689</c:v>
                </c:pt>
                <c:pt idx="1656">
                  <c:v>3.04858686809988</c:v>
                </c:pt>
                <c:pt idx="1657">
                  <c:v>3.07749072473718</c:v>
                </c:pt>
                <c:pt idx="1658">
                  <c:v>3.08267414004341</c:v>
                </c:pt>
                <c:pt idx="1659">
                  <c:v>3.11826867293704</c:v>
                </c:pt>
                <c:pt idx="1660">
                  <c:v>3.09721468742539</c:v>
                </c:pt>
                <c:pt idx="1661">
                  <c:v>3.12112203770763</c:v>
                </c:pt>
                <c:pt idx="1662">
                  <c:v>3.16135000105469</c:v>
                </c:pt>
                <c:pt idx="1663">
                  <c:v>3.18157633167667</c:v>
                </c:pt>
                <c:pt idx="1664">
                  <c:v>3.18316739941004</c:v>
                </c:pt>
                <c:pt idx="1665">
                  <c:v>3.17210296504485</c:v>
                </c:pt>
                <c:pt idx="1666">
                  <c:v>3.18101675502045</c:v>
                </c:pt>
                <c:pt idx="1667">
                  <c:v>3.23108436842483</c:v>
                </c:pt>
                <c:pt idx="1668">
                  <c:v>3.22484393856144</c:v>
                </c:pt>
                <c:pt idx="1669">
                  <c:v>3.23693160029298</c:v>
                </c:pt>
                <c:pt idx="1670">
                  <c:v>3.2254673699255</c:v>
                </c:pt>
                <c:pt idx="1671">
                  <c:v>3.257985222068</c:v>
                </c:pt>
                <c:pt idx="1672">
                  <c:v>3.30192703623838</c:v>
                </c:pt>
                <c:pt idx="1673">
                  <c:v>3.29131761823106</c:v>
                </c:pt>
                <c:pt idx="1674">
                  <c:v>3.27641821674862</c:v>
                </c:pt>
                <c:pt idx="1675">
                  <c:v>3.30355194881681</c:v>
                </c:pt>
                <c:pt idx="1676">
                  <c:v>3.26982335291197</c:v>
                </c:pt>
                <c:pt idx="1677">
                  <c:v>3.26839525543045</c:v>
                </c:pt>
                <c:pt idx="1678">
                  <c:v>3.31570590242831</c:v>
                </c:pt>
                <c:pt idx="1679">
                  <c:v>3.30470933231431</c:v>
                </c:pt>
                <c:pt idx="1680">
                  <c:v>3.29181192673672</c:v>
                </c:pt>
                <c:pt idx="1681">
                  <c:v>3.30520418368689</c:v>
                </c:pt>
                <c:pt idx="1682">
                  <c:v>3.33815401817189</c:v>
                </c:pt>
                <c:pt idx="1683">
                  <c:v>3.306289501659</c:v>
                </c:pt>
                <c:pt idx="1684">
                  <c:v>3.34328182738481</c:v>
                </c:pt>
                <c:pt idx="1685">
                  <c:v>3.31957866432578</c:v>
                </c:pt>
                <c:pt idx="1686">
                  <c:v>3.21988028320281</c:v>
                </c:pt>
                <c:pt idx="1687">
                  <c:v>3.25399600511278</c:v>
                </c:pt>
                <c:pt idx="1688">
                  <c:v>3.28864216257326</c:v>
                </c:pt>
                <c:pt idx="1689">
                  <c:v>3.29205106940166</c:v>
                </c:pt>
                <c:pt idx="1690">
                  <c:v>3.3069196660099</c:v>
                </c:pt>
                <c:pt idx="1691">
                  <c:v>3.31871245904205</c:v>
                </c:pt>
                <c:pt idx="1692">
                  <c:v>3.287326882147</c:v>
                </c:pt>
                <c:pt idx="1693">
                  <c:v>3.30092285425487</c:v>
                </c:pt>
                <c:pt idx="1694">
                  <c:v>3.30269543623061</c:v>
                </c:pt>
                <c:pt idx="1695">
                  <c:v>3.32551680849454</c:v>
                </c:pt>
                <c:pt idx="1696">
                  <c:v>3.26248299776246</c:v>
                </c:pt>
                <c:pt idx="1697">
                  <c:v>3.22079412095949</c:v>
                </c:pt>
                <c:pt idx="1698">
                  <c:v>3.18158779395245</c:v>
                </c:pt>
                <c:pt idx="1699">
                  <c:v>3.20883744538208</c:v>
                </c:pt>
                <c:pt idx="1700">
                  <c:v>3.27010378391183</c:v>
                </c:pt>
                <c:pt idx="1701">
                  <c:v>3.33388342473586</c:v>
                </c:pt>
                <c:pt idx="1702">
                  <c:v>3.39395051103182</c:v>
                </c:pt>
                <c:pt idx="1703">
                  <c:v>3.38058686371206</c:v>
                </c:pt>
                <c:pt idx="1704">
                  <c:v>3.39250931723911</c:v>
                </c:pt>
                <c:pt idx="1705">
                  <c:v>3.34050040315612</c:v>
                </c:pt>
                <c:pt idx="1706">
                  <c:v>3.28981065691283</c:v>
                </c:pt>
                <c:pt idx="1707">
                  <c:v>3.33718510989238</c:v>
                </c:pt>
                <c:pt idx="1708">
                  <c:v>3.2947230362857</c:v>
                </c:pt>
                <c:pt idx="1709">
                  <c:v>3.33998114284055</c:v>
                </c:pt>
                <c:pt idx="1710">
                  <c:v>3.31125306465445</c:v>
                </c:pt>
                <c:pt idx="1711">
                  <c:v>3.30545820238628</c:v>
                </c:pt>
                <c:pt idx="1712">
                  <c:v>3.28339926324606</c:v>
                </c:pt>
                <c:pt idx="1713">
                  <c:v>3.21212168202204</c:v>
                </c:pt>
                <c:pt idx="1714">
                  <c:v>3.14910242696204</c:v>
                </c:pt>
                <c:pt idx="1715">
                  <c:v>3.10313379417156</c:v>
                </c:pt>
                <c:pt idx="1716">
                  <c:v>2.89213629463913</c:v>
                </c:pt>
                <c:pt idx="1717">
                  <c:v>2.8327879209292</c:v>
                </c:pt>
                <c:pt idx="1718">
                  <c:v>2.89330525280012</c:v>
                </c:pt>
                <c:pt idx="1719">
                  <c:v>3.05309323306643</c:v>
                </c:pt>
                <c:pt idx="1720">
                  <c:v>3.07509323528931</c:v>
                </c:pt>
                <c:pt idx="1721">
                  <c:v>2.93265443202853</c:v>
                </c:pt>
                <c:pt idx="1722">
                  <c:v>2.81116410362465</c:v>
                </c:pt>
                <c:pt idx="1723">
                  <c:v>2.62731658084261</c:v>
                </c:pt>
                <c:pt idx="1724">
                  <c:v>2.55864677425042</c:v>
                </c:pt>
                <c:pt idx="1725">
                  <c:v>2.40202725562902</c:v>
                </c:pt>
                <c:pt idx="1726">
                  <c:v>2.07131097111267</c:v>
                </c:pt>
                <c:pt idx="1727">
                  <c:v>1.98013416615631</c:v>
                </c:pt>
                <c:pt idx="1728">
                  <c:v>1.7969238860668</c:v>
                </c:pt>
                <c:pt idx="1729">
                  <c:v>1.99201321510137</c:v>
                </c:pt>
                <c:pt idx="1730">
                  <c:v>2.11903461476797</c:v>
                </c:pt>
                <c:pt idx="1731">
                  <c:v>2.17518439616997</c:v>
                </c:pt>
                <c:pt idx="1732">
                  <c:v>2.27779412480308</c:v>
                </c:pt>
                <c:pt idx="1733">
                  <c:v>2.38311797946877</c:v>
                </c:pt>
                <c:pt idx="1734">
                  <c:v>2.50609492581544</c:v>
                </c:pt>
                <c:pt idx="1735">
                  <c:v>2.58507407879181</c:v>
                </c:pt>
                <c:pt idx="1736">
                  <c:v>2.6744166473338</c:v>
                </c:pt>
                <c:pt idx="1737">
                  <c:v>2.39986814700115</c:v>
                </c:pt>
                <c:pt idx="1738">
                  <c:v>2.5022973315005</c:v>
                </c:pt>
                <c:pt idx="1739">
                  <c:v>2.53696043266318</c:v>
                </c:pt>
                <c:pt idx="1740">
                  <c:v>2.51319198311268</c:v>
                </c:pt>
                <c:pt idx="1741">
                  <c:v>2.43295616576868</c:v>
                </c:pt>
                <c:pt idx="1742">
                  <c:v>2.49956903348709</c:v>
                </c:pt>
                <c:pt idx="1743">
                  <c:v>2.51716038298876</c:v>
                </c:pt>
                <c:pt idx="1744">
                  <c:v>2.53653856297054</c:v>
                </c:pt>
                <c:pt idx="1745">
                  <c:v>2.59177941220952</c:v>
                </c:pt>
                <c:pt idx="1746">
                  <c:v>2.66405458550232</c:v>
                </c:pt>
                <c:pt idx="1747">
                  <c:v>2.6683143373535</c:v>
                </c:pt>
                <c:pt idx="1748">
                  <c:v>2.6644810903454</c:v>
                </c:pt>
                <c:pt idx="1749">
                  <c:v>2.73402362584752</c:v>
                </c:pt>
                <c:pt idx="1750">
                  <c:v>2.82577767970892</c:v>
                </c:pt>
                <c:pt idx="1751">
                  <c:v>2.82602750472624</c:v>
                </c:pt>
                <c:pt idx="1752">
                  <c:v>2.89195483724983</c:v>
                </c:pt>
                <c:pt idx="1753">
                  <c:v>2.91207527017543</c:v>
                </c:pt>
                <c:pt idx="1754">
                  <c:v>2.86058849277325</c:v>
                </c:pt>
                <c:pt idx="1755">
                  <c:v>2.78801112325529</c:v>
                </c:pt>
                <c:pt idx="1756">
                  <c:v>2.79612778534592</c:v>
                </c:pt>
                <c:pt idx="1757">
                  <c:v>2.71450074112876</c:v>
                </c:pt>
                <c:pt idx="1758">
                  <c:v>2.79782429836373</c:v>
                </c:pt>
                <c:pt idx="1759">
                  <c:v>2.84536996079</c:v>
                </c:pt>
                <c:pt idx="1760">
                  <c:v>2.91872535143722</c:v>
                </c:pt>
                <c:pt idx="1761">
                  <c:v>2.95052176568972</c:v>
                </c:pt>
                <c:pt idx="1762">
                  <c:v>2.92874217304019</c:v>
                </c:pt>
                <c:pt idx="1763">
                  <c:v>2.78799543699794</c:v>
                </c:pt>
                <c:pt idx="1764">
                  <c:v>2.84464354567064</c:v>
                </c:pt>
                <c:pt idx="1765">
                  <c:v>2.75801887539678</c:v>
                </c:pt>
                <c:pt idx="1766">
                  <c:v>2.76675502861546</c:v>
                </c:pt>
                <c:pt idx="1767">
                  <c:v>2.75233406268625</c:v>
                </c:pt>
                <c:pt idx="1768">
                  <c:v>2.50702686696125</c:v>
                </c:pt>
                <c:pt idx="1769">
                  <c:v>2.23895440169768</c:v>
                </c:pt>
                <c:pt idx="1770">
                  <c:v>2.45388997154687</c:v>
                </c:pt>
                <c:pt idx="1771">
                  <c:v>2.43860346487942</c:v>
                </c:pt>
                <c:pt idx="1772">
                  <c:v>2.40939974844644</c:v>
                </c:pt>
                <c:pt idx="1773">
                  <c:v>2.36728786755555</c:v>
                </c:pt>
                <c:pt idx="1774">
                  <c:v>2.45361725791714</c:v>
                </c:pt>
                <c:pt idx="1775">
                  <c:v>2.54102221391915</c:v>
                </c:pt>
                <c:pt idx="1776">
                  <c:v>2.57462886391085</c:v>
                </c:pt>
                <c:pt idx="1777">
                  <c:v>2.58536714294873</c:v>
                </c:pt>
                <c:pt idx="1778">
                  <c:v>2.70072806770053</c:v>
                </c:pt>
                <c:pt idx="1779">
                  <c:v>2.67955239296276</c:v>
                </c:pt>
                <c:pt idx="1780">
                  <c:v>2.74864568877928</c:v>
                </c:pt>
                <c:pt idx="1781">
                  <c:v>2.79025825753774</c:v>
                </c:pt>
                <c:pt idx="1782">
                  <c:v>2.74898261059454</c:v>
                </c:pt>
                <c:pt idx="1783">
                  <c:v>2.79356440877214</c:v>
                </c:pt>
                <c:pt idx="1784">
                  <c:v>2.74330035798617</c:v>
                </c:pt>
                <c:pt idx="1785">
                  <c:v>2.65714715224046</c:v>
                </c:pt>
                <c:pt idx="1786">
                  <c:v>2.7090815059193</c:v>
                </c:pt>
                <c:pt idx="1787">
                  <c:v>2.71948408521127</c:v>
                </c:pt>
                <c:pt idx="1788">
                  <c:v>2.77947705877847</c:v>
                </c:pt>
                <c:pt idx="1789">
                  <c:v>2.82998335365412</c:v>
                </c:pt>
                <c:pt idx="1790">
                  <c:v>2.80952632768165</c:v>
                </c:pt>
                <c:pt idx="1791">
                  <c:v>2.76346453704953</c:v>
                </c:pt>
                <c:pt idx="1792">
                  <c:v>2.78414021340757</c:v>
                </c:pt>
                <c:pt idx="1793">
                  <c:v>2.71019039274873</c:v>
                </c:pt>
                <c:pt idx="1794">
                  <c:v>2.6888510685109</c:v>
                </c:pt>
                <c:pt idx="1795">
                  <c:v>2.69676450432709</c:v>
                </c:pt>
                <c:pt idx="1796">
                  <c:v>2.65386193037052</c:v>
                </c:pt>
                <c:pt idx="1797">
                  <c:v>2.67897164529459</c:v>
                </c:pt>
                <c:pt idx="1798">
                  <c:v>2.64730596800054</c:v>
                </c:pt>
                <c:pt idx="1799">
                  <c:v>2.67036283107224</c:v>
                </c:pt>
                <c:pt idx="1800">
                  <c:v>2.56804600816779</c:v>
                </c:pt>
                <c:pt idx="1801">
                  <c:v>2.48705517907575</c:v>
                </c:pt>
                <c:pt idx="1802">
                  <c:v>2.41733851522346</c:v>
                </c:pt>
                <c:pt idx="1803">
                  <c:v>2.25783589554037</c:v>
                </c:pt>
                <c:pt idx="1804">
                  <c:v>2.3858189897209</c:v>
                </c:pt>
                <c:pt idx="1805">
                  <c:v>2.37871058537798</c:v>
                </c:pt>
                <c:pt idx="1806">
                  <c:v>2.45645833640474</c:v>
                </c:pt>
                <c:pt idx="1807">
                  <c:v>2.45447533460292</c:v>
                </c:pt>
                <c:pt idx="1808">
                  <c:v>2.44700211972034</c:v>
                </c:pt>
                <c:pt idx="1809">
                  <c:v>2.4086406071649</c:v>
                </c:pt>
                <c:pt idx="1810">
                  <c:v>2.48073825117417</c:v>
                </c:pt>
                <c:pt idx="1811">
                  <c:v>2.49980242798735</c:v>
                </c:pt>
                <c:pt idx="1812">
                  <c:v>2.45715490402252</c:v>
                </c:pt>
                <c:pt idx="1813">
                  <c:v>2.44367521226878</c:v>
                </c:pt>
                <c:pt idx="1814">
                  <c:v>2.33881386118518</c:v>
                </c:pt>
                <c:pt idx="1815">
                  <c:v>2.3695625390932</c:v>
                </c:pt>
                <c:pt idx="1816">
                  <c:v>2.46892948550408</c:v>
                </c:pt>
                <c:pt idx="1817">
                  <c:v>2.44384545791098</c:v>
                </c:pt>
                <c:pt idx="1818">
                  <c:v>2.44606719781852</c:v>
                </c:pt>
                <c:pt idx="1819">
                  <c:v>2.46122730920885</c:v>
                </c:pt>
                <c:pt idx="1820">
                  <c:v>2.50691173261675</c:v>
                </c:pt>
                <c:pt idx="1821">
                  <c:v>2.49475360430387</c:v>
                </c:pt>
                <c:pt idx="1822">
                  <c:v>2.39178331642852</c:v>
                </c:pt>
                <c:pt idx="1823">
                  <c:v>2.44595137183385</c:v>
                </c:pt>
                <c:pt idx="1824">
                  <c:v>2.36764092244678</c:v>
                </c:pt>
                <c:pt idx="1825">
                  <c:v>2.3944430899233</c:v>
                </c:pt>
                <c:pt idx="1826">
                  <c:v>2.35770003959025</c:v>
                </c:pt>
                <c:pt idx="1827">
                  <c:v>2.45805742370881</c:v>
                </c:pt>
                <c:pt idx="1828">
                  <c:v>2.45254797072633</c:v>
                </c:pt>
                <c:pt idx="1829">
                  <c:v>2.39674813373087</c:v>
                </c:pt>
                <c:pt idx="1830">
                  <c:v>2.39148099313639</c:v>
                </c:pt>
                <c:pt idx="1831">
                  <c:v>2.36128220926938</c:v>
                </c:pt>
                <c:pt idx="1832">
                  <c:v>2.34757929632911</c:v>
                </c:pt>
                <c:pt idx="1833">
                  <c:v>2.3722950083586</c:v>
                </c:pt>
                <c:pt idx="1834">
                  <c:v>2.40895431033341</c:v>
                </c:pt>
                <c:pt idx="1835">
                  <c:v>2.38575651049967</c:v>
                </c:pt>
                <c:pt idx="1836">
                  <c:v>2.3462898718516</c:v>
                </c:pt>
                <c:pt idx="1837">
                  <c:v>2.37226074069669</c:v>
                </c:pt>
                <c:pt idx="1838">
                  <c:v>2.42013297739352</c:v>
                </c:pt>
                <c:pt idx="1839">
                  <c:v>2.44816638001577</c:v>
                </c:pt>
                <c:pt idx="1840">
                  <c:v>2.48092603432353</c:v>
                </c:pt>
                <c:pt idx="1841">
                  <c:v>2.55319511471835</c:v>
                </c:pt>
                <c:pt idx="1842">
                  <c:v>2.57390120693409</c:v>
                </c:pt>
                <c:pt idx="1843">
                  <c:v>2.54305010296189</c:v>
                </c:pt>
                <c:pt idx="1844">
                  <c:v>2.48814727461937</c:v>
                </c:pt>
                <c:pt idx="1845">
                  <c:v>2.56195013526151</c:v>
                </c:pt>
                <c:pt idx="1846">
                  <c:v>2.56165378661308</c:v>
                </c:pt>
                <c:pt idx="1847">
                  <c:v>2.57122165742354</c:v>
                </c:pt>
                <c:pt idx="1848">
                  <c:v>2.5558589232072</c:v>
                </c:pt>
                <c:pt idx="1849">
                  <c:v>2.54181146410641</c:v>
                </c:pt>
                <c:pt idx="1850">
                  <c:v>2.58265904701855</c:v>
                </c:pt>
                <c:pt idx="1851">
                  <c:v>2.59033346428122</c:v>
                </c:pt>
                <c:pt idx="1852">
                  <c:v>2.61311498001341</c:v>
                </c:pt>
                <c:pt idx="1853">
                  <c:v>2.58956606883421</c:v>
                </c:pt>
                <c:pt idx="1854">
                  <c:v>2.57765310058589</c:v>
                </c:pt>
                <c:pt idx="1855">
                  <c:v>2.5245564175578</c:v>
                </c:pt>
                <c:pt idx="1856">
                  <c:v>2.52575609722907</c:v>
                </c:pt>
                <c:pt idx="1857">
                  <c:v>2.48715912374701</c:v>
                </c:pt>
                <c:pt idx="1858">
                  <c:v>2.44657843661567</c:v>
                </c:pt>
                <c:pt idx="1859">
                  <c:v>2.51050472599946</c:v>
                </c:pt>
                <c:pt idx="1860">
                  <c:v>2.48548392270951</c:v>
                </c:pt>
                <c:pt idx="1861">
                  <c:v>2.51615412904221</c:v>
                </c:pt>
                <c:pt idx="1862">
                  <c:v>2.54597669449221</c:v>
                </c:pt>
                <c:pt idx="1863">
                  <c:v>2.59768214161687</c:v>
                </c:pt>
                <c:pt idx="1864">
                  <c:v>2.5669696956581</c:v>
                </c:pt>
                <c:pt idx="1865">
                  <c:v>2.58111775996755</c:v>
                </c:pt>
                <c:pt idx="1866">
                  <c:v>2.54375235184806</c:v>
                </c:pt>
                <c:pt idx="1867">
                  <c:v>2.58292081523558</c:v>
                </c:pt>
                <c:pt idx="1868">
                  <c:v>2.52476255431604</c:v>
                </c:pt>
                <c:pt idx="1869">
                  <c:v>2.54750970740479</c:v>
                </c:pt>
                <c:pt idx="1870">
                  <c:v>2.58748247604747</c:v>
                </c:pt>
                <c:pt idx="1871">
                  <c:v>2.57063795061002</c:v>
                </c:pt>
                <c:pt idx="1872">
                  <c:v>2.57144738177533</c:v>
                </c:pt>
                <c:pt idx="1873">
                  <c:v>2.54040754947153</c:v>
                </c:pt>
                <c:pt idx="1874">
                  <c:v>2.49454072529059</c:v>
                </c:pt>
                <c:pt idx="1875">
                  <c:v>2.57722795663495</c:v>
                </c:pt>
                <c:pt idx="1876">
                  <c:v>2.56377414716513</c:v>
                </c:pt>
                <c:pt idx="1877">
                  <c:v>2.57636083021719</c:v>
                </c:pt>
                <c:pt idx="1878">
                  <c:v>2.66012565469764</c:v>
                </c:pt>
                <c:pt idx="1879">
                  <c:v>2.70726902036559</c:v>
                </c:pt>
                <c:pt idx="1880">
                  <c:v>2.78719550127002</c:v>
                </c:pt>
                <c:pt idx="1881">
                  <c:v>2.9187094965586</c:v>
                </c:pt>
                <c:pt idx="1882">
                  <c:v>3.26098106173154</c:v>
                </c:pt>
                <c:pt idx="1883">
                  <c:v>3.54151686872187</c:v>
                </c:pt>
                <c:pt idx="1884">
                  <c:v>3.16891748628625</c:v>
                </c:pt>
                <c:pt idx="1885">
                  <c:v>3.22933385293474</c:v>
                </c:pt>
                <c:pt idx="1886">
                  <c:v>3.10663502636309</c:v>
                </c:pt>
                <c:pt idx="1887">
                  <c:v>3.21326138364632</c:v>
                </c:pt>
                <c:pt idx="1888">
                  <c:v>3.19028081133972</c:v>
                </c:pt>
                <c:pt idx="1889">
                  <c:v>3.2361802659294</c:v>
                </c:pt>
                <c:pt idx="1890">
                  <c:v>3.21620900669278</c:v>
                </c:pt>
                <c:pt idx="1891">
                  <c:v>3.29971508188175</c:v>
                </c:pt>
                <c:pt idx="1892">
                  <c:v>3.35875061157398</c:v>
                </c:pt>
                <c:pt idx="1893">
                  <c:v>3.41373392937237</c:v>
                </c:pt>
                <c:pt idx="1894">
                  <c:v>3.42798932245345</c:v>
                </c:pt>
                <c:pt idx="1895">
                  <c:v>3.44060170343639</c:v>
                </c:pt>
                <c:pt idx="1896">
                  <c:v>3.54470002801779</c:v>
                </c:pt>
                <c:pt idx="1897">
                  <c:v>3.69417789843336</c:v>
                </c:pt>
                <c:pt idx="1898">
                  <c:v>3.60025590361547</c:v>
                </c:pt>
                <c:pt idx="1899">
                  <c:v>3.58817037554769</c:v>
                </c:pt>
                <c:pt idx="1900">
                  <c:v>3.67670405889668</c:v>
                </c:pt>
                <c:pt idx="1901">
                  <c:v>3.52638536580415</c:v>
                </c:pt>
                <c:pt idx="1902">
                  <c:v>3.60032138963574</c:v>
                </c:pt>
                <c:pt idx="1903">
                  <c:v>3.68521714936574</c:v>
                </c:pt>
                <c:pt idx="1904">
                  <c:v>3.72467724647758</c:v>
                </c:pt>
                <c:pt idx="1905">
                  <c:v>3.83455392730643</c:v>
                </c:pt>
                <c:pt idx="1906">
                  <c:v>3.84215474462118</c:v>
                </c:pt>
                <c:pt idx="1907">
                  <c:v>3.94299413251664</c:v>
                </c:pt>
                <c:pt idx="1908">
                  <c:v>3.93672009993953</c:v>
                </c:pt>
                <c:pt idx="1909">
                  <c:v>3.97549569262912</c:v>
                </c:pt>
                <c:pt idx="1910">
                  <c:v>3.86294855180507</c:v>
                </c:pt>
                <c:pt idx="1911">
                  <c:v>3.81100325826839</c:v>
                </c:pt>
                <c:pt idx="1912">
                  <c:v>3.70199728247737</c:v>
                </c:pt>
                <c:pt idx="1913">
                  <c:v>3.78082401373341</c:v>
                </c:pt>
                <c:pt idx="1914">
                  <c:v>3.89314044342796</c:v>
                </c:pt>
                <c:pt idx="1915">
                  <c:v>3.92935790469889</c:v>
                </c:pt>
                <c:pt idx="1916">
                  <c:v>3.789657015253</c:v>
                </c:pt>
                <c:pt idx="1917">
                  <c:v>3.91579610299429</c:v>
                </c:pt>
                <c:pt idx="1918">
                  <c:v>3.9059662139927</c:v>
                </c:pt>
                <c:pt idx="1919">
                  <c:v>3.94589240631232</c:v>
                </c:pt>
                <c:pt idx="1920">
                  <c:v>4.00508408538107</c:v>
                </c:pt>
                <c:pt idx="1921">
                  <c:v>4.05968058426854</c:v>
                </c:pt>
                <c:pt idx="1922">
                  <c:v>4.15482440150629</c:v>
                </c:pt>
                <c:pt idx="1923">
                  <c:v>4.18359178872956</c:v>
                </c:pt>
                <c:pt idx="1924">
                  <c:v>4.12798380914324</c:v>
                </c:pt>
                <c:pt idx="1925">
                  <c:v>4.20742754871593</c:v>
                </c:pt>
                <c:pt idx="1926">
                  <c:v>4.24302020512453</c:v>
                </c:pt>
                <c:pt idx="1927">
                  <c:v>4.26936415402817</c:v>
                </c:pt>
                <c:pt idx="1928">
                  <c:v>4.27813816837382</c:v>
                </c:pt>
                <c:pt idx="1929">
                  <c:v>4.33590894029689</c:v>
                </c:pt>
                <c:pt idx="1930">
                  <c:v>4.43139726416846</c:v>
                </c:pt>
                <c:pt idx="1931">
                  <c:v>4.36901466140491</c:v>
                </c:pt>
                <c:pt idx="1932">
                  <c:v>4.38666788331798</c:v>
                </c:pt>
                <c:pt idx="1933">
                  <c:v>4.12153027002027</c:v>
                </c:pt>
                <c:pt idx="1934">
                  <c:v>4.11707235910203</c:v>
                </c:pt>
                <c:pt idx="1935">
                  <c:v>4.10711154697124</c:v>
                </c:pt>
                <c:pt idx="1936">
                  <c:v>4.18532684081481</c:v>
                </c:pt>
                <c:pt idx="1937">
                  <c:v>3.88230574231994</c:v>
                </c:pt>
                <c:pt idx="1938">
                  <c:v>3.87198282331259</c:v>
                </c:pt>
                <c:pt idx="1939">
                  <c:v>3.75444693005822</c:v>
                </c:pt>
                <c:pt idx="1940">
                  <c:v>3.81584410098942</c:v>
                </c:pt>
                <c:pt idx="1941">
                  <c:v>3.87715610329432</c:v>
                </c:pt>
                <c:pt idx="1942">
                  <c:v>3.80707488613671</c:v>
                </c:pt>
                <c:pt idx="1943">
                  <c:v>3.73501918020692</c:v>
                </c:pt>
                <c:pt idx="1944">
                  <c:v>3.7055189034711</c:v>
                </c:pt>
                <c:pt idx="1945">
                  <c:v>3.5248079853397</c:v>
                </c:pt>
                <c:pt idx="1946">
                  <c:v>3.50562305733506</c:v>
                </c:pt>
                <c:pt idx="1947">
                  <c:v>3.64127440472565</c:v>
                </c:pt>
                <c:pt idx="1948">
                  <c:v>3.63261792438976</c:v>
                </c:pt>
                <c:pt idx="1949">
                  <c:v>3.65748571591777</c:v>
                </c:pt>
                <c:pt idx="1950">
                  <c:v>3.53770345505399</c:v>
                </c:pt>
                <c:pt idx="1951">
                  <c:v>3.56971498417401</c:v>
                </c:pt>
                <c:pt idx="1952">
                  <c:v>3.77464440352334</c:v>
                </c:pt>
                <c:pt idx="1953">
                  <c:v>3.77719555565618</c:v>
                </c:pt>
                <c:pt idx="1954">
                  <c:v>3.80603255731305</c:v>
                </c:pt>
                <c:pt idx="1955">
                  <c:v>3.79210009411871</c:v>
                </c:pt>
                <c:pt idx="1956">
                  <c:v>3.85366011796519</c:v>
                </c:pt>
                <c:pt idx="1957">
                  <c:v>3.8052127664551</c:v>
                </c:pt>
                <c:pt idx="1958">
                  <c:v>3.76898442935854</c:v>
                </c:pt>
                <c:pt idx="1959">
                  <c:v>3.7866052840161</c:v>
                </c:pt>
                <c:pt idx="1960">
                  <c:v>3.82306310672155</c:v>
                </c:pt>
                <c:pt idx="1961">
                  <c:v>3.81697827249838</c:v>
                </c:pt>
                <c:pt idx="1962">
                  <c:v>3.91365085198311</c:v>
                </c:pt>
                <c:pt idx="1963">
                  <c:v>3.97237698585418</c:v>
                </c:pt>
                <c:pt idx="1964">
                  <c:v>4.02154501844195</c:v>
                </c:pt>
                <c:pt idx="1965">
                  <c:v>4.13801549549563</c:v>
                </c:pt>
                <c:pt idx="1966">
                  <c:v>4.13150367860503</c:v>
                </c:pt>
                <c:pt idx="1967">
                  <c:v>4.14814544861166</c:v>
                </c:pt>
                <c:pt idx="1968">
                  <c:v>4.09822596479713</c:v>
                </c:pt>
                <c:pt idx="1969">
                  <c:v>4.11412262018562</c:v>
                </c:pt>
                <c:pt idx="1970">
                  <c:v>4.22478933500104</c:v>
                </c:pt>
                <c:pt idx="1971">
                  <c:v>4.11988256450278</c:v>
                </c:pt>
                <c:pt idx="1972">
                  <c:v>4.20702765271223</c:v>
                </c:pt>
                <c:pt idx="1973">
                  <c:v>4.2588194821805</c:v>
                </c:pt>
                <c:pt idx="1974">
                  <c:v>4.24209348363269</c:v>
                </c:pt>
                <c:pt idx="1975">
                  <c:v>4.2873126405846</c:v>
                </c:pt>
                <c:pt idx="1976">
                  <c:v>4.27174999814803</c:v>
                </c:pt>
                <c:pt idx="1977">
                  <c:v>4.33012191604337</c:v>
                </c:pt>
                <c:pt idx="1978">
                  <c:v>4.32279499701536</c:v>
                </c:pt>
                <c:pt idx="1979">
                  <c:v>4.21443199528803</c:v>
                </c:pt>
                <c:pt idx="1980">
                  <c:v>4.24716064145965</c:v>
                </c:pt>
                <c:pt idx="1981">
                  <c:v>4.32884159069028</c:v>
                </c:pt>
                <c:pt idx="1982">
                  <c:v>4.31334034624723</c:v>
                </c:pt>
                <c:pt idx="1983">
                  <c:v>4.38671294034693</c:v>
                </c:pt>
                <c:pt idx="1984">
                  <c:v>4.3596764063554</c:v>
                </c:pt>
                <c:pt idx="1985">
                  <c:v>4.42843132913893</c:v>
                </c:pt>
                <c:pt idx="1986">
                  <c:v>4.45916959602903</c:v>
                </c:pt>
                <c:pt idx="1987">
                  <c:v>4.48639426610111</c:v>
                </c:pt>
                <c:pt idx="1988">
                  <c:v>4.45153403804853</c:v>
                </c:pt>
                <c:pt idx="1989">
                  <c:v>4.53544632903721</c:v>
                </c:pt>
                <c:pt idx="1990">
                  <c:v>4.57773073994772</c:v>
                </c:pt>
                <c:pt idx="1991">
                  <c:v>4.61230723962448</c:v>
                </c:pt>
                <c:pt idx="1992">
                  <c:v>4.58928895321068</c:v>
                </c:pt>
                <c:pt idx="1993">
                  <c:v>4.61047978200636</c:v>
                </c:pt>
                <c:pt idx="1994">
                  <c:v>4.54909063597356</c:v>
                </c:pt>
                <c:pt idx="1995">
                  <c:v>4.35934726836745</c:v>
                </c:pt>
                <c:pt idx="1996">
                  <c:v>4.3512434201805</c:v>
                </c:pt>
                <c:pt idx="1997">
                  <c:v>4.46372744725947</c:v>
                </c:pt>
                <c:pt idx="1998">
                  <c:v>4.432978309992</c:v>
                </c:pt>
                <c:pt idx="1999">
                  <c:v>4.33887817261014</c:v>
                </c:pt>
                <c:pt idx="2000">
                  <c:v>4.28588821036683</c:v>
                </c:pt>
                <c:pt idx="2001">
                  <c:v>4.38223775525212</c:v>
                </c:pt>
                <c:pt idx="2002">
                  <c:v>4.39976493602704</c:v>
                </c:pt>
                <c:pt idx="2003">
                  <c:v>4.4022608655593</c:v>
                </c:pt>
                <c:pt idx="2004">
                  <c:v>3.82123590062045</c:v>
                </c:pt>
                <c:pt idx="2005">
                  <c:v>3.8483109465866</c:v>
                </c:pt>
                <c:pt idx="2006">
                  <c:v>3.98580484769183</c:v>
                </c:pt>
                <c:pt idx="2007">
                  <c:v>4.14432416423723</c:v>
                </c:pt>
                <c:pt idx="2008">
                  <c:v>4.16837226037672</c:v>
                </c:pt>
                <c:pt idx="2009">
                  <c:v>4.26817344832274</c:v>
                </c:pt>
                <c:pt idx="2010">
                  <c:v>4.2982022434044</c:v>
                </c:pt>
                <c:pt idx="2011">
                  <c:v>4.21513071301493</c:v>
                </c:pt>
                <c:pt idx="2012">
                  <c:v>4.27624214212683</c:v>
                </c:pt>
                <c:pt idx="2013">
                  <c:v>4.2669553717101</c:v>
                </c:pt>
                <c:pt idx="2014">
                  <c:v>4.30966994937911</c:v>
                </c:pt>
                <c:pt idx="2015">
                  <c:v>4.31924082891654</c:v>
                </c:pt>
                <c:pt idx="2016">
                  <c:v>4.35224706868832</c:v>
                </c:pt>
                <c:pt idx="2017">
                  <c:v>4.3129565112566</c:v>
                </c:pt>
                <c:pt idx="2018">
                  <c:v>4.31000636451428</c:v>
                </c:pt>
                <c:pt idx="2019">
                  <c:v>4.25649525907458</c:v>
                </c:pt>
                <c:pt idx="2020">
                  <c:v>4.35942118651066</c:v>
                </c:pt>
                <c:pt idx="2021">
                  <c:v>4.42246589090304</c:v>
                </c:pt>
                <c:pt idx="2022">
                  <c:v>4.57158084369762</c:v>
                </c:pt>
                <c:pt idx="2023">
                  <c:v>4.62985221259672</c:v>
                </c:pt>
                <c:pt idx="2024">
                  <c:v>4.70917194238283</c:v>
                </c:pt>
                <c:pt idx="2025">
                  <c:v>4.68268291033052</c:v>
                </c:pt>
                <c:pt idx="2026">
                  <c:v>4.7275478277742</c:v>
                </c:pt>
                <c:pt idx="2027">
                  <c:v>4.71282227026752</c:v>
                </c:pt>
                <c:pt idx="2028">
                  <c:v>4.6990643126165</c:v>
                </c:pt>
                <c:pt idx="2029">
                  <c:v>4.71956017217376</c:v>
                </c:pt>
                <c:pt idx="2030">
                  <c:v>4.75227498181883</c:v>
                </c:pt>
                <c:pt idx="2031">
                  <c:v>4.82431177088738</c:v>
                </c:pt>
                <c:pt idx="2032">
                  <c:v>4.91266268832691</c:v>
                </c:pt>
                <c:pt idx="2033">
                  <c:v>4.86510849429938</c:v>
                </c:pt>
                <c:pt idx="2034">
                  <c:v>4.78946503925192</c:v>
                </c:pt>
                <c:pt idx="2035">
                  <c:v>4.749126657867</c:v>
                </c:pt>
                <c:pt idx="2036">
                  <c:v>4.80515103126972</c:v>
                </c:pt>
                <c:pt idx="2037">
                  <c:v>4.84484443426258</c:v>
                </c:pt>
                <c:pt idx="2038">
                  <c:v>4.83088207553685</c:v>
                </c:pt>
                <c:pt idx="2039">
                  <c:v>4.92617555039383</c:v>
                </c:pt>
                <c:pt idx="2040">
                  <c:v>4.87180987390863</c:v>
                </c:pt>
                <c:pt idx="2041">
                  <c:v>4.93397064122472</c:v>
                </c:pt>
                <c:pt idx="2042">
                  <c:v>4.99440012573806</c:v>
                </c:pt>
                <c:pt idx="2043">
                  <c:v>5.01304489512927</c:v>
                </c:pt>
                <c:pt idx="2044">
                  <c:v>5.06877747591957</c:v>
                </c:pt>
                <c:pt idx="2045">
                  <c:v>5.14012507183666</c:v>
                </c:pt>
                <c:pt idx="2046">
                  <c:v>5.09616958005787</c:v>
                </c:pt>
                <c:pt idx="2047">
                  <c:v>5.12357939227128</c:v>
                </c:pt>
                <c:pt idx="2048">
                  <c:v>5.15022209093926</c:v>
                </c:pt>
                <c:pt idx="2049">
                  <c:v>5.06181888695649</c:v>
                </c:pt>
                <c:pt idx="2050">
                  <c:v>5.132506772166</c:v>
                </c:pt>
                <c:pt idx="2051">
                  <c:v>5.11772652930147</c:v>
                </c:pt>
                <c:pt idx="2052">
                  <c:v>5.08944798946618</c:v>
                </c:pt>
                <c:pt idx="2053">
                  <c:v>4.97528691575099</c:v>
                </c:pt>
                <c:pt idx="2054">
                  <c:v>4.95580908539552</c:v>
                </c:pt>
                <c:pt idx="2055">
                  <c:v>5.07501550368973</c:v>
                </c:pt>
                <c:pt idx="2056">
                  <c:v>5.22186553433311</c:v>
                </c:pt>
                <c:pt idx="2057">
                  <c:v>5.24657963985783</c:v>
                </c:pt>
                <c:pt idx="2058">
                  <c:v>5.25797078024485</c:v>
                </c:pt>
                <c:pt idx="2059">
                  <c:v>5.29917401790908</c:v>
                </c:pt>
                <c:pt idx="2060">
                  <c:v>5.39016566565314</c:v>
                </c:pt>
                <c:pt idx="2061">
                  <c:v>5.42051263237659</c:v>
                </c:pt>
                <c:pt idx="2062">
                  <c:v>5.44031612492793</c:v>
                </c:pt>
                <c:pt idx="2063">
                  <c:v>5.47416672820504</c:v>
                </c:pt>
                <c:pt idx="2064">
                  <c:v>5.40663634150009</c:v>
                </c:pt>
                <c:pt idx="2065">
                  <c:v>5.50272145230277</c:v>
                </c:pt>
                <c:pt idx="2066">
                  <c:v>5.54440855112805</c:v>
                </c:pt>
                <c:pt idx="2067">
                  <c:v>5.56008543314554</c:v>
                </c:pt>
                <c:pt idx="2068">
                  <c:v>5.57695793909305</c:v>
                </c:pt>
                <c:pt idx="2069">
                  <c:v>5.56967711850698</c:v>
                </c:pt>
                <c:pt idx="2070">
                  <c:v>5.65166611992433</c:v>
                </c:pt>
                <c:pt idx="2071">
                  <c:v>5.57035016277642</c:v>
                </c:pt>
                <c:pt idx="2072">
                  <c:v>5.6306733160523</c:v>
                </c:pt>
                <c:pt idx="2073">
                  <c:v>5.66251018851962</c:v>
                </c:pt>
                <c:pt idx="2074">
                  <c:v>5.69942886182113</c:v>
                </c:pt>
                <c:pt idx="2075">
                  <c:v>5.80889093489806</c:v>
                </c:pt>
                <c:pt idx="2076">
                  <c:v>5.82236156419832</c:v>
                </c:pt>
                <c:pt idx="2077">
                  <c:v>5.80873500242615</c:v>
                </c:pt>
                <c:pt idx="2078">
                  <c:v>5.88933230818687</c:v>
                </c:pt>
                <c:pt idx="2079">
                  <c:v>5.91864587013243</c:v>
                </c:pt>
                <c:pt idx="2080">
                  <c:v>5.97764943411921</c:v>
                </c:pt>
                <c:pt idx="2081">
                  <c:v>5.95529827399441</c:v>
                </c:pt>
                <c:pt idx="2082">
                  <c:v>5.94898946343053</c:v>
                </c:pt>
                <c:pt idx="2083">
                  <c:v>5.86465823964646</c:v>
                </c:pt>
              </c:numCache>
            </c:numRef>
          </c:val>
          <c:smooth val="0"/>
        </c:ser>
        <c:ser>
          <c:idx val="1"/>
          <c:order val="1"/>
          <c:tx>
            <c:strRef>
              <c:f>基金组合净值!$C$1</c:f>
              <c:strCache>
                <c:ptCount val="1"/>
                <c:pt idx="0">
                  <c:v>万得微盘指数</c:v>
                </c:pt>
              </c:strCache>
            </c:strRef>
          </c:tx>
          <c:spPr>
            <a:ln w="28575" cap="rnd">
              <a:solidFill>
                <a:srgbClr val="0070C0"/>
              </a:solidFill>
              <a:round/>
            </a:ln>
            <a:effectLst/>
          </c:spPr>
          <c:marker>
            <c:symbol val="none"/>
          </c:marker>
          <c:dLbls>
            <c:delete val="1"/>
          </c:dLbls>
          <c:cat>
            <c:numRef>
              <c:f>基金组合净值!$A$2:$A$2189</c:f>
              <c:numCache>
                <c:formatCode>yyyy/mm/dd</c:formatCode>
                <c:ptCount val="2188"/>
                <c:pt idx="0" c:formatCode="yyyy/mm/dd">
                  <c:v>42734</c:v>
                </c:pt>
                <c:pt idx="1" c:formatCode="yyyy/mm/dd">
                  <c:v>42738</c:v>
                </c:pt>
                <c:pt idx="2" c:formatCode="yyyy/mm/dd">
                  <c:v>42739</c:v>
                </c:pt>
                <c:pt idx="3" c:formatCode="yyyy/mm/dd">
                  <c:v>42740</c:v>
                </c:pt>
                <c:pt idx="4" c:formatCode="yyyy/mm/dd">
                  <c:v>42741</c:v>
                </c:pt>
                <c:pt idx="5" c:formatCode="yyyy/mm/dd">
                  <c:v>42744</c:v>
                </c:pt>
                <c:pt idx="6" c:formatCode="yyyy/mm/dd">
                  <c:v>42745</c:v>
                </c:pt>
                <c:pt idx="7" c:formatCode="yyyy/mm/dd">
                  <c:v>42746</c:v>
                </c:pt>
                <c:pt idx="8" c:formatCode="yyyy/mm/dd">
                  <c:v>42747</c:v>
                </c:pt>
                <c:pt idx="9" c:formatCode="yyyy/mm/dd">
                  <c:v>42748</c:v>
                </c:pt>
                <c:pt idx="10" c:formatCode="yyyy/mm/dd">
                  <c:v>42751</c:v>
                </c:pt>
                <c:pt idx="11" c:formatCode="yyyy/mm/dd">
                  <c:v>42752</c:v>
                </c:pt>
                <c:pt idx="12" c:formatCode="yyyy/mm/dd">
                  <c:v>42753</c:v>
                </c:pt>
                <c:pt idx="13" c:formatCode="yyyy/mm/dd">
                  <c:v>42754</c:v>
                </c:pt>
                <c:pt idx="14" c:formatCode="yyyy/mm/dd">
                  <c:v>42755</c:v>
                </c:pt>
                <c:pt idx="15" c:formatCode="yyyy/mm/dd">
                  <c:v>42758</c:v>
                </c:pt>
                <c:pt idx="16" c:formatCode="yyyy/mm/dd">
                  <c:v>42759</c:v>
                </c:pt>
                <c:pt idx="17" c:formatCode="yyyy/mm/dd">
                  <c:v>42760</c:v>
                </c:pt>
                <c:pt idx="18" c:formatCode="yyyy/mm/dd">
                  <c:v>42761</c:v>
                </c:pt>
                <c:pt idx="19" c:formatCode="yyyy/mm/dd">
                  <c:v>42769</c:v>
                </c:pt>
                <c:pt idx="20" c:formatCode="yyyy/mm/dd">
                  <c:v>42772</c:v>
                </c:pt>
                <c:pt idx="21" c:formatCode="yyyy/mm/dd">
                  <c:v>42773</c:v>
                </c:pt>
                <c:pt idx="22" c:formatCode="yyyy/mm/dd">
                  <c:v>42774</c:v>
                </c:pt>
                <c:pt idx="23" c:formatCode="yyyy/mm/dd">
                  <c:v>42775</c:v>
                </c:pt>
                <c:pt idx="24" c:formatCode="yyyy/mm/dd">
                  <c:v>42776</c:v>
                </c:pt>
                <c:pt idx="25" c:formatCode="yyyy/mm/dd">
                  <c:v>42779</c:v>
                </c:pt>
                <c:pt idx="26" c:formatCode="yyyy/mm/dd">
                  <c:v>42780</c:v>
                </c:pt>
                <c:pt idx="27" c:formatCode="yyyy/mm/dd">
                  <c:v>42781</c:v>
                </c:pt>
                <c:pt idx="28" c:formatCode="yyyy/mm/dd">
                  <c:v>42782</c:v>
                </c:pt>
                <c:pt idx="29" c:formatCode="yyyy/mm/dd">
                  <c:v>42783</c:v>
                </c:pt>
                <c:pt idx="30" c:formatCode="yyyy/mm/dd">
                  <c:v>42786</c:v>
                </c:pt>
                <c:pt idx="31" c:formatCode="yyyy/mm/dd">
                  <c:v>42787</c:v>
                </c:pt>
                <c:pt idx="32" c:formatCode="yyyy/mm/dd">
                  <c:v>42788</c:v>
                </c:pt>
                <c:pt idx="33" c:formatCode="yyyy/mm/dd">
                  <c:v>42789</c:v>
                </c:pt>
                <c:pt idx="34" c:formatCode="yyyy/mm/dd">
                  <c:v>42790</c:v>
                </c:pt>
                <c:pt idx="35" c:formatCode="yyyy/mm/dd">
                  <c:v>42793</c:v>
                </c:pt>
                <c:pt idx="36" c:formatCode="yyyy/mm/dd">
                  <c:v>42794</c:v>
                </c:pt>
                <c:pt idx="37" c:formatCode="yyyy/mm/dd">
                  <c:v>42795</c:v>
                </c:pt>
                <c:pt idx="38" c:formatCode="yyyy/mm/dd">
                  <c:v>42796</c:v>
                </c:pt>
                <c:pt idx="39" c:formatCode="yyyy/mm/dd">
                  <c:v>42797</c:v>
                </c:pt>
                <c:pt idx="40" c:formatCode="yyyy/mm/dd">
                  <c:v>42800</c:v>
                </c:pt>
                <c:pt idx="41" c:formatCode="yyyy/mm/dd">
                  <c:v>42801</c:v>
                </c:pt>
                <c:pt idx="42" c:formatCode="yyyy/mm/dd">
                  <c:v>42802</c:v>
                </c:pt>
                <c:pt idx="43" c:formatCode="yyyy/mm/dd">
                  <c:v>42803</c:v>
                </c:pt>
                <c:pt idx="44" c:formatCode="yyyy/mm/dd">
                  <c:v>42804</c:v>
                </c:pt>
                <c:pt idx="45" c:formatCode="yyyy/mm/dd">
                  <c:v>42807</c:v>
                </c:pt>
                <c:pt idx="46" c:formatCode="yyyy/mm/dd">
                  <c:v>42808</c:v>
                </c:pt>
                <c:pt idx="47" c:formatCode="yyyy/mm/dd">
                  <c:v>42809</c:v>
                </c:pt>
                <c:pt idx="48" c:formatCode="yyyy/mm/dd">
                  <c:v>42810</c:v>
                </c:pt>
                <c:pt idx="49" c:formatCode="yyyy/mm/dd">
                  <c:v>42811</c:v>
                </c:pt>
                <c:pt idx="50" c:formatCode="yyyy/mm/dd">
                  <c:v>42814</c:v>
                </c:pt>
                <c:pt idx="51" c:formatCode="yyyy/mm/dd">
                  <c:v>42815</c:v>
                </c:pt>
                <c:pt idx="52" c:formatCode="yyyy/mm/dd">
                  <c:v>42816</c:v>
                </c:pt>
                <c:pt idx="53" c:formatCode="yyyy/mm/dd">
                  <c:v>42817</c:v>
                </c:pt>
                <c:pt idx="54" c:formatCode="yyyy/mm/dd">
                  <c:v>42818</c:v>
                </c:pt>
                <c:pt idx="55" c:formatCode="yyyy/mm/dd">
                  <c:v>42821</c:v>
                </c:pt>
                <c:pt idx="56" c:formatCode="yyyy/mm/dd">
                  <c:v>42822</c:v>
                </c:pt>
                <c:pt idx="57" c:formatCode="yyyy/mm/dd">
                  <c:v>42823</c:v>
                </c:pt>
                <c:pt idx="58" c:formatCode="yyyy/mm/dd">
                  <c:v>42824</c:v>
                </c:pt>
                <c:pt idx="59" c:formatCode="yyyy/mm/dd">
                  <c:v>42825</c:v>
                </c:pt>
                <c:pt idx="60" c:formatCode="yyyy/mm/dd">
                  <c:v>42830</c:v>
                </c:pt>
                <c:pt idx="61" c:formatCode="yyyy/mm/dd">
                  <c:v>42831</c:v>
                </c:pt>
                <c:pt idx="62" c:formatCode="yyyy/mm/dd">
                  <c:v>42832</c:v>
                </c:pt>
                <c:pt idx="63" c:formatCode="yyyy/mm/dd">
                  <c:v>42835</c:v>
                </c:pt>
                <c:pt idx="64" c:formatCode="yyyy/mm/dd">
                  <c:v>42836</c:v>
                </c:pt>
                <c:pt idx="65" c:formatCode="yyyy/mm/dd">
                  <c:v>42837</c:v>
                </c:pt>
                <c:pt idx="66" c:formatCode="yyyy/mm/dd">
                  <c:v>42838</c:v>
                </c:pt>
                <c:pt idx="67" c:formatCode="yyyy/mm/dd">
                  <c:v>42839</c:v>
                </c:pt>
                <c:pt idx="68" c:formatCode="yyyy/mm/dd">
                  <c:v>42842</c:v>
                </c:pt>
                <c:pt idx="69" c:formatCode="yyyy/mm/dd">
                  <c:v>42843</c:v>
                </c:pt>
                <c:pt idx="70" c:formatCode="yyyy/mm/dd">
                  <c:v>42844</c:v>
                </c:pt>
                <c:pt idx="71" c:formatCode="yyyy/mm/dd">
                  <c:v>42845</c:v>
                </c:pt>
                <c:pt idx="72" c:formatCode="yyyy/mm/dd">
                  <c:v>42846</c:v>
                </c:pt>
                <c:pt idx="73" c:formatCode="yyyy/mm/dd">
                  <c:v>42849</c:v>
                </c:pt>
                <c:pt idx="74" c:formatCode="yyyy/mm/dd">
                  <c:v>42850</c:v>
                </c:pt>
                <c:pt idx="75" c:formatCode="yyyy/mm/dd">
                  <c:v>42851</c:v>
                </c:pt>
                <c:pt idx="76" c:formatCode="yyyy/mm/dd">
                  <c:v>42852</c:v>
                </c:pt>
                <c:pt idx="77" c:formatCode="yyyy/mm/dd">
                  <c:v>42853</c:v>
                </c:pt>
                <c:pt idx="78" c:formatCode="yyyy/mm/dd">
                  <c:v>42857</c:v>
                </c:pt>
                <c:pt idx="79" c:formatCode="yyyy/mm/dd">
                  <c:v>42858</c:v>
                </c:pt>
                <c:pt idx="80" c:formatCode="yyyy/mm/dd">
                  <c:v>42859</c:v>
                </c:pt>
                <c:pt idx="81" c:formatCode="yyyy/mm/dd">
                  <c:v>42860</c:v>
                </c:pt>
                <c:pt idx="82" c:formatCode="yyyy/mm/dd">
                  <c:v>42863</c:v>
                </c:pt>
                <c:pt idx="83" c:formatCode="yyyy/mm/dd">
                  <c:v>42864</c:v>
                </c:pt>
                <c:pt idx="84" c:formatCode="yyyy/mm/dd">
                  <c:v>42865</c:v>
                </c:pt>
                <c:pt idx="85" c:formatCode="yyyy/mm/dd">
                  <c:v>42866</c:v>
                </c:pt>
                <c:pt idx="86" c:formatCode="yyyy/mm/dd">
                  <c:v>42867</c:v>
                </c:pt>
                <c:pt idx="87" c:formatCode="yyyy/mm/dd">
                  <c:v>42870</c:v>
                </c:pt>
                <c:pt idx="88" c:formatCode="yyyy/mm/dd">
                  <c:v>42871</c:v>
                </c:pt>
                <c:pt idx="89" c:formatCode="yyyy/mm/dd">
                  <c:v>42872</c:v>
                </c:pt>
                <c:pt idx="90" c:formatCode="yyyy/mm/dd">
                  <c:v>42873</c:v>
                </c:pt>
                <c:pt idx="91" c:formatCode="yyyy/mm/dd">
                  <c:v>42874</c:v>
                </c:pt>
                <c:pt idx="92" c:formatCode="yyyy/mm/dd">
                  <c:v>42877</c:v>
                </c:pt>
                <c:pt idx="93" c:formatCode="yyyy/mm/dd">
                  <c:v>42878</c:v>
                </c:pt>
                <c:pt idx="94" c:formatCode="yyyy/mm/dd">
                  <c:v>42879</c:v>
                </c:pt>
                <c:pt idx="95" c:formatCode="yyyy/mm/dd">
                  <c:v>42880</c:v>
                </c:pt>
                <c:pt idx="96" c:formatCode="yyyy/mm/dd">
                  <c:v>42881</c:v>
                </c:pt>
                <c:pt idx="97" c:formatCode="yyyy/mm/dd">
                  <c:v>42886</c:v>
                </c:pt>
                <c:pt idx="98" c:formatCode="yyyy/mm/dd">
                  <c:v>42887</c:v>
                </c:pt>
                <c:pt idx="99" c:formatCode="yyyy/mm/dd">
                  <c:v>42888</c:v>
                </c:pt>
                <c:pt idx="100" c:formatCode="yyyy/mm/dd">
                  <c:v>42891</c:v>
                </c:pt>
                <c:pt idx="101" c:formatCode="yyyy/mm/dd">
                  <c:v>42892</c:v>
                </c:pt>
                <c:pt idx="102" c:formatCode="yyyy/mm/dd">
                  <c:v>42893</c:v>
                </c:pt>
                <c:pt idx="103" c:formatCode="yyyy/mm/dd">
                  <c:v>42894</c:v>
                </c:pt>
                <c:pt idx="104" c:formatCode="yyyy/mm/dd">
                  <c:v>42895</c:v>
                </c:pt>
                <c:pt idx="105" c:formatCode="yyyy/mm/dd">
                  <c:v>42898</c:v>
                </c:pt>
                <c:pt idx="106" c:formatCode="yyyy/mm/dd">
                  <c:v>42899</c:v>
                </c:pt>
                <c:pt idx="107" c:formatCode="yyyy/mm/dd">
                  <c:v>42900</c:v>
                </c:pt>
                <c:pt idx="108" c:formatCode="yyyy/mm/dd">
                  <c:v>42901</c:v>
                </c:pt>
                <c:pt idx="109" c:formatCode="yyyy/mm/dd">
                  <c:v>42902</c:v>
                </c:pt>
                <c:pt idx="110" c:formatCode="yyyy/mm/dd">
                  <c:v>42905</c:v>
                </c:pt>
                <c:pt idx="111" c:formatCode="yyyy/mm/dd">
                  <c:v>42906</c:v>
                </c:pt>
                <c:pt idx="112" c:formatCode="yyyy/mm/dd">
                  <c:v>42907</c:v>
                </c:pt>
                <c:pt idx="113" c:formatCode="yyyy/mm/dd">
                  <c:v>42908</c:v>
                </c:pt>
                <c:pt idx="114" c:formatCode="yyyy/mm/dd">
                  <c:v>42909</c:v>
                </c:pt>
                <c:pt idx="115" c:formatCode="yyyy/mm/dd">
                  <c:v>42912</c:v>
                </c:pt>
                <c:pt idx="116" c:formatCode="yyyy/mm/dd">
                  <c:v>42913</c:v>
                </c:pt>
                <c:pt idx="117" c:formatCode="yyyy/mm/dd">
                  <c:v>42914</c:v>
                </c:pt>
                <c:pt idx="118" c:formatCode="yyyy/mm/dd">
                  <c:v>42915</c:v>
                </c:pt>
                <c:pt idx="119" c:formatCode="yyyy/mm/dd">
                  <c:v>42916</c:v>
                </c:pt>
                <c:pt idx="120" c:formatCode="yyyy/mm/dd">
                  <c:v>42919</c:v>
                </c:pt>
                <c:pt idx="121" c:formatCode="yyyy/mm/dd">
                  <c:v>42920</c:v>
                </c:pt>
                <c:pt idx="122" c:formatCode="yyyy/mm/dd">
                  <c:v>42921</c:v>
                </c:pt>
                <c:pt idx="123" c:formatCode="yyyy/mm/dd">
                  <c:v>42922</c:v>
                </c:pt>
                <c:pt idx="124" c:formatCode="yyyy/mm/dd">
                  <c:v>42923</c:v>
                </c:pt>
                <c:pt idx="125" c:formatCode="yyyy/mm/dd">
                  <c:v>42926</c:v>
                </c:pt>
                <c:pt idx="126" c:formatCode="yyyy/mm/dd">
                  <c:v>42927</c:v>
                </c:pt>
                <c:pt idx="127" c:formatCode="yyyy/mm/dd">
                  <c:v>42928</c:v>
                </c:pt>
                <c:pt idx="128" c:formatCode="yyyy/mm/dd">
                  <c:v>42929</c:v>
                </c:pt>
                <c:pt idx="129" c:formatCode="yyyy/mm/dd">
                  <c:v>42930</c:v>
                </c:pt>
                <c:pt idx="130" c:formatCode="yyyy/mm/dd">
                  <c:v>42933</c:v>
                </c:pt>
                <c:pt idx="131" c:formatCode="yyyy/mm/dd">
                  <c:v>42934</c:v>
                </c:pt>
                <c:pt idx="132" c:formatCode="yyyy/mm/dd">
                  <c:v>42935</c:v>
                </c:pt>
                <c:pt idx="133" c:formatCode="yyyy/mm/dd">
                  <c:v>42936</c:v>
                </c:pt>
                <c:pt idx="134" c:formatCode="yyyy/mm/dd">
                  <c:v>42937</c:v>
                </c:pt>
                <c:pt idx="135" c:formatCode="yyyy/mm/dd">
                  <c:v>42940</c:v>
                </c:pt>
                <c:pt idx="136" c:formatCode="yyyy/mm/dd">
                  <c:v>42941</c:v>
                </c:pt>
                <c:pt idx="137" c:formatCode="yyyy/mm/dd">
                  <c:v>42942</c:v>
                </c:pt>
                <c:pt idx="138" c:formatCode="yyyy/mm/dd">
                  <c:v>42943</c:v>
                </c:pt>
                <c:pt idx="139" c:formatCode="yyyy/mm/dd">
                  <c:v>42944</c:v>
                </c:pt>
                <c:pt idx="140" c:formatCode="yyyy/mm/dd">
                  <c:v>42947</c:v>
                </c:pt>
                <c:pt idx="141" c:formatCode="yyyy/mm/dd">
                  <c:v>42948</c:v>
                </c:pt>
                <c:pt idx="142" c:formatCode="yyyy/mm/dd">
                  <c:v>42949</c:v>
                </c:pt>
                <c:pt idx="143" c:formatCode="yyyy/mm/dd">
                  <c:v>42950</c:v>
                </c:pt>
                <c:pt idx="144" c:formatCode="yyyy/mm/dd">
                  <c:v>42951</c:v>
                </c:pt>
                <c:pt idx="145" c:formatCode="yyyy/mm/dd">
                  <c:v>42954</c:v>
                </c:pt>
                <c:pt idx="146" c:formatCode="yyyy/mm/dd">
                  <c:v>42955</c:v>
                </c:pt>
                <c:pt idx="147" c:formatCode="yyyy/mm/dd">
                  <c:v>42956</c:v>
                </c:pt>
                <c:pt idx="148" c:formatCode="yyyy/mm/dd">
                  <c:v>42957</c:v>
                </c:pt>
                <c:pt idx="149" c:formatCode="yyyy/mm/dd">
                  <c:v>42958</c:v>
                </c:pt>
                <c:pt idx="150" c:formatCode="yyyy/mm/dd">
                  <c:v>42961</c:v>
                </c:pt>
                <c:pt idx="151" c:formatCode="yyyy/mm/dd">
                  <c:v>42962</c:v>
                </c:pt>
                <c:pt idx="152" c:formatCode="yyyy/mm/dd">
                  <c:v>42963</c:v>
                </c:pt>
                <c:pt idx="153" c:formatCode="yyyy/mm/dd">
                  <c:v>42964</c:v>
                </c:pt>
                <c:pt idx="154" c:formatCode="yyyy/mm/dd">
                  <c:v>42965</c:v>
                </c:pt>
                <c:pt idx="155" c:formatCode="yyyy/mm/dd">
                  <c:v>42968</c:v>
                </c:pt>
                <c:pt idx="156" c:formatCode="yyyy/mm/dd">
                  <c:v>42969</c:v>
                </c:pt>
                <c:pt idx="157" c:formatCode="yyyy/mm/dd">
                  <c:v>42970</c:v>
                </c:pt>
                <c:pt idx="158" c:formatCode="yyyy/mm/dd">
                  <c:v>42971</c:v>
                </c:pt>
                <c:pt idx="159" c:formatCode="yyyy/mm/dd">
                  <c:v>42972</c:v>
                </c:pt>
                <c:pt idx="160" c:formatCode="yyyy/mm/dd">
                  <c:v>42975</c:v>
                </c:pt>
                <c:pt idx="161" c:formatCode="yyyy/mm/dd">
                  <c:v>42976</c:v>
                </c:pt>
                <c:pt idx="162" c:formatCode="yyyy/mm/dd">
                  <c:v>42977</c:v>
                </c:pt>
                <c:pt idx="163" c:formatCode="yyyy/mm/dd">
                  <c:v>42978</c:v>
                </c:pt>
                <c:pt idx="164" c:formatCode="yyyy/mm/dd">
                  <c:v>42979</c:v>
                </c:pt>
                <c:pt idx="165" c:formatCode="yyyy/mm/dd">
                  <c:v>42982</c:v>
                </c:pt>
                <c:pt idx="166" c:formatCode="yyyy/mm/dd">
                  <c:v>42983</c:v>
                </c:pt>
                <c:pt idx="167" c:formatCode="yyyy/mm/dd">
                  <c:v>42984</c:v>
                </c:pt>
                <c:pt idx="168" c:formatCode="yyyy/mm/dd">
                  <c:v>42985</c:v>
                </c:pt>
                <c:pt idx="169" c:formatCode="yyyy/mm/dd">
                  <c:v>42986</c:v>
                </c:pt>
                <c:pt idx="170" c:formatCode="yyyy/mm/dd">
                  <c:v>42989</c:v>
                </c:pt>
                <c:pt idx="171" c:formatCode="yyyy/mm/dd">
                  <c:v>42990</c:v>
                </c:pt>
                <c:pt idx="172" c:formatCode="yyyy/mm/dd">
                  <c:v>42991</c:v>
                </c:pt>
                <c:pt idx="173" c:formatCode="yyyy/mm/dd">
                  <c:v>42992</c:v>
                </c:pt>
                <c:pt idx="174" c:formatCode="yyyy/mm/dd">
                  <c:v>42993</c:v>
                </c:pt>
                <c:pt idx="175" c:formatCode="yyyy/mm/dd">
                  <c:v>42996</c:v>
                </c:pt>
                <c:pt idx="176" c:formatCode="yyyy/mm/dd">
                  <c:v>42997</c:v>
                </c:pt>
                <c:pt idx="177" c:formatCode="yyyy/mm/dd">
                  <c:v>42998</c:v>
                </c:pt>
                <c:pt idx="178" c:formatCode="yyyy/mm/dd">
                  <c:v>42999</c:v>
                </c:pt>
                <c:pt idx="179" c:formatCode="yyyy/mm/dd">
                  <c:v>43000</c:v>
                </c:pt>
                <c:pt idx="180" c:formatCode="yyyy/mm/dd">
                  <c:v>43003</c:v>
                </c:pt>
                <c:pt idx="181" c:formatCode="yyyy/mm/dd">
                  <c:v>43004</c:v>
                </c:pt>
                <c:pt idx="182" c:formatCode="yyyy/mm/dd">
                  <c:v>43005</c:v>
                </c:pt>
                <c:pt idx="183" c:formatCode="yyyy/mm/dd">
                  <c:v>43006</c:v>
                </c:pt>
                <c:pt idx="184" c:formatCode="yyyy/mm/dd">
                  <c:v>43007</c:v>
                </c:pt>
                <c:pt idx="185" c:formatCode="yyyy/mm/dd">
                  <c:v>43017</c:v>
                </c:pt>
                <c:pt idx="186" c:formatCode="yyyy/mm/dd">
                  <c:v>43018</c:v>
                </c:pt>
                <c:pt idx="187" c:formatCode="yyyy/mm/dd">
                  <c:v>43019</c:v>
                </c:pt>
                <c:pt idx="188" c:formatCode="yyyy/mm/dd">
                  <c:v>43020</c:v>
                </c:pt>
                <c:pt idx="189" c:formatCode="yyyy/mm/dd">
                  <c:v>43021</c:v>
                </c:pt>
                <c:pt idx="190" c:formatCode="yyyy/mm/dd">
                  <c:v>43024</c:v>
                </c:pt>
                <c:pt idx="191" c:formatCode="yyyy/mm/dd">
                  <c:v>43025</c:v>
                </c:pt>
                <c:pt idx="192" c:formatCode="yyyy/mm/dd">
                  <c:v>43026</c:v>
                </c:pt>
                <c:pt idx="193" c:formatCode="yyyy/mm/dd">
                  <c:v>43027</c:v>
                </c:pt>
                <c:pt idx="194" c:formatCode="yyyy/mm/dd">
                  <c:v>43028</c:v>
                </c:pt>
                <c:pt idx="195" c:formatCode="yyyy/mm/dd">
                  <c:v>43031</c:v>
                </c:pt>
                <c:pt idx="196" c:formatCode="yyyy/mm/dd">
                  <c:v>43032</c:v>
                </c:pt>
                <c:pt idx="197" c:formatCode="yyyy/mm/dd">
                  <c:v>43033</c:v>
                </c:pt>
                <c:pt idx="198" c:formatCode="yyyy/mm/dd">
                  <c:v>43034</c:v>
                </c:pt>
                <c:pt idx="199" c:formatCode="yyyy/mm/dd">
                  <c:v>43035</c:v>
                </c:pt>
                <c:pt idx="200" c:formatCode="yyyy/mm/dd">
                  <c:v>43038</c:v>
                </c:pt>
                <c:pt idx="201" c:formatCode="yyyy/mm/dd">
                  <c:v>43039</c:v>
                </c:pt>
                <c:pt idx="202" c:formatCode="yyyy/mm/dd">
                  <c:v>43040</c:v>
                </c:pt>
                <c:pt idx="203" c:formatCode="yyyy/mm/dd">
                  <c:v>43041</c:v>
                </c:pt>
                <c:pt idx="204" c:formatCode="yyyy/mm/dd">
                  <c:v>43042</c:v>
                </c:pt>
                <c:pt idx="205" c:formatCode="yyyy/mm/dd">
                  <c:v>43045</c:v>
                </c:pt>
                <c:pt idx="206" c:formatCode="yyyy/mm/dd">
                  <c:v>43046</c:v>
                </c:pt>
                <c:pt idx="207" c:formatCode="yyyy/mm/dd">
                  <c:v>43047</c:v>
                </c:pt>
                <c:pt idx="208" c:formatCode="yyyy/mm/dd">
                  <c:v>43048</c:v>
                </c:pt>
                <c:pt idx="209" c:formatCode="yyyy/mm/dd">
                  <c:v>43049</c:v>
                </c:pt>
                <c:pt idx="210" c:formatCode="yyyy/mm/dd">
                  <c:v>43052</c:v>
                </c:pt>
                <c:pt idx="211" c:formatCode="yyyy/mm/dd">
                  <c:v>43053</c:v>
                </c:pt>
                <c:pt idx="212" c:formatCode="yyyy/mm/dd">
                  <c:v>43054</c:v>
                </c:pt>
                <c:pt idx="213" c:formatCode="yyyy/mm/dd">
                  <c:v>43055</c:v>
                </c:pt>
                <c:pt idx="214" c:formatCode="yyyy/mm/dd">
                  <c:v>43056</c:v>
                </c:pt>
                <c:pt idx="215" c:formatCode="yyyy/mm/dd">
                  <c:v>43059</c:v>
                </c:pt>
                <c:pt idx="216" c:formatCode="yyyy/mm/dd">
                  <c:v>43060</c:v>
                </c:pt>
                <c:pt idx="217" c:formatCode="yyyy/mm/dd">
                  <c:v>43061</c:v>
                </c:pt>
                <c:pt idx="218" c:formatCode="yyyy/mm/dd">
                  <c:v>43062</c:v>
                </c:pt>
                <c:pt idx="219" c:formatCode="yyyy/mm/dd">
                  <c:v>43063</c:v>
                </c:pt>
                <c:pt idx="220" c:formatCode="yyyy/mm/dd">
                  <c:v>43066</c:v>
                </c:pt>
                <c:pt idx="221" c:formatCode="yyyy/mm/dd">
                  <c:v>43067</c:v>
                </c:pt>
                <c:pt idx="222" c:formatCode="yyyy/mm/dd">
                  <c:v>43068</c:v>
                </c:pt>
                <c:pt idx="223" c:formatCode="yyyy/mm/dd">
                  <c:v>43069</c:v>
                </c:pt>
                <c:pt idx="224" c:formatCode="yyyy/mm/dd">
                  <c:v>43070</c:v>
                </c:pt>
                <c:pt idx="225" c:formatCode="yyyy/mm/dd">
                  <c:v>43073</c:v>
                </c:pt>
                <c:pt idx="226" c:formatCode="yyyy/mm/dd">
                  <c:v>43074</c:v>
                </c:pt>
                <c:pt idx="227" c:formatCode="yyyy/mm/dd">
                  <c:v>43075</c:v>
                </c:pt>
                <c:pt idx="228" c:formatCode="yyyy/mm/dd">
                  <c:v>43076</c:v>
                </c:pt>
                <c:pt idx="229" c:formatCode="yyyy/mm/dd">
                  <c:v>43077</c:v>
                </c:pt>
                <c:pt idx="230" c:formatCode="yyyy/mm/dd">
                  <c:v>43080</c:v>
                </c:pt>
                <c:pt idx="231" c:formatCode="yyyy/mm/dd">
                  <c:v>43081</c:v>
                </c:pt>
                <c:pt idx="232" c:formatCode="yyyy/mm/dd">
                  <c:v>43082</c:v>
                </c:pt>
                <c:pt idx="233" c:formatCode="yyyy/mm/dd">
                  <c:v>43083</c:v>
                </c:pt>
                <c:pt idx="234" c:formatCode="yyyy/mm/dd">
                  <c:v>43084</c:v>
                </c:pt>
                <c:pt idx="235" c:formatCode="yyyy/mm/dd">
                  <c:v>43087</c:v>
                </c:pt>
                <c:pt idx="236" c:formatCode="yyyy/mm/dd">
                  <c:v>43088</c:v>
                </c:pt>
                <c:pt idx="237" c:formatCode="yyyy/mm/dd">
                  <c:v>43089</c:v>
                </c:pt>
                <c:pt idx="238" c:formatCode="yyyy/mm/dd">
                  <c:v>43090</c:v>
                </c:pt>
                <c:pt idx="239" c:formatCode="yyyy/mm/dd">
                  <c:v>43091</c:v>
                </c:pt>
                <c:pt idx="240" c:formatCode="yyyy/mm/dd">
                  <c:v>43094</c:v>
                </c:pt>
                <c:pt idx="241" c:formatCode="yyyy/mm/dd">
                  <c:v>43095</c:v>
                </c:pt>
                <c:pt idx="242" c:formatCode="yyyy/mm/dd">
                  <c:v>43096</c:v>
                </c:pt>
                <c:pt idx="243" c:formatCode="yyyy/mm/dd">
                  <c:v>43097</c:v>
                </c:pt>
                <c:pt idx="244" c:formatCode="yyyy/mm/dd">
                  <c:v>43098</c:v>
                </c:pt>
                <c:pt idx="245" c:formatCode="yyyy/mm/dd">
                  <c:v>43102</c:v>
                </c:pt>
                <c:pt idx="246" c:formatCode="yyyy/mm/dd">
                  <c:v>43103</c:v>
                </c:pt>
                <c:pt idx="247" c:formatCode="yyyy/mm/dd">
                  <c:v>43104</c:v>
                </c:pt>
                <c:pt idx="248" c:formatCode="yyyy/mm/dd">
                  <c:v>43105</c:v>
                </c:pt>
                <c:pt idx="249" c:formatCode="yyyy/mm/dd">
                  <c:v>43108</c:v>
                </c:pt>
                <c:pt idx="250" c:formatCode="yyyy/mm/dd">
                  <c:v>43109</c:v>
                </c:pt>
                <c:pt idx="251" c:formatCode="yyyy/mm/dd">
                  <c:v>43110</c:v>
                </c:pt>
                <c:pt idx="252" c:formatCode="yyyy/mm/dd">
                  <c:v>43111</c:v>
                </c:pt>
                <c:pt idx="253" c:formatCode="yyyy/mm/dd">
                  <c:v>43112</c:v>
                </c:pt>
                <c:pt idx="254" c:formatCode="yyyy/mm/dd">
                  <c:v>43115</c:v>
                </c:pt>
                <c:pt idx="255" c:formatCode="yyyy/mm/dd">
                  <c:v>43116</c:v>
                </c:pt>
                <c:pt idx="256" c:formatCode="yyyy/mm/dd">
                  <c:v>43117</c:v>
                </c:pt>
                <c:pt idx="257" c:formatCode="yyyy/mm/dd">
                  <c:v>43118</c:v>
                </c:pt>
                <c:pt idx="258" c:formatCode="yyyy/mm/dd">
                  <c:v>43119</c:v>
                </c:pt>
                <c:pt idx="259" c:formatCode="yyyy/mm/dd">
                  <c:v>43122</c:v>
                </c:pt>
                <c:pt idx="260" c:formatCode="yyyy/mm/dd">
                  <c:v>43123</c:v>
                </c:pt>
                <c:pt idx="261" c:formatCode="yyyy/mm/dd">
                  <c:v>43124</c:v>
                </c:pt>
                <c:pt idx="262" c:formatCode="yyyy/mm/dd">
                  <c:v>43125</c:v>
                </c:pt>
                <c:pt idx="263" c:formatCode="yyyy/mm/dd">
                  <c:v>43126</c:v>
                </c:pt>
                <c:pt idx="264" c:formatCode="yyyy/mm/dd">
                  <c:v>43129</c:v>
                </c:pt>
                <c:pt idx="265" c:formatCode="yyyy/mm/dd">
                  <c:v>43130</c:v>
                </c:pt>
                <c:pt idx="266" c:formatCode="yyyy/mm/dd">
                  <c:v>43131</c:v>
                </c:pt>
                <c:pt idx="267" c:formatCode="yyyy/mm/dd">
                  <c:v>43132</c:v>
                </c:pt>
                <c:pt idx="268" c:formatCode="yyyy/mm/dd">
                  <c:v>43133</c:v>
                </c:pt>
                <c:pt idx="269" c:formatCode="yyyy/mm/dd">
                  <c:v>43136</c:v>
                </c:pt>
                <c:pt idx="270" c:formatCode="yyyy/mm/dd">
                  <c:v>43137</c:v>
                </c:pt>
                <c:pt idx="271" c:formatCode="yyyy/mm/dd">
                  <c:v>43138</c:v>
                </c:pt>
                <c:pt idx="272" c:formatCode="yyyy/mm/dd">
                  <c:v>43139</c:v>
                </c:pt>
                <c:pt idx="273" c:formatCode="yyyy/mm/dd">
                  <c:v>43140</c:v>
                </c:pt>
                <c:pt idx="274" c:formatCode="yyyy/mm/dd">
                  <c:v>43143</c:v>
                </c:pt>
                <c:pt idx="275" c:formatCode="yyyy/mm/dd">
                  <c:v>43144</c:v>
                </c:pt>
                <c:pt idx="276" c:formatCode="yyyy/mm/dd">
                  <c:v>43145</c:v>
                </c:pt>
                <c:pt idx="277" c:formatCode="yyyy/mm/dd">
                  <c:v>43153</c:v>
                </c:pt>
                <c:pt idx="278" c:formatCode="yyyy/mm/dd">
                  <c:v>43154</c:v>
                </c:pt>
                <c:pt idx="279" c:formatCode="yyyy/mm/dd">
                  <c:v>43157</c:v>
                </c:pt>
                <c:pt idx="280" c:formatCode="yyyy/mm/dd">
                  <c:v>43158</c:v>
                </c:pt>
                <c:pt idx="281" c:formatCode="yyyy/mm/dd">
                  <c:v>43159</c:v>
                </c:pt>
                <c:pt idx="282" c:formatCode="yyyy/mm/dd">
                  <c:v>43160</c:v>
                </c:pt>
                <c:pt idx="283" c:formatCode="yyyy/mm/dd">
                  <c:v>43161</c:v>
                </c:pt>
                <c:pt idx="284" c:formatCode="yyyy/mm/dd">
                  <c:v>43164</c:v>
                </c:pt>
                <c:pt idx="285" c:formatCode="yyyy/mm/dd">
                  <c:v>43165</c:v>
                </c:pt>
                <c:pt idx="286" c:formatCode="yyyy/mm/dd">
                  <c:v>43166</c:v>
                </c:pt>
                <c:pt idx="287" c:formatCode="yyyy/mm/dd">
                  <c:v>43167</c:v>
                </c:pt>
                <c:pt idx="288" c:formatCode="yyyy/mm/dd">
                  <c:v>43168</c:v>
                </c:pt>
                <c:pt idx="289" c:formatCode="yyyy/mm/dd">
                  <c:v>43171</c:v>
                </c:pt>
                <c:pt idx="290" c:formatCode="yyyy/mm/dd">
                  <c:v>43172</c:v>
                </c:pt>
                <c:pt idx="291" c:formatCode="yyyy/mm/dd">
                  <c:v>43173</c:v>
                </c:pt>
                <c:pt idx="292" c:formatCode="yyyy/mm/dd">
                  <c:v>43174</c:v>
                </c:pt>
                <c:pt idx="293" c:formatCode="yyyy/mm/dd">
                  <c:v>43175</c:v>
                </c:pt>
                <c:pt idx="294" c:formatCode="yyyy/mm/dd">
                  <c:v>43178</c:v>
                </c:pt>
                <c:pt idx="295" c:formatCode="yyyy/mm/dd">
                  <c:v>43179</c:v>
                </c:pt>
                <c:pt idx="296" c:formatCode="yyyy/mm/dd">
                  <c:v>43180</c:v>
                </c:pt>
                <c:pt idx="297" c:formatCode="yyyy/mm/dd">
                  <c:v>43181</c:v>
                </c:pt>
                <c:pt idx="298" c:formatCode="yyyy/mm/dd">
                  <c:v>43182</c:v>
                </c:pt>
                <c:pt idx="299" c:formatCode="yyyy/mm/dd">
                  <c:v>43185</c:v>
                </c:pt>
                <c:pt idx="300" c:formatCode="yyyy/mm/dd">
                  <c:v>43186</c:v>
                </c:pt>
                <c:pt idx="301" c:formatCode="yyyy/mm/dd">
                  <c:v>43187</c:v>
                </c:pt>
                <c:pt idx="302" c:formatCode="yyyy/mm/dd">
                  <c:v>43188</c:v>
                </c:pt>
                <c:pt idx="303" c:formatCode="yyyy/mm/dd">
                  <c:v>43189</c:v>
                </c:pt>
                <c:pt idx="304" c:formatCode="yyyy/mm/dd">
                  <c:v>43192</c:v>
                </c:pt>
                <c:pt idx="305" c:formatCode="yyyy/mm/dd">
                  <c:v>43193</c:v>
                </c:pt>
                <c:pt idx="306" c:formatCode="yyyy/mm/dd">
                  <c:v>43194</c:v>
                </c:pt>
                <c:pt idx="307" c:formatCode="yyyy/mm/dd">
                  <c:v>43199</c:v>
                </c:pt>
                <c:pt idx="308" c:formatCode="yyyy/mm/dd">
                  <c:v>43200</c:v>
                </c:pt>
                <c:pt idx="309" c:formatCode="yyyy/mm/dd">
                  <c:v>43201</c:v>
                </c:pt>
                <c:pt idx="310" c:formatCode="yyyy/mm/dd">
                  <c:v>43202</c:v>
                </c:pt>
                <c:pt idx="311" c:formatCode="yyyy/mm/dd">
                  <c:v>43203</c:v>
                </c:pt>
                <c:pt idx="312" c:formatCode="yyyy/mm/dd">
                  <c:v>43206</c:v>
                </c:pt>
                <c:pt idx="313" c:formatCode="yyyy/mm/dd">
                  <c:v>43207</c:v>
                </c:pt>
                <c:pt idx="314" c:formatCode="yyyy/mm/dd">
                  <c:v>43208</c:v>
                </c:pt>
                <c:pt idx="315" c:formatCode="yyyy/mm/dd">
                  <c:v>43209</c:v>
                </c:pt>
                <c:pt idx="316" c:formatCode="yyyy/mm/dd">
                  <c:v>43210</c:v>
                </c:pt>
                <c:pt idx="317" c:formatCode="yyyy/mm/dd">
                  <c:v>43213</c:v>
                </c:pt>
                <c:pt idx="318" c:formatCode="yyyy/mm/dd">
                  <c:v>43214</c:v>
                </c:pt>
                <c:pt idx="319" c:formatCode="yyyy/mm/dd">
                  <c:v>43215</c:v>
                </c:pt>
                <c:pt idx="320" c:formatCode="yyyy/mm/dd">
                  <c:v>43216</c:v>
                </c:pt>
                <c:pt idx="321" c:formatCode="yyyy/mm/dd">
                  <c:v>43217</c:v>
                </c:pt>
                <c:pt idx="322" c:formatCode="yyyy/mm/dd">
                  <c:v>43222</c:v>
                </c:pt>
                <c:pt idx="323" c:formatCode="yyyy/mm/dd">
                  <c:v>43223</c:v>
                </c:pt>
                <c:pt idx="324" c:formatCode="yyyy/mm/dd">
                  <c:v>43224</c:v>
                </c:pt>
                <c:pt idx="325" c:formatCode="yyyy/mm/dd">
                  <c:v>43227</c:v>
                </c:pt>
                <c:pt idx="326" c:formatCode="yyyy/mm/dd">
                  <c:v>43228</c:v>
                </c:pt>
                <c:pt idx="327" c:formatCode="yyyy/mm/dd">
                  <c:v>43229</c:v>
                </c:pt>
                <c:pt idx="328" c:formatCode="yyyy/mm/dd">
                  <c:v>43230</c:v>
                </c:pt>
                <c:pt idx="329" c:formatCode="yyyy/mm/dd">
                  <c:v>43231</c:v>
                </c:pt>
                <c:pt idx="330" c:formatCode="yyyy/mm/dd">
                  <c:v>43234</c:v>
                </c:pt>
                <c:pt idx="331" c:formatCode="yyyy/mm/dd">
                  <c:v>43235</c:v>
                </c:pt>
                <c:pt idx="332" c:formatCode="yyyy/mm/dd">
                  <c:v>43236</c:v>
                </c:pt>
                <c:pt idx="333" c:formatCode="yyyy/mm/dd">
                  <c:v>43237</c:v>
                </c:pt>
                <c:pt idx="334" c:formatCode="yyyy/mm/dd">
                  <c:v>43238</c:v>
                </c:pt>
                <c:pt idx="335" c:formatCode="yyyy/mm/dd">
                  <c:v>43241</c:v>
                </c:pt>
                <c:pt idx="336" c:formatCode="yyyy/mm/dd">
                  <c:v>43242</c:v>
                </c:pt>
                <c:pt idx="337" c:formatCode="yyyy/mm/dd">
                  <c:v>43243</c:v>
                </c:pt>
                <c:pt idx="338" c:formatCode="yyyy/mm/dd">
                  <c:v>43244</c:v>
                </c:pt>
                <c:pt idx="339" c:formatCode="yyyy/mm/dd">
                  <c:v>43245</c:v>
                </c:pt>
                <c:pt idx="340" c:formatCode="yyyy/mm/dd">
                  <c:v>43248</c:v>
                </c:pt>
                <c:pt idx="341" c:formatCode="yyyy/mm/dd">
                  <c:v>43249</c:v>
                </c:pt>
                <c:pt idx="342" c:formatCode="yyyy/mm/dd">
                  <c:v>43250</c:v>
                </c:pt>
                <c:pt idx="343" c:formatCode="yyyy/mm/dd">
                  <c:v>43251</c:v>
                </c:pt>
                <c:pt idx="344" c:formatCode="yyyy/mm/dd">
                  <c:v>43252</c:v>
                </c:pt>
                <c:pt idx="345" c:formatCode="yyyy/mm/dd">
                  <c:v>43255</c:v>
                </c:pt>
                <c:pt idx="346" c:formatCode="yyyy/mm/dd">
                  <c:v>43256</c:v>
                </c:pt>
                <c:pt idx="347" c:formatCode="yyyy/mm/dd">
                  <c:v>43257</c:v>
                </c:pt>
                <c:pt idx="348" c:formatCode="yyyy/mm/dd">
                  <c:v>43258</c:v>
                </c:pt>
                <c:pt idx="349" c:formatCode="yyyy/mm/dd">
                  <c:v>43259</c:v>
                </c:pt>
                <c:pt idx="350" c:formatCode="yyyy/mm/dd">
                  <c:v>43262</c:v>
                </c:pt>
                <c:pt idx="351" c:formatCode="yyyy/mm/dd">
                  <c:v>43263</c:v>
                </c:pt>
                <c:pt idx="352" c:formatCode="yyyy/mm/dd">
                  <c:v>43264</c:v>
                </c:pt>
                <c:pt idx="353" c:formatCode="yyyy/mm/dd">
                  <c:v>43265</c:v>
                </c:pt>
                <c:pt idx="354" c:formatCode="yyyy/mm/dd">
                  <c:v>43266</c:v>
                </c:pt>
                <c:pt idx="355" c:formatCode="yyyy/mm/dd">
                  <c:v>43270</c:v>
                </c:pt>
                <c:pt idx="356" c:formatCode="yyyy/mm/dd">
                  <c:v>43271</c:v>
                </c:pt>
                <c:pt idx="357" c:formatCode="yyyy/mm/dd">
                  <c:v>43272</c:v>
                </c:pt>
                <c:pt idx="358" c:formatCode="yyyy/mm/dd">
                  <c:v>43273</c:v>
                </c:pt>
                <c:pt idx="359" c:formatCode="yyyy/mm/dd">
                  <c:v>43276</c:v>
                </c:pt>
                <c:pt idx="360" c:formatCode="yyyy/mm/dd">
                  <c:v>43277</c:v>
                </c:pt>
                <c:pt idx="361" c:formatCode="yyyy/mm/dd">
                  <c:v>43278</c:v>
                </c:pt>
                <c:pt idx="362" c:formatCode="yyyy/mm/dd">
                  <c:v>43279</c:v>
                </c:pt>
                <c:pt idx="363" c:formatCode="yyyy/mm/dd">
                  <c:v>43280</c:v>
                </c:pt>
                <c:pt idx="364" c:formatCode="yyyy/mm/dd">
                  <c:v>43283</c:v>
                </c:pt>
                <c:pt idx="365" c:formatCode="yyyy/mm/dd">
                  <c:v>43284</c:v>
                </c:pt>
                <c:pt idx="366" c:formatCode="yyyy/mm/dd">
                  <c:v>43285</c:v>
                </c:pt>
                <c:pt idx="367" c:formatCode="yyyy/mm/dd">
                  <c:v>43286</c:v>
                </c:pt>
                <c:pt idx="368" c:formatCode="yyyy/mm/dd">
                  <c:v>43287</c:v>
                </c:pt>
                <c:pt idx="369" c:formatCode="yyyy/mm/dd">
                  <c:v>43290</c:v>
                </c:pt>
                <c:pt idx="370" c:formatCode="yyyy/mm/dd">
                  <c:v>43291</c:v>
                </c:pt>
                <c:pt idx="371" c:formatCode="yyyy/mm/dd">
                  <c:v>43292</c:v>
                </c:pt>
                <c:pt idx="372" c:formatCode="yyyy/mm/dd">
                  <c:v>43293</c:v>
                </c:pt>
                <c:pt idx="373" c:formatCode="yyyy/mm/dd">
                  <c:v>43294</c:v>
                </c:pt>
                <c:pt idx="374" c:formatCode="yyyy/mm/dd">
                  <c:v>43297</c:v>
                </c:pt>
                <c:pt idx="375" c:formatCode="yyyy/mm/dd">
                  <c:v>43298</c:v>
                </c:pt>
                <c:pt idx="376" c:formatCode="yyyy/mm/dd">
                  <c:v>43299</c:v>
                </c:pt>
                <c:pt idx="377" c:formatCode="yyyy/mm/dd">
                  <c:v>43300</c:v>
                </c:pt>
                <c:pt idx="378" c:formatCode="yyyy/mm/dd">
                  <c:v>43301</c:v>
                </c:pt>
                <c:pt idx="379" c:formatCode="yyyy/mm/dd">
                  <c:v>43304</c:v>
                </c:pt>
                <c:pt idx="380" c:formatCode="yyyy/mm/dd">
                  <c:v>43305</c:v>
                </c:pt>
                <c:pt idx="381" c:formatCode="yyyy/mm/dd">
                  <c:v>43306</c:v>
                </c:pt>
                <c:pt idx="382" c:formatCode="yyyy/mm/dd">
                  <c:v>43307</c:v>
                </c:pt>
                <c:pt idx="383" c:formatCode="yyyy/mm/dd">
                  <c:v>43308</c:v>
                </c:pt>
                <c:pt idx="384" c:formatCode="yyyy/mm/dd">
                  <c:v>43311</c:v>
                </c:pt>
                <c:pt idx="385" c:formatCode="yyyy/mm/dd">
                  <c:v>43312</c:v>
                </c:pt>
                <c:pt idx="386" c:formatCode="yyyy/mm/dd">
                  <c:v>43313</c:v>
                </c:pt>
                <c:pt idx="387" c:formatCode="yyyy/mm/dd">
                  <c:v>43314</c:v>
                </c:pt>
                <c:pt idx="388" c:formatCode="yyyy/mm/dd">
                  <c:v>43315</c:v>
                </c:pt>
                <c:pt idx="389" c:formatCode="yyyy/mm/dd">
                  <c:v>43318</c:v>
                </c:pt>
                <c:pt idx="390" c:formatCode="yyyy/mm/dd">
                  <c:v>43319</c:v>
                </c:pt>
                <c:pt idx="391" c:formatCode="yyyy/mm/dd">
                  <c:v>43320</c:v>
                </c:pt>
                <c:pt idx="392" c:formatCode="yyyy/mm/dd">
                  <c:v>43321</c:v>
                </c:pt>
                <c:pt idx="393" c:formatCode="yyyy/mm/dd">
                  <c:v>43322</c:v>
                </c:pt>
                <c:pt idx="394" c:formatCode="yyyy/mm/dd">
                  <c:v>43325</c:v>
                </c:pt>
                <c:pt idx="395" c:formatCode="yyyy/mm/dd">
                  <c:v>43326</c:v>
                </c:pt>
                <c:pt idx="396" c:formatCode="yyyy/mm/dd">
                  <c:v>43327</c:v>
                </c:pt>
                <c:pt idx="397" c:formatCode="yyyy/mm/dd">
                  <c:v>43328</c:v>
                </c:pt>
                <c:pt idx="398" c:formatCode="yyyy/mm/dd">
                  <c:v>43329</c:v>
                </c:pt>
                <c:pt idx="399" c:formatCode="yyyy/mm/dd">
                  <c:v>43332</c:v>
                </c:pt>
                <c:pt idx="400" c:formatCode="yyyy/mm/dd">
                  <c:v>43333</c:v>
                </c:pt>
                <c:pt idx="401" c:formatCode="yyyy/mm/dd">
                  <c:v>43334</c:v>
                </c:pt>
                <c:pt idx="402" c:formatCode="yyyy/mm/dd">
                  <c:v>43335</c:v>
                </c:pt>
                <c:pt idx="403" c:formatCode="yyyy/mm/dd">
                  <c:v>43336</c:v>
                </c:pt>
                <c:pt idx="404" c:formatCode="yyyy/mm/dd">
                  <c:v>43339</c:v>
                </c:pt>
                <c:pt idx="405" c:formatCode="yyyy/mm/dd">
                  <c:v>43340</c:v>
                </c:pt>
                <c:pt idx="406" c:formatCode="yyyy/mm/dd">
                  <c:v>43341</c:v>
                </c:pt>
                <c:pt idx="407" c:formatCode="yyyy/mm/dd">
                  <c:v>43342</c:v>
                </c:pt>
                <c:pt idx="408" c:formatCode="yyyy/mm/dd">
                  <c:v>43343</c:v>
                </c:pt>
                <c:pt idx="409" c:formatCode="yyyy/mm/dd">
                  <c:v>43346</c:v>
                </c:pt>
                <c:pt idx="410" c:formatCode="yyyy/mm/dd">
                  <c:v>43347</c:v>
                </c:pt>
                <c:pt idx="411" c:formatCode="yyyy/mm/dd">
                  <c:v>43348</c:v>
                </c:pt>
                <c:pt idx="412" c:formatCode="yyyy/mm/dd">
                  <c:v>43349</c:v>
                </c:pt>
                <c:pt idx="413" c:formatCode="yyyy/mm/dd">
                  <c:v>43350</c:v>
                </c:pt>
                <c:pt idx="414" c:formatCode="yyyy/mm/dd">
                  <c:v>43353</c:v>
                </c:pt>
                <c:pt idx="415" c:formatCode="yyyy/mm/dd">
                  <c:v>43354</c:v>
                </c:pt>
                <c:pt idx="416" c:formatCode="yyyy/mm/dd">
                  <c:v>43355</c:v>
                </c:pt>
                <c:pt idx="417" c:formatCode="yyyy/mm/dd">
                  <c:v>43356</c:v>
                </c:pt>
                <c:pt idx="418" c:formatCode="yyyy/mm/dd">
                  <c:v>43357</c:v>
                </c:pt>
                <c:pt idx="419" c:formatCode="yyyy/mm/dd">
                  <c:v>43360</c:v>
                </c:pt>
                <c:pt idx="420" c:formatCode="yyyy/mm/dd">
                  <c:v>43361</c:v>
                </c:pt>
                <c:pt idx="421" c:formatCode="yyyy/mm/dd">
                  <c:v>43362</c:v>
                </c:pt>
                <c:pt idx="422" c:formatCode="yyyy/mm/dd">
                  <c:v>43363</c:v>
                </c:pt>
                <c:pt idx="423" c:formatCode="yyyy/mm/dd">
                  <c:v>43364</c:v>
                </c:pt>
                <c:pt idx="424" c:formatCode="yyyy/mm/dd">
                  <c:v>43368</c:v>
                </c:pt>
                <c:pt idx="425" c:formatCode="yyyy/mm/dd">
                  <c:v>43369</c:v>
                </c:pt>
                <c:pt idx="426" c:formatCode="yyyy/mm/dd">
                  <c:v>43370</c:v>
                </c:pt>
                <c:pt idx="427" c:formatCode="yyyy/mm/dd">
                  <c:v>43371</c:v>
                </c:pt>
                <c:pt idx="428" c:formatCode="yyyy/mm/dd">
                  <c:v>43381</c:v>
                </c:pt>
                <c:pt idx="429" c:formatCode="yyyy/mm/dd">
                  <c:v>43382</c:v>
                </c:pt>
                <c:pt idx="430" c:formatCode="yyyy/mm/dd">
                  <c:v>43383</c:v>
                </c:pt>
                <c:pt idx="431" c:formatCode="yyyy/mm/dd">
                  <c:v>43384</c:v>
                </c:pt>
                <c:pt idx="432" c:formatCode="yyyy/mm/dd">
                  <c:v>43385</c:v>
                </c:pt>
                <c:pt idx="433" c:formatCode="yyyy/mm/dd">
                  <c:v>43388</c:v>
                </c:pt>
                <c:pt idx="434" c:formatCode="yyyy/mm/dd">
                  <c:v>43389</c:v>
                </c:pt>
                <c:pt idx="435" c:formatCode="yyyy/mm/dd">
                  <c:v>43390</c:v>
                </c:pt>
                <c:pt idx="436" c:formatCode="yyyy/mm/dd">
                  <c:v>43391</c:v>
                </c:pt>
                <c:pt idx="437" c:formatCode="yyyy/mm/dd">
                  <c:v>43392</c:v>
                </c:pt>
                <c:pt idx="438" c:formatCode="yyyy/mm/dd">
                  <c:v>43395</c:v>
                </c:pt>
                <c:pt idx="439" c:formatCode="yyyy/mm/dd">
                  <c:v>43396</c:v>
                </c:pt>
                <c:pt idx="440" c:formatCode="yyyy/mm/dd">
                  <c:v>43397</c:v>
                </c:pt>
                <c:pt idx="441" c:formatCode="yyyy/mm/dd">
                  <c:v>43398</c:v>
                </c:pt>
                <c:pt idx="442" c:formatCode="yyyy/mm/dd">
                  <c:v>43399</c:v>
                </c:pt>
                <c:pt idx="443" c:formatCode="yyyy/mm/dd">
                  <c:v>43402</c:v>
                </c:pt>
                <c:pt idx="444" c:formatCode="yyyy/mm/dd">
                  <c:v>43403</c:v>
                </c:pt>
                <c:pt idx="445" c:formatCode="yyyy/mm/dd">
                  <c:v>43404</c:v>
                </c:pt>
                <c:pt idx="446" c:formatCode="yyyy/mm/dd">
                  <c:v>43405</c:v>
                </c:pt>
                <c:pt idx="447" c:formatCode="yyyy/mm/dd">
                  <c:v>43406</c:v>
                </c:pt>
                <c:pt idx="448" c:formatCode="yyyy/mm/dd">
                  <c:v>43409</c:v>
                </c:pt>
                <c:pt idx="449" c:formatCode="yyyy/mm/dd">
                  <c:v>43410</c:v>
                </c:pt>
                <c:pt idx="450" c:formatCode="yyyy/mm/dd">
                  <c:v>43411</c:v>
                </c:pt>
                <c:pt idx="451" c:formatCode="yyyy/mm/dd">
                  <c:v>43412</c:v>
                </c:pt>
                <c:pt idx="452" c:formatCode="yyyy/mm/dd">
                  <c:v>43413</c:v>
                </c:pt>
                <c:pt idx="453" c:formatCode="yyyy/mm/dd">
                  <c:v>43416</c:v>
                </c:pt>
                <c:pt idx="454" c:formatCode="yyyy/mm/dd">
                  <c:v>43417</c:v>
                </c:pt>
                <c:pt idx="455" c:formatCode="yyyy/mm/dd">
                  <c:v>43418</c:v>
                </c:pt>
                <c:pt idx="456" c:formatCode="yyyy/mm/dd">
                  <c:v>43419</c:v>
                </c:pt>
                <c:pt idx="457" c:formatCode="yyyy/mm/dd">
                  <c:v>43420</c:v>
                </c:pt>
                <c:pt idx="458" c:formatCode="yyyy/mm/dd">
                  <c:v>43423</c:v>
                </c:pt>
                <c:pt idx="459" c:formatCode="yyyy/mm/dd">
                  <c:v>43424</c:v>
                </c:pt>
                <c:pt idx="460" c:formatCode="yyyy/mm/dd">
                  <c:v>43425</c:v>
                </c:pt>
                <c:pt idx="461" c:formatCode="yyyy/mm/dd">
                  <c:v>43426</c:v>
                </c:pt>
                <c:pt idx="462" c:formatCode="yyyy/mm/dd">
                  <c:v>43427</c:v>
                </c:pt>
                <c:pt idx="463" c:formatCode="yyyy/mm/dd">
                  <c:v>43430</c:v>
                </c:pt>
                <c:pt idx="464" c:formatCode="yyyy/mm/dd">
                  <c:v>43431</c:v>
                </c:pt>
                <c:pt idx="465" c:formatCode="yyyy/mm/dd">
                  <c:v>43432</c:v>
                </c:pt>
                <c:pt idx="466" c:formatCode="yyyy/mm/dd">
                  <c:v>43433</c:v>
                </c:pt>
                <c:pt idx="467" c:formatCode="yyyy/mm/dd">
                  <c:v>43434</c:v>
                </c:pt>
                <c:pt idx="468" c:formatCode="yyyy/mm/dd">
                  <c:v>43437</c:v>
                </c:pt>
                <c:pt idx="469" c:formatCode="yyyy/mm/dd">
                  <c:v>43438</c:v>
                </c:pt>
                <c:pt idx="470" c:formatCode="yyyy/mm/dd">
                  <c:v>43439</c:v>
                </c:pt>
                <c:pt idx="471" c:formatCode="yyyy/mm/dd">
                  <c:v>43440</c:v>
                </c:pt>
                <c:pt idx="472" c:formatCode="yyyy/mm/dd">
                  <c:v>43441</c:v>
                </c:pt>
                <c:pt idx="473" c:formatCode="yyyy/mm/dd">
                  <c:v>43444</c:v>
                </c:pt>
                <c:pt idx="474" c:formatCode="yyyy/mm/dd">
                  <c:v>43445</c:v>
                </c:pt>
                <c:pt idx="475" c:formatCode="yyyy/mm/dd">
                  <c:v>43446</c:v>
                </c:pt>
                <c:pt idx="476" c:formatCode="yyyy/mm/dd">
                  <c:v>43447</c:v>
                </c:pt>
                <c:pt idx="477" c:formatCode="yyyy/mm/dd">
                  <c:v>43448</c:v>
                </c:pt>
                <c:pt idx="478" c:formatCode="yyyy/mm/dd">
                  <c:v>43451</c:v>
                </c:pt>
                <c:pt idx="479" c:formatCode="yyyy/mm/dd">
                  <c:v>43452</c:v>
                </c:pt>
                <c:pt idx="480" c:formatCode="yyyy/mm/dd">
                  <c:v>43453</c:v>
                </c:pt>
                <c:pt idx="481" c:formatCode="yyyy/mm/dd">
                  <c:v>43454</c:v>
                </c:pt>
                <c:pt idx="482" c:formatCode="yyyy/mm/dd">
                  <c:v>43455</c:v>
                </c:pt>
                <c:pt idx="483" c:formatCode="yyyy/mm/dd">
                  <c:v>43458</c:v>
                </c:pt>
                <c:pt idx="484" c:formatCode="yyyy/mm/dd">
                  <c:v>43459</c:v>
                </c:pt>
                <c:pt idx="485" c:formatCode="yyyy/mm/dd">
                  <c:v>43460</c:v>
                </c:pt>
                <c:pt idx="486" c:formatCode="yyyy/mm/dd">
                  <c:v>43461</c:v>
                </c:pt>
                <c:pt idx="487" c:formatCode="yyyy/mm/dd">
                  <c:v>43462</c:v>
                </c:pt>
                <c:pt idx="488" c:formatCode="yyyy/mm/dd">
                  <c:v>43467</c:v>
                </c:pt>
                <c:pt idx="489" c:formatCode="yyyy/mm/dd">
                  <c:v>43468</c:v>
                </c:pt>
                <c:pt idx="490" c:formatCode="yyyy/mm/dd">
                  <c:v>43469</c:v>
                </c:pt>
                <c:pt idx="491" c:formatCode="yyyy/mm/dd">
                  <c:v>43472</c:v>
                </c:pt>
                <c:pt idx="492" c:formatCode="yyyy/mm/dd">
                  <c:v>43473</c:v>
                </c:pt>
                <c:pt idx="493" c:formatCode="yyyy/mm/dd">
                  <c:v>43474</c:v>
                </c:pt>
                <c:pt idx="494" c:formatCode="yyyy/mm/dd">
                  <c:v>43475</c:v>
                </c:pt>
                <c:pt idx="495" c:formatCode="yyyy/mm/dd">
                  <c:v>43476</c:v>
                </c:pt>
                <c:pt idx="496" c:formatCode="yyyy/mm/dd">
                  <c:v>43479</c:v>
                </c:pt>
                <c:pt idx="497" c:formatCode="yyyy/mm/dd">
                  <c:v>43480</c:v>
                </c:pt>
                <c:pt idx="498" c:formatCode="yyyy/mm/dd">
                  <c:v>43481</c:v>
                </c:pt>
                <c:pt idx="499" c:formatCode="yyyy/mm/dd">
                  <c:v>43482</c:v>
                </c:pt>
                <c:pt idx="500" c:formatCode="yyyy/mm/dd">
                  <c:v>43483</c:v>
                </c:pt>
                <c:pt idx="501" c:formatCode="yyyy/mm/dd">
                  <c:v>43486</c:v>
                </c:pt>
                <c:pt idx="502" c:formatCode="yyyy/mm/dd">
                  <c:v>43487</c:v>
                </c:pt>
                <c:pt idx="503" c:formatCode="yyyy/mm/dd">
                  <c:v>43488</c:v>
                </c:pt>
                <c:pt idx="504" c:formatCode="yyyy/mm/dd">
                  <c:v>43489</c:v>
                </c:pt>
                <c:pt idx="505" c:formatCode="yyyy/mm/dd">
                  <c:v>43490</c:v>
                </c:pt>
                <c:pt idx="506" c:formatCode="yyyy/mm/dd">
                  <c:v>43493</c:v>
                </c:pt>
                <c:pt idx="507" c:formatCode="yyyy/mm/dd">
                  <c:v>43494</c:v>
                </c:pt>
                <c:pt idx="508" c:formatCode="yyyy/mm/dd">
                  <c:v>43495</c:v>
                </c:pt>
                <c:pt idx="509" c:formatCode="yyyy/mm/dd">
                  <c:v>43496</c:v>
                </c:pt>
                <c:pt idx="510" c:formatCode="yyyy/mm/dd">
                  <c:v>43497</c:v>
                </c:pt>
                <c:pt idx="511" c:formatCode="yyyy/mm/dd">
                  <c:v>43507</c:v>
                </c:pt>
                <c:pt idx="512" c:formatCode="yyyy/mm/dd">
                  <c:v>43508</c:v>
                </c:pt>
                <c:pt idx="513" c:formatCode="yyyy/mm/dd">
                  <c:v>43509</c:v>
                </c:pt>
                <c:pt idx="514" c:formatCode="yyyy/mm/dd">
                  <c:v>43510</c:v>
                </c:pt>
                <c:pt idx="515" c:formatCode="yyyy/mm/dd">
                  <c:v>43511</c:v>
                </c:pt>
                <c:pt idx="516" c:formatCode="yyyy/mm/dd">
                  <c:v>43514</c:v>
                </c:pt>
                <c:pt idx="517" c:formatCode="yyyy/mm/dd">
                  <c:v>43515</c:v>
                </c:pt>
                <c:pt idx="518" c:formatCode="yyyy/mm/dd">
                  <c:v>43516</c:v>
                </c:pt>
                <c:pt idx="519" c:formatCode="yyyy/mm/dd">
                  <c:v>43517</c:v>
                </c:pt>
                <c:pt idx="520" c:formatCode="yyyy/mm/dd">
                  <c:v>43518</c:v>
                </c:pt>
                <c:pt idx="521" c:formatCode="yyyy/mm/dd">
                  <c:v>43521</c:v>
                </c:pt>
                <c:pt idx="522" c:formatCode="yyyy/mm/dd">
                  <c:v>43522</c:v>
                </c:pt>
                <c:pt idx="523" c:formatCode="yyyy/mm/dd">
                  <c:v>43523</c:v>
                </c:pt>
                <c:pt idx="524" c:formatCode="yyyy/mm/dd">
                  <c:v>43524</c:v>
                </c:pt>
                <c:pt idx="525" c:formatCode="yyyy/mm/dd">
                  <c:v>43525</c:v>
                </c:pt>
                <c:pt idx="526" c:formatCode="yyyy/mm/dd">
                  <c:v>43528</c:v>
                </c:pt>
                <c:pt idx="527" c:formatCode="yyyy/mm/dd">
                  <c:v>43529</c:v>
                </c:pt>
                <c:pt idx="528" c:formatCode="yyyy/mm/dd">
                  <c:v>43530</c:v>
                </c:pt>
                <c:pt idx="529" c:formatCode="yyyy/mm/dd">
                  <c:v>43531</c:v>
                </c:pt>
                <c:pt idx="530" c:formatCode="yyyy/mm/dd">
                  <c:v>43532</c:v>
                </c:pt>
                <c:pt idx="531" c:formatCode="yyyy/mm/dd">
                  <c:v>43535</c:v>
                </c:pt>
                <c:pt idx="532" c:formatCode="yyyy/mm/dd">
                  <c:v>43536</c:v>
                </c:pt>
                <c:pt idx="533" c:formatCode="yyyy/mm/dd">
                  <c:v>43537</c:v>
                </c:pt>
                <c:pt idx="534" c:formatCode="yyyy/mm/dd">
                  <c:v>43538</c:v>
                </c:pt>
                <c:pt idx="535" c:formatCode="yyyy/mm/dd">
                  <c:v>43539</c:v>
                </c:pt>
                <c:pt idx="536" c:formatCode="yyyy/mm/dd">
                  <c:v>43542</c:v>
                </c:pt>
                <c:pt idx="537" c:formatCode="yyyy/mm/dd">
                  <c:v>43543</c:v>
                </c:pt>
                <c:pt idx="538" c:formatCode="yyyy/mm/dd">
                  <c:v>43544</c:v>
                </c:pt>
                <c:pt idx="539" c:formatCode="yyyy/mm/dd">
                  <c:v>43545</c:v>
                </c:pt>
                <c:pt idx="540" c:formatCode="yyyy/mm/dd">
                  <c:v>43546</c:v>
                </c:pt>
                <c:pt idx="541" c:formatCode="yyyy/mm/dd">
                  <c:v>43549</c:v>
                </c:pt>
                <c:pt idx="542" c:formatCode="yyyy/mm/dd">
                  <c:v>43550</c:v>
                </c:pt>
                <c:pt idx="543" c:formatCode="yyyy/mm/dd">
                  <c:v>43551</c:v>
                </c:pt>
                <c:pt idx="544" c:formatCode="yyyy/mm/dd">
                  <c:v>43552</c:v>
                </c:pt>
                <c:pt idx="545" c:formatCode="yyyy/mm/dd">
                  <c:v>43553</c:v>
                </c:pt>
                <c:pt idx="546" c:formatCode="yyyy/mm/dd">
                  <c:v>43556</c:v>
                </c:pt>
                <c:pt idx="547" c:formatCode="yyyy/mm/dd">
                  <c:v>43557</c:v>
                </c:pt>
                <c:pt idx="548" c:formatCode="yyyy/mm/dd">
                  <c:v>43558</c:v>
                </c:pt>
                <c:pt idx="549" c:formatCode="yyyy/mm/dd">
                  <c:v>43559</c:v>
                </c:pt>
                <c:pt idx="550" c:formatCode="yyyy/mm/dd">
                  <c:v>43563</c:v>
                </c:pt>
                <c:pt idx="551" c:formatCode="yyyy/mm/dd">
                  <c:v>43564</c:v>
                </c:pt>
                <c:pt idx="552" c:formatCode="yyyy/mm/dd">
                  <c:v>43565</c:v>
                </c:pt>
                <c:pt idx="553" c:formatCode="yyyy/mm/dd">
                  <c:v>43566</c:v>
                </c:pt>
                <c:pt idx="554" c:formatCode="yyyy/mm/dd">
                  <c:v>43567</c:v>
                </c:pt>
                <c:pt idx="555" c:formatCode="yyyy/mm/dd">
                  <c:v>43570</c:v>
                </c:pt>
                <c:pt idx="556" c:formatCode="yyyy/mm/dd">
                  <c:v>43571</c:v>
                </c:pt>
                <c:pt idx="557" c:formatCode="yyyy/mm/dd">
                  <c:v>43572</c:v>
                </c:pt>
                <c:pt idx="558" c:formatCode="yyyy/mm/dd">
                  <c:v>43573</c:v>
                </c:pt>
                <c:pt idx="559" c:formatCode="yyyy/mm/dd">
                  <c:v>43574</c:v>
                </c:pt>
                <c:pt idx="560" c:formatCode="yyyy/mm/dd">
                  <c:v>43577</c:v>
                </c:pt>
                <c:pt idx="561" c:formatCode="yyyy/mm/dd">
                  <c:v>43578</c:v>
                </c:pt>
                <c:pt idx="562" c:formatCode="yyyy/mm/dd">
                  <c:v>43579</c:v>
                </c:pt>
                <c:pt idx="563" c:formatCode="yyyy/mm/dd">
                  <c:v>43580</c:v>
                </c:pt>
                <c:pt idx="564" c:formatCode="yyyy/mm/dd">
                  <c:v>43581</c:v>
                </c:pt>
                <c:pt idx="565" c:formatCode="yyyy/mm/dd">
                  <c:v>43584</c:v>
                </c:pt>
                <c:pt idx="566" c:formatCode="yyyy/mm/dd">
                  <c:v>43585</c:v>
                </c:pt>
                <c:pt idx="567" c:formatCode="yyyy/mm/dd">
                  <c:v>43591</c:v>
                </c:pt>
                <c:pt idx="568" c:formatCode="yyyy/mm/dd">
                  <c:v>43592</c:v>
                </c:pt>
                <c:pt idx="569" c:formatCode="yyyy/mm/dd">
                  <c:v>43593</c:v>
                </c:pt>
                <c:pt idx="570" c:formatCode="yyyy/mm/dd">
                  <c:v>43594</c:v>
                </c:pt>
                <c:pt idx="571" c:formatCode="yyyy/mm/dd">
                  <c:v>43595</c:v>
                </c:pt>
                <c:pt idx="572" c:formatCode="yyyy/mm/dd">
                  <c:v>43598</c:v>
                </c:pt>
                <c:pt idx="573" c:formatCode="yyyy/mm/dd">
                  <c:v>43599</c:v>
                </c:pt>
                <c:pt idx="574" c:formatCode="yyyy/mm/dd">
                  <c:v>43600</c:v>
                </c:pt>
                <c:pt idx="575" c:formatCode="yyyy/mm/dd">
                  <c:v>43601</c:v>
                </c:pt>
                <c:pt idx="576" c:formatCode="yyyy/mm/dd">
                  <c:v>43602</c:v>
                </c:pt>
                <c:pt idx="577" c:formatCode="yyyy/mm/dd">
                  <c:v>43605</c:v>
                </c:pt>
                <c:pt idx="578" c:formatCode="yyyy/mm/dd">
                  <c:v>43606</c:v>
                </c:pt>
                <c:pt idx="579" c:formatCode="yyyy/mm/dd">
                  <c:v>43607</c:v>
                </c:pt>
                <c:pt idx="580" c:formatCode="yyyy/mm/dd">
                  <c:v>43608</c:v>
                </c:pt>
                <c:pt idx="581" c:formatCode="yyyy/mm/dd">
                  <c:v>43609</c:v>
                </c:pt>
                <c:pt idx="582" c:formatCode="yyyy/mm/dd">
                  <c:v>43612</c:v>
                </c:pt>
                <c:pt idx="583" c:formatCode="yyyy/mm/dd">
                  <c:v>43613</c:v>
                </c:pt>
                <c:pt idx="584" c:formatCode="yyyy/mm/dd">
                  <c:v>43614</c:v>
                </c:pt>
                <c:pt idx="585" c:formatCode="yyyy/mm/dd">
                  <c:v>43615</c:v>
                </c:pt>
                <c:pt idx="586" c:formatCode="yyyy/mm/dd">
                  <c:v>43616</c:v>
                </c:pt>
                <c:pt idx="587" c:formatCode="yyyy/mm/dd">
                  <c:v>43619</c:v>
                </c:pt>
                <c:pt idx="588" c:formatCode="yyyy/mm/dd">
                  <c:v>43620</c:v>
                </c:pt>
                <c:pt idx="589" c:formatCode="yyyy/mm/dd">
                  <c:v>43621</c:v>
                </c:pt>
                <c:pt idx="590" c:formatCode="yyyy/mm/dd">
                  <c:v>43622</c:v>
                </c:pt>
                <c:pt idx="591" c:formatCode="yyyy/mm/dd">
                  <c:v>43626</c:v>
                </c:pt>
                <c:pt idx="592" c:formatCode="yyyy/mm/dd">
                  <c:v>43627</c:v>
                </c:pt>
                <c:pt idx="593" c:formatCode="yyyy/mm/dd">
                  <c:v>43628</c:v>
                </c:pt>
                <c:pt idx="594" c:formatCode="yyyy/mm/dd">
                  <c:v>43629</c:v>
                </c:pt>
                <c:pt idx="595" c:formatCode="yyyy/mm/dd">
                  <c:v>43630</c:v>
                </c:pt>
                <c:pt idx="596" c:formatCode="yyyy/mm/dd">
                  <c:v>43633</c:v>
                </c:pt>
                <c:pt idx="597" c:formatCode="yyyy/mm/dd">
                  <c:v>43634</c:v>
                </c:pt>
                <c:pt idx="598" c:formatCode="yyyy/mm/dd">
                  <c:v>43635</c:v>
                </c:pt>
                <c:pt idx="599" c:formatCode="yyyy/mm/dd">
                  <c:v>43636</c:v>
                </c:pt>
                <c:pt idx="600" c:formatCode="yyyy/mm/dd">
                  <c:v>43637</c:v>
                </c:pt>
                <c:pt idx="601" c:formatCode="yyyy/mm/dd">
                  <c:v>43640</c:v>
                </c:pt>
                <c:pt idx="602" c:formatCode="yyyy/mm/dd">
                  <c:v>43641</c:v>
                </c:pt>
                <c:pt idx="603" c:formatCode="yyyy/mm/dd">
                  <c:v>43642</c:v>
                </c:pt>
                <c:pt idx="604" c:formatCode="yyyy/mm/dd">
                  <c:v>43643</c:v>
                </c:pt>
                <c:pt idx="605" c:formatCode="yyyy/mm/dd">
                  <c:v>43644</c:v>
                </c:pt>
                <c:pt idx="606" c:formatCode="yyyy/mm/dd">
                  <c:v>43647</c:v>
                </c:pt>
                <c:pt idx="607" c:formatCode="yyyy/mm/dd">
                  <c:v>43648</c:v>
                </c:pt>
                <c:pt idx="608" c:formatCode="yyyy/mm/dd">
                  <c:v>43649</c:v>
                </c:pt>
                <c:pt idx="609" c:formatCode="yyyy/mm/dd">
                  <c:v>43650</c:v>
                </c:pt>
                <c:pt idx="610" c:formatCode="yyyy/mm/dd">
                  <c:v>43651</c:v>
                </c:pt>
                <c:pt idx="611" c:formatCode="yyyy/mm/dd">
                  <c:v>43654</c:v>
                </c:pt>
                <c:pt idx="612" c:formatCode="yyyy/mm/dd">
                  <c:v>43655</c:v>
                </c:pt>
                <c:pt idx="613" c:formatCode="yyyy/mm/dd">
                  <c:v>43656</c:v>
                </c:pt>
                <c:pt idx="614" c:formatCode="yyyy/mm/dd">
                  <c:v>43657</c:v>
                </c:pt>
                <c:pt idx="615" c:formatCode="yyyy/mm/dd">
                  <c:v>43658</c:v>
                </c:pt>
                <c:pt idx="616" c:formatCode="yyyy/mm/dd">
                  <c:v>43661</c:v>
                </c:pt>
                <c:pt idx="617" c:formatCode="yyyy/mm/dd">
                  <c:v>43662</c:v>
                </c:pt>
                <c:pt idx="618" c:formatCode="yyyy/mm/dd">
                  <c:v>43663</c:v>
                </c:pt>
                <c:pt idx="619" c:formatCode="yyyy/mm/dd">
                  <c:v>43664</c:v>
                </c:pt>
                <c:pt idx="620" c:formatCode="yyyy/mm/dd">
                  <c:v>43665</c:v>
                </c:pt>
                <c:pt idx="621" c:formatCode="yyyy/mm/dd">
                  <c:v>43668</c:v>
                </c:pt>
                <c:pt idx="622" c:formatCode="yyyy/mm/dd">
                  <c:v>43669</c:v>
                </c:pt>
                <c:pt idx="623" c:formatCode="yyyy/mm/dd">
                  <c:v>43670</c:v>
                </c:pt>
                <c:pt idx="624" c:formatCode="yyyy/mm/dd">
                  <c:v>43671</c:v>
                </c:pt>
                <c:pt idx="625" c:formatCode="yyyy/mm/dd">
                  <c:v>43672</c:v>
                </c:pt>
                <c:pt idx="626" c:formatCode="yyyy/mm/dd">
                  <c:v>43675</c:v>
                </c:pt>
                <c:pt idx="627" c:formatCode="yyyy/mm/dd">
                  <c:v>43676</c:v>
                </c:pt>
                <c:pt idx="628" c:formatCode="yyyy/mm/dd">
                  <c:v>43677</c:v>
                </c:pt>
                <c:pt idx="629" c:formatCode="yyyy/mm/dd">
                  <c:v>43678</c:v>
                </c:pt>
                <c:pt idx="630" c:formatCode="yyyy/mm/dd">
                  <c:v>43679</c:v>
                </c:pt>
                <c:pt idx="631" c:formatCode="yyyy/mm/dd">
                  <c:v>43682</c:v>
                </c:pt>
                <c:pt idx="632" c:formatCode="yyyy/mm/dd">
                  <c:v>43683</c:v>
                </c:pt>
                <c:pt idx="633" c:formatCode="yyyy/mm/dd">
                  <c:v>43684</c:v>
                </c:pt>
                <c:pt idx="634" c:formatCode="yyyy/mm/dd">
                  <c:v>43685</c:v>
                </c:pt>
                <c:pt idx="635" c:formatCode="yyyy/mm/dd">
                  <c:v>43686</c:v>
                </c:pt>
                <c:pt idx="636" c:formatCode="yyyy/mm/dd">
                  <c:v>43689</c:v>
                </c:pt>
                <c:pt idx="637" c:formatCode="yyyy/mm/dd">
                  <c:v>43690</c:v>
                </c:pt>
                <c:pt idx="638" c:formatCode="yyyy/mm/dd">
                  <c:v>43691</c:v>
                </c:pt>
                <c:pt idx="639" c:formatCode="yyyy/mm/dd">
                  <c:v>43692</c:v>
                </c:pt>
                <c:pt idx="640" c:formatCode="yyyy/mm/dd">
                  <c:v>43693</c:v>
                </c:pt>
                <c:pt idx="641" c:formatCode="yyyy/mm/dd">
                  <c:v>43696</c:v>
                </c:pt>
                <c:pt idx="642" c:formatCode="yyyy/mm/dd">
                  <c:v>43697</c:v>
                </c:pt>
                <c:pt idx="643" c:formatCode="yyyy/mm/dd">
                  <c:v>43698</c:v>
                </c:pt>
                <c:pt idx="644" c:formatCode="yyyy/mm/dd">
                  <c:v>43699</c:v>
                </c:pt>
                <c:pt idx="645" c:formatCode="yyyy/mm/dd">
                  <c:v>43700</c:v>
                </c:pt>
                <c:pt idx="646" c:formatCode="yyyy/mm/dd">
                  <c:v>43703</c:v>
                </c:pt>
                <c:pt idx="647" c:formatCode="yyyy/mm/dd">
                  <c:v>43704</c:v>
                </c:pt>
                <c:pt idx="648" c:formatCode="yyyy/mm/dd">
                  <c:v>43705</c:v>
                </c:pt>
                <c:pt idx="649" c:formatCode="yyyy/mm/dd">
                  <c:v>43706</c:v>
                </c:pt>
                <c:pt idx="650" c:formatCode="yyyy/mm/dd">
                  <c:v>43707</c:v>
                </c:pt>
                <c:pt idx="651" c:formatCode="yyyy/mm/dd">
                  <c:v>43710</c:v>
                </c:pt>
                <c:pt idx="652" c:formatCode="yyyy/mm/dd">
                  <c:v>43711</c:v>
                </c:pt>
                <c:pt idx="653" c:formatCode="yyyy/mm/dd">
                  <c:v>43712</c:v>
                </c:pt>
                <c:pt idx="654" c:formatCode="yyyy/mm/dd">
                  <c:v>43713</c:v>
                </c:pt>
                <c:pt idx="655" c:formatCode="yyyy/mm/dd">
                  <c:v>43714</c:v>
                </c:pt>
                <c:pt idx="656" c:formatCode="yyyy/mm/dd">
                  <c:v>43717</c:v>
                </c:pt>
                <c:pt idx="657" c:formatCode="yyyy/mm/dd">
                  <c:v>43718</c:v>
                </c:pt>
                <c:pt idx="658" c:formatCode="yyyy/mm/dd">
                  <c:v>43719</c:v>
                </c:pt>
                <c:pt idx="659" c:formatCode="yyyy/mm/dd">
                  <c:v>43720</c:v>
                </c:pt>
                <c:pt idx="660" c:formatCode="yyyy/mm/dd">
                  <c:v>43724</c:v>
                </c:pt>
                <c:pt idx="661" c:formatCode="yyyy/mm/dd">
                  <c:v>43725</c:v>
                </c:pt>
                <c:pt idx="662" c:formatCode="yyyy/mm/dd">
                  <c:v>43726</c:v>
                </c:pt>
                <c:pt idx="663" c:formatCode="yyyy/mm/dd">
                  <c:v>43727</c:v>
                </c:pt>
                <c:pt idx="664" c:formatCode="yyyy/mm/dd">
                  <c:v>43728</c:v>
                </c:pt>
                <c:pt idx="665" c:formatCode="yyyy/mm/dd">
                  <c:v>43731</c:v>
                </c:pt>
                <c:pt idx="666" c:formatCode="yyyy/mm/dd">
                  <c:v>43732</c:v>
                </c:pt>
                <c:pt idx="667" c:formatCode="yyyy/mm/dd">
                  <c:v>43733</c:v>
                </c:pt>
                <c:pt idx="668" c:formatCode="yyyy/mm/dd">
                  <c:v>43734</c:v>
                </c:pt>
                <c:pt idx="669" c:formatCode="yyyy/mm/dd">
                  <c:v>43735</c:v>
                </c:pt>
                <c:pt idx="670" c:formatCode="yyyy/mm/dd">
                  <c:v>43738</c:v>
                </c:pt>
                <c:pt idx="671" c:formatCode="yyyy/mm/dd">
                  <c:v>43746</c:v>
                </c:pt>
                <c:pt idx="672" c:formatCode="yyyy/mm/dd">
                  <c:v>43747</c:v>
                </c:pt>
                <c:pt idx="673" c:formatCode="yyyy/mm/dd">
                  <c:v>43748</c:v>
                </c:pt>
                <c:pt idx="674" c:formatCode="yyyy/mm/dd">
                  <c:v>43749</c:v>
                </c:pt>
                <c:pt idx="675" c:formatCode="yyyy/mm/dd">
                  <c:v>43752</c:v>
                </c:pt>
                <c:pt idx="676" c:formatCode="yyyy/mm/dd">
                  <c:v>43753</c:v>
                </c:pt>
                <c:pt idx="677" c:formatCode="yyyy/mm/dd">
                  <c:v>43754</c:v>
                </c:pt>
                <c:pt idx="678" c:formatCode="yyyy/mm/dd">
                  <c:v>43755</c:v>
                </c:pt>
                <c:pt idx="679" c:formatCode="yyyy/mm/dd">
                  <c:v>43756</c:v>
                </c:pt>
                <c:pt idx="680" c:formatCode="yyyy/mm/dd">
                  <c:v>43759</c:v>
                </c:pt>
                <c:pt idx="681" c:formatCode="yyyy/mm/dd">
                  <c:v>43760</c:v>
                </c:pt>
                <c:pt idx="682" c:formatCode="yyyy/mm/dd">
                  <c:v>43761</c:v>
                </c:pt>
                <c:pt idx="683" c:formatCode="yyyy/mm/dd">
                  <c:v>43762</c:v>
                </c:pt>
                <c:pt idx="684" c:formatCode="yyyy/mm/dd">
                  <c:v>43763</c:v>
                </c:pt>
                <c:pt idx="685" c:formatCode="yyyy/mm/dd">
                  <c:v>43766</c:v>
                </c:pt>
                <c:pt idx="686" c:formatCode="yyyy/mm/dd">
                  <c:v>43767</c:v>
                </c:pt>
                <c:pt idx="687" c:formatCode="yyyy/mm/dd">
                  <c:v>43768</c:v>
                </c:pt>
                <c:pt idx="688" c:formatCode="yyyy/mm/dd">
                  <c:v>43769</c:v>
                </c:pt>
                <c:pt idx="689" c:formatCode="yyyy/mm/dd">
                  <c:v>43770</c:v>
                </c:pt>
                <c:pt idx="690" c:formatCode="yyyy/mm/dd">
                  <c:v>43773</c:v>
                </c:pt>
                <c:pt idx="691" c:formatCode="yyyy/mm/dd">
                  <c:v>43774</c:v>
                </c:pt>
                <c:pt idx="692" c:formatCode="yyyy/mm/dd">
                  <c:v>43775</c:v>
                </c:pt>
                <c:pt idx="693" c:formatCode="yyyy/mm/dd">
                  <c:v>43776</c:v>
                </c:pt>
                <c:pt idx="694" c:formatCode="yyyy/mm/dd">
                  <c:v>43777</c:v>
                </c:pt>
                <c:pt idx="695" c:formatCode="yyyy/mm/dd">
                  <c:v>43780</c:v>
                </c:pt>
                <c:pt idx="696" c:formatCode="yyyy/mm/dd">
                  <c:v>43781</c:v>
                </c:pt>
                <c:pt idx="697" c:formatCode="yyyy/mm/dd">
                  <c:v>43782</c:v>
                </c:pt>
                <c:pt idx="698" c:formatCode="yyyy/mm/dd">
                  <c:v>43783</c:v>
                </c:pt>
                <c:pt idx="699" c:formatCode="yyyy/mm/dd">
                  <c:v>43784</c:v>
                </c:pt>
                <c:pt idx="700" c:formatCode="yyyy/mm/dd">
                  <c:v>43787</c:v>
                </c:pt>
                <c:pt idx="701" c:formatCode="yyyy/mm/dd">
                  <c:v>43788</c:v>
                </c:pt>
                <c:pt idx="702" c:formatCode="yyyy/mm/dd">
                  <c:v>43789</c:v>
                </c:pt>
                <c:pt idx="703" c:formatCode="yyyy/mm/dd">
                  <c:v>43790</c:v>
                </c:pt>
                <c:pt idx="704" c:formatCode="yyyy/mm/dd">
                  <c:v>43791</c:v>
                </c:pt>
                <c:pt idx="705" c:formatCode="yyyy/mm/dd">
                  <c:v>43794</c:v>
                </c:pt>
                <c:pt idx="706" c:formatCode="yyyy/mm/dd">
                  <c:v>43795</c:v>
                </c:pt>
                <c:pt idx="707" c:formatCode="yyyy/mm/dd">
                  <c:v>43796</c:v>
                </c:pt>
                <c:pt idx="708" c:formatCode="yyyy/mm/dd">
                  <c:v>43797</c:v>
                </c:pt>
                <c:pt idx="709" c:formatCode="yyyy/mm/dd">
                  <c:v>43798</c:v>
                </c:pt>
                <c:pt idx="710" c:formatCode="yyyy/mm/dd">
                  <c:v>43801</c:v>
                </c:pt>
                <c:pt idx="711" c:formatCode="yyyy/mm/dd">
                  <c:v>43802</c:v>
                </c:pt>
                <c:pt idx="712" c:formatCode="yyyy/mm/dd">
                  <c:v>43803</c:v>
                </c:pt>
                <c:pt idx="713" c:formatCode="yyyy/mm/dd">
                  <c:v>43804</c:v>
                </c:pt>
                <c:pt idx="714" c:formatCode="yyyy/mm/dd">
                  <c:v>43805</c:v>
                </c:pt>
                <c:pt idx="715" c:formatCode="yyyy/mm/dd">
                  <c:v>43808</c:v>
                </c:pt>
                <c:pt idx="716" c:formatCode="yyyy/mm/dd">
                  <c:v>43809</c:v>
                </c:pt>
                <c:pt idx="717" c:formatCode="yyyy/mm/dd">
                  <c:v>43810</c:v>
                </c:pt>
                <c:pt idx="718" c:formatCode="yyyy/mm/dd">
                  <c:v>43811</c:v>
                </c:pt>
                <c:pt idx="719" c:formatCode="yyyy/mm/dd">
                  <c:v>43812</c:v>
                </c:pt>
                <c:pt idx="720" c:formatCode="yyyy/mm/dd">
                  <c:v>43815</c:v>
                </c:pt>
                <c:pt idx="721" c:formatCode="yyyy/mm/dd">
                  <c:v>43816</c:v>
                </c:pt>
                <c:pt idx="722" c:formatCode="yyyy/mm/dd">
                  <c:v>43817</c:v>
                </c:pt>
                <c:pt idx="723" c:formatCode="yyyy/mm/dd">
                  <c:v>43818</c:v>
                </c:pt>
                <c:pt idx="724" c:formatCode="yyyy/mm/dd">
                  <c:v>43819</c:v>
                </c:pt>
                <c:pt idx="725" c:formatCode="yyyy/mm/dd">
                  <c:v>43822</c:v>
                </c:pt>
                <c:pt idx="726" c:formatCode="yyyy/mm/dd">
                  <c:v>43823</c:v>
                </c:pt>
                <c:pt idx="727" c:formatCode="yyyy/mm/dd">
                  <c:v>43824</c:v>
                </c:pt>
                <c:pt idx="728" c:formatCode="yyyy/mm/dd">
                  <c:v>43825</c:v>
                </c:pt>
                <c:pt idx="729" c:formatCode="yyyy/mm/dd">
                  <c:v>43826</c:v>
                </c:pt>
                <c:pt idx="730" c:formatCode="yyyy/mm/dd">
                  <c:v>43829</c:v>
                </c:pt>
                <c:pt idx="731" c:formatCode="yyyy/mm/dd">
                  <c:v>43830</c:v>
                </c:pt>
                <c:pt idx="732" c:formatCode="yyyy/mm/dd">
                  <c:v>43832</c:v>
                </c:pt>
                <c:pt idx="733" c:formatCode="yyyy/mm/dd">
                  <c:v>43833</c:v>
                </c:pt>
                <c:pt idx="734" c:formatCode="yyyy/mm/dd">
                  <c:v>43836</c:v>
                </c:pt>
                <c:pt idx="735" c:formatCode="yyyy/mm/dd">
                  <c:v>43837</c:v>
                </c:pt>
                <c:pt idx="736" c:formatCode="yyyy/mm/dd">
                  <c:v>43838</c:v>
                </c:pt>
                <c:pt idx="737" c:formatCode="yyyy/mm/dd">
                  <c:v>43839</c:v>
                </c:pt>
                <c:pt idx="738" c:formatCode="yyyy/mm/dd">
                  <c:v>43840</c:v>
                </c:pt>
                <c:pt idx="739" c:formatCode="yyyy/mm/dd">
                  <c:v>43843</c:v>
                </c:pt>
                <c:pt idx="740" c:formatCode="yyyy/mm/dd">
                  <c:v>43844</c:v>
                </c:pt>
                <c:pt idx="741" c:formatCode="yyyy/mm/dd">
                  <c:v>43845</c:v>
                </c:pt>
                <c:pt idx="742" c:formatCode="yyyy/mm/dd">
                  <c:v>43846</c:v>
                </c:pt>
                <c:pt idx="743" c:formatCode="yyyy/mm/dd">
                  <c:v>43847</c:v>
                </c:pt>
                <c:pt idx="744" c:formatCode="yyyy/mm/dd">
                  <c:v>43850</c:v>
                </c:pt>
                <c:pt idx="745" c:formatCode="yyyy/mm/dd">
                  <c:v>43851</c:v>
                </c:pt>
                <c:pt idx="746" c:formatCode="yyyy/mm/dd">
                  <c:v>43852</c:v>
                </c:pt>
                <c:pt idx="747" c:formatCode="yyyy/mm/dd">
                  <c:v>43853</c:v>
                </c:pt>
                <c:pt idx="748" c:formatCode="yyyy/mm/dd">
                  <c:v>43864</c:v>
                </c:pt>
                <c:pt idx="749" c:formatCode="yyyy/mm/dd">
                  <c:v>43865</c:v>
                </c:pt>
                <c:pt idx="750" c:formatCode="yyyy/mm/dd">
                  <c:v>43866</c:v>
                </c:pt>
                <c:pt idx="751" c:formatCode="yyyy/mm/dd">
                  <c:v>43867</c:v>
                </c:pt>
                <c:pt idx="752" c:formatCode="yyyy/mm/dd">
                  <c:v>43868</c:v>
                </c:pt>
                <c:pt idx="753" c:formatCode="yyyy/mm/dd">
                  <c:v>43871</c:v>
                </c:pt>
                <c:pt idx="754" c:formatCode="yyyy/mm/dd">
                  <c:v>43872</c:v>
                </c:pt>
                <c:pt idx="755" c:formatCode="yyyy/mm/dd">
                  <c:v>43873</c:v>
                </c:pt>
                <c:pt idx="756" c:formatCode="yyyy/mm/dd">
                  <c:v>43874</c:v>
                </c:pt>
                <c:pt idx="757" c:formatCode="yyyy/mm/dd">
                  <c:v>43875</c:v>
                </c:pt>
                <c:pt idx="758" c:formatCode="yyyy/mm/dd">
                  <c:v>43878</c:v>
                </c:pt>
                <c:pt idx="759" c:formatCode="yyyy/mm/dd">
                  <c:v>43879</c:v>
                </c:pt>
                <c:pt idx="760" c:formatCode="yyyy/mm/dd">
                  <c:v>43880</c:v>
                </c:pt>
                <c:pt idx="761" c:formatCode="yyyy/mm/dd">
                  <c:v>43881</c:v>
                </c:pt>
                <c:pt idx="762" c:formatCode="yyyy/mm/dd">
                  <c:v>43882</c:v>
                </c:pt>
                <c:pt idx="763" c:formatCode="yyyy/mm/dd">
                  <c:v>43885</c:v>
                </c:pt>
                <c:pt idx="764" c:formatCode="yyyy/mm/dd">
                  <c:v>43886</c:v>
                </c:pt>
                <c:pt idx="765" c:formatCode="yyyy/mm/dd">
                  <c:v>43887</c:v>
                </c:pt>
                <c:pt idx="766" c:formatCode="yyyy/mm/dd">
                  <c:v>43888</c:v>
                </c:pt>
                <c:pt idx="767" c:formatCode="yyyy/mm/dd">
                  <c:v>43889</c:v>
                </c:pt>
                <c:pt idx="768" c:formatCode="yyyy/mm/dd">
                  <c:v>43892</c:v>
                </c:pt>
                <c:pt idx="769" c:formatCode="yyyy/mm/dd">
                  <c:v>43893</c:v>
                </c:pt>
                <c:pt idx="770" c:formatCode="yyyy/mm/dd">
                  <c:v>43894</c:v>
                </c:pt>
                <c:pt idx="771" c:formatCode="yyyy/mm/dd">
                  <c:v>43895</c:v>
                </c:pt>
                <c:pt idx="772" c:formatCode="yyyy/mm/dd">
                  <c:v>43896</c:v>
                </c:pt>
                <c:pt idx="773" c:formatCode="yyyy/mm/dd">
                  <c:v>43899</c:v>
                </c:pt>
                <c:pt idx="774" c:formatCode="yyyy/mm/dd">
                  <c:v>43900</c:v>
                </c:pt>
                <c:pt idx="775" c:formatCode="yyyy/mm/dd">
                  <c:v>43901</c:v>
                </c:pt>
                <c:pt idx="776" c:formatCode="yyyy/mm/dd">
                  <c:v>43902</c:v>
                </c:pt>
                <c:pt idx="777" c:formatCode="yyyy/mm/dd">
                  <c:v>43903</c:v>
                </c:pt>
                <c:pt idx="778" c:formatCode="yyyy/mm/dd">
                  <c:v>43906</c:v>
                </c:pt>
                <c:pt idx="779" c:formatCode="yyyy/mm/dd">
                  <c:v>43907</c:v>
                </c:pt>
                <c:pt idx="780" c:formatCode="yyyy/mm/dd">
                  <c:v>43908</c:v>
                </c:pt>
                <c:pt idx="781" c:formatCode="yyyy/mm/dd">
                  <c:v>43909</c:v>
                </c:pt>
                <c:pt idx="782" c:formatCode="yyyy/mm/dd">
                  <c:v>43910</c:v>
                </c:pt>
                <c:pt idx="783" c:formatCode="yyyy/mm/dd">
                  <c:v>43913</c:v>
                </c:pt>
                <c:pt idx="784" c:formatCode="yyyy/mm/dd">
                  <c:v>43914</c:v>
                </c:pt>
                <c:pt idx="785" c:formatCode="yyyy/mm/dd">
                  <c:v>43915</c:v>
                </c:pt>
                <c:pt idx="786" c:formatCode="yyyy/mm/dd">
                  <c:v>43916</c:v>
                </c:pt>
                <c:pt idx="787" c:formatCode="yyyy/mm/dd">
                  <c:v>43917</c:v>
                </c:pt>
                <c:pt idx="788" c:formatCode="yyyy/mm/dd">
                  <c:v>43920</c:v>
                </c:pt>
                <c:pt idx="789" c:formatCode="yyyy/mm/dd">
                  <c:v>43921</c:v>
                </c:pt>
                <c:pt idx="790" c:formatCode="yyyy/mm/dd">
                  <c:v>43922</c:v>
                </c:pt>
                <c:pt idx="791" c:formatCode="yyyy/mm/dd">
                  <c:v>43923</c:v>
                </c:pt>
                <c:pt idx="792" c:formatCode="yyyy/mm/dd">
                  <c:v>43924</c:v>
                </c:pt>
                <c:pt idx="793" c:formatCode="yyyy/mm/dd">
                  <c:v>43928</c:v>
                </c:pt>
                <c:pt idx="794" c:formatCode="yyyy/mm/dd">
                  <c:v>43929</c:v>
                </c:pt>
                <c:pt idx="795" c:formatCode="yyyy/mm/dd">
                  <c:v>43930</c:v>
                </c:pt>
                <c:pt idx="796" c:formatCode="yyyy/mm/dd">
                  <c:v>43931</c:v>
                </c:pt>
                <c:pt idx="797" c:formatCode="yyyy/mm/dd">
                  <c:v>43934</c:v>
                </c:pt>
                <c:pt idx="798" c:formatCode="yyyy/mm/dd">
                  <c:v>43935</c:v>
                </c:pt>
                <c:pt idx="799" c:formatCode="yyyy/mm/dd">
                  <c:v>43936</c:v>
                </c:pt>
                <c:pt idx="800" c:formatCode="yyyy/mm/dd">
                  <c:v>43937</c:v>
                </c:pt>
                <c:pt idx="801" c:formatCode="yyyy/mm/dd">
                  <c:v>43938</c:v>
                </c:pt>
                <c:pt idx="802" c:formatCode="yyyy/mm/dd">
                  <c:v>43941</c:v>
                </c:pt>
                <c:pt idx="803" c:formatCode="yyyy/mm/dd">
                  <c:v>43942</c:v>
                </c:pt>
                <c:pt idx="804" c:formatCode="yyyy/mm/dd">
                  <c:v>43943</c:v>
                </c:pt>
                <c:pt idx="805" c:formatCode="yyyy/mm/dd">
                  <c:v>43944</c:v>
                </c:pt>
                <c:pt idx="806" c:formatCode="yyyy/mm/dd">
                  <c:v>43945</c:v>
                </c:pt>
                <c:pt idx="807" c:formatCode="yyyy/mm/dd">
                  <c:v>43948</c:v>
                </c:pt>
                <c:pt idx="808" c:formatCode="yyyy/mm/dd">
                  <c:v>43949</c:v>
                </c:pt>
                <c:pt idx="809" c:formatCode="yyyy/mm/dd">
                  <c:v>43950</c:v>
                </c:pt>
                <c:pt idx="810" c:formatCode="yyyy/mm/dd">
                  <c:v>43951</c:v>
                </c:pt>
                <c:pt idx="811" c:formatCode="yyyy/mm/dd">
                  <c:v>43957</c:v>
                </c:pt>
                <c:pt idx="812" c:formatCode="yyyy/mm/dd">
                  <c:v>43958</c:v>
                </c:pt>
                <c:pt idx="813" c:formatCode="yyyy/mm/dd">
                  <c:v>43959</c:v>
                </c:pt>
                <c:pt idx="814" c:formatCode="yyyy/mm/dd">
                  <c:v>43962</c:v>
                </c:pt>
                <c:pt idx="815" c:formatCode="yyyy/mm/dd">
                  <c:v>43963</c:v>
                </c:pt>
                <c:pt idx="816" c:formatCode="yyyy/mm/dd">
                  <c:v>43964</c:v>
                </c:pt>
                <c:pt idx="817" c:formatCode="yyyy/mm/dd">
                  <c:v>43965</c:v>
                </c:pt>
                <c:pt idx="818" c:formatCode="yyyy/mm/dd">
                  <c:v>43966</c:v>
                </c:pt>
                <c:pt idx="819" c:formatCode="yyyy/mm/dd">
                  <c:v>43969</c:v>
                </c:pt>
                <c:pt idx="820" c:formatCode="yyyy/mm/dd">
                  <c:v>43970</c:v>
                </c:pt>
                <c:pt idx="821" c:formatCode="yyyy/mm/dd">
                  <c:v>43971</c:v>
                </c:pt>
                <c:pt idx="822" c:formatCode="yyyy/mm/dd">
                  <c:v>43972</c:v>
                </c:pt>
                <c:pt idx="823" c:formatCode="yyyy/mm/dd">
                  <c:v>43973</c:v>
                </c:pt>
                <c:pt idx="824" c:formatCode="yyyy/mm/dd">
                  <c:v>43976</c:v>
                </c:pt>
                <c:pt idx="825" c:formatCode="yyyy/mm/dd">
                  <c:v>43977</c:v>
                </c:pt>
                <c:pt idx="826" c:formatCode="yyyy/mm/dd">
                  <c:v>43978</c:v>
                </c:pt>
                <c:pt idx="827" c:formatCode="yyyy/mm/dd">
                  <c:v>43979</c:v>
                </c:pt>
                <c:pt idx="828" c:formatCode="yyyy/mm/dd">
                  <c:v>43980</c:v>
                </c:pt>
                <c:pt idx="829" c:formatCode="yyyy/mm/dd">
                  <c:v>43983</c:v>
                </c:pt>
                <c:pt idx="830" c:formatCode="yyyy/mm/dd">
                  <c:v>43984</c:v>
                </c:pt>
                <c:pt idx="831" c:formatCode="yyyy/mm/dd">
                  <c:v>43985</c:v>
                </c:pt>
                <c:pt idx="832" c:formatCode="yyyy/mm/dd">
                  <c:v>43986</c:v>
                </c:pt>
                <c:pt idx="833" c:formatCode="yyyy/mm/dd">
                  <c:v>43987</c:v>
                </c:pt>
                <c:pt idx="834" c:formatCode="yyyy/mm/dd">
                  <c:v>43990</c:v>
                </c:pt>
                <c:pt idx="835" c:formatCode="yyyy/mm/dd">
                  <c:v>43991</c:v>
                </c:pt>
                <c:pt idx="836" c:formatCode="yyyy/mm/dd">
                  <c:v>43992</c:v>
                </c:pt>
                <c:pt idx="837" c:formatCode="yyyy/mm/dd">
                  <c:v>43993</c:v>
                </c:pt>
                <c:pt idx="838" c:formatCode="yyyy/mm/dd">
                  <c:v>43994</c:v>
                </c:pt>
                <c:pt idx="839" c:formatCode="yyyy/mm/dd">
                  <c:v>43997</c:v>
                </c:pt>
                <c:pt idx="840" c:formatCode="yyyy/mm/dd">
                  <c:v>43998</c:v>
                </c:pt>
                <c:pt idx="841" c:formatCode="yyyy/mm/dd">
                  <c:v>43999</c:v>
                </c:pt>
                <c:pt idx="842" c:formatCode="yyyy/mm/dd">
                  <c:v>44000</c:v>
                </c:pt>
                <c:pt idx="843" c:formatCode="yyyy/mm/dd">
                  <c:v>44001</c:v>
                </c:pt>
                <c:pt idx="844" c:formatCode="yyyy/mm/dd">
                  <c:v>44004</c:v>
                </c:pt>
                <c:pt idx="845" c:formatCode="yyyy/mm/dd">
                  <c:v>44005</c:v>
                </c:pt>
                <c:pt idx="846" c:formatCode="yyyy/mm/dd">
                  <c:v>44006</c:v>
                </c:pt>
                <c:pt idx="847" c:formatCode="yyyy/mm/dd">
                  <c:v>44011</c:v>
                </c:pt>
                <c:pt idx="848" c:formatCode="yyyy/mm/dd">
                  <c:v>44012</c:v>
                </c:pt>
                <c:pt idx="849" c:formatCode="yyyy/mm/dd">
                  <c:v>44013</c:v>
                </c:pt>
                <c:pt idx="850" c:formatCode="yyyy/mm/dd">
                  <c:v>44014</c:v>
                </c:pt>
                <c:pt idx="851" c:formatCode="yyyy/mm/dd">
                  <c:v>44015</c:v>
                </c:pt>
                <c:pt idx="852" c:formatCode="yyyy/mm/dd">
                  <c:v>44018</c:v>
                </c:pt>
                <c:pt idx="853" c:formatCode="yyyy/mm/dd">
                  <c:v>44019</c:v>
                </c:pt>
                <c:pt idx="854" c:formatCode="yyyy/mm/dd">
                  <c:v>44020</c:v>
                </c:pt>
                <c:pt idx="855" c:formatCode="yyyy/mm/dd">
                  <c:v>44021</c:v>
                </c:pt>
                <c:pt idx="856" c:formatCode="yyyy/mm/dd">
                  <c:v>44022</c:v>
                </c:pt>
                <c:pt idx="857" c:formatCode="yyyy/mm/dd">
                  <c:v>44025</c:v>
                </c:pt>
                <c:pt idx="858" c:formatCode="yyyy/mm/dd">
                  <c:v>44026</c:v>
                </c:pt>
                <c:pt idx="859" c:formatCode="yyyy/mm/dd">
                  <c:v>44027</c:v>
                </c:pt>
                <c:pt idx="860" c:formatCode="yyyy/mm/dd">
                  <c:v>44028</c:v>
                </c:pt>
                <c:pt idx="861" c:formatCode="yyyy/mm/dd">
                  <c:v>44029</c:v>
                </c:pt>
                <c:pt idx="862" c:formatCode="yyyy/mm/dd">
                  <c:v>44032</c:v>
                </c:pt>
                <c:pt idx="863" c:formatCode="yyyy/mm/dd">
                  <c:v>44033</c:v>
                </c:pt>
                <c:pt idx="864" c:formatCode="yyyy/mm/dd">
                  <c:v>44034</c:v>
                </c:pt>
                <c:pt idx="865" c:formatCode="yyyy/mm/dd">
                  <c:v>44035</c:v>
                </c:pt>
                <c:pt idx="866" c:formatCode="yyyy/mm/dd">
                  <c:v>44036</c:v>
                </c:pt>
                <c:pt idx="867" c:formatCode="yyyy/mm/dd">
                  <c:v>44039</c:v>
                </c:pt>
                <c:pt idx="868" c:formatCode="yyyy/mm/dd">
                  <c:v>44040</c:v>
                </c:pt>
                <c:pt idx="869" c:formatCode="yyyy/mm/dd">
                  <c:v>44041</c:v>
                </c:pt>
                <c:pt idx="870" c:formatCode="yyyy/mm/dd">
                  <c:v>44042</c:v>
                </c:pt>
                <c:pt idx="871" c:formatCode="yyyy/mm/dd">
                  <c:v>44043</c:v>
                </c:pt>
                <c:pt idx="872" c:formatCode="yyyy/mm/dd">
                  <c:v>44046</c:v>
                </c:pt>
                <c:pt idx="873" c:formatCode="yyyy/mm/dd">
                  <c:v>44047</c:v>
                </c:pt>
                <c:pt idx="874" c:formatCode="yyyy/mm/dd">
                  <c:v>44048</c:v>
                </c:pt>
                <c:pt idx="875" c:formatCode="yyyy/mm/dd">
                  <c:v>44049</c:v>
                </c:pt>
                <c:pt idx="876" c:formatCode="yyyy/mm/dd">
                  <c:v>44050</c:v>
                </c:pt>
                <c:pt idx="877" c:formatCode="yyyy/mm/dd">
                  <c:v>44053</c:v>
                </c:pt>
                <c:pt idx="878" c:formatCode="yyyy/mm/dd">
                  <c:v>44054</c:v>
                </c:pt>
                <c:pt idx="879" c:formatCode="yyyy/mm/dd">
                  <c:v>44055</c:v>
                </c:pt>
                <c:pt idx="880" c:formatCode="yyyy/mm/dd">
                  <c:v>44056</c:v>
                </c:pt>
                <c:pt idx="881" c:formatCode="yyyy/mm/dd">
                  <c:v>44057</c:v>
                </c:pt>
                <c:pt idx="882" c:formatCode="yyyy/mm/dd">
                  <c:v>44060</c:v>
                </c:pt>
                <c:pt idx="883" c:formatCode="yyyy/mm/dd">
                  <c:v>44061</c:v>
                </c:pt>
                <c:pt idx="884" c:formatCode="yyyy/mm/dd">
                  <c:v>44062</c:v>
                </c:pt>
                <c:pt idx="885" c:formatCode="yyyy/mm/dd">
                  <c:v>44063</c:v>
                </c:pt>
                <c:pt idx="886" c:formatCode="yyyy/mm/dd">
                  <c:v>44064</c:v>
                </c:pt>
                <c:pt idx="887" c:formatCode="yyyy/mm/dd">
                  <c:v>44067</c:v>
                </c:pt>
                <c:pt idx="888" c:formatCode="yyyy/mm/dd">
                  <c:v>44068</c:v>
                </c:pt>
                <c:pt idx="889" c:formatCode="yyyy/mm/dd">
                  <c:v>44069</c:v>
                </c:pt>
                <c:pt idx="890" c:formatCode="yyyy/mm/dd">
                  <c:v>44070</c:v>
                </c:pt>
                <c:pt idx="891" c:formatCode="yyyy/mm/dd">
                  <c:v>44071</c:v>
                </c:pt>
                <c:pt idx="892" c:formatCode="yyyy/mm/dd">
                  <c:v>44074</c:v>
                </c:pt>
                <c:pt idx="893" c:formatCode="yyyy/mm/dd">
                  <c:v>44075</c:v>
                </c:pt>
                <c:pt idx="894" c:formatCode="yyyy/mm/dd">
                  <c:v>44076</c:v>
                </c:pt>
                <c:pt idx="895" c:formatCode="yyyy/mm/dd">
                  <c:v>44077</c:v>
                </c:pt>
                <c:pt idx="896" c:formatCode="yyyy/mm/dd">
                  <c:v>44078</c:v>
                </c:pt>
                <c:pt idx="897" c:formatCode="yyyy/mm/dd">
                  <c:v>44081</c:v>
                </c:pt>
                <c:pt idx="898" c:formatCode="yyyy/mm/dd">
                  <c:v>44082</c:v>
                </c:pt>
                <c:pt idx="899" c:formatCode="yyyy/mm/dd">
                  <c:v>44083</c:v>
                </c:pt>
                <c:pt idx="900" c:formatCode="yyyy/mm/dd">
                  <c:v>44084</c:v>
                </c:pt>
                <c:pt idx="901" c:formatCode="yyyy/mm/dd">
                  <c:v>44085</c:v>
                </c:pt>
                <c:pt idx="902" c:formatCode="yyyy/mm/dd">
                  <c:v>44088</c:v>
                </c:pt>
                <c:pt idx="903" c:formatCode="yyyy/mm/dd">
                  <c:v>44089</c:v>
                </c:pt>
                <c:pt idx="904" c:formatCode="yyyy/mm/dd">
                  <c:v>44090</c:v>
                </c:pt>
                <c:pt idx="905" c:formatCode="yyyy/mm/dd">
                  <c:v>44091</c:v>
                </c:pt>
                <c:pt idx="906" c:formatCode="yyyy/mm/dd">
                  <c:v>44092</c:v>
                </c:pt>
                <c:pt idx="907" c:formatCode="yyyy/mm/dd">
                  <c:v>44095</c:v>
                </c:pt>
                <c:pt idx="908" c:formatCode="yyyy/mm/dd">
                  <c:v>44096</c:v>
                </c:pt>
                <c:pt idx="909" c:formatCode="yyyy/mm/dd">
                  <c:v>44097</c:v>
                </c:pt>
                <c:pt idx="910" c:formatCode="yyyy/mm/dd">
                  <c:v>44098</c:v>
                </c:pt>
                <c:pt idx="911" c:formatCode="yyyy/mm/dd">
                  <c:v>44099</c:v>
                </c:pt>
                <c:pt idx="912" c:formatCode="yyyy/mm/dd">
                  <c:v>44102</c:v>
                </c:pt>
                <c:pt idx="913" c:formatCode="yyyy/mm/dd">
                  <c:v>44103</c:v>
                </c:pt>
                <c:pt idx="914" c:formatCode="yyyy/mm/dd">
                  <c:v>44104</c:v>
                </c:pt>
                <c:pt idx="915" c:formatCode="yyyy/mm/dd">
                  <c:v>44113</c:v>
                </c:pt>
                <c:pt idx="916" c:formatCode="yyyy/mm/dd">
                  <c:v>44116</c:v>
                </c:pt>
                <c:pt idx="917" c:formatCode="yyyy/mm/dd">
                  <c:v>44117</c:v>
                </c:pt>
                <c:pt idx="918" c:formatCode="yyyy/mm/dd">
                  <c:v>44118</c:v>
                </c:pt>
                <c:pt idx="919" c:formatCode="yyyy/mm/dd">
                  <c:v>44119</c:v>
                </c:pt>
                <c:pt idx="920" c:formatCode="yyyy/mm/dd">
                  <c:v>44120</c:v>
                </c:pt>
                <c:pt idx="921" c:formatCode="yyyy/mm/dd">
                  <c:v>44123</c:v>
                </c:pt>
                <c:pt idx="922" c:formatCode="yyyy/mm/dd">
                  <c:v>44124</c:v>
                </c:pt>
                <c:pt idx="923" c:formatCode="yyyy/mm/dd">
                  <c:v>44125</c:v>
                </c:pt>
                <c:pt idx="924" c:formatCode="yyyy/mm/dd">
                  <c:v>44126</c:v>
                </c:pt>
                <c:pt idx="925" c:formatCode="yyyy/mm/dd">
                  <c:v>44127</c:v>
                </c:pt>
                <c:pt idx="926" c:formatCode="yyyy/mm/dd">
                  <c:v>44130</c:v>
                </c:pt>
                <c:pt idx="927" c:formatCode="yyyy/mm/dd">
                  <c:v>44131</c:v>
                </c:pt>
                <c:pt idx="928" c:formatCode="yyyy/mm/dd">
                  <c:v>44132</c:v>
                </c:pt>
                <c:pt idx="929" c:formatCode="yyyy/mm/dd">
                  <c:v>44133</c:v>
                </c:pt>
                <c:pt idx="930" c:formatCode="yyyy/mm/dd">
                  <c:v>44134</c:v>
                </c:pt>
                <c:pt idx="931" c:formatCode="yyyy/mm/dd">
                  <c:v>44137</c:v>
                </c:pt>
                <c:pt idx="932" c:formatCode="yyyy/mm/dd">
                  <c:v>44138</c:v>
                </c:pt>
                <c:pt idx="933" c:formatCode="yyyy/mm/dd">
                  <c:v>44139</c:v>
                </c:pt>
                <c:pt idx="934" c:formatCode="yyyy/mm/dd">
                  <c:v>44140</c:v>
                </c:pt>
                <c:pt idx="935" c:formatCode="yyyy/mm/dd">
                  <c:v>44141</c:v>
                </c:pt>
                <c:pt idx="936" c:formatCode="yyyy/mm/dd">
                  <c:v>44144</c:v>
                </c:pt>
                <c:pt idx="937" c:formatCode="yyyy/mm/dd">
                  <c:v>44145</c:v>
                </c:pt>
                <c:pt idx="938" c:formatCode="yyyy/mm/dd">
                  <c:v>44146</c:v>
                </c:pt>
                <c:pt idx="939" c:formatCode="yyyy/mm/dd">
                  <c:v>44147</c:v>
                </c:pt>
                <c:pt idx="940" c:formatCode="yyyy/mm/dd">
                  <c:v>44148</c:v>
                </c:pt>
                <c:pt idx="941" c:formatCode="yyyy/mm/dd">
                  <c:v>44151</c:v>
                </c:pt>
                <c:pt idx="942" c:formatCode="yyyy/mm/dd">
                  <c:v>44152</c:v>
                </c:pt>
                <c:pt idx="943" c:formatCode="yyyy/mm/dd">
                  <c:v>44153</c:v>
                </c:pt>
                <c:pt idx="944" c:formatCode="yyyy/mm/dd">
                  <c:v>44154</c:v>
                </c:pt>
                <c:pt idx="945" c:formatCode="yyyy/mm/dd">
                  <c:v>44155</c:v>
                </c:pt>
                <c:pt idx="946" c:formatCode="yyyy/mm/dd">
                  <c:v>44158</c:v>
                </c:pt>
                <c:pt idx="947" c:formatCode="yyyy/mm/dd">
                  <c:v>44159</c:v>
                </c:pt>
                <c:pt idx="948" c:formatCode="yyyy/mm/dd">
                  <c:v>44160</c:v>
                </c:pt>
                <c:pt idx="949" c:formatCode="yyyy/mm/dd">
                  <c:v>44161</c:v>
                </c:pt>
                <c:pt idx="950" c:formatCode="yyyy/mm/dd">
                  <c:v>44162</c:v>
                </c:pt>
                <c:pt idx="951" c:formatCode="yyyy/mm/dd">
                  <c:v>44165</c:v>
                </c:pt>
                <c:pt idx="952" c:formatCode="yyyy/mm/dd">
                  <c:v>44166</c:v>
                </c:pt>
                <c:pt idx="953" c:formatCode="yyyy/mm/dd">
                  <c:v>44167</c:v>
                </c:pt>
                <c:pt idx="954" c:formatCode="yyyy/mm/dd">
                  <c:v>44168</c:v>
                </c:pt>
                <c:pt idx="955" c:formatCode="yyyy/mm/dd">
                  <c:v>44169</c:v>
                </c:pt>
                <c:pt idx="956" c:formatCode="yyyy/mm/dd">
                  <c:v>44172</c:v>
                </c:pt>
                <c:pt idx="957" c:formatCode="yyyy/mm/dd">
                  <c:v>44173</c:v>
                </c:pt>
                <c:pt idx="958" c:formatCode="yyyy/mm/dd">
                  <c:v>44174</c:v>
                </c:pt>
                <c:pt idx="959" c:formatCode="yyyy/mm/dd">
                  <c:v>44175</c:v>
                </c:pt>
                <c:pt idx="960" c:formatCode="yyyy/mm/dd">
                  <c:v>44176</c:v>
                </c:pt>
                <c:pt idx="961" c:formatCode="yyyy/mm/dd">
                  <c:v>44179</c:v>
                </c:pt>
                <c:pt idx="962" c:formatCode="yyyy/mm/dd">
                  <c:v>44180</c:v>
                </c:pt>
                <c:pt idx="963" c:formatCode="yyyy/mm/dd">
                  <c:v>44181</c:v>
                </c:pt>
                <c:pt idx="964" c:formatCode="yyyy/mm/dd">
                  <c:v>44182</c:v>
                </c:pt>
                <c:pt idx="965" c:formatCode="yyyy/mm/dd">
                  <c:v>44183</c:v>
                </c:pt>
                <c:pt idx="966" c:formatCode="yyyy/mm/dd">
                  <c:v>44186</c:v>
                </c:pt>
                <c:pt idx="967" c:formatCode="yyyy/mm/dd">
                  <c:v>44187</c:v>
                </c:pt>
                <c:pt idx="968" c:formatCode="yyyy/mm/dd">
                  <c:v>44188</c:v>
                </c:pt>
                <c:pt idx="969" c:formatCode="yyyy/mm/dd">
                  <c:v>44189</c:v>
                </c:pt>
                <c:pt idx="970" c:formatCode="yyyy/mm/dd">
                  <c:v>44190</c:v>
                </c:pt>
                <c:pt idx="971" c:formatCode="yyyy/mm/dd">
                  <c:v>44193</c:v>
                </c:pt>
                <c:pt idx="972" c:formatCode="yyyy/mm/dd">
                  <c:v>44194</c:v>
                </c:pt>
                <c:pt idx="973" c:formatCode="yyyy/mm/dd">
                  <c:v>44195</c:v>
                </c:pt>
                <c:pt idx="974" c:formatCode="yyyy/mm/dd">
                  <c:v>44196</c:v>
                </c:pt>
                <c:pt idx="975" c:formatCode="yyyy/mm/dd">
                  <c:v>44200</c:v>
                </c:pt>
                <c:pt idx="976" c:formatCode="yyyy/mm/dd">
                  <c:v>44201</c:v>
                </c:pt>
                <c:pt idx="977" c:formatCode="yyyy/mm/dd">
                  <c:v>44202</c:v>
                </c:pt>
                <c:pt idx="978" c:formatCode="yyyy/mm/dd">
                  <c:v>44203</c:v>
                </c:pt>
                <c:pt idx="979" c:formatCode="yyyy/mm/dd">
                  <c:v>44204</c:v>
                </c:pt>
                <c:pt idx="980" c:formatCode="yyyy/mm/dd">
                  <c:v>44207</c:v>
                </c:pt>
                <c:pt idx="981" c:formatCode="yyyy/mm/dd">
                  <c:v>44208</c:v>
                </c:pt>
                <c:pt idx="982" c:formatCode="yyyy/mm/dd">
                  <c:v>44209</c:v>
                </c:pt>
                <c:pt idx="983" c:formatCode="yyyy/mm/dd">
                  <c:v>44210</c:v>
                </c:pt>
                <c:pt idx="984" c:formatCode="yyyy/mm/dd">
                  <c:v>44211</c:v>
                </c:pt>
                <c:pt idx="985" c:formatCode="yyyy/mm/dd">
                  <c:v>44214</c:v>
                </c:pt>
                <c:pt idx="986" c:formatCode="yyyy/mm/dd">
                  <c:v>44215</c:v>
                </c:pt>
                <c:pt idx="987" c:formatCode="yyyy/mm/dd">
                  <c:v>44216</c:v>
                </c:pt>
                <c:pt idx="988" c:formatCode="yyyy/mm/dd">
                  <c:v>44217</c:v>
                </c:pt>
                <c:pt idx="989" c:formatCode="yyyy/mm/dd">
                  <c:v>44218</c:v>
                </c:pt>
                <c:pt idx="990" c:formatCode="yyyy/mm/dd">
                  <c:v>44221</c:v>
                </c:pt>
                <c:pt idx="991" c:formatCode="yyyy/mm/dd">
                  <c:v>44222</c:v>
                </c:pt>
                <c:pt idx="992" c:formatCode="yyyy/mm/dd">
                  <c:v>44223</c:v>
                </c:pt>
                <c:pt idx="993" c:formatCode="yyyy/mm/dd">
                  <c:v>44224</c:v>
                </c:pt>
                <c:pt idx="994" c:formatCode="yyyy/mm/dd">
                  <c:v>44225</c:v>
                </c:pt>
                <c:pt idx="995" c:formatCode="yyyy/mm/dd">
                  <c:v>44228</c:v>
                </c:pt>
                <c:pt idx="996" c:formatCode="yyyy/mm/dd">
                  <c:v>44229</c:v>
                </c:pt>
                <c:pt idx="997" c:formatCode="yyyy/mm/dd">
                  <c:v>44230</c:v>
                </c:pt>
                <c:pt idx="998" c:formatCode="yyyy/mm/dd">
                  <c:v>44231</c:v>
                </c:pt>
                <c:pt idx="999" c:formatCode="yyyy/mm/dd">
                  <c:v>44232</c:v>
                </c:pt>
                <c:pt idx="1000" c:formatCode="yyyy/mm/dd">
                  <c:v>44235</c:v>
                </c:pt>
                <c:pt idx="1001" c:formatCode="yyyy/mm/dd">
                  <c:v>44236</c:v>
                </c:pt>
                <c:pt idx="1002" c:formatCode="yyyy/mm/dd">
                  <c:v>44237</c:v>
                </c:pt>
                <c:pt idx="1003" c:formatCode="yyyy/mm/dd">
                  <c:v>44245</c:v>
                </c:pt>
                <c:pt idx="1004" c:formatCode="yyyy/mm/dd">
                  <c:v>44246</c:v>
                </c:pt>
                <c:pt idx="1005" c:formatCode="yyyy/mm/dd">
                  <c:v>44249</c:v>
                </c:pt>
                <c:pt idx="1006" c:formatCode="yyyy/mm/dd">
                  <c:v>44250</c:v>
                </c:pt>
                <c:pt idx="1007" c:formatCode="yyyy/mm/dd">
                  <c:v>44251</c:v>
                </c:pt>
                <c:pt idx="1008" c:formatCode="yyyy/mm/dd">
                  <c:v>44252</c:v>
                </c:pt>
                <c:pt idx="1009" c:formatCode="yyyy/mm/dd">
                  <c:v>44253</c:v>
                </c:pt>
                <c:pt idx="1010" c:formatCode="yyyy/mm/dd">
                  <c:v>44256</c:v>
                </c:pt>
                <c:pt idx="1011" c:formatCode="yyyy/mm/dd">
                  <c:v>44257</c:v>
                </c:pt>
                <c:pt idx="1012" c:formatCode="yyyy/mm/dd">
                  <c:v>44258</c:v>
                </c:pt>
                <c:pt idx="1013" c:formatCode="yyyy/mm/dd">
                  <c:v>44259</c:v>
                </c:pt>
                <c:pt idx="1014" c:formatCode="yyyy/mm/dd">
                  <c:v>44260</c:v>
                </c:pt>
                <c:pt idx="1015" c:formatCode="yyyy/mm/dd">
                  <c:v>44263</c:v>
                </c:pt>
                <c:pt idx="1016" c:formatCode="yyyy/mm/dd">
                  <c:v>44264</c:v>
                </c:pt>
                <c:pt idx="1017" c:formatCode="yyyy/mm/dd">
                  <c:v>44265</c:v>
                </c:pt>
                <c:pt idx="1018" c:formatCode="yyyy/mm/dd">
                  <c:v>44266</c:v>
                </c:pt>
                <c:pt idx="1019" c:formatCode="yyyy/mm/dd">
                  <c:v>44267</c:v>
                </c:pt>
                <c:pt idx="1020" c:formatCode="yyyy/mm/dd">
                  <c:v>44270</c:v>
                </c:pt>
                <c:pt idx="1021" c:formatCode="yyyy/mm/dd">
                  <c:v>44271</c:v>
                </c:pt>
                <c:pt idx="1022" c:formatCode="yyyy/mm/dd">
                  <c:v>44272</c:v>
                </c:pt>
                <c:pt idx="1023" c:formatCode="yyyy/mm/dd">
                  <c:v>44273</c:v>
                </c:pt>
                <c:pt idx="1024" c:formatCode="yyyy/mm/dd">
                  <c:v>44274</c:v>
                </c:pt>
                <c:pt idx="1025" c:formatCode="yyyy/mm/dd">
                  <c:v>44277</c:v>
                </c:pt>
                <c:pt idx="1026" c:formatCode="yyyy/mm/dd">
                  <c:v>44278</c:v>
                </c:pt>
                <c:pt idx="1027" c:formatCode="yyyy/mm/dd">
                  <c:v>44279</c:v>
                </c:pt>
                <c:pt idx="1028" c:formatCode="yyyy/mm/dd">
                  <c:v>44280</c:v>
                </c:pt>
                <c:pt idx="1029" c:formatCode="yyyy/mm/dd">
                  <c:v>44281</c:v>
                </c:pt>
                <c:pt idx="1030" c:formatCode="yyyy/mm/dd">
                  <c:v>44284</c:v>
                </c:pt>
                <c:pt idx="1031" c:formatCode="yyyy/mm/dd">
                  <c:v>44285</c:v>
                </c:pt>
                <c:pt idx="1032" c:formatCode="yyyy/mm/dd">
                  <c:v>44286</c:v>
                </c:pt>
                <c:pt idx="1033" c:formatCode="yyyy/mm/dd">
                  <c:v>44287</c:v>
                </c:pt>
                <c:pt idx="1034" c:formatCode="yyyy/mm/dd">
                  <c:v>44288</c:v>
                </c:pt>
                <c:pt idx="1035" c:formatCode="yyyy/mm/dd">
                  <c:v>44292</c:v>
                </c:pt>
                <c:pt idx="1036" c:formatCode="yyyy/mm/dd">
                  <c:v>44293</c:v>
                </c:pt>
                <c:pt idx="1037" c:formatCode="yyyy/mm/dd">
                  <c:v>44294</c:v>
                </c:pt>
                <c:pt idx="1038" c:formatCode="yyyy/mm/dd">
                  <c:v>44295</c:v>
                </c:pt>
                <c:pt idx="1039" c:formatCode="yyyy/mm/dd">
                  <c:v>44298</c:v>
                </c:pt>
                <c:pt idx="1040" c:formatCode="yyyy/mm/dd">
                  <c:v>44299</c:v>
                </c:pt>
                <c:pt idx="1041" c:formatCode="yyyy/mm/dd">
                  <c:v>44300</c:v>
                </c:pt>
                <c:pt idx="1042" c:formatCode="yyyy/mm/dd">
                  <c:v>44301</c:v>
                </c:pt>
                <c:pt idx="1043" c:formatCode="yyyy/mm/dd">
                  <c:v>44302</c:v>
                </c:pt>
                <c:pt idx="1044" c:formatCode="yyyy/mm/dd">
                  <c:v>44305</c:v>
                </c:pt>
                <c:pt idx="1045" c:formatCode="yyyy/mm/dd">
                  <c:v>44306</c:v>
                </c:pt>
                <c:pt idx="1046" c:formatCode="yyyy/mm/dd">
                  <c:v>44307</c:v>
                </c:pt>
                <c:pt idx="1047" c:formatCode="yyyy/mm/dd">
                  <c:v>44308</c:v>
                </c:pt>
                <c:pt idx="1048" c:formatCode="yyyy/mm/dd">
                  <c:v>44309</c:v>
                </c:pt>
                <c:pt idx="1049" c:formatCode="yyyy/mm/dd">
                  <c:v>44312</c:v>
                </c:pt>
                <c:pt idx="1050" c:formatCode="yyyy/mm/dd">
                  <c:v>44313</c:v>
                </c:pt>
                <c:pt idx="1051" c:formatCode="yyyy/mm/dd">
                  <c:v>44314</c:v>
                </c:pt>
                <c:pt idx="1052" c:formatCode="yyyy/mm/dd">
                  <c:v>44315</c:v>
                </c:pt>
                <c:pt idx="1053" c:formatCode="yyyy/mm/dd">
                  <c:v>44316</c:v>
                </c:pt>
                <c:pt idx="1054" c:formatCode="yyyy/mm/dd">
                  <c:v>44322</c:v>
                </c:pt>
                <c:pt idx="1055" c:formatCode="yyyy/mm/dd">
                  <c:v>44323</c:v>
                </c:pt>
                <c:pt idx="1056" c:formatCode="yyyy/mm/dd">
                  <c:v>44326</c:v>
                </c:pt>
                <c:pt idx="1057" c:formatCode="yyyy/mm/dd">
                  <c:v>44327</c:v>
                </c:pt>
                <c:pt idx="1058" c:formatCode="yyyy/mm/dd">
                  <c:v>44328</c:v>
                </c:pt>
                <c:pt idx="1059" c:formatCode="yyyy/mm/dd">
                  <c:v>44329</c:v>
                </c:pt>
                <c:pt idx="1060" c:formatCode="yyyy/mm/dd">
                  <c:v>44330</c:v>
                </c:pt>
                <c:pt idx="1061" c:formatCode="yyyy/mm/dd">
                  <c:v>44333</c:v>
                </c:pt>
                <c:pt idx="1062" c:formatCode="yyyy/mm/dd">
                  <c:v>44334</c:v>
                </c:pt>
                <c:pt idx="1063" c:formatCode="yyyy/mm/dd">
                  <c:v>44335</c:v>
                </c:pt>
                <c:pt idx="1064" c:formatCode="yyyy/mm/dd">
                  <c:v>44336</c:v>
                </c:pt>
                <c:pt idx="1065" c:formatCode="yyyy/mm/dd">
                  <c:v>44337</c:v>
                </c:pt>
                <c:pt idx="1066" c:formatCode="yyyy/mm/dd">
                  <c:v>44340</c:v>
                </c:pt>
                <c:pt idx="1067" c:formatCode="yyyy/mm/dd">
                  <c:v>44341</c:v>
                </c:pt>
                <c:pt idx="1068" c:formatCode="yyyy/mm/dd">
                  <c:v>44342</c:v>
                </c:pt>
                <c:pt idx="1069" c:formatCode="yyyy/mm/dd">
                  <c:v>44343</c:v>
                </c:pt>
                <c:pt idx="1070" c:formatCode="yyyy/mm/dd">
                  <c:v>44344</c:v>
                </c:pt>
                <c:pt idx="1071" c:formatCode="yyyy/mm/dd">
                  <c:v>44347</c:v>
                </c:pt>
                <c:pt idx="1072" c:formatCode="yyyy/mm/dd">
                  <c:v>44348</c:v>
                </c:pt>
                <c:pt idx="1073" c:formatCode="yyyy/mm/dd">
                  <c:v>44349</c:v>
                </c:pt>
                <c:pt idx="1074" c:formatCode="yyyy/mm/dd">
                  <c:v>44350</c:v>
                </c:pt>
                <c:pt idx="1075" c:formatCode="yyyy/mm/dd">
                  <c:v>44351</c:v>
                </c:pt>
                <c:pt idx="1076" c:formatCode="yyyy/mm/dd">
                  <c:v>44354</c:v>
                </c:pt>
                <c:pt idx="1077" c:formatCode="yyyy/mm/dd">
                  <c:v>44355</c:v>
                </c:pt>
                <c:pt idx="1078" c:formatCode="yyyy/mm/dd">
                  <c:v>44356</c:v>
                </c:pt>
                <c:pt idx="1079" c:formatCode="yyyy/mm/dd">
                  <c:v>44357</c:v>
                </c:pt>
                <c:pt idx="1080" c:formatCode="yyyy/mm/dd">
                  <c:v>44358</c:v>
                </c:pt>
                <c:pt idx="1081" c:formatCode="yyyy/mm/dd">
                  <c:v>44362</c:v>
                </c:pt>
                <c:pt idx="1082" c:formatCode="yyyy/mm/dd">
                  <c:v>44363</c:v>
                </c:pt>
                <c:pt idx="1083" c:formatCode="yyyy/mm/dd">
                  <c:v>44364</c:v>
                </c:pt>
                <c:pt idx="1084" c:formatCode="yyyy/mm/dd">
                  <c:v>44365</c:v>
                </c:pt>
                <c:pt idx="1085" c:formatCode="yyyy/mm/dd">
                  <c:v>44368</c:v>
                </c:pt>
                <c:pt idx="1086" c:formatCode="yyyy/mm/dd">
                  <c:v>44369</c:v>
                </c:pt>
                <c:pt idx="1087" c:formatCode="yyyy/mm/dd">
                  <c:v>44370</c:v>
                </c:pt>
                <c:pt idx="1088" c:formatCode="yyyy/mm/dd">
                  <c:v>44371</c:v>
                </c:pt>
                <c:pt idx="1089" c:formatCode="yyyy/mm/dd">
                  <c:v>44372</c:v>
                </c:pt>
                <c:pt idx="1090" c:formatCode="yyyy/mm/dd">
                  <c:v>44375</c:v>
                </c:pt>
                <c:pt idx="1091" c:formatCode="yyyy/mm/dd">
                  <c:v>44376</c:v>
                </c:pt>
                <c:pt idx="1092" c:formatCode="yyyy/mm/dd">
                  <c:v>44377</c:v>
                </c:pt>
                <c:pt idx="1093" c:formatCode="yyyy/mm/dd">
                  <c:v>44378</c:v>
                </c:pt>
                <c:pt idx="1094" c:formatCode="yyyy/mm/dd">
                  <c:v>44379</c:v>
                </c:pt>
                <c:pt idx="1095" c:formatCode="yyyy/mm/dd">
                  <c:v>44382</c:v>
                </c:pt>
                <c:pt idx="1096" c:formatCode="yyyy/mm/dd">
                  <c:v>44383</c:v>
                </c:pt>
                <c:pt idx="1097" c:formatCode="yyyy/mm/dd">
                  <c:v>44384</c:v>
                </c:pt>
                <c:pt idx="1098" c:formatCode="yyyy/mm/dd">
                  <c:v>44385</c:v>
                </c:pt>
                <c:pt idx="1099" c:formatCode="yyyy/mm/dd">
                  <c:v>44386</c:v>
                </c:pt>
                <c:pt idx="1100" c:formatCode="yyyy/mm/dd">
                  <c:v>44389</c:v>
                </c:pt>
                <c:pt idx="1101" c:formatCode="yyyy/mm/dd">
                  <c:v>44390</c:v>
                </c:pt>
                <c:pt idx="1102" c:formatCode="yyyy/mm/dd">
                  <c:v>44391</c:v>
                </c:pt>
                <c:pt idx="1103" c:formatCode="yyyy/mm/dd">
                  <c:v>44392</c:v>
                </c:pt>
                <c:pt idx="1104" c:formatCode="yyyy/mm/dd">
                  <c:v>44393</c:v>
                </c:pt>
                <c:pt idx="1105" c:formatCode="yyyy/mm/dd">
                  <c:v>44396</c:v>
                </c:pt>
                <c:pt idx="1106" c:formatCode="yyyy/mm/dd">
                  <c:v>44397</c:v>
                </c:pt>
                <c:pt idx="1107" c:formatCode="yyyy/mm/dd">
                  <c:v>44398</c:v>
                </c:pt>
                <c:pt idx="1108" c:formatCode="yyyy/mm/dd">
                  <c:v>44399</c:v>
                </c:pt>
                <c:pt idx="1109" c:formatCode="yyyy/mm/dd">
                  <c:v>44400</c:v>
                </c:pt>
                <c:pt idx="1110" c:formatCode="yyyy/mm/dd">
                  <c:v>44403</c:v>
                </c:pt>
                <c:pt idx="1111" c:formatCode="yyyy/mm/dd">
                  <c:v>44404</c:v>
                </c:pt>
                <c:pt idx="1112" c:formatCode="yyyy/mm/dd">
                  <c:v>44405</c:v>
                </c:pt>
                <c:pt idx="1113" c:formatCode="yyyy/mm/dd">
                  <c:v>44406</c:v>
                </c:pt>
                <c:pt idx="1114" c:formatCode="yyyy/mm/dd">
                  <c:v>44407</c:v>
                </c:pt>
                <c:pt idx="1115" c:formatCode="yyyy/mm/dd">
                  <c:v>44410</c:v>
                </c:pt>
                <c:pt idx="1116" c:formatCode="yyyy/mm/dd">
                  <c:v>44411</c:v>
                </c:pt>
                <c:pt idx="1117" c:formatCode="yyyy/mm/dd">
                  <c:v>44412</c:v>
                </c:pt>
                <c:pt idx="1118" c:formatCode="yyyy/mm/dd">
                  <c:v>44413</c:v>
                </c:pt>
                <c:pt idx="1119" c:formatCode="yyyy/mm/dd">
                  <c:v>44414</c:v>
                </c:pt>
                <c:pt idx="1120" c:formatCode="yyyy/mm/dd">
                  <c:v>44417</c:v>
                </c:pt>
                <c:pt idx="1121" c:formatCode="yyyy/mm/dd">
                  <c:v>44418</c:v>
                </c:pt>
                <c:pt idx="1122" c:formatCode="yyyy/mm/dd">
                  <c:v>44419</c:v>
                </c:pt>
                <c:pt idx="1123" c:formatCode="yyyy/mm/dd">
                  <c:v>44420</c:v>
                </c:pt>
                <c:pt idx="1124" c:formatCode="yyyy/mm/dd">
                  <c:v>44421</c:v>
                </c:pt>
                <c:pt idx="1125" c:formatCode="yyyy/mm/dd">
                  <c:v>44424</c:v>
                </c:pt>
                <c:pt idx="1126" c:formatCode="yyyy/mm/dd">
                  <c:v>44425</c:v>
                </c:pt>
                <c:pt idx="1127" c:formatCode="yyyy/mm/dd">
                  <c:v>44426</c:v>
                </c:pt>
                <c:pt idx="1128" c:formatCode="yyyy/mm/dd">
                  <c:v>44427</c:v>
                </c:pt>
                <c:pt idx="1129" c:formatCode="yyyy/mm/dd">
                  <c:v>44428</c:v>
                </c:pt>
                <c:pt idx="1130" c:formatCode="yyyy/mm/dd">
                  <c:v>44431</c:v>
                </c:pt>
                <c:pt idx="1131" c:formatCode="yyyy/mm/dd">
                  <c:v>44432</c:v>
                </c:pt>
                <c:pt idx="1132" c:formatCode="yyyy/mm/dd">
                  <c:v>44433</c:v>
                </c:pt>
                <c:pt idx="1133" c:formatCode="yyyy/mm/dd">
                  <c:v>44434</c:v>
                </c:pt>
                <c:pt idx="1134" c:formatCode="yyyy/mm/dd">
                  <c:v>44435</c:v>
                </c:pt>
                <c:pt idx="1135" c:formatCode="yyyy/mm/dd">
                  <c:v>44438</c:v>
                </c:pt>
                <c:pt idx="1136" c:formatCode="yyyy/mm/dd">
                  <c:v>44439</c:v>
                </c:pt>
                <c:pt idx="1137" c:formatCode="yyyy/mm/dd">
                  <c:v>44440</c:v>
                </c:pt>
                <c:pt idx="1138" c:formatCode="yyyy/mm/dd">
                  <c:v>44441</c:v>
                </c:pt>
                <c:pt idx="1139" c:formatCode="yyyy/mm/dd">
                  <c:v>44442</c:v>
                </c:pt>
                <c:pt idx="1140" c:formatCode="yyyy/mm/dd">
                  <c:v>44445</c:v>
                </c:pt>
                <c:pt idx="1141" c:formatCode="yyyy/mm/dd">
                  <c:v>44446</c:v>
                </c:pt>
                <c:pt idx="1142" c:formatCode="yyyy/mm/dd">
                  <c:v>44447</c:v>
                </c:pt>
                <c:pt idx="1143" c:formatCode="yyyy/mm/dd">
                  <c:v>44448</c:v>
                </c:pt>
                <c:pt idx="1144" c:formatCode="yyyy/mm/dd">
                  <c:v>44449</c:v>
                </c:pt>
                <c:pt idx="1145" c:formatCode="yyyy/mm/dd">
                  <c:v>44452</c:v>
                </c:pt>
                <c:pt idx="1146" c:formatCode="yyyy/mm/dd">
                  <c:v>44453</c:v>
                </c:pt>
                <c:pt idx="1147" c:formatCode="yyyy/mm/dd">
                  <c:v>44454</c:v>
                </c:pt>
                <c:pt idx="1148" c:formatCode="yyyy/mm/dd">
                  <c:v>44455</c:v>
                </c:pt>
                <c:pt idx="1149" c:formatCode="yyyy/mm/dd">
                  <c:v>44456</c:v>
                </c:pt>
                <c:pt idx="1150" c:formatCode="yyyy/mm/dd">
                  <c:v>44461</c:v>
                </c:pt>
                <c:pt idx="1151" c:formatCode="yyyy/mm/dd">
                  <c:v>44462</c:v>
                </c:pt>
                <c:pt idx="1152" c:formatCode="yyyy/mm/dd">
                  <c:v>44463</c:v>
                </c:pt>
                <c:pt idx="1153" c:formatCode="yyyy/mm/dd">
                  <c:v>44466</c:v>
                </c:pt>
                <c:pt idx="1154" c:formatCode="yyyy/mm/dd">
                  <c:v>44467</c:v>
                </c:pt>
                <c:pt idx="1155" c:formatCode="yyyy/mm/dd">
                  <c:v>44468</c:v>
                </c:pt>
                <c:pt idx="1156" c:formatCode="yyyy/mm/dd">
                  <c:v>44469</c:v>
                </c:pt>
                <c:pt idx="1157" c:formatCode="yyyy/mm/dd">
                  <c:v>44477</c:v>
                </c:pt>
                <c:pt idx="1158" c:formatCode="yyyy/mm/dd">
                  <c:v>44480</c:v>
                </c:pt>
                <c:pt idx="1159" c:formatCode="yyyy/mm/dd">
                  <c:v>44481</c:v>
                </c:pt>
                <c:pt idx="1160" c:formatCode="yyyy/mm/dd">
                  <c:v>44482</c:v>
                </c:pt>
                <c:pt idx="1161" c:formatCode="yyyy/mm/dd">
                  <c:v>44483</c:v>
                </c:pt>
                <c:pt idx="1162" c:formatCode="yyyy/mm/dd">
                  <c:v>44484</c:v>
                </c:pt>
                <c:pt idx="1163" c:formatCode="yyyy/mm/dd">
                  <c:v>44487</c:v>
                </c:pt>
                <c:pt idx="1164" c:formatCode="yyyy/mm/dd">
                  <c:v>44488</c:v>
                </c:pt>
                <c:pt idx="1165" c:formatCode="yyyy/mm/dd">
                  <c:v>44489</c:v>
                </c:pt>
                <c:pt idx="1166" c:formatCode="yyyy/mm/dd">
                  <c:v>44490</c:v>
                </c:pt>
                <c:pt idx="1167" c:formatCode="yyyy/mm/dd">
                  <c:v>44491</c:v>
                </c:pt>
                <c:pt idx="1168" c:formatCode="yyyy/mm/dd">
                  <c:v>44494</c:v>
                </c:pt>
                <c:pt idx="1169" c:formatCode="yyyy/mm/dd">
                  <c:v>44495</c:v>
                </c:pt>
                <c:pt idx="1170" c:formatCode="yyyy/mm/dd">
                  <c:v>44496</c:v>
                </c:pt>
                <c:pt idx="1171" c:formatCode="yyyy/mm/dd">
                  <c:v>44497</c:v>
                </c:pt>
                <c:pt idx="1172" c:formatCode="yyyy/mm/dd">
                  <c:v>44498</c:v>
                </c:pt>
                <c:pt idx="1173" c:formatCode="yyyy/mm/dd">
                  <c:v>44501</c:v>
                </c:pt>
                <c:pt idx="1174" c:formatCode="yyyy/mm/dd">
                  <c:v>44502</c:v>
                </c:pt>
                <c:pt idx="1175" c:formatCode="yyyy/mm/dd">
                  <c:v>44503</c:v>
                </c:pt>
                <c:pt idx="1176" c:formatCode="yyyy/mm/dd">
                  <c:v>44504</c:v>
                </c:pt>
                <c:pt idx="1177" c:formatCode="yyyy/mm/dd">
                  <c:v>44505</c:v>
                </c:pt>
                <c:pt idx="1178" c:formatCode="yyyy/mm/dd">
                  <c:v>44508</c:v>
                </c:pt>
                <c:pt idx="1179" c:formatCode="yyyy/mm/dd">
                  <c:v>44509</c:v>
                </c:pt>
                <c:pt idx="1180" c:formatCode="yyyy/mm/dd">
                  <c:v>44510</c:v>
                </c:pt>
                <c:pt idx="1181" c:formatCode="yyyy/mm/dd">
                  <c:v>44511</c:v>
                </c:pt>
                <c:pt idx="1182" c:formatCode="yyyy/mm/dd">
                  <c:v>44512</c:v>
                </c:pt>
                <c:pt idx="1183" c:formatCode="yyyy/mm/dd">
                  <c:v>44515</c:v>
                </c:pt>
                <c:pt idx="1184" c:formatCode="yyyy/mm/dd">
                  <c:v>44516</c:v>
                </c:pt>
                <c:pt idx="1185" c:formatCode="yyyy/mm/dd">
                  <c:v>44517</c:v>
                </c:pt>
                <c:pt idx="1186" c:formatCode="yyyy/mm/dd">
                  <c:v>44518</c:v>
                </c:pt>
                <c:pt idx="1187" c:formatCode="yyyy/mm/dd">
                  <c:v>44519</c:v>
                </c:pt>
                <c:pt idx="1188" c:formatCode="yyyy/mm/dd">
                  <c:v>44522</c:v>
                </c:pt>
                <c:pt idx="1189" c:formatCode="yyyy/mm/dd">
                  <c:v>44523</c:v>
                </c:pt>
                <c:pt idx="1190" c:formatCode="yyyy/mm/dd">
                  <c:v>44524</c:v>
                </c:pt>
                <c:pt idx="1191" c:formatCode="yyyy/mm/dd">
                  <c:v>44525</c:v>
                </c:pt>
                <c:pt idx="1192" c:formatCode="yyyy/mm/dd">
                  <c:v>44526</c:v>
                </c:pt>
                <c:pt idx="1193" c:formatCode="yyyy/mm/dd">
                  <c:v>44529</c:v>
                </c:pt>
                <c:pt idx="1194" c:formatCode="yyyy/mm/dd">
                  <c:v>44530</c:v>
                </c:pt>
                <c:pt idx="1195" c:formatCode="yyyy/mm/dd">
                  <c:v>44531</c:v>
                </c:pt>
                <c:pt idx="1196" c:formatCode="yyyy/mm/dd">
                  <c:v>44532</c:v>
                </c:pt>
                <c:pt idx="1197" c:formatCode="yyyy/mm/dd">
                  <c:v>44533</c:v>
                </c:pt>
                <c:pt idx="1198" c:formatCode="yyyy/mm/dd">
                  <c:v>44536</c:v>
                </c:pt>
                <c:pt idx="1199" c:formatCode="yyyy/mm/dd">
                  <c:v>44537</c:v>
                </c:pt>
                <c:pt idx="1200" c:formatCode="yyyy/mm/dd">
                  <c:v>44538</c:v>
                </c:pt>
                <c:pt idx="1201" c:formatCode="yyyy/mm/dd">
                  <c:v>44539</c:v>
                </c:pt>
                <c:pt idx="1202" c:formatCode="yyyy/mm/dd">
                  <c:v>44540</c:v>
                </c:pt>
                <c:pt idx="1203" c:formatCode="yyyy/mm/dd">
                  <c:v>44543</c:v>
                </c:pt>
                <c:pt idx="1204" c:formatCode="yyyy/mm/dd">
                  <c:v>44544</c:v>
                </c:pt>
                <c:pt idx="1205" c:formatCode="yyyy/mm/dd">
                  <c:v>44545</c:v>
                </c:pt>
                <c:pt idx="1206" c:formatCode="yyyy/mm/dd">
                  <c:v>44546</c:v>
                </c:pt>
                <c:pt idx="1207" c:formatCode="yyyy/mm/dd">
                  <c:v>44547</c:v>
                </c:pt>
                <c:pt idx="1208" c:formatCode="yyyy/mm/dd">
                  <c:v>44550</c:v>
                </c:pt>
                <c:pt idx="1209" c:formatCode="yyyy/mm/dd">
                  <c:v>44551</c:v>
                </c:pt>
                <c:pt idx="1210" c:formatCode="yyyy/mm/dd">
                  <c:v>44552</c:v>
                </c:pt>
                <c:pt idx="1211" c:formatCode="yyyy/mm/dd">
                  <c:v>44553</c:v>
                </c:pt>
                <c:pt idx="1212" c:formatCode="yyyy/mm/dd">
                  <c:v>44554</c:v>
                </c:pt>
                <c:pt idx="1213" c:formatCode="yyyy/mm/dd">
                  <c:v>44557</c:v>
                </c:pt>
                <c:pt idx="1214" c:formatCode="yyyy/mm/dd">
                  <c:v>44558</c:v>
                </c:pt>
                <c:pt idx="1215" c:formatCode="yyyy/mm/dd">
                  <c:v>44559</c:v>
                </c:pt>
                <c:pt idx="1216" c:formatCode="yyyy/mm/dd">
                  <c:v>44560</c:v>
                </c:pt>
                <c:pt idx="1217" c:formatCode="yyyy/mm/dd">
                  <c:v>44561</c:v>
                </c:pt>
                <c:pt idx="1218" c:formatCode="yyyy/mm/dd">
                  <c:v>44565</c:v>
                </c:pt>
                <c:pt idx="1219" c:formatCode="yyyy/mm/dd">
                  <c:v>44566</c:v>
                </c:pt>
                <c:pt idx="1220" c:formatCode="yyyy/mm/dd">
                  <c:v>44567</c:v>
                </c:pt>
                <c:pt idx="1221" c:formatCode="yyyy/mm/dd">
                  <c:v>44568</c:v>
                </c:pt>
                <c:pt idx="1222" c:formatCode="yyyy/mm/dd">
                  <c:v>44571</c:v>
                </c:pt>
                <c:pt idx="1223" c:formatCode="yyyy/mm/dd">
                  <c:v>44572</c:v>
                </c:pt>
                <c:pt idx="1224" c:formatCode="yyyy/mm/dd">
                  <c:v>44573</c:v>
                </c:pt>
                <c:pt idx="1225" c:formatCode="yyyy/mm/dd">
                  <c:v>44574</c:v>
                </c:pt>
                <c:pt idx="1226" c:formatCode="yyyy/mm/dd">
                  <c:v>44575</c:v>
                </c:pt>
                <c:pt idx="1227" c:formatCode="yyyy/mm/dd">
                  <c:v>44578</c:v>
                </c:pt>
                <c:pt idx="1228" c:formatCode="yyyy/mm/dd">
                  <c:v>44579</c:v>
                </c:pt>
                <c:pt idx="1229" c:formatCode="yyyy/mm/dd">
                  <c:v>44580</c:v>
                </c:pt>
                <c:pt idx="1230" c:formatCode="yyyy/mm/dd">
                  <c:v>44581</c:v>
                </c:pt>
                <c:pt idx="1231" c:formatCode="yyyy/mm/dd">
                  <c:v>44582</c:v>
                </c:pt>
                <c:pt idx="1232" c:formatCode="yyyy/mm/dd">
                  <c:v>44585</c:v>
                </c:pt>
                <c:pt idx="1233" c:formatCode="yyyy/mm/dd">
                  <c:v>44586</c:v>
                </c:pt>
                <c:pt idx="1234" c:formatCode="yyyy/mm/dd">
                  <c:v>44587</c:v>
                </c:pt>
                <c:pt idx="1235" c:formatCode="yyyy/mm/dd">
                  <c:v>44588</c:v>
                </c:pt>
                <c:pt idx="1236" c:formatCode="yyyy/mm/dd">
                  <c:v>44589</c:v>
                </c:pt>
                <c:pt idx="1237" c:formatCode="yyyy/mm/dd">
                  <c:v>44599</c:v>
                </c:pt>
                <c:pt idx="1238" c:formatCode="yyyy/mm/dd">
                  <c:v>44600</c:v>
                </c:pt>
                <c:pt idx="1239" c:formatCode="yyyy/mm/dd">
                  <c:v>44601</c:v>
                </c:pt>
                <c:pt idx="1240" c:formatCode="yyyy/mm/dd">
                  <c:v>44602</c:v>
                </c:pt>
                <c:pt idx="1241" c:formatCode="yyyy/mm/dd">
                  <c:v>44603</c:v>
                </c:pt>
                <c:pt idx="1242" c:formatCode="yyyy/mm/dd">
                  <c:v>44606</c:v>
                </c:pt>
                <c:pt idx="1243" c:formatCode="yyyy/mm/dd">
                  <c:v>44607</c:v>
                </c:pt>
                <c:pt idx="1244" c:formatCode="yyyy/mm/dd">
                  <c:v>44608</c:v>
                </c:pt>
                <c:pt idx="1245" c:formatCode="yyyy/mm/dd">
                  <c:v>44609</c:v>
                </c:pt>
                <c:pt idx="1246" c:formatCode="yyyy/mm/dd">
                  <c:v>44610</c:v>
                </c:pt>
                <c:pt idx="1247" c:formatCode="yyyy/mm/dd">
                  <c:v>44613</c:v>
                </c:pt>
                <c:pt idx="1248" c:formatCode="yyyy/mm/dd">
                  <c:v>44614</c:v>
                </c:pt>
                <c:pt idx="1249" c:formatCode="yyyy/mm/dd">
                  <c:v>44615</c:v>
                </c:pt>
                <c:pt idx="1250" c:formatCode="yyyy/mm/dd">
                  <c:v>44616</c:v>
                </c:pt>
                <c:pt idx="1251" c:formatCode="yyyy/mm/dd">
                  <c:v>44617</c:v>
                </c:pt>
                <c:pt idx="1252" c:formatCode="yyyy/mm/dd">
                  <c:v>44620</c:v>
                </c:pt>
                <c:pt idx="1253" c:formatCode="yyyy/mm/dd">
                  <c:v>44621</c:v>
                </c:pt>
                <c:pt idx="1254" c:formatCode="yyyy/mm/dd">
                  <c:v>44622</c:v>
                </c:pt>
                <c:pt idx="1255" c:formatCode="yyyy/mm/dd">
                  <c:v>44623</c:v>
                </c:pt>
                <c:pt idx="1256" c:formatCode="yyyy/mm/dd">
                  <c:v>44624</c:v>
                </c:pt>
                <c:pt idx="1257" c:formatCode="yyyy/mm/dd">
                  <c:v>44627</c:v>
                </c:pt>
                <c:pt idx="1258" c:formatCode="yyyy/mm/dd">
                  <c:v>44628</c:v>
                </c:pt>
                <c:pt idx="1259" c:formatCode="yyyy/mm/dd">
                  <c:v>44629</c:v>
                </c:pt>
                <c:pt idx="1260" c:formatCode="yyyy/mm/dd">
                  <c:v>44630</c:v>
                </c:pt>
                <c:pt idx="1261" c:formatCode="yyyy/mm/dd">
                  <c:v>44631</c:v>
                </c:pt>
                <c:pt idx="1262" c:formatCode="yyyy/mm/dd">
                  <c:v>44634</c:v>
                </c:pt>
                <c:pt idx="1263" c:formatCode="yyyy/mm/dd">
                  <c:v>44635</c:v>
                </c:pt>
                <c:pt idx="1264" c:formatCode="yyyy/mm/dd">
                  <c:v>44636</c:v>
                </c:pt>
                <c:pt idx="1265" c:formatCode="yyyy/mm/dd">
                  <c:v>44637</c:v>
                </c:pt>
                <c:pt idx="1266" c:formatCode="yyyy/mm/dd">
                  <c:v>44638</c:v>
                </c:pt>
                <c:pt idx="1267" c:formatCode="yyyy/mm/dd">
                  <c:v>44641</c:v>
                </c:pt>
                <c:pt idx="1268" c:formatCode="yyyy/mm/dd">
                  <c:v>44642</c:v>
                </c:pt>
                <c:pt idx="1269" c:formatCode="yyyy/mm/dd">
                  <c:v>44643</c:v>
                </c:pt>
                <c:pt idx="1270" c:formatCode="yyyy/mm/dd">
                  <c:v>44644</c:v>
                </c:pt>
                <c:pt idx="1271" c:formatCode="yyyy/mm/dd">
                  <c:v>44645</c:v>
                </c:pt>
                <c:pt idx="1272" c:formatCode="yyyy/mm/dd">
                  <c:v>44648</c:v>
                </c:pt>
                <c:pt idx="1273" c:formatCode="yyyy/mm/dd">
                  <c:v>44649</c:v>
                </c:pt>
                <c:pt idx="1274" c:formatCode="yyyy/mm/dd">
                  <c:v>44650</c:v>
                </c:pt>
                <c:pt idx="1275" c:formatCode="yyyy/mm/dd">
                  <c:v>44651</c:v>
                </c:pt>
                <c:pt idx="1276" c:formatCode="yyyy/mm/dd">
                  <c:v>44652</c:v>
                </c:pt>
                <c:pt idx="1277" c:formatCode="yyyy/mm/dd">
                  <c:v>44657</c:v>
                </c:pt>
                <c:pt idx="1278" c:formatCode="yyyy/mm/dd">
                  <c:v>44658</c:v>
                </c:pt>
                <c:pt idx="1279" c:formatCode="yyyy/mm/dd">
                  <c:v>44659</c:v>
                </c:pt>
                <c:pt idx="1280" c:formatCode="yyyy/mm/dd">
                  <c:v>44662</c:v>
                </c:pt>
                <c:pt idx="1281" c:formatCode="yyyy/mm/dd">
                  <c:v>44663</c:v>
                </c:pt>
                <c:pt idx="1282" c:formatCode="yyyy/mm/dd">
                  <c:v>44664</c:v>
                </c:pt>
                <c:pt idx="1283" c:formatCode="yyyy/mm/dd">
                  <c:v>44665</c:v>
                </c:pt>
                <c:pt idx="1284" c:formatCode="yyyy/mm/dd">
                  <c:v>44666</c:v>
                </c:pt>
                <c:pt idx="1285" c:formatCode="yyyy/mm/dd">
                  <c:v>44669</c:v>
                </c:pt>
                <c:pt idx="1286" c:formatCode="yyyy/mm/dd">
                  <c:v>44670</c:v>
                </c:pt>
                <c:pt idx="1287" c:formatCode="yyyy/mm/dd">
                  <c:v>44671</c:v>
                </c:pt>
                <c:pt idx="1288" c:formatCode="yyyy/mm/dd">
                  <c:v>44672</c:v>
                </c:pt>
                <c:pt idx="1289" c:formatCode="yyyy/mm/dd">
                  <c:v>44673</c:v>
                </c:pt>
                <c:pt idx="1290" c:formatCode="yyyy/mm/dd">
                  <c:v>44676</c:v>
                </c:pt>
                <c:pt idx="1291" c:formatCode="yyyy/mm/dd">
                  <c:v>44677</c:v>
                </c:pt>
                <c:pt idx="1292" c:formatCode="yyyy/mm/dd">
                  <c:v>44678</c:v>
                </c:pt>
                <c:pt idx="1293" c:formatCode="yyyy/mm/dd">
                  <c:v>44679</c:v>
                </c:pt>
                <c:pt idx="1294" c:formatCode="yyyy/mm/dd">
                  <c:v>44680</c:v>
                </c:pt>
                <c:pt idx="1295" c:formatCode="yyyy/mm/dd">
                  <c:v>44686</c:v>
                </c:pt>
                <c:pt idx="1296" c:formatCode="yyyy/mm/dd">
                  <c:v>44687</c:v>
                </c:pt>
                <c:pt idx="1297" c:formatCode="yyyy/mm/dd">
                  <c:v>44690</c:v>
                </c:pt>
                <c:pt idx="1298" c:formatCode="yyyy/mm/dd">
                  <c:v>44691</c:v>
                </c:pt>
                <c:pt idx="1299" c:formatCode="yyyy/mm/dd">
                  <c:v>44692</c:v>
                </c:pt>
                <c:pt idx="1300" c:formatCode="yyyy/mm/dd">
                  <c:v>44693</c:v>
                </c:pt>
                <c:pt idx="1301" c:formatCode="yyyy/mm/dd">
                  <c:v>44694</c:v>
                </c:pt>
                <c:pt idx="1302" c:formatCode="yyyy/mm/dd">
                  <c:v>44697</c:v>
                </c:pt>
                <c:pt idx="1303" c:formatCode="yyyy/mm/dd">
                  <c:v>44698</c:v>
                </c:pt>
                <c:pt idx="1304" c:formatCode="yyyy/mm/dd">
                  <c:v>44699</c:v>
                </c:pt>
                <c:pt idx="1305" c:formatCode="yyyy/mm/dd">
                  <c:v>44700</c:v>
                </c:pt>
                <c:pt idx="1306" c:formatCode="yyyy/mm/dd">
                  <c:v>44701</c:v>
                </c:pt>
                <c:pt idx="1307" c:formatCode="yyyy/mm/dd">
                  <c:v>44704</c:v>
                </c:pt>
                <c:pt idx="1308" c:formatCode="yyyy/mm/dd">
                  <c:v>44705</c:v>
                </c:pt>
                <c:pt idx="1309" c:formatCode="yyyy/mm/dd">
                  <c:v>44706</c:v>
                </c:pt>
                <c:pt idx="1310" c:formatCode="yyyy/mm/dd">
                  <c:v>44707</c:v>
                </c:pt>
                <c:pt idx="1311" c:formatCode="yyyy/mm/dd">
                  <c:v>44708</c:v>
                </c:pt>
                <c:pt idx="1312" c:formatCode="yyyy/mm/dd">
                  <c:v>44711</c:v>
                </c:pt>
                <c:pt idx="1313" c:formatCode="yyyy/mm/dd">
                  <c:v>44712</c:v>
                </c:pt>
                <c:pt idx="1314" c:formatCode="yyyy/mm/dd">
                  <c:v>44713</c:v>
                </c:pt>
                <c:pt idx="1315" c:formatCode="yyyy/mm/dd">
                  <c:v>44714</c:v>
                </c:pt>
                <c:pt idx="1316" c:formatCode="yyyy/mm/dd">
                  <c:v>44718</c:v>
                </c:pt>
                <c:pt idx="1317" c:formatCode="yyyy/mm/dd">
                  <c:v>44719</c:v>
                </c:pt>
                <c:pt idx="1318" c:formatCode="yyyy/mm/dd">
                  <c:v>44720</c:v>
                </c:pt>
                <c:pt idx="1319" c:formatCode="yyyy/mm/dd">
                  <c:v>44721</c:v>
                </c:pt>
                <c:pt idx="1320" c:formatCode="yyyy/mm/dd">
                  <c:v>44722</c:v>
                </c:pt>
                <c:pt idx="1321" c:formatCode="yyyy/mm/dd">
                  <c:v>44725</c:v>
                </c:pt>
                <c:pt idx="1322" c:formatCode="yyyy/mm/dd">
                  <c:v>44726</c:v>
                </c:pt>
                <c:pt idx="1323" c:formatCode="yyyy/mm/dd">
                  <c:v>44727</c:v>
                </c:pt>
                <c:pt idx="1324" c:formatCode="yyyy/mm/dd">
                  <c:v>44728</c:v>
                </c:pt>
                <c:pt idx="1325" c:formatCode="yyyy/mm/dd">
                  <c:v>44729</c:v>
                </c:pt>
                <c:pt idx="1326" c:formatCode="yyyy/mm/dd">
                  <c:v>44732</c:v>
                </c:pt>
                <c:pt idx="1327" c:formatCode="yyyy/mm/dd">
                  <c:v>44733</c:v>
                </c:pt>
                <c:pt idx="1328" c:formatCode="yyyy/mm/dd">
                  <c:v>44734</c:v>
                </c:pt>
                <c:pt idx="1329" c:formatCode="yyyy/mm/dd">
                  <c:v>44735</c:v>
                </c:pt>
                <c:pt idx="1330" c:formatCode="yyyy/mm/dd">
                  <c:v>44736</c:v>
                </c:pt>
                <c:pt idx="1331" c:formatCode="yyyy/mm/dd">
                  <c:v>44739</c:v>
                </c:pt>
                <c:pt idx="1332" c:formatCode="yyyy/mm/dd">
                  <c:v>44740</c:v>
                </c:pt>
                <c:pt idx="1333" c:formatCode="yyyy/mm/dd">
                  <c:v>44741</c:v>
                </c:pt>
                <c:pt idx="1334" c:formatCode="yyyy/mm/dd">
                  <c:v>44742</c:v>
                </c:pt>
                <c:pt idx="1335" c:formatCode="yyyy/mm/dd">
                  <c:v>44743</c:v>
                </c:pt>
                <c:pt idx="1336" c:formatCode="yyyy/mm/dd">
                  <c:v>44746</c:v>
                </c:pt>
                <c:pt idx="1337" c:formatCode="yyyy/mm/dd">
                  <c:v>44747</c:v>
                </c:pt>
                <c:pt idx="1338" c:formatCode="yyyy/mm/dd">
                  <c:v>44748</c:v>
                </c:pt>
                <c:pt idx="1339" c:formatCode="yyyy/mm/dd">
                  <c:v>44749</c:v>
                </c:pt>
                <c:pt idx="1340" c:formatCode="yyyy/mm/dd">
                  <c:v>44750</c:v>
                </c:pt>
                <c:pt idx="1341" c:formatCode="yyyy/mm/dd">
                  <c:v>44753</c:v>
                </c:pt>
                <c:pt idx="1342" c:formatCode="yyyy/mm/dd">
                  <c:v>44754</c:v>
                </c:pt>
                <c:pt idx="1343" c:formatCode="yyyy/mm/dd">
                  <c:v>44755</c:v>
                </c:pt>
                <c:pt idx="1344" c:formatCode="yyyy/mm/dd">
                  <c:v>44756</c:v>
                </c:pt>
                <c:pt idx="1345" c:formatCode="yyyy/mm/dd">
                  <c:v>44757</c:v>
                </c:pt>
                <c:pt idx="1346" c:formatCode="yyyy/mm/dd">
                  <c:v>44760</c:v>
                </c:pt>
                <c:pt idx="1347" c:formatCode="yyyy/mm/dd">
                  <c:v>44761</c:v>
                </c:pt>
                <c:pt idx="1348" c:formatCode="yyyy/mm/dd">
                  <c:v>44762</c:v>
                </c:pt>
                <c:pt idx="1349" c:formatCode="yyyy/mm/dd">
                  <c:v>44763</c:v>
                </c:pt>
                <c:pt idx="1350" c:formatCode="yyyy/mm/dd">
                  <c:v>44764</c:v>
                </c:pt>
                <c:pt idx="1351" c:formatCode="yyyy/mm/dd">
                  <c:v>44767</c:v>
                </c:pt>
                <c:pt idx="1352" c:formatCode="yyyy/mm/dd">
                  <c:v>44768</c:v>
                </c:pt>
                <c:pt idx="1353" c:formatCode="yyyy/mm/dd">
                  <c:v>44769</c:v>
                </c:pt>
                <c:pt idx="1354" c:formatCode="yyyy/mm/dd">
                  <c:v>44770</c:v>
                </c:pt>
                <c:pt idx="1355" c:formatCode="yyyy/mm/dd">
                  <c:v>44771</c:v>
                </c:pt>
                <c:pt idx="1356" c:formatCode="yyyy/mm/dd">
                  <c:v>44774</c:v>
                </c:pt>
                <c:pt idx="1357" c:formatCode="yyyy/mm/dd">
                  <c:v>44775</c:v>
                </c:pt>
                <c:pt idx="1358" c:formatCode="yyyy/mm/dd">
                  <c:v>44776</c:v>
                </c:pt>
                <c:pt idx="1359" c:formatCode="yyyy/mm/dd">
                  <c:v>44777</c:v>
                </c:pt>
                <c:pt idx="1360" c:formatCode="yyyy/mm/dd">
                  <c:v>44778</c:v>
                </c:pt>
                <c:pt idx="1361" c:formatCode="yyyy/mm/dd">
                  <c:v>44781</c:v>
                </c:pt>
                <c:pt idx="1362" c:formatCode="yyyy/mm/dd">
                  <c:v>44782</c:v>
                </c:pt>
                <c:pt idx="1363" c:formatCode="yyyy/mm/dd">
                  <c:v>44783</c:v>
                </c:pt>
                <c:pt idx="1364" c:formatCode="yyyy/mm/dd">
                  <c:v>44784</c:v>
                </c:pt>
                <c:pt idx="1365" c:formatCode="yyyy/mm/dd">
                  <c:v>44785</c:v>
                </c:pt>
                <c:pt idx="1366" c:formatCode="yyyy/mm/dd">
                  <c:v>44788</c:v>
                </c:pt>
                <c:pt idx="1367" c:formatCode="yyyy/mm/dd">
                  <c:v>44789</c:v>
                </c:pt>
                <c:pt idx="1368" c:formatCode="yyyy/mm/dd">
                  <c:v>44790</c:v>
                </c:pt>
                <c:pt idx="1369" c:formatCode="yyyy/mm/dd">
                  <c:v>44791</c:v>
                </c:pt>
                <c:pt idx="1370" c:formatCode="yyyy/mm/dd">
                  <c:v>44792</c:v>
                </c:pt>
                <c:pt idx="1371" c:formatCode="yyyy/mm/dd">
                  <c:v>44795</c:v>
                </c:pt>
                <c:pt idx="1372" c:formatCode="yyyy/mm/dd">
                  <c:v>44796</c:v>
                </c:pt>
                <c:pt idx="1373" c:formatCode="yyyy/mm/dd">
                  <c:v>44797</c:v>
                </c:pt>
                <c:pt idx="1374" c:formatCode="yyyy/mm/dd">
                  <c:v>44798</c:v>
                </c:pt>
                <c:pt idx="1375" c:formatCode="yyyy/mm/dd">
                  <c:v>44799</c:v>
                </c:pt>
                <c:pt idx="1376" c:formatCode="yyyy/mm/dd">
                  <c:v>44802</c:v>
                </c:pt>
                <c:pt idx="1377" c:formatCode="yyyy/mm/dd">
                  <c:v>44803</c:v>
                </c:pt>
                <c:pt idx="1378" c:formatCode="yyyy/mm/dd">
                  <c:v>44804</c:v>
                </c:pt>
                <c:pt idx="1379" c:formatCode="yyyy/mm/dd">
                  <c:v>44805</c:v>
                </c:pt>
                <c:pt idx="1380" c:formatCode="yyyy/mm/dd">
                  <c:v>44806</c:v>
                </c:pt>
                <c:pt idx="1381" c:formatCode="yyyy/mm/dd">
                  <c:v>44809</c:v>
                </c:pt>
                <c:pt idx="1382" c:formatCode="yyyy/mm/dd">
                  <c:v>44810</c:v>
                </c:pt>
                <c:pt idx="1383" c:formatCode="yyyy/mm/dd">
                  <c:v>44811</c:v>
                </c:pt>
                <c:pt idx="1384" c:formatCode="yyyy/mm/dd">
                  <c:v>44812</c:v>
                </c:pt>
                <c:pt idx="1385" c:formatCode="yyyy/mm/dd">
                  <c:v>44813</c:v>
                </c:pt>
                <c:pt idx="1386" c:formatCode="yyyy/mm/dd">
                  <c:v>44817</c:v>
                </c:pt>
                <c:pt idx="1387" c:formatCode="yyyy/mm/dd">
                  <c:v>44818</c:v>
                </c:pt>
                <c:pt idx="1388" c:formatCode="yyyy/mm/dd">
                  <c:v>44819</c:v>
                </c:pt>
                <c:pt idx="1389" c:formatCode="yyyy/mm/dd">
                  <c:v>44820</c:v>
                </c:pt>
                <c:pt idx="1390" c:formatCode="yyyy/mm/dd">
                  <c:v>44823</c:v>
                </c:pt>
                <c:pt idx="1391" c:formatCode="yyyy/mm/dd">
                  <c:v>44824</c:v>
                </c:pt>
                <c:pt idx="1392" c:formatCode="yyyy/mm/dd">
                  <c:v>44825</c:v>
                </c:pt>
                <c:pt idx="1393" c:formatCode="yyyy/mm/dd">
                  <c:v>44826</c:v>
                </c:pt>
                <c:pt idx="1394" c:formatCode="yyyy/mm/dd">
                  <c:v>44827</c:v>
                </c:pt>
                <c:pt idx="1395" c:formatCode="yyyy/mm/dd">
                  <c:v>44830</c:v>
                </c:pt>
                <c:pt idx="1396" c:formatCode="yyyy/mm/dd">
                  <c:v>44831</c:v>
                </c:pt>
                <c:pt idx="1397" c:formatCode="yyyy/mm/dd">
                  <c:v>44832</c:v>
                </c:pt>
                <c:pt idx="1398" c:formatCode="yyyy/mm/dd">
                  <c:v>44833</c:v>
                </c:pt>
                <c:pt idx="1399" c:formatCode="yyyy/mm/dd">
                  <c:v>44834</c:v>
                </c:pt>
                <c:pt idx="1400" c:formatCode="yyyy/mm/dd">
                  <c:v>44844</c:v>
                </c:pt>
                <c:pt idx="1401" c:formatCode="yyyy/mm/dd">
                  <c:v>44845</c:v>
                </c:pt>
                <c:pt idx="1402" c:formatCode="yyyy/mm/dd">
                  <c:v>44846</c:v>
                </c:pt>
                <c:pt idx="1403" c:formatCode="yyyy/mm/dd">
                  <c:v>44847</c:v>
                </c:pt>
                <c:pt idx="1404" c:formatCode="yyyy/mm/dd">
                  <c:v>44848</c:v>
                </c:pt>
                <c:pt idx="1405" c:formatCode="yyyy/mm/dd">
                  <c:v>44851</c:v>
                </c:pt>
                <c:pt idx="1406" c:formatCode="yyyy/mm/dd">
                  <c:v>44852</c:v>
                </c:pt>
                <c:pt idx="1407" c:formatCode="yyyy/mm/dd">
                  <c:v>44853</c:v>
                </c:pt>
                <c:pt idx="1408" c:formatCode="yyyy/mm/dd">
                  <c:v>44854</c:v>
                </c:pt>
                <c:pt idx="1409" c:formatCode="yyyy/mm/dd">
                  <c:v>44855</c:v>
                </c:pt>
                <c:pt idx="1410" c:formatCode="yyyy/mm/dd">
                  <c:v>44858</c:v>
                </c:pt>
                <c:pt idx="1411" c:formatCode="yyyy/mm/dd">
                  <c:v>44859</c:v>
                </c:pt>
                <c:pt idx="1412" c:formatCode="yyyy/mm/dd">
                  <c:v>44860</c:v>
                </c:pt>
                <c:pt idx="1413" c:formatCode="yyyy/mm/dd">
                  <c:v>44861</c:v>
                </c:pt>
                <c:pt idx="1414" c:formatCode="yyyy/mm/dd">
                  <c:v>44862</c:v>
                </c:pt>
                <c:pt idx="1415" c:formatCode="yyyy/mm/dd">
                  <c:v>44865</c:v>
                </c:pt>
                <c:pt idx="1416" c:formatCode="yyyy/mm/dd">
                  <c:v>44866</c:v>
                </c:pt>
                <c:pt idx="1417" c:formatCode="yyyy/mm/dd">
                  <c:v>44867</c:v>
                </c:pt>
                <c:pt idx="1418" c:formatCode="yyyy/mm/dd">
                  <c:v>44868</c:v>
                </c:pt>
                <c:pt idx="1419" c:formatCode="yyyy/mm/dd">
                  <c:v>44869</c:v>
                </c:pt>
                <c:pt idx="1420" c:formatCode="yyyy/mm/dd">
                  <c:v>44872</c:v>
                </c:pt>
                <c:pt idx="1421" c:formatCode="yyyy/mm/dd">
                  <c:v>44873</c:v>
                </c:pt>
                <c:pt idx="1422" c:formatCode="yyyy/mm/dd">
                  <c:v>44874</c:v>
                </c:pt>
                <c:pt idx="1423" c:formatCode="yyyy/mm/dd">
                  <c:v>44875</c:v>
                </c:pt>
                <c:pt idx="1424" c:formatCode="yyyy/mm/dd">
                  <c:v>44876</c:v>
                </c:pt>
                <c:pt idx="1425" c:formatCode="yyyy/mm/dd">
                  <c:v>44879</c:v>
                </c:pt>
                <c:pt idx="1426" c:formatCode="yyyy/mm/dd">
                  <c:v>44880</c:v>
                </c:pt>
                <c:pt idx="1427" c:formatCode="yyyy/mm/dd">
                  <c:v>44881</c:v>
                </c:pt>
                <c:pt idx="1428" c:formatCode="yyyy/mm/dd">
                  <c:v>44882</c:v>
                </c:pt>
                <c:pt idx="1429" c:formatCode="yyyy/mm/dd">
                  <c:v>44883</c:v>
                </c:pt>
                <c:pt idx="1430" c:formatCode="yyyy/mm/dd">
                  <c:v>44886</c:v>
                </c:pt>
                <c:pt idx="1431" c:formatCode="yyyy/mm/dd">
                  <c:v>44887</c:v>
                </c:pt>
                <c:pt idx="1432" c:formatCode="yyyy/mm/dd">
                  <c:v>44888</c:v>
                </c:pt>
                <c:pt idx="1433" c:formatCode="yyyy/mm/dd">
                  <c:v>44889</c:v>
                </c:pt>
                <c:pt idx="1434" c:formatCode="yyyy/mm/dd">
                  <c:v>44890</c:v>
                </c:pt>
                <c:pt idx="1435" c:formatCode="yyyy/mm/dd">
                  <c:v>44893</c:v>
                </c:pt>
                <c:pt idx="1436" c:formatCode="yyyy/mm/dd">
                  <c:v>44894</c:v>
                </c:pt>
                <c:pt idx="1437" c:formatCode="yyyy/mm/dd">
                  <c:v>44895</c:v>
                </c:pt>
                <c:pt idx="1438" c:formatCode="yyyy/mm/dd">
                  <c:v>44896</c:v>
                </c:pt>
                <c:pt idx="1439" c:formatCode="yyyy/mm/dd">
                  <c:v>44897</c:v>
                </c:pt>
                <c:pt idx="1440" c:formatCode="yyyy/mm/dd">
                  <c:v>44900</c:v>
                </c:pt>
                <c:pt idx="1441" c:formatCode="yyyy/mm/dd">
                  <c:v>44901</c:v>
                </c:pt>
                <c:pt idx="1442" c:formatCode="yyyy/mm/dd">
                  <c:v>44902</c:v>
                </c:pt>
                <c:pt idx="1443" c:formatCode="yyyy/mm/dd">
                  <c:v>44903</c:v>
                </c:pt>
                <c:pt idx="1444" c:formatCode="yyyy/mm/dd">
                  <c:v>44904</c:v>
                </c:pt>
                <c:pt idx="1445" c:formatCode="yyyy/mm/dd">
                  <c:v>44907</c:v>
                </c:pt>
                <c:pt idx="1446" c:formatCode="yyyy/mm/dd">
                  <c:v>44908</c:v>
                </c:pt>
                <c:pt idx="1447" c:formatCode="yyyy/mm/dd">
                  <c:v>44909</c:v>
                </c:pt>
                <c:pt idx="1448" c:formatCode="yyyy/mm/dd">
                  <c:v>44910</c:v>
                </c:pt>
                <c:pt idx="1449" c:formatCode="yyyy/mm/dd">
                  <c:v>44911</c:v>
                </c:pt>
                <c:pt idx="1450" c:formatCode="yyyy/mm/dd">
                  <c:v>44914</c:v>
                </c:pt>
                <c:pt idx="1451" c:formatCode="yyyy/mm/dd">
                  <c:v>44915</c:v>
                </c:pt>
                <c:pt idx="1452" c:formatCode="yyyy/mm/dd">
                  <c:v>44916</c:v>
                </c:pt>
                <c:pt idx="1453" c:formatCode="yyyy/mm/dd">
                  <c:v>44917</c:v>
                </c:pt>
                <c:pt idx="1454" c:formatCode="yyyy/mm/dd">
                  <c:v>44918</c:v>
                </c:pt>
                <c:pt idx="1455" c:formatCode="yyyy/mm/dd">
                  <c:v>44921</c:v>
                </c:pt>
                <c:pt idx="1456" c:formatCode="yyyy/mm/dd">
                  <c:v>44922</c:v>
                </c:pt>
                <c:pt idx="1457" c:formatCode="yyyy/mm/dd">
                  <c:v>44923</c:v>
                </c:pt>
                <c:pt idx="1458" c:formatCode="yyyy/mm/dd">
                  <c:v>44924</c:v>
                </c:pt>
                <c:pt idx="1459" c:formatCode="yyyy/mm/dd">
                  <c:v>44925</c:v>
                </c:pt>
                <c:pt idx="1460" c:formatCode="yyyy/mm/dd">
                  <c:v>44929</c:v>
                </c:pt>
                <c:pt idx="1461" c:formatCode="yyyy/mm/dd">
                  <c:v>44930</c:v>
                </c:pt>
                <c:pt idx="1462" c:formatCode="yyyy/mm/dd">
                  <c:v>44931</c:v>
                </c:pt>
                <c:pt idx="1463" c:formatCode="yyyy/mm/dd">
                  <c:v>44932</c:v>
                </c:pt>
                <c:pt idx="1464" c:formatCode="yyyy/mm/dd">
                  <c:v>44935</c:v>
                </c:pt>
                <c:pt idx="1465" c:formatCode="yyyy/mm/dd">
                  <c:v>44936</c:v>
                </c:pt>
                <c:pt idx="1466" c:formatCode="yyyy/mm/dd">
                  <c:v>44937</c:v>
                </c:pt>
                <c:pt idx="1467" c:formatCode="yyyy/mm/dd">
                  <c:v>44938</c:v>
                </c:pt>
                <c:pt idx="1468" c:formatCode="yyyy/mm/dd">
                  <c:v>44939</c:v>
                </c:pt>
                <c:pt idx="1469" c:formatCode="yyyy/mm/dd">
                  <c:v>44942</c:v>
                </c:pt>
                <c:pt idx="1470" c:formatCode="yyyy/mm/dd">
                  <c:v>44943</c:v>
                </c:pt>
                <c:pt idx="1471" c:formatCode="yyyy/mm/dd">
                  <c:v>44944</c:v>
                </c:pt>
                <c:pt idx="1472" c:formatCode="yyyy/mm/dd">
                  <c:v>44945</c:v>
                </c:pt>
                <c:pt idx="1473" c:formatCode="yyyy/mm/dd">
                  <c:v>44946</c:v>
                </c:pt>
                <c:pt idx="1474" c:formatCode="yyyy/mm/dd">
                  <c:v>44956</c:v>
                </c:pt>
                <c:pt idx="1475" c:formatCode="yyyy/mm/dd">
                  <c:v>44957</c:v>
                </c:pt>
                <c:pt idx="1476" c:formatCode="yyyy/mm/dd">
                  <c:v>44958</c:v>
                </c:pt>
                <c:pt idx="1477" c:formatCode="yyyy/mm/dd">
                  <c:v>44959</c:v>
                </c:pt>
                <c:pt idx="1478" c:formatCode="yyyy/mm/dd">
                  <c:v>44960</c:v>
                </c:pt>
                <c:pt idx="1479" c:formatCode="yyyy/mm/dd">
                  <c:v>44963</c:v>
                </c:pt>
                <c:pt idx="1480" c:formatCode="yyyy/mm/dd">
                  <c:v>44964</c:v>
                </c:pt>
                <c:pt idx="1481" c:formatCode="yyyy/mm/dd">
                  <c:v>44965</c:v>
                </c:pt>
                <c:pt idx="1482" c:formatCode="yyyy/mm/dd">
                  <c:v>44966</c:v>
                </c:pt>
                <c:pt idx="1483" c:formatCode="yyyy/mm/dd">
                  <c:v>44967</c:v>
                </c:pt>
                <c:pt idx="1484" c:formatCode="yyyy/mm/dd">
                  <c:v>44970</c:v>
                </c:pt>
                <c:pt idx="1485" c:formatCode="yyyy/mm/dd">
                  <c:v>44971</c:v>
                </c:pt>
                <c:pt idx="1486" c:formatCode="yyyy/mm/dd">
                  <c:v>44972</c:v>
                </c:pt>
                <c:pt idx="1487" c:formatCode="yyyy/mm/dd">
                  <c:v>44973</c:v>
                </c:pt>
                <c:pt idx="1488" c:formatCode="yyyy/mm/dd">
                  <c:v>44974</c:v>
                </c:pt>
                <c:pt idx="1489" c:formatCode="yyyy/mm/dd">
                  <c:v>44977</c:v>
                </c:pt>
                <c:pt idx="1490" c:formatCode="yyyy/mm/dd">
                  <c:v>44978</c:v>
                </c:pt>
                <c:pt idx="1491" c:formatCode="yyyy/mm/dd">
                  <c:v>44979</c:v>
                </c:pt>
                <c:pt idx="1492" c:formatCode="yyyy/mm/dd">
                  <c:v>44980</c:v>
                </c:pt>
                <c:pt idx="1493" c:formatCode="yyyy/mm/dd">
                  <c:v>44981</c:v>
                </c:pt>
                <c:pt idx="1494" c:formatCode="yyyy/mm/dd">
                  <c:v>44984</c:v>
                </c:pt>
                <c:pt idx="1495" c:formatCode="yyyy/mm/dd">
                  <c:v>44985</c:v>
                </c:pt>
                <c:pt idx="1496" c:formatCode="yyyy/mm/dd">
                  <c:v>44986</c:v>
                </c:pt>
                <c:pt idx="1497" c:formatCode="yyyy/mm/dd">
                  <c:v>44987</c:v>
                </c:pt>
                <c:pt idx="1498" c:formatCode="yyyy/mm/dd">
                  <c:v>44988</c:v>
                </c:pt>
                <c:pt idx="1499" c:formatCode="yyyy/mm/dd">
                  <c:v>44991</c:v>
                </c:pt>
                <c:pt idx="1500" c:formatCode="yyyy/mm/dd">
                  <c:v>44992</c:v>
                </c:pt>
                <c:pt idx="1501" c:formatCode="yyyy/mm/dd">
                  <c:v>44993</c:v>
                </c:pt>
                <c:pt idx="1502" c:formatCode="yyyy/mm/dd">
                  <c:v>44994</c:v>
                </c:pt>
                <c:pt idx="1503" c:formatCode="yyyy/mm/dd">
                  <c:v>44995</c:v>
                </c:pt>
                <c:pt idx="1504" c:formatCode="yyyy/mm/dd">
                  <c:v>44998</c:v>
                </c:pt>
                <c:pt idx="1505" c:formatCode="yyyy/mm/dd">
                  <c:v>44999</c:v>
                </c:pt>
                <c:pt idx="1506" c:formatCode="yyyy/mm/dd">
                  <c:v>45000</c:v>
                </c:pt>
                <c:pt idx="1507" c:formatCode="yyyy/mm/dd">
                  <c:v>45001</c:v>
                </c:pt>
                <c:pt idx="1508" c:formatCode="yyyy/mm/dd">
                  <c:v>45002</c:v>
                </c:pt>
                <c:pt idx="1509" c:formatCode="yyyy/mm/dd">
                  <c:v>45005</c:v>
                </c:pt>
                <c:pt idx="1510" c:formatCode="yyyy/mm/dd">
                  <c:v>45006</c:v>
                </c:pt>
                <c:pt idx="1511" c:formatCode="yyyy/mm/dd">
                  <c:v>45007</c:v>
                </c:pt>
                <c:pt idx="1512" c:formatCode="yyyy/mm/dd">
                  <c:v>45008</c:v>
                </c:pt>
                <c:pt idx="1513" c:formatCode="yyyy/mm/dd">
                  <c:v>45009</c:v>
                </c:pt>
                <c:pt idx="1514" c:formatCode="yyyy/mm/dd">
                  <c:v>45012</c:v>
                </c:pt>
                <c:pt idx="1515" c:formatCode="yyyy/mm/dd">
                  <c:v>45013</c:v>
                </c:pt>
                <c:pt idx="1516" c:formatCode="yyyy/mm/dd">
                  <c:v>45014</c:v>
                </c:pt>
                <c:pt idx="1517" c:formatCode="yyyy/mm/dd">
                  <c:v>45015</c:v>
                </c:pt>
                <c:pt idx="1518" c:formatCode="yyyy/mm/dd">
                  <c:v>45016</c:v>
                </c:pt>
                <c:pt idx="1519" c:formatCode="yyyy/mm/dd">
                  <c:v>45019</c:v>
                </c:pt>
                <c:pt idx="1520" c:formatCode="yyyy/mm/dd">
                  <c:v>45020</c:v>
                </c:pt>
                <c:pt idx="1521" c:formatCode="yyyy/mm/dd">
                  <c:v>45022</c:v>
                </c:pt>
                <c:pt idx="1522" c:formatCode="yyyy/mm/dd">
                  <c:v>45023</c:v>
                </c:pt>
                <c:pt idx="1523" c:formatCode="yyyy/mm/dd">
                  <c:v>45026</c:v>
                </c:pt>
                <c:pt idx="1524" c:formatCode="yyyy/mm/dd">
                  <c:v>45027</c:v>
                </c:pt>
                <c:pt idx="1525" c:formatCode="yyyy/mm/dd">
                  <c:v>45028</c:v>
                </c:pt>
                <c:pt idx="1526" c:formatCode="yyyy/mm/dd">
                  <c:v>45029</c:v>
                </c:pt>
                <c:pt idx="1527" c:formatCode="yyyy/mm/dd">
                  <c:v>45030</c:v>
                </c:pt>
                <c:pt idx="1528" c:formatCode="yyyy/mm/dd">
                  <c:v>45033</c:v>
                </c:pt>
                <c:pt idx="1529" c:formatCode="yyyy/mm/dd">
                  <c:v>45034</c:v>
                </c:pt>
                <c:pt idx="1530" c:formatCode="yyyy/mm/dd">
                  <c:v>45035</c:v>
                </c:pt>
                <c:pt idx="1531" c:formatCode="yyyy/mm/dd">
                  <c:v>45036</c:v>
                </c:pt>
                <c:pt idx="1532" c:formatCode="yyyy/mm/dd">
                  <c:v>45037</c:v>
                </c:pt>
                <c:pt idx="1533" c:formatCode="yyyy/mm/dd">
                  <c:v>45040</c:v>
                </c:pt>
                <c:pt idx="1534" c:formatCode="yyyy/mm/dd">
                  <c:v>45041</c:v>
                </c:pt>
                <c:pt idx="1535" c:formatCode="yyyy/mm/dd">
                  <c:v>45042</c:v>
                </c:pt>
                <c:pt idx="1536" c:formatCode="yyyy/mm/dd">
                  <c:v>45043</c:v>
                </c:pt>
                <c:pt idx="1537" c:formatCode="yyyy/mm/dd">
                  <c:v>45044</c:v>
                </c:pt>
                <c:pt idx="1538" c:formatCode="yyyy/mm/dd">
                  <c:v>45050</c:v>
                </c:pt>
                <c:pt idx="1539" c:formatCode="yyyy/mm/dd">
                  <c:v>45051</c:v>
                </c:pt>
                <c:pt idx="1540" c:formatCode="yyyy/mm/dd">
                  <c:v>45054</c:v>
                </c:pt>
                <c:pt idx="1541" c:formatCode="yyyy/mm/dd">
                  <c:v>45055</c:v>
                </c:pt>
                <c:pt idx="1542" c:formatCode="yyyy/mm/dd">
                  <c:v>45056</c:v>
                </c:pt>
                <c:pt idx="1543" c:formatCode="yyyy/mm/dd">
                  <c:v>45057</c:v>
                </c:pt>
                <c:pt idx="1544" c:formatCode="yyyy/mm/dd">
                  <c:v>45058</c:v>
                </c:pt>
                <c:pt idx="1545" c:formatCode="yyyy/mm/dd">
                  <c:v>45061</c:v>
                </c:pt>
                <c:pt idx="1546" c:formatCode="yyyy/mm/dd">
                  <c:v>45062</c:v>
                </c:pt>
                <c:pt idx="1547" c:formatCode="yyyy/mm/dd">
                  <c:v>45063</c:v>
                </c:pt>
                <c:pt idx="1548" c:formatCode="yyyy/mm/dd">
                  <c:v>45064</c:v>
                </c:pt>
                <c:pt idx="1549" c:formatCode="yyyy/mm/dd">
                  <c:v>45065</c:v>
                </c:pt>
                <c:pt idx="1550" c:formatCode="yyyy/mm/dd">
                  <c:v>45068</c:v>
                </c:pt>
                <c:pt idx="1551" c:formatCode="yyyy/mm/dd">
                  <c:v>45069</c:v>
                </c:pt>
                <c:pt idx="1552" c:formatCode="yyyy/mm/dd">
                  <c:v>45070</c:v>
                </c:pt>
                <c:pt idx="1553" c:formatCode="yyyy/mm/dd">
                  <c:v>45071</c:v>
                </c:pt>
                <c:pt idx="1554" c:formatCode="yyyy/mm/dd">
                  <c:v>45072</c:v>
                </c:pt>
                <c:pt idx="1555" c:formatCode="yyyy/mm/dd">
                  <c:v>45075</c:v>
                </c:pt>
                <c:pt idx="1556" c:formatCode="yyyy/mm/dd">
                  <c:v>45076</c:v>
                </c:pt>
                <c:pt idx="1557" c:formatCode="yyyy/mm/dd">
                  <c:v>45077</c:v>
                </c:pt>
                <c:pt idx="1558" c:formatCode="yyyy/mm/dd">
                  <c:v>45078</c:v>
                </c:pt>
                <c:pt idx="1559" c:formatCode="yyyy/mm/dd">
                  <c:v>45079</c:v>
                </c:pt>
                <c:pt idx="1560" c:formatCode="yyyy/mm/dd">
                  <c:v>45082</c:v>
                </c:pt>
                <c:pt idx="1561" c:formatCode="yyyy/mm/dd">
                  <c:v>45083</c:v>
                </c:pt>
                <c:pt idx="1562" c:formatCode="yyyy/mm/dd">
                  <c:v>45084</c:v>
                </c:pt>
                <c:pt idx="1563" c:formatCode="yyyy/mm/dd">
                  <c:v>45085</c:v>
                </c:pt>
                <c:pt idx="1564" c:formatCode="yyyy/mm/dd">
                  <c:v>45086</c:v>
                </c:pt>
                <c:pt idx="1565" c:formatCode="yyyy/mm/dd">
                  <c:v>45089</c:v>
                </c:pt>
                <c:pt idx="1566" c:formatCode="yyyy/mm/dd">
                  <c:v>45090</c:v>
                </c:pt>
                <c:pt idx="1567" c:formatCode="yyyy/mm/dd">
                  <c:v>45091</c:v>
                </c:pt>
                <c:pt idx="1568" c:formatCode="yyyy/mm/dd">
                  <c:v>45092</c:v>
                </c:pt>
                <c:pt idx="1569" c:formatCode="yyyy/mm/dd">
                  <c:v>45093</c:v>
                </c:pt>
                <c:pt idx="1570" c:formatCode="yyyy/mm/dd">
                  <c:v>45096</c:v>
                </c:pt>
                <c:pt idx="1571" c:formatCode="yyyy/mm/dd">
                  <c:v>45097</c:v>
                </c:pt>
                <c:pt idx="1572" c:formatCode="yyyy/mm/dd">
                  <c:v>45098</c:v>
                </c:pt>
                <c:pt idx="1573" c:formatCode="yyyy/mm/dd">
                  <c:v>45103</c:v>
                </c:pt>
                <c:pt idx="1574" c:formatCode="yyyy/mm/dd">
                  <c:v>45104</c:v>
                </c:pt>
                <c:pt idx="1575" c:formatCode="yyyy/mm/dd">
                  <c:v>45105</c:v>
                </c:pt>
                <c:pt idx="1576" c:formatCode="yyyy/mm/dd">
                  <c:v>45106</c:v>
                </c:pt>
                <c:pt idx="1577" c:formatCode="yyyy/mm/dd">
                  <c:v>45107</c:v>
                </c:pt>
                <c:pt idx="1578" c:formatCode="yyyy/mm/dd">
                  <c:v>45110</c:v>
                </c:pt>
                <c:pt idx="1579" c:formatCode="yyyy/mm/dd">
                  <c:v>45111</c:v>
                </c:pt>
                <c:pt idx="1580" c:formatCode="yyyy/mm/dd">
                  <c:v>45112</c:v>
                </c:pt>
                <c:pt idx="1581" c:formatCode="yyyy/mm/dd">
                  <c:v>45113</c:v>
                </c:pt>
                <c:pt idx="1582" c:formatCode="yyyy/mm/dd">
                  <c:v>45114</c:v>
                </c:pt>
                <c:pt idx="1583" c:formatCode="yyyy/mm/dd">
                  <c:v>45117</c:v>
                </c:pt>
                <c:pt idx="1584" c:formatCode="yyyy/mm/dd">
                  <c:v>45118</c:v>
                </c:pt>
                <c:pt idx="1585" c:formatCode="yyyy/mm/dd">
                  <c:v>45119</c:v>
                </c:pt>
                <c:pt idx="1586" c:formatCode="yyyy/mm/dd">
                  <c:v>45120</c:v>
                </c:pt>
                <c:pt idx="1587" c:formatCode="yyyy/mm/dd">
                  <c:v>45121</c:v>
                </c:pt>
                <c:pt idx="1588" c:formatCode="yyyy/mm/dd">
                  <c:v>45124</c:v>
                </c:pt>
                <c:pt idx="1589" c:formatCode="yyyy/mm/dd">
                  <c:v>45125</c:v>
                </c:pt>
                <c:pt idx="1590" c:formatCode="yyyy/mm/dd">
                  <c:v>45126</c:v>
                </c:pt>
                <c:pt idx="1591" c:formatCode="yyyy/mm/dd">
                  <c:v>45127</c:v>
                </c:pt>
                <c:pt idx="1592" c:formatCode="yyyy/mm/dd">
                  <c:v>45128</c:v>
                </c:pt>
                <c:pt idx="1593" c:formatCode="yyyy/mm/dd">
                  <c:v>45131</c:v>
                </c:pt>
                <c:pt idx="1594" c:formatCode="yyyy/mm/dd">
                  <c:v>45132</c:v>
                </c:pt>
                <c:pt idx="1595" c:formatCode="yyyy/mm/dd">
                  <c:v>45133</c:v>
                </c:pt>
                <c:pt idx="1596" c:formatCode="yyyy/mm/dd">
                  <c:v>45134</c:v>
                </c:pt>
                <c:pt idx="1597" c:formatCode="yyyy/mm/dd">
                  <c:v>45135</c:v>
                </c:pt>
                <c:pt idx="1598" c:formatCode="yyyy/mm/dd">
                  <c:v>45138</c:v>
                </c:pt>
                <c:pt idx="1599" c:formatCode="yyyy/mm/dd">
                  <c:v>45139</c:v>
                </c:pt>
                <c:pt idx="1600" c:formatCode="yyyy/mm/dd">
                  <c:v>45140</c:v>
                </c:pt>
                <c:pt idx="1601" c:formatCode="yyyy/mm/dd">
                  <c:v>45141</c:v>
                </c:pt>
                <c:pt idx="1602" c:formatCode="yyyy/mm/dd">
                  <c:v>45142</c:v>
                </c:pt>
                <c:pt idx="1603" c:formatCode="yyyy/mm/dd">
                  <c:v>45145</c:v>
                </c:pt>
                <c:pt idx="1604" c:formatCode="yyyy/mm/dd">
                  <c:v>45146</c:v>
                </c:pt>
                <c:pt idx="1605" c:formatCode="yyyy/mm/dd">
                  <c:v>45147</c:v>
                </c:pt>
                <c:pt idx="1606" c:formatCode="yyyy/mm/dd">
                  <c:v>45148</c:v>
                </c:pt>
                <c:pt idx="1607" c:formatCode="yyyy/mm/dd">
                  <c:v>45149</c:v>
                </c:pt>
                <c:pt idx="1608" c:formatCode="yyyy/mm/dd">
                  <c:v>45152</c:v>
                </c:pt>
                <c:pt idx="1609" c:formatCode="yyyy/mm/dd">
                  <c:v>45153</c:v>
                </c:pt>
                <c:pt idx="1610" c:formatCode="yyyy/mm/dd">
                  <c:v>45154</c:v>
                </c:pt>
                <c:pt idx="1611" c:formatCode="yyyy/mm/dd">
                  <c:v>45155</c:v>
                </c:pt>
                <c:pt idx="1612" c:formatCode="yyyy/mm/dd">
                  <c:v>45156</c:v>
                </c:pt>
                <c:pt idx="1613" c:formatCode="yyyy/mm/dd">
                  <c:v>45159</c:v>
                </c:pt>
                <c:pt idx="1614" c:formatCode="yyyy/mm/dd">
                  <c:v>45160</c:v>
                </c:pt>
                <c:pt idx="1615" c:formatCode="yyyy/mm/dd">
                  <c:v>45161</c:v>
                </c:pt>
                <c:pt idx="1616" c:formatCode="yyyy/mm/dd">
                  <c:v>45162</c:v>
                </c:pt>
                <c:pt idx="1617" c:formatCode="yyyy/mm/dd">
                  <c:v>45163</c:v>
                </c:pt>
                <c:pt idx="1618" c:formatCode="yyyy/mm/dd">
                  <c:v>45166</c:v>
                </c:pt>
                <c:pt idx="1619" c:formatCode="yyyy/mm/dd">
                  <c:v>45167</c:v>
                </c:pt>
                <c:pt idx="1620" c:formatCode="yyyy/mm/dd">
                  <c:v>45168</c:v>
                </c:pt>
                <c:pt idx="1621" c:formatCode="yyyy/mm/dd">
                  <c:v>45169</c:v>
                </c:pt>
                <c:pt idx="1622" c:formatCode="yyyy/mm/dd">
                  <c:v>45170</c:v>
                </c:pt>
                <c:pt idx="1623" c:formatCode="yyyy/mm/dd">
                  <c:v>45173</c:v>
                </c:pt>
                <c:pt idx="1624" c:formatCode="yyyy/mm/dd">
                  <c:v>45174</c:v>
                </c:pt>
                <c:pt idx="1625" c:formatCode="yyyy/mm/dd">
                  <c:v>45175</c:v>
                </c:pt>
                <c:pt idx="1626" c:formatCode="yyyy/mm/dd">
                  <c:v>45176</c:v>
                </c:pt>
                <c:pt idx="1627" c:formatCode="yyyy/mm/dd">
                  <c:v>45177</c:v>
                </c:pt>
                <c:pt idx="1628" c:formatCode="yyyy/mm/dd">
                  <c:v>45180</c:v>
                </c:pt>
                <c:pt idx="1629" c:formatCode="yyyy/mm/dd">
                  <c:v>45181</c:v>
                </c:pt>
                <c:pt idx="1630" c:formatCode="yyyy/mm/dd">
                  <c:v>45182</c:v>
                </c:pt>
                <c:pt idx="1631" c:formatCode="yyyy/mm/dd">
                  <c:v>45183</c:v>
                </c:pt>
                <c:pt idx="1632" c:formatCode="yyyy/mm/dd">
                  <c:v>45184</c:v>
                </c:pt>
                <c:pt idx="1633" c:formatCode="yyyy/mm/dd">
                  <c:v>45187</c:v>
                </c:pt>
                <c:pt idx="1634" c:formatCode="yyyy/mm/dd">
                  <c:v>45188</c:v>
                </c:pt>
                <c:pt idx="1635" c:formatCode="yyyy/mm/dd">
                  <c:v>45189</c:v>
                </c:pt>
                <c:pt idx="1636" c:formatCode="yyyy/mm/dd">
                  <c:v>45190</c:v>
                </c:pt>
                <c:pt idx="1637" c:formatCode="yyyy/mm/dd">
                  <c:v>45191</c:v>
                </c:pt>
                <c:pt idx="1638" c:formatCode="yyyy/mm/dd">
                  <c:v>45194</c:v>
                </c:pt>
                <c:pt idx="1639" c:formatCode="yyyy/mm/dd">
                  <c:v>45195</c:v>
                </c:pt>
                <c:pt idx="1640" c:formatCode="yyyy/mm/dd">
                  <c:v>45196</c:v>
                </c:pt>
                <c:pt idx="1641" c:formatCode="yyyy/mm/dd">
                  <c:v>45197</c:v>
                </c:pt>
                <c:pt idx="1642" c:formatCode="yyyy/mm/dd">
                  <c:v>45208</c:v>
                </c:pt>
                <c:pt idx="1643" c:formatCode="yyyy/mm/dd">
                  <c:v>45209</c:v>
                </c:pt>
                <c:pt idx="1644" c:formatCode="yyyy/mm/dd">
                  <c:v>45210</c:v>
                </c:pt>
                <c:pt idx="1645" c:formatCode="yyyy/mm/dd">
                  <c:v>45211</c:v>
                </c:pt>
                <c:pt idx="1646" c:formatCode="yyyy/mm/dd">
                  <c:v>45212</c:v>
                </c:pt>
                <c:pt idx="1647" c:formatCode="yyyy/mm/dd">
                  <c:v>45215</c:v>
                </c:pt>
                <c:pt idx="1648" c:formatCode="yyyy/mm/dd">
                  <c:v>45216</c:v>
                </c:pt>
                <c:pt idx="1649" c:formatCode="yyyy/mm/dd">
                  <c:v>45217</c:v>
                </c:pt>
                <c:pt idx="1650" c:formatCode="yyyy/mm/dd">
                  <c:v>45218</c:v>
                </c:pt>
                <c:pt idx="1651" c:formatCode="yyyy/mm/dd">
                  <c:v>45219</c:v>
                </c:pt>
                <c:pt idx="1652" c:formatCode="yyyy/mm/dd">
                  <c:v>45222</c:v>
                </c:pt>
                <c:pt idx="1653" c:formatCode="yyyy/mm/dd">
                  <c:v>45223</c:v>
                </c:pt>
                <c:pt idx="1654" c:formatCode="yyyy/mm/dd">
                  <c:v>45224</c:v>
                </c:pt>
                <c:pt idx="1655" c:formatCode="yyyy/mm/dd">
                  <c:v>45225</c:v>
                </c:pt>
                <c:pt idx="1656" c:formatCode="yyyy/mm/dd">
                  <c:v>45226</c:v>
                </c:pt>
                <c:pt idx="1657" c:formatCode="yyyy/mm/dd">
                  <c:v>45229</c:v>
                </c:pt>
                <c:pt idx="1658" c:formatCode="yyyy/mm/dd">
                  <c:v>45230</c:v>
                </c:pt>
                <c:pt idx="1659" c:formatCode="yyyy/mm/dd">
                  <c:v>45231</c:v>
                </c:pt>
                <c:pt idx="1660" c:formatCode="yyyy/mm/dd">
                  <c:v>45232</c:v>
                </c:pt>
                <c:pt idx="1661" c:formatCode="yyyy/mm/dd">
                  <c:v>45233</c:v>
                </c:pt>
                <c:pt idx="1662" c:formatCode="yyyy/mm/dd">
                  <c:v>45236</c:v>
                </c:pt>
                <c:pt idx="1663" c:formatCode="yyyy/mm/dd">
                  <c:v>45237</c:v>
                </c:pt>
                <c:pt idx="1664" c:formatCode="yyyy/mm/dd">
                  <c:v>45238</c:v>
                </c:pt>
                <c:pt idx="1665" c:formatCode="yyyy/mm/dd">
                  <c:v>45239</c:v>
                </c:pt>
                <c:pt idx="1666" c:formatCode="yyyy/mm/dd">
                  <c:v>45240</c:v>
                </c:pt>
                <c:pt idx="1667" c:formatCode="yyyy/mm/dd">
                  <c:v>45243</c:v>
                </c:pt>
                <c:pt idx="1668" c:formatCode="yyyy/mm/dd">
                  <c:v>45244</c:v>
                </c:pt>
                <c:pt idx="1669" c:formatCode="yyyy/mm/dd">
                  <c:v>45245</c:v>
                </c:pt>
                <c:pt idx="1670" c:formatCode="yyyy/mm/dd">
                  <c:v>45246</c:v>
                </c:pt>
                <c:pt idx="1671" c:formatCode="yyyy/mm/dd">
                  <c:v>45247</c:v>
                </c:pt>
                <c:pt idx="1672" c:formatCode="yyyy/mm/dd">
                  <c:v>45250</c:v>
                </c:pt>
                <c:pt idx="1673" c:formatCode="yyyy/mm/dd">
                  <c:v>45251</c:v>
                </c:pt>
                <c:pt idx="1674" c:formatCode="yyyy/mm/dd">
                  <c:v>45252</c:v>
                </c:pt>
                <c:pt idx="1675" c:formatCode="yyyy/mm/dd">
                  <c:v>45253</c:v>
                </c:pt>
                <c:pt idx="1676" c:formatCode="yyyy/mm/dd">
                  <c:v>45254</c:v>
                </c:pt>
                <c:pt idx="1677" c:formatCode="yyyy/mm/dd">
                  <c:v>45257</c:v>
                </c:pt>
                <c:pt idx="1678" c:formatCode="yyyy/mm/dd">
                  <c:v>45258</c:v>
                </c:pt>
                <c:pt idx="1679" c:formatCode="yyyy/mm/dd">
                  <c:v>45259</c:v>
                </c:pt>
                <c:pt idx="1680" c:formatCode="yyyy/mm/dd">
                  <c:v>45260</c:v>
                </c:pt>
                <c:pt idx="1681" c:formatCode="yyyy/mm/dd">
                  <c:v>45261</c:v>
                </c:pt>
                <c:pt idx="1682" c:formatCode="yyyy/mm/dd">
                  <c:v>45264</c:v>
                </c:pt>
                <c:pt idx="1683" c:formatCode="yyyy/mm/dd">
                  <c:v>45265</c:v>
                </c:pt>
                <c:pt idx="1684" c:formatCode="yyyy/mm/dd">
                  <c:v>45266</c:v>
                </c:pt>
                <c:pt idx="1685" c:formatCode="yyyy/mm/dd">
                  <c:v>45267</c:v>
                </c:pt>
                <c:pt idx="1686" c:formatCode="yyyy/mm/dd">
                  <c:v>45268</c:v>
                </c:pt>
                <c:pt idx="1687" c:formatCode="yyyy/mm/dd">
                  <c:v>45271</c:v>
                </c:pt>
                <c:pt idx="1688" c:formatCode="yyyy/mm/dd">
                  <c:v>45272</c:v>
                </c:pt>
                <c:pt idx="1689" c:formatCode="yyyy/mm/dd">
                  <c:v>45273</c:v>
                </c:pt>
                <c:pt idx="1690" c:formatCode="yyyy/mm/dd">
                  <c:v>45274</c:v>
                </c:pt>
                <c:pt idx="1691" c:formatCode="yyyy/mm/dd">
                  <c:v>45275</c:v>
                </c:pt>
                <c:pt idx="1692" c:formatCode="yyyy/mm/dd">
                  <c:v>45278</c:v>
                </c:pt>
                <c:pt idx="1693" c:formatCode="yyyy/mm/dd">
                  <c:v>45279</c:v>
                </c:pt>
                <c:pt idx="1694" c:formatCode="yyyy/mm/dd">
                  <c:v>45280</c:v>
                </c:pt>
                <c:pt idx="1695" c:formatCode="yyyy/mm/dd">
                  <c:v>45281</c:v>
                </c:pt>
                <c:pt idx="1696" c:formatCode="yyyy/mm/dd">
                  <c:v>45282</c:v>
                </c:pt>
                <c:pt idx="1697" c:formatCode="yyyy/mm/dd">
                  <c:v>45285</c:v>
                </c:pt>
                <c:pt idx="1698" c:formatCode="yyyy/mm/dd">
                  <c:v>45286</c:v>
                </c:pt>
                <c:pt idx="1699" c:formatCode="yyyy/mm/dd">
                  <c:v>45287</c:v>
                </c:pt>
                <c:pt idx="1700" c:formatCode="yyyy/mm/dd">
                  <c:v>45288</c:v>
                </c:pt>
                <c:pt idx="1701" c:formatCode="yyyy/mm/dd">
                  <c:v>45289</c:v>
                </c:pt>
                <c:pt idx="1702" c:formatCode="yyyy/mm/dd">
                  <c:v>45293</c:v>
                </c:pt>
                <c:pt idx="1703" c:formatCode="yyyy/mm/dd">
                  <c:v>45294</c:v>
                </c:pt>
                <c:pt idx="1704" c:formatCode="yyyy/mm/dd">
                  <c:v>45295</c:v>
                </c:pt>
                <c:pt idx="1705" c:formatCode="yyyy/mm/dd">
                  <c:v>45296</c:v>
                </c:pt>
                <c:pt idx="1706" c:formatCode="yyyy/mm/dd">
                  <c:v>45299</c:v>
                </c:pt>
                <c:pt idx="1707" c:formatCode="yyyy/mm/dd">
                  <c:v>45300</c:v>
                </c:pt>
                <c:pt idx="1708" c:formatCode="yyyy/mm/dd">
                  <c:v>45301</c:v>
                </c:pt>
                <c:pt idx="1709" c:formatCode="yyyy/mm/dd">
                  <c:v>45302</c:v>
                </c:pt>
                <c:pt idx="1710" c:formatCode="yyyy/mm/dd">
                  <c:v>45303</c:v>
                </c:pt>
                <c:pt idx="1711" c:formatCode="yyyy/mm/dd">
                  <c:v>45306</c:v>
                </c:pt>
                <c:pt idx="1712" c:formatCode="yyyy/mm/dd">
                  <c:v>45307</c:v>
                </c:pt>
                <c:pt idx="1713" c:formatCode="yyyy/mm/dd">
                  <c:v>45308</c:v>
                </c:pt>
                <c:pt idx="1714" c:formatCode="yyyy/mm/dd">
                  <c:v>45309</c:v>
                </c:pt>
                <c:pt idx="1715" c:formatCode="yyyy/mm/dd">
                  <c:v>45310</c:v>
                </c:pt>
                <c:pt idx="1716" c:formatCode="yyyy/mm/dd">
                  <c:v>45313</c:v>
                </c:pt>
                <c:pt idx="1717" c:formatCode="yyyy/mm/dd">
                  <c:v>45314</c:v>
                </c:pt>
                <c:pt idx="1718" c:formatCode="yyyy/mm/dd">
                  <c:v>45315</c:v>
                </c:pt>
                <c:pt idx="1719" c:formatCode="yyyy/mm/dd">
                  <c:v>45316</c:v>
                </c:pt>
                <c:pt idx="1720" c:formatCode="yyyy/mm/dd">
                  <c:v>45317</c:v>
                </c:pt>
                <c:pt idx="1721" c:formatCode="yyyy/mm/dd">
                  <c:v>45320</c:v>
                </c:pt>
                <c:pt idx="1722" c:formatCode="yyyy/mm/dd">
                  <c:v>45321</c:v>
                </c:pt>
                <c:pt idx="1723" c:formatCode="yyyy/mm/dd">
                  <c:v>45322</c:v>
                </c:pt>
                <c:pt idx="1724" c:formatCode="yyyy/mm/dd">
                  <c:v>45323</c:v>
                </c:pt>
                <c:pt idx="1725" c:formatCode="yyyy/mm/dd">
                  <c:v>45324</c:v>
                </c:pt>
                <c:pt idx="1726" c:formatCode="yyyy/mm/dd">
                  <c:v>45327</c:v>
                </c:pt>
                <c:pt idx="1727" c:formatCode="yyyy/mm/dd">
                  <c:v>45328</c:v>
                </c:pt>
                <c:pt idx="1728" c:formatCode="yyyy/mm/dd">
                  <c:v>45329</c:v>
                </c:pt>
                <c:pt idx="1729" c:formatCode="yyyy/mm/dd">
                  <c:v>45330</c:v>
                </c:pt>
                <c:pt idx="1730" c:formatCode="yyyy/mm/dd">
                  <c:v>45341</c:v>
                </c:pt>
                <c:pt idx="1731" c:formatCode="yyyy/mm/dd">
                  <c:v>45342</c:v>
                </c:pt>
                <c:pt idx="1732" c:formatCode="yyyy/mm/dd">
                  <c:v>45343</c:v>
                </c:pt>
                <c:pt idx="1733" c:formatCode="yyyy/mm/dd">
                  <c:v>45344</c:v>
                </c:pt>
                <c:pt idx="1734" c:formatCode="yyyy/mm/dd">
                  <c:v>45345</c:v>
                </c:pt>
                <c:pt idx="1735" c:formatCode="yyyy/mm/dd">
                  <c:v>45348</c:v>
                </c:pt>
                <c:pt idx="1736" c:formatCode="yyyy/mm/dd">
                  <c:v>45349</c:v>
                </c:pt>
                <c:pt idx="1737" c:formatCode="yyyy/mm/dd">
                  <c:v>45350</c:v>
                </c:pt>
                <c:pt idx="1738" c:formatCode="yyyy/mm/dd">
                  <c:v>45351</c:v>
                </c:pt>
                <c:pt idx="1739" c:formatCode="yyyy/mm/dd">
                  <c:v>45352</c:v>
                </c:pt>
                <c:pt idx="1740" c:formatCode="yyyy/mm/dd">
                  <c:v>45355</c:v>
                </c:pt>
                <c:pt idx="1741" c:formatCode="yyyy/mm/dd">
                  <c:v>45356</c:v>
                </c:pt>
                <c:pt idx="1742" c:formatCode="yyyy/mm/dd">
                  <c:v>45357</c:v>
                </c:pt>
                <c:pt idx="1743" c:formatCode="yyyy/mm/dd">
                  <c:v>45358</c:v>
                </c:pt>
                <c:pt idx="1744" c:formatCode="yyyy/mm/dd">
                  <c:v>45359</c:v>
                </c:pt>
                <c:pt idx="1745" c:formatCode="yyyy/mm/dd">
                  <c:v>45362</c:v>
                </c:pt>
                <c:pt idx="1746" c:formatCode="yyyy/mm/dd">
                  <c:v>45363</c:v>
                </c:pt>
                <c:pt idx="1747" c:formatCode="yyyy/mm/dd">
                  <c:v>45364</c:v>
                </c:pt>
                <c:pt idx="1748" c:formatCode="yyyy/mm/dd">
                  <c:v>45365</c:v>
                </c:pt>
                <c:pt idx="1749" c:formatCode="yyyy/mm/dd">
                  <c:v>45366</c:v>
                </c:pt>
                <c:pt idx="1750" c:formatCode="yyyy/mm/dd">
                  <c:v>45369</c:v>
                </c:pt>
                <c:pt idx="1751" c:formatCode="yyyy/mm/dd">
                  <c:v>45370</c:v>
                </c:pt>
                <c:pt idx="1752" c:formatCode="yyyy/mm/dd">
                  <c:v>45371</c:v>
                </c:pt>
                <c:pt idx="1753" c:formatCode="yyyy/mm/dd">
                  <c:v>45372</c:v>
                </c:pt>
                <c:pt idx="1754" c:formatCode="yyyy/mm/dd">
                  <c:v>45373</c:v>
                </c:pt>
                <c:pt idx="1755" c:formatCode="yyyy/mm/dd">
                  <c:v>45376</c:v>
                </c:pt>
                <c:pt idx="1756" c:formatCode="yyyy/mm/dd">
                  <c:v>45377</c:v>
                </c:pt>
                <c:pt idx="1757" c:formatCode="yyyy/mm/dd">
                  <c:v>45378</c:v>
                </c:pt>
                <c:pt idx="1758" c:formatCode="yyyy/mm/dd">
                  <c:v>45379</c:v>
                </c:pt>
                <c:pt idx="1759" c:formatCode="yyyy/mm/dd">
                  <c:v>45380</c:v>
                </c:pt>
                <c:pt idx="1760" c:formatCode="yyyy/mm/dd">
                  <c:v>45383</c:v>
                </c:pt>
                <c:pt idx="1761" c:formatCode="yyyy/mm/dd">
                  <c:v>45384</c:v>
                </c:pt>
                <c:pt idx="1762" c:formatCode="yyyy/mm/dd">
                  <c:v>45385</c:v>
                </c:pt>
                <c:pt idx="1763" c:formatCode="yyyy/mm/dd">
                  <c:v>45390</c:v>
                </c:pt>
                <c:pt idx="1764" c:formatCode="yyyy/mm/dd">
                  <c:v>45391</c:v>
                </c:pt>
                <c:pt idx="1765" c:formatCode="yyyy/mm/dd">
                  <c:v>45392</c:v>
                </c:pt>
                <c:pt idx="1766" c:formatCode="yyyy/mm/dd">
                  <c:v>45393</c:v>
                </c:pt>
                <c:pt idx="1767" c:formatCode="yyyy/mm/dd">
                  <c:v>45394</c:v>
                </c:pt>
                <c:pt idx="1768" c:formatCode="yyyy/mm/dd">
                  <c:v>45397</c:v>
                </c:pt>
                <c:pt idx="1769" c:formatCode="yyyy/mm/dd">
                  <c:v>45398</c:v>
                </c:pt>
                <c:pt idx="1770" c:formatCode="yyyy/mm/dd">
                  <c:v>45399</c:v>
                </c:pt>
                <c:pt idx="1771" c:formatCode="yyyy/mm/dd">
                  <c:v>45400</c:v>
                </c:pt>
                <c:pt idx="1772" c:formatCode="yyyy/mm/dd">
                  <c:v>45401</c:v>
                </c:pt>
                <c:pt idx="1773" c:formatCode="yyyy/mm/dd">
                  <c:v>45404</c:v>
                </c:pt>
                <c:pt idx="1774" c:formatCode="yyyy/mm/dd">
                  <c:v>45405</c:v>
                </c:pt>
                <c:pt idx="1775" c:formatCode="yyyy/mm/dd">
                  <c:v>45406</c:v>
                </c:pt>
                <c:pt idx="1776" c:formatCode="yyyy/mm/dd">
                  <c:v>45407</c:v>
                </c:pt>
                <c:pt idx="1777" c:formatCode="yyyy/mm/dd">
                  <c:v>45408</c:v>
                </c:pt>
                <c:pt idx="1778" c:formatCode="yyyy/mm/dd">
                  <c:v>45411</c:v>
                </c:pt>
                <c:pt idx="1779" c:formatCode="yyyy/mm/dd">
                  <c:v>45412</c:v>
                </c:pt>
                <c:pt idx="1780" c:formatCode="yyyy/mm/dd">
                  <c:v>45418</c:v>
                </c:pt>
                <c:pt idx="1781" c:formatCode="yyyy/mm/dd">
                  <c:v>45419</c:v>
                </c:pt>
                <c:pt idx="1782" c:formatCode="yyyy/mm/dd">
                  <c:v>45420</c:v>
                </c:pt>
                <c:pt idx="1783" c:formatCode="yyyy/mm/dd">
                  <c:v>45421</c:v>
                </c:pt>
                <c:pt idx="1784" c:formatCode="yyyy/mm/dd">
                  <c:v>45422</c:v>
                </c:pt>
                <c:pt idx="1785" c:formatCode="yyyy/mm/dd">
                  <c:v>45425</c:v>
                </c:pt>
                <c:pt idx="1786" c:formatCode="yyyy/mm/dd">
                  <c:v>45426</c:v>
                </c:pt>
                <c:pt idx="1787" c:formatCode="yyyy/mm/dd">
                  <c:v>45427</c:v>
                </c:pt>
                <c:pt idx="1788" c:formatCode="yyyy/mm/dd">
                  <c:v>45428</c:v>
                </c:pt>
                <c:pt idx="1789" c:formatCode="yyyy/mm/dd">
                  <c:v>45429</c:v>
                </c:pt>
                <c:pt idx="1790" c:formatCode="yyyy/mm/dd">
                  <c:v>45432</c:v>
                </c:pt>
                <c:pt idx="1791" c:formatCode="yyyy/mm/dd">
                  <c:v>45433</c:v>
                </c:pt>
                <c:pt idx="1792" c:formatCode="yyyy/mm/dd">
                  <c:v>45434</c:v>
                </c:pt>
                <c:pt idx="1793" c:formatCode="yyyy/mm/dd">
                  <c:v>45435</c:v>
                </c:pt>
                <c:pt idx="1794" c:formatCode="yyyy/mm/dd">
                  <c:v>45436</c:v>
                </c:pt>
                <c:pt idx="1795" c:formatCode="yyyy/mm/dd">
                  <c:v>45439</c:v>
                </c:pt>
                <c:pt idx="1796" c:formatCode="yyyy/mm/dd">
                  <c:v>45440</c:v>
                </c:pt>
                <c:pt idx="1797" c:formatCode="yyyy/mm/dd">
                  <c:v>45441</c:v>
                </c:pt>
                <c:pt idx="1798" c:formatCode="yyyy/mm/dd">
                  <c:v>45442</c:v>
                </c:pt>
                <c:pt idx="1799" c:formatCode="yyyy/mm/dd">
                  <c:v>45443</c:v>
                </c:pt>
                <c:pt idx="1800" c:formatCode="yyyy/mm/dd">
                  <c:v>45446</c:v>
                </c:pt>
                <c:pt idx="1801" c:formatCode="yyyy/mm/dd">
                  <c:v>45447</c:v>
                </c:pt>
                <c:pt idx="1802" c:formatCode="yyyy/mm/dd">
                  <c:v>45448</c:v>
                </c:pt>
                <c:pt idx="1803" c:formatCode="yyyy/mm/dd">
                  <c:v>45449</c:v>
                </c:pt>
                <c:pt idx="1804" c:formatCode="yyyy/mm/dd">
                  <c:v>45450</c:v>
                </c:pt>
                <c:pt idx="1805" c:formatCode="yyyy/mm/dd">
                  <c:v>45454</c:v>
                </c:pt>
                <c:pt idx="1806" c:formatCode="yyyy/mm/dd">
                  <c:v>45455</c:v>
                </c:pt>
                <c:pt idx="1807" c:formatCode="yyyy/mm/dd">
                  <c:v>45456</c:v>
                </c:pt>
                <c:pt idx="1808" c:formatCode="yyyy/mm/dd">
                  <c:v>45457</c:v>
                </c:pt>
                <c:pt idx="1809" c:formatCode="yyyy/mm/dd">
                  <c:v>45460</c:v>
                </c:pt>
                <c:pt idx="1810" c:formatCode="yyyy/mm/dd">
                  <c:v>45461</c:v>
                </c:pt>
                <c:pt idx="1811" c:formatCode="yyyy/mm/dd">
                  <c:v>45462</c:v>
                </c:pt>
                <c:pt idx="1812" c:formatCode="yyyy/mm/dd">
                  <c:v>45463</c:v>
                </c:pt>
                <c:pt idx="1813" c:formatCode="yyyy/mm/dd">
                  <c:v>45464</c:v>
                </c:pt>
                <c:pt idx="1814" c:formatCode="yyyy/mm/dd">
                  <c:v>45467</c:v>
                </c:pt>
                <c:pt idx="1815" c:formatCode="yyyy/mm/dd">
                  <c:v>45468</c:v>
                </c:pt>
                <c:pt idx="1816" c:formatCode="yyyy/mm/dd">
                  <c:v>45469</c:v>
                </c:pt>
                <c:pt idx="1817" c:formatCode="yyyy/mm/dd">
                  <c:v>45470</c:v>
                </c:pt>
                <c:pt idx="1818" c:formatCode="yyyy/mm/dd">
                  <c:v>45471</c:v>
                </c:pt>
                <c:pt idx="1819" c:formatCode="yyyy/mm/dd">
                  <c:v>45474</c:v>
                </c:pt>
                <c:pt idx="1820" c:formatCode="yyyy/mm/dd">
                  <c:v>45475</c:v>
                </c:pt>
                <c:pt idx="1821" c:formatCode="yyyy/mm/dd">
                  <c:v>45476</c:v>
                </c:pt>
                <c:pt idx="1822" c:formatCode="yyyy/mm/dd">
                  <c:v>45477</c:v>
                </c:pt>
                <c:pt idx="1823" c:formatCode="yyyy/mm/dd">
                  <c:v>45478</c:v>
                </c:pt>
                <c:pt idx="1824" c:formatCode="yyyy/mm/dd">
                  <c:v>45481</c:v>
                </c:pt>
                <c:pt idx="1825" c:formatCode="yyyy/mm/dd">
                  <c:v>45482</c:v>
                </c:pt>
                <c:pt idx="1826" c:formatCode="yyyy/mm/dd">
                  <c:v>45483</c:v>
                </c:pt>
                <c:pt idx="1827" c:formatCode="yyyy/mm/dd">
                  <c:v>45484</c:v>
                </c:pt>
                <c:pt idx="1828" c:formatCode="yyyy/mm/dd">
                  <c:v>45485</c:v>
                </c:pt>
                <c:pt idx="1829" c:formatCode="yyyy/mm/dd">
                  <c:v>45488</c:v>
                </c:pt>
                <c:pt idx="1830" c:formatCode="yyyy/mm/dd">
                  <c:v>45489</c:v>
                </c:pt>
                <c:pt idx="1831" c:formatCode="yyyy/mm/dd">
                  <c:v>45490</c:v>
                </c:pt>
                <c:pt idx="1832" c:formatCode="yyyy/mm/dd">
                  <c:v>45491</c:v>
                </c:pt>
                <c:pt idx="1833" c:formatCode="yyyy/mm/dd">
                  <c:v>45492</c:v>
                </c:pt>
                <c:pt idx="1834" c:formatCode="yyyy/mm/dd">
                  <c:v>45495</c:v>
                </c:pt>
                <c:pt idx="1835" c:formatCode="yyyy/mm/dd">
                  <c:v>45496</c:v>
                </c:pt>
                <c:pt idx="1836" c:formatCode="yyyy/mm/dd">
                  <c:v>45497</c:v>
                </c:pt>
                <c:pt idx="1837" c:formatCode="yyyy/mm/dd">
                  <c:v>45498</c:v>
                </c:pt>
                <c:pt idx="1838" c:formatCode="yyyy/mm/dd">
                  <c:v>45499</c:v>
                </c:pt>
                <c:pt idx="1839" c:formatCode="yyyy/mm/dd">
                  <c:v>45502</c:v>
                </c:pt>
                <c:pt idx="1840" c:formatCode="yyyy/mm/dd">
                  <c:v>45503</c:v>
                </c:pt>
                <c:pt idx="1841" c:formatCode="yyyy/mm/dd">
                  <c:v>45504</c:v>
                </c:pt>
                <c:pt idx="1842" c:formatCode="yyyy/mm/dd">
                  <c:v>45505</c:v>
                </c:pt>
                <c:pt idx="1843" c:formatCode="yyyy/mm/dd">
                  <c:v>45506</c:v>
                </c:pt>
                <c:pt idx="1844" c:formatCode="yyyy/mm/dd">
                  <c:v>45509</c:v>
                </c:pt>
                <c:pt idx="1845" c:formatCode="yyyy/mm/dd">
                  <c:v>45510</c:v>
                </c:pt>
                <c:pt idx="1846" c:formatCode="yyyy/mm/dd">
                  <c:v>45511</c:v>
                </c:pt>
                <c:pt idx="1847" c:formatCode="yyyy/mm/dd">
                  <c:v>45512</c:v>
                </c:pt>
                <c:pt idx="1848" c:formatCode="yyyy/mm/dd">
                  <c:v>45513</c:v>
                </c:pt>
                <c:pt idx="1849" c:formatCode="yyyy/mm/dd">
                  <c:v>45516</c:v>
                </c:pt>
                <c:pt idx="1850" c:formatCode="yyyy/mm/dd">
                  <c:v>45517</c:v>
                </c:pt>
                <c:pt idx="1851" c:formatCode="yyyy/mm/dd">
                  <c:v>45518</c:v>
                </c:pt>
                <c:pt idx="1852" c:formatCode="yyyy/mm/dd">
                  <c:v>45519</c:v>
                </c:pt>
                <c:pt idx="1853" c:formatCode="yyyy/mm/dd">
                  <c:v>45520</c:v>
                </c:pt>
                <c:pt idx="1854" c:formatCode="yyyy/mm/dd">
                  <c:v>45523</c:v>
                </c:pt>
                <c:pt idx="1855" c:formatCode="yyyy/mm/dd">
                  <c:v>45524</c:v>
                </c:pt>
                <c:pt idx="1856" c:formatCode="yyyy/mm/dd">
                  <c:v>45525</c:v>
                </c:pt>
                <c:pt idx="1857" c:formatCode="yyyy/mm/dd">
                  <c:v>45526</c:v>
                </c:pt>
                <c:pt idx="1858" c:formatCode="yyyy/mm/dd">
                  <c:v>45527</c:v>
                </c:pt>
                <c:pt idx="1859" c:formatCode="yyyy/mm/dd">
                  <c:v>45530</c:v>
                </c:pt>
                <c:pt idx="1860" c:formatCode="yyyy/mm/dd">
                  <c:v>45531</c:v>
                </c:pt>
                <c:pt idx="1861" c:formatCode="yyyy/mm/dd">
                  <c:v>45532</c:v>
                </c:pt>
                <c:pt idx="1862" c:formatCode="yyyy/mm/dd">
                  <c:v>45533</c:v>
                </c:pt>
                <c:pt idx="1863" c:formatCode="yyyy/mm/dd">
                  <c:v>45534</c:v>
                </c:pt>
                <c:pt idx="1864" c:formatCode="yyyy/mm/dd">
                  <c:v>45537</c:v>
                </c:pt>
                <c:pt idx="1865" c:formatCode="yyyy/mm/dd">
                  <c:v>45538</c:v>
                </c:pt>
                <c:pt idx="1866" c:formatCode="yyyy/mm/dd">
                  <c:v>45539</c:v>
                </c:pt>
                <c:pt idx="1867" c:formatCode="yyyy/mm/dd">
                  <c:v>45540</c:v>
                </c:pt>
                <c:pt idx="1868" c:formatCode="yyyy/mm/dd">
                  <c:v>45541</c:v>
                </c:pt>
                <c:pt idx="1869" c:formatCode="yyyy/mm/dd">
                  <c:v>45544</c:v>
                </c:pt>
                <c:pt idx="1870" c:formatCode="yyyy/mm/dd">
                  <c:v>45545</c:v>
                </c:pt>
                <c:pt idx="1871" c:formatCode="yyyy/mm/dd">
                  <c:v>45546</c:v>
                </c:pt>
                <c:pt idx="1872" c:formatCode="yyyy/mm/dd">
                  <c:v>45547</c:v>
                </c:pt>
                <c:pt idx="1873" c:formatCode="yyyy/mm/dd">
                  <c:v>45548</c:v>
                </c:pt>
                <c:pt idx="1874" c:formatCode="yyyy/mm/dd">
                  <c:v>45553</c:v>
                </c:pt>
                <c:pt idx="1875" c:formatCode="yyyy/mm/dd">
                  <c:v>45554</c:v>
                </c:pt>
                <c:pt idx="1876" c:formatCode="yyyy/mm/dd">
                  <c:v>45555</c:v>
                </c:pt>
                <c:pt idx="1877" c:formatCode="yyyy/mm/dd">
                  <c:v>45558</c:v>
                </c:pt>
                <c:pt idx="1878" c:formatCode="yyyy/mm/dd">
                  <c:v>45559</c:v>
                </c:pt>
                <c:pt idx="1879" c:formatCode="yyyy/mm/dd">
                  <c:v>45560</c:v>
                </c:pt>
                <c:pt idx="1880" c:formatCode="yyyy/mm/dd">
                  <c:v>45561</c:v>
                </c:pt>
                <c:pt idx="1881" c:formatCode="yyyy/mm/dd">
                  <c:v>45562</c:v>
                </c:pt>
                <c:pt idx="1882" c:formatCode="yyyy/mm/dd">
                  <c:v>45565</c:v>
                </c:pt>
                <c:pt idx="1883" c:formatCode="yyyy/mm/dd">
                  <c:v>45573</c:v>
                </c:pt>
                <c:pt idx="1884" c:formatCode="yyyy/mm/dd">
                  <c:v>45574</c:v>
                </c:pt>
                <c:pt idx="1885" c:formatCode="yyyy/mm/dd">
                  <c:v>45575</c:v>
                </c:pt>
                <c:pt idx="1886" c:formatCode="yyyy/mm/dd">
                  <c:v>45576</c:v>
                </c:pt>
                <c:pt idx="1887" c:formatCode="yyyy/mm/dd">
                  <c:v>45579</c:v>
                </c:pt>
                <c:pt idx="1888" c:formatCode="yyyy/mm/dd">
                  <c:v>45580</c:v>
                </c:pt>
                <c:pt idx="1889" c:formatCode="yyyy/mm/dd">
                  <c:v>45581</c:v>
                </c:pt>
                <c:pt idx="1890" c:formatCode="yyyy/mm/dd">
                  <c:v>45582</c:v>
                </c:pt>
                <c:pt idx="1891" c:formatCode="yyyy/mm/dd">
                  <c:v>45583</c:v>
                </c:pt>
                <c:pt idx="1892" c:formatCode="yyyy/mm/dd">
                  <c:v>45586</c:v>
                </c:pt>
                <c:pt idx="1893" c:formatCode="yyyy/mm/dd">
                  <c:v>45587</c:v>
                </c:pt>
                <c:pt idx="1894" c:formatCode="yyyy/mm/dd">
                  <c:v>45588</c:v>
                </c:pt>
                <c:pt idx="1895" c:formatCode="yyyy/mm/dd">
                  <c:v>45589</c:v>
                </c:pt>
                <c:pt idx="1896" c:formatCode="yyyy/mm/dd">
                  <c:v>45590</c:v>
                </c:pt>
                <c:pt idx="1897" c:formatCode="yyyy/mm/dd">
                  <c:v>45593</c:v>
                </c:pt>
                <c:pt idx="1898" c:formatCode="yyyy/mm/dd">
                  <c:v>45594</c:v>
                </c:pt>
                <c:pt idx="1899" c:formatCode="yyyy/mm/dd">
                  <c:v>45595</c:v>
                </c:pt>
                <c:pt idx="1900" c:formatCode="yyyy/mm/dd">
                  <c:v>45596</c:v>
                </c:pt>
                <c:pt idx="1901" c:formatCode="yyyy/mm/dd">
                  <c:v>45597</c:v>
                </c:pt>
                <c:pt idx="1902" c:formatCode="yyyy/mm/dd">
                  <c:v>45600</c:v>
                </c:pt>
                <c:pt idx="1903" c:formatCode="yyyy/mm/dd">
                  <c:v>45601</c:v>
                </c:pt>
                <c:pt idx="1904" c:formatCode="yyyy/mm/dd">
                  <c:v>45602</c:v>
                </c:pt>
                <c:pt idx="1905" c:formatCode="yyyy/mm/dd">
                  <c:v>45603</c:v>
                </c:pt>
                <c:pt idx="1906" c:formatCode="yyyy/mm/dd">
                  <c:v>45604</c:v>
                </c:pt>
                <c:pt idx="1907" c:formatCode="yyyy/mm/dd">
                  <c:v>45607</c:v>
                </c:pt>
                <c:pt idx="1908" c:formatCode="yyyy/mm/dd">
                  <c:v>45608</c:v>
                </c:pt>
                <c:pt idx="1909" c:formatCode="yyyy/mm/dd">
                  <c:v>45609</c:v>
                </c:pt>
                <c:pt idx="1910" c:formatCode="yyyy/mm/dd">
                  <c:v>45610</c:v>
                </c:pt>
                <c:pt idx="1911" c:formatCode="yyyy/mm/dd">
                  <c:v>45611</c:v>
                </c:pt>
                <c:pt idx="1912" c:formatCode="yyyy/mm/dd">
                  <c:v>45614</c:v>
                </c:pt>
                <c:pt idx="1913" c:formatCode="yyyy/mm/dd">
                  <c:v>45615</c:v>
                </c:pt>
                <c:pt idx="1914" c:formatCode="yyyy/mm/dd">
                  <c:v>45616</c:v>
                </c:pt>
                <c:pt idx="1915" c:formatCode="yyyy/mm/dd">
                  <c:v>45617</c:v>
                </c:pt>
                <c:pt idx="1916" c:formatCode="yyyy/mm/dd">
                  <c:v>45618</c:v>
                </c:pt>
                <c:pt idx="1917" c:formatCode="yyyy/mm/dd">
                  <c:v>45621</c:v>
                </c:pt>
                <c:pt idx="1918" c:formatCode="yyyy/mm/dd">
                  <c:v>45622</c:v>
                </c:pt>
                <c:pt idx="1919" c:formatCode="yyyy/mm/dd">
                  <c:v>45623</c:v>
                </c:pt>
                <c:pt idx="1920" c:formatCode="yyyy/mm/dd">
                  <c:v>45624</c:v>
                </c:pt>
                <c:pt idx="1921" c:formatCode="yyyy/mm/dd">
                  <c:v>45625</c:v>
                </c:pt>
                <c:pt idx="1922" c:formatCode="yyyy/mm/dd">
                  <c:v>45628</c:v>
                </c:pt>
                <c:pt idx="1923" c:formatCode="yyyy/mm/dd">
                  <c:v>45629</c:v>
                </c:pt>
                <c:pt idx="1924" c:formatCode="yyyy/mm/dd">
                  <c:v>45630</c:v>
                </c:pt>
                <c:pt idx="1925" c:formatCode="yyyy/mm/dd">
                  <c:v>45631</c:v>
                </c:pt>
                <c:pt idx="1926" c:formatCode="yyyy/mm/dd">
                  <c:v>45632</c:v>
                </c:pt>
                <c:pt idx="1927" c:formatCode="yyyy/mm/dd">
                  <c:v>45635</c:v>
                </c:pt>
                <c:pt idx="1928" c:formatCode="yyyy/mm/dd">
                  <c:v>45636</c:v>
                </c:pt>
                <c:pt idx="1929" c:formatCode="yyyy/mm/dd">
                  <c:v>45637</c:v>
                </c:pt>
                <c:pt idx="1930" c:formatCode="yyyy/mm/dd">
                  <c:v>45638</c:v>
                </c:pt>
                <c:pt idx="1931" c:formatCode="yyyy/mm/dd">
                  <c:v>45639</c:v>
                </c:pt>
                <c:pt idx="1932" c:formatCode="yyyy/mm/dd">
                  <c:v>45642</c:v>
                </c:pt>
                <c:pt idx="1933" c:formatCode="yyyy/mm/dd">
                  <c:v>45643</c:v>
                </c:pt>
                <c:pt idx="1934" c:formatCode="yyyy/mm/dd">
                  <c:v>45644</c:v>
                </c:pt>
                <c:pt idx="1935" c:formatCode="yyyy/mm/dd">
                  <c:v>45645</c:v>
                </c:pt>
                <c:pt idx="1936" c:formatCode="yyyy/mm/dd">
                  <c:v>45646</c:v>
                </c:pt>
                <c:pt idx="1937" c:formatCode="yyyy/mm/dd">
                  <c:v>45649</c:v>
                </c:pt>
                <c:pt idx="1938" c:formatCode="yyyy/mm/dd">
                  <c:v>45650</c:v>
                </c:pt>
                <c:pt idx="1939" c:formatCode="yyyy/mm/dd">
                  <c:v>45651</c:v>
                </c:pt>
                <c:pt idx="1940" c:formatCode="yyyy/mm/dd">
                  <c:v>45652</c:v>
                </c:pt>
                <c:pt idx="1941" c:formatCode="yyyy/mm/dd">
                  <c:v>45653</c:v>
                </c:pt>
                <c:pt idx="1942" c:formatCode="yyyy/mm/dd">
                  <c:v>45656</c:v>
                </c:pt>
                <c:pt idx="1943" c:formatCode="yyyy/mm/dd">
                  <c:v>45657</c:v>
                </c:pt>
                <c:pt idx="1944" c:formatCode="yyyy/mm/dd">
                  <c:v>45659</c:v>
                </c:pt>
                <c:pt idx="1945" c:formatCode="yyyy/mm/dd">
                  <c:v>45660</c:v>
                </c:pt>
                <c:pt idx="1946" c:formatCode="yyyy/mm/dd">
                  <c:v>45663</c:v>
                </c:pt>
                <c:pt idx="1947" c:formatCode="yyyy/mm/dd">
                  <c:v>45664</c:v>
                </c:pt>
                <c:pt idx="1948" c:formatCode="yyyy/mm/dd">
                  <c:v>45665</c:v>
                </c:pt>
                <c:pt idx="1949" c:formatCode="yyyy/mm/dd">
                  <c:v>45666</c:v>
                </c:pt>
                <c:pt idx="1950" c:formatCode="yyyy/mm/dd">
                  <c:v>45667</c:v>
                </c:pt>
                <c:pt idx="1951" c:formatCode="yyyy/mm/dd">
                  <c:v>45670</c:v>
                </c:pt>
                <c:pt idx="1952" c:formatCode="yyyy/mm/dd">
                  <c:v>45671</c:v>
                </c:pt>
                <c:pt idx="1953" c:formatCode="yyyy/mm/dd">
                  <c:v>45672</c:v>
                </c:pt>
                <c:pt idx="1954" c:formatCode="yyyy/mm/dd">
                  <c:v>45673</c:v>
                </c:pt>
                <c:pt idx="1955" c:formatCode="yyyy/mm/dd">
                  <c:v>45674</c:v>
                </c:pt>
                <c:pt idx="1956" c:formatCode="yyyy/mm/dd">
                  <c:v>45677</c:v>
                </c:pt>
                <c:pt idx="1957" c:formatCode="yyyy/mm/dd">
                  <c:v>45678</c:v>
                </c:pt>
                <c:pt idx="1958" c:formatCode="yyyy/mm/dd">
                  <c:v>45679</c:v>
                </c:pt>
                <c:pt idx="1959" c:formatCode="yyyy/mm/dd">
                  <c:v>45680</c:v>
                </c:pt>
                <c:pt idx="1960" c:formatCode="yyyy/mm/dd">
                  <c:v>45681</c:v>
                </c:pt>
                <c:pt idx="1961" c:formatCode="yyyy/mm/dd">
                  <c:v>45684</c:v>
                </c:pt>
                <c:pt idx="1962" c:formatCode="yyyy/mm/dd">
                  <c:v>45693</c:v>
                </c:pt>
                <c:pt idx="1963" c:formatCode="yyyy/mm/dd">
                  <c:v>45694</c:v>
                </c:pt>
                <c:pt idx="1964" c:formatCode="yyyy/mm/dd">
                  <c:v>45695</c:v>
                </c:pt>
                <c:pt idx="1965" c:formatCode="yyyy/mm/dd">
                  <c:v>45698</c:v>
                </c:pt>
                <c:pt idx="1966" c:formatCode="yyyy/mm/dd">
                  <c:v>45699</c:v>
                </c:pt>
                <c:pt idx="1967" c:formatCode="yyyy/mm/dd">
                  <c:v>45700</c:v>
                </c:pt>
                <c:pt idx="1968" c:formatCode="yyyy/mm/dd">
                  <c:v>45701</c:v>
                </c:pt>
                <c:pt idx="1969" c:formatCode="yyyy/mm/dd">
                  <c:v>45702</c:v>
                </c:pt>
                <c:pt idx="1970" c:formatCode="yyyy/mm/dd">
                  <c:v>45705</c:v>
                </c:pt>
                <c:pt idx="1971" c:formatCode="yyyy/mm/dd">
                  <c:v>45706</c:v>
                </c:pt>
                <c:pt idx="1972" c:formatCode="yyyy/mm/dd">
                  <c:v>45707</c:v>
                </c:pt>
                <c:pt idx="1973" c:formatCode="yyyy/mm/dd">
                  <c:v>45708</c:v>
                </c:pt>
                <c:pt idx="1974" c:formatCode="yyyy/mm/dd">
                  <c:v>45709</c:v>
                </c:pt>
                <c:pt idx="1975" c:formatCode="yyyy/mm/dd">
                  <c:v>45712</c:v>
                </c:pt>
                <c:pt idx="1976" c:formatCode="yyyy/mm/dd">
                  <c:v>45713</c:v>
                </c:pt>
                <c:pt idx="1977" c:formatCode="yyyy/mm/dd">
                  <c:v>45714</c:v>
                </c:pt>
                <c:pt idx="1978" c:formatCode="yyyy/mm/dd">
                  <c:v>45715</c:v>
                </c:pt>
                <c:pt idx="1979" c:formatCode="yyyy/mm/dd">
                  <c:v>45716</c:v>
                </c:pt>
                <c:pt idx="1980" c:formatCode="yyyy/mm/dd">
                  <c:v>45719</c:v>
                </c:pt>
                <c:pt idx="1981" c:formatCode="yyyy/mm/dd">
                  <c:v>45720</c:v>
                </c:pt>
                <c:pt idx="1982" c:formatCode="yyyy/mm/dd">
                  <c:v>45721</c:v>
                </c:pt>
                <c:pt idx="1983" c:formatCode="yyyy/mm/dd">
                  <c:v>45722</c:v>
                </c:pt>
                <c:pt idx="1984" c:formatCode="yyyy/mm/dd">
                  <c:v>45723</c:v>
                </c:pt>
                <c:pt idx="1985" c:formatCode="yyyy/mm/dd">
                  <c:v>45726</c:v>
                </c:pt>
                <c:pt idx="1986" c:formatCode="yyyy/mm/dd">
                  <c:v>45727</c:v>
                </c:pt>
                <c:pt idx="1987" c:formatCode="yyyy/mm/dd">
                  <c:v>45728</c:v>
                </c:pt>
                <c:pt idx="1988" c:formatCode="yyyy/mm/dd">
                  <c:v>45729</c:v>
                </c:pt>
                <c:pt idx="1989" c:formatCode="yyyy/mm/dd">
                  <c:v>45730</c:v>
                </c:pt>
                <c:pt idx="1990" c:formatCode="yyyy/mm/dd">
                  <c:v>45733</c:v>
                </c:pt>
                <c:pt idx="1991" c:formatCode="yyyy/mm/dd">
                  <c:v>45734</c:v>
                </c:pt>
                <c:pt idx="1992" c:formatCode="yyyy/mm/dd">
                  <c:v>45735</c:v>
                </c:pt>
                <c:pt idx="1993" c:formatCode="yyyy/mm/dd">
                  <c:v>45736</c:v>
                </c:pt>
                <c:pt idx="1994" c:formatCode="yyyy/mm/dd">
                  <c:v>45737</c:v>
                </c:pt>
                <c:pt idx="1995" c:formatCode="yyyy/mm/dd">
                  <c:v>45740</c:v>
                </c:pt>
                <c:pt idx="1996" c:formatCode="yyyy/mm/dd">
                  <c:v>45741</c:v>
                </c:pt>
                <c:pt idx="1997" c:formatCode="yyyy/mm/dd">
                  <c:v>45742</c:v>
                </c:pt>
                <c:pt idx="1998" c:formatCode="yyyy/mm/dd">
                  <c:v>45743</c:v>
                </c:pt>
                <c:pt idx="1999" c:formatCode="yyyy/mm/dd">
                  <c:v>45744</c:v>
                </c:pt>
                <c:pt idx="2000" c:formatCode="yyyy/mm/dd">
                  <c:v>45747</c:v>
                </c:pt>
                <c:pt idx="2001" c:formatCode="yyyy/mm/dd">
                  <c:v>45748</c:v>
                </c:pt>
                <c:pt idx="2002" c:formatCode="yyyy/mm/dd">
                  <c:v>45749</c:v>
                </c:pt>
                <c:pt idx="2003" c:formatCode="yyyy/mm/dd">
                  <c:v>45750</c:v>
                </c:pt>
                <c:pt idx="2004" c:formatCode="yyyy/mm/dd">
                  <c:v>45754</c:v>
                </c:pt>
                <c:pt idx="2005" c:formatCode="yyyy/mm/dd">
                  <c:v>45755</c:v>
                </c:pt>
                <c:pt idx="2006" c:formatCode="yyyy/mm/dd">
                  <c:v>45756</c:v>
                </c:pt>
                <c:pt idx="2007" c:formatCode="yyyy/mm/dd">
                  <c:v>45757</c:v>
                </c:pt>
                <c:pt idx="2008" c:formatCode="yyyy/mm/dd">
                  <c:v>45758</c:v>
                </c:pt>
                <c:pt idx="2009" c:formatCode="yyyy/mm/dd">
                  <c:v>45761</c:v>
                </c:pt>
                <c:pt idx="2010" c:formatCode="yyyy/mm/dd">
                  <c:v>45762</c:v>
                </c:pt>
                <c:pt idx="2011" c:formatCode="yyyy/mm/dd">
                  <c:v>45763</c:v>
                </c:pt>
                <c:pt idx="2012" c:formatCode="yyyy/mm/dd">
                  <c:v>45764</c:v>
                </c:pt>
                <c:pt idx="2013" c:formatCode="yyyy/mm/dd">
                  <c:v>45765</c:v>
                </c:pt>
                <c:pt idx="2014" c:formatCode="yyyy/mm/dd">
                  <c:v>45768</c:v>
                </c:pt>
                <c:pt idx="2015" c:formatCode="yyyy/mm/dd">
                  <c:v>45769</c:v>
                </c:pt>
                <c:pt idx="2016" c:formatCode="yyyy/mm/dd">
                  <c:v>45770</c:v>
                </c:pt>
                <c:pt idx="2017" c:formatCode="yyyy/mm/dd">
                  <c:v>45771</c:v>
                </c:pt>
                <c:pt idx="2018" c:formatCode="yyyy/mm/dd">
                  <c:v>45772</c:v>
                </c:pt>
                <c:pt idx="2019" c:formatCode="yyyy/mm/dd">
                  <c:v>45775</c:v>
                </c:pt>
                <c:pt idx="2020" c:formatCode="yyyy/mm/dd">
                  <c:v>45776</c:v>
                </c:pt>
                <c:pt idx="2021" c:formatCode="yyyy/mm/dd">
                  <c:v>45777</c:v>
                </c:pt>
                <c:pt idx="2022" c:formatCode="yyyy/mm/dd">
                  <c:v>45783</c:v>
                </c:pt>
                <c:pt idx="2023" c:formatCode="yyyy/mm/dd">
                  <c:v>45784</c:v>
                </c:pt>
                <c:pt idx="2024" c:formatCode="yyyy/mm/dd">
                  <c:v>45785</c:v>
                </c:pt>
                <c:pt idx="2025" c:formatCode="yyyy/mm/dd">
                  <c:v>45786</c:v>
                </c:pt>
                <c:pt idx="2026" c:formatCode="yyyy/mm/dd">
                  <c:v>45789</c:v>
                </c:pt>
                <c:pt idx="2027" c:formatCode="yyyy/mm/dd">
                  <c:v>45790</c:v>
                </c:pt>
                <c:pt idx="2028" c:formatCode="yyyy/mm/dd">
                  <c:v>45791</c:v>
                </c:pt>
                <c:pt idx="2029" c:formatCode="yyyy/mm/dd">
                  <c:v>45792</c:v>
                </c:pt>
                <c:pt idx="2030" c:formatCode="yyyy/mm/dd">
                  <c:v>45793</c:v>
                </c:pt>
                <c:pt idx="2031" c:formatCode="yyyy/mm/dd">
                  <c:v>45796</c:v>
                </c:pt>
                <c:pt idx="2032" c:formatCode="yyyy/mm/dd">
                  <c:v>45797</c:v>
                </c:pt>
                <c:pt idx="2033" c:formatCode="yyyy/mm/dd">
                  <c:v>45798</c:v>
                </c:pt>
                <c:pt idx="2034" c:formatCode="yyyy/mm/dd">
                  <c:v>45799</c:v>
                </c:pt>
                <c:pt idx="2035" c:formatCode="yyyy/mm/dd">
                  <c:v>45800</c:v>
                </c:pt>
                <c:pt idx="2036" c:formatCode="yyyy/mm/dd">
                  <c:v>45803</c:v>
                </c:pt>
                <c:pt idx="2037" c:formatCode="yyyy/mm/dd">
                  <c:v>45804</c:v>
                </c:pt>
                <c:pt idx="2038" c:formatCode="yyyy/mm/dd">
                  <c:v>45805</c:v>
                </c:pt>
                <c:pt idx="2039" c:formatCode="yyyy/mm/dd">
                  <c:v>45806</c:v>
                </c:pt>
                <c:pt idx="2040" c:formatCode="yyyy/mm/dd">
                  <c:v>45807</c:v>
                </c:pt>
                <c:pt idx="2041" c:formatCode="yyyy/mm/dd">
                  <c:v>45811</c:v>
                </c:pt>
                <c:pt idx="2042" c:formatCode="yyyy/mm/dd">
                  <c:v>45812</c:v>
                </c:pt>
                <c:pt idx="2043" c:formatCode="yyyy/mm/dd">
                  <c:v>45813</c:v>
                </c:pt>
                <c:pt idx="2044" c:formatCode="yyyy/mm/dd">
                  <c:v>45814</c:v>
                </c:pt>
                <c:pt idx="2045" c:formatCode="yyyy/mm/dd">
                  <c:v>45817</c:v>
                </c:pt>
                <c:pt idx="2046" c:formatCode="yyyy/mm/dd">
                  <c:v>45818</c:v>
                </c:pt>
                <c:pt idx="2047" c:formatCode="yyyy/mm/dd">
                  <c:v>45819</c:v>
                </c:pt>
                <c:pt idx="2048" c:formatCode="yyyy/mm/dd">
                  <c:v>45820</c:v>
                </c:pt>
                <c:pt idx="2049" c:formatCode="yyyy/mm/dd">
                  <c:v>45821</c:v>
                </c:pt>
                <c:pt idx="2050" c:formatCode="yyyy/mm/dd">
                  <c:v>45824</c:v>
                </c:pt>
                <c:pt idx="2051" c:formatCode="yyyy/mm/dd">
                  <c:v>45825</c:v>
                </c:pt>
                <c:pt idx="2052" c:formatCode="yyyy/mm/dd">
                  <c:v>45826</c:v>
                </c:pt>
                <c:pt idx="2053" c:formatCode="yyyy/mm/dd">
                  <c:v>45827</c:v>
                </c:pt>
                <c:pt idx="2054" c:formatCode="yyyy/mm/dd">
                  <c:v>45828</c:v>
                </c:pt>
                <c:pt idx="2055" c:formatCode="yyyy/mm/dd">
                  <c:v>45831</c:v>
                </c:pt>
                <c:pt idx="2056" c:formatCode="yyyy/mm/dd">
                  <c:v>45832</c:v>
                </c:pt>
                <c:pt idx="2057" c:formatCode="yyyy/mm/dd">
                  <c:v>45833</c:v>
                </c:pt>
                <c:pt idx="2058" c:formatCode="yyyy/mm/dd">
                  <c:v>45834</c:v>
                </c:pt>
                <c:pt idx="2059" c:formatCode="yyyy/mm/dd">
                  <c:v>45835</c:v>
                </c:pt>
                <c:pt idx="2060" c:formatCode="yyyy/mm/dd">
                  <c:v>45838</c:v>
                </c:pt>
                <c:pt idx="2061" c:formatCode="yyyy/mm/dd">
                  <c:v>45839</c:v>
                </c:pt>
                <c:pt idx="2062" c:formatCode="yyyy/mm/dd">
                  <c:v>45840</c:v>
                </c:pt>
                <c:pt idx="2063" c:formatCode="yyyy/mm/dd">
                  <c:v>45841</c:v>
                </c:pt>
                <c:pt idx="2064" c:formatCode="yyyy/mm/dd">
                  <c:v>45842</c:v>
                </c:pt>
                <c:pt idx="2065" c:formatCode="yyyy/mm/dd">
                  <c:v>45845</c:v>
                </c:pt>
                <c:pt idx="2066" c:formatCode="yyyy/mm/dd">
                  <c:v>45846</c:v>
                </c:pt>
                <c:pt idx="2067" c:formatCode="yyyy/mm/dd">
                  <c:v>45847</c:v>
                </c:pt>
                <c:pt idx="2068" c:formatCode="yyyy/mm/dd">
                  <c:v>45848</c:v>
                </c:pt>
                <c:pt idx="2069" c:formatCode="yyyy/mm/dd">
                  <c:v>45849</c:v>
                </c:pt>
                <c:pt idx="2070" c:formatCode="yyyy/mm/dd">
                  <c:v>45852</c:v>
                </c:pt>
                <c:pt idx="2071" c:formatCode="yyyy/mm/dd">
                  <c:v>45853</c:v>
                </c:pt>
                <c:pt idx="2072" c:formatCode="yyyy/mm/dd">
                  <c:v>45854</c:v>
                </c:pt>
                <c:pt idx="2073" c:formatCode="yyyy/mm/dd">
                  <c:v>45855</c:v>
                </c:pt>
                <c:pt idx="2074" c:formatCode="yyyy/mm/dd">
                  <c:v>45856</c:v>
                </c:pt>
                <c:pt idx="2075" c:formatCode="yyyy/mm/dd">
                  <c:v>45859</c:v>
                </c:pt>
                <c:pt idx="2076" c:formatCode="yyyy/mm/dd">
                  <c:v>45860</c:v>
                </c:pt>
                <c:pt idx="2077" c:formatCode="yyyy/mm/dd">
                  <c:v>45861</c:v>
                </c:pt>
                <c:pt idx="2078" c:formatCode="yyyy/mm/dd">
                  <c:v>45862</c:v>
                </c:pt>
                <c:pt idx="2079" c:formatCode="yyyy/mm/dd">
                  <c:v>45863</c:v>
                </c:pt>
                <c:pt idx="2080" c:formatCode="yyyy/mm/dd">
                  <c:v>45866</c:v>
                </c:pt>
                <c:pt idx="2081" c:formatCode="yyyy/mm/dd">
                  <c:v>45867</c:v>
                </c:pt>
                <c:pt idx="2082" c:formatCode="yyyy/mm/dd">
                  <c:v>45868</c:v>
                </c:pt>
                <c:pt idx="2083" c:formatCode="yyyy/mm/dd">
                  <c:v>45869</c:v>
                </c:pt>
              </c:numCache>
            </c:numRef>
          </c:cat>
          <c:val>
            <c:numRef>
              <c:f>基金组合净值!$C$2:$C$2189</c:f>
              <c:numCache>
                <c:formatCode>General</c:formatCode>
                <c:ptCount val="2188"/>
                <c:pt idx="0">
                  <c:v>1</c:v>
                </c:pt>
                <c:pt idx="1">
                  <c:v>1.01377454523157</c:v>
                </c:pt>
                <c:pt idx="2">
                  <c:v>1.02355358242126</c:v>
                </c:pt>
                <c:pt idx="3">
                  <c:v>1.02631676206523</c:v>
                </c:pt>
                <c:pt idx="4">
                  <c:v>1.01448066006731</c:v>
                </c:pt>
                <c:pt idx="5">
                  <c:v>1.01729013347993</c:v>
                </c:pt>
                <c:pt idx="6">
                  <c:v>1.01651761315331</c:v>
                </c:pt>
                <c:pt idx="7">
                  <c:v>1.00000572074988</c:v>
                </c:pt>
                <c:pt idx="8">
                  <c:v>0.991585917178504</c:v>
                </c:pt>
                <c:pt idx="9">
                  <c:v>0.969347208463792</c:v>
                </c:pt>
                <c:pt idx="10">
                  <c:v>0.913824398913336</c:v>
                </c:pt>
                <c:pt idx="11">
                  <c:v>0.928000270085609</c:v>
                </c:pt>
                <c:pt idx="12">
                  <c:v>0.917985339356865</c:v>
                </c:pt>
                <c:pt idx="13">
                  <c:v>0.913647939827145</c:v>
                </c:pt>
                <c:pt idx="14">
                  <c:v>0.933956702204118</c:v>
                </c:pt>
                <c:pt idx="15">
                  <c:v>0.946695576509465</c:v>
                </c:pt>
                <c:pt idx="16">
                  <c:v>0.941356393341464</c:v>
                </c:pt>
                <c:pt idx="17">
                  <c:v>0.946329251820593</c:v>
                </c:pt>
                <c:pt idx="18">
                  <c:v>0.953844742620488</c:v>
                </c:pt>
                <c:pt idx="19">
                  <c:v>0.949661902659539</c:v>
                </c:pt>
                <c:pt idx="20">
                  <c:v>0.968185680066421</c:v>
                </c:pt>
                <c:pt idx="21">
                  <c:v>0.970720932376404</c:v>
                </c:pt>
                <c:pt idx="22">
                  <c:v>0.981271142230112</c:v>
                </c:pt>
                <c:pt idx="23">
                  <c:v>0.991137166951586</c:v>
                </c:pt>
                <c:pt idx="24">
                  <c:v>0.986906622265961</c:v>
                </c:pt>
                <c:pt idx="25">
                  <c:v>0.996925695304493</c:v>
                </c:pt>
                <c:pt idx="26">
                  <c:v>0.995753722521891</c:v>
                </c:pt>
                <c:pt idx="27">
                  <c:v>0.989936039280096</c:v>
                </c:pt>
                <c:pt idx="28">
                  <c:v>0.994684974463288</c:v>
                </c:pt>
                <c:pt idx="29">
                  <c:v>0.983421214259611</c:v>
                </c:pt>
                <c:pt idx="30">
                  <c:v>0.983970036225317</c:v>
                </c:pt>
                <c:pt idx="31">
                  <c:v>0.997845227705023</c:v>
                </c:pt>
                <c:pt idx="32">
                  <c:v>1.00235988284407</c:v>
                </c:pt>
                <c:pt idx="33">
                  <c:v>1.00393363241115</c:v>
                </c:pt>
                <c:pt idx="34">
                  <c:v>1.01251559368089</c:v>
                </c:pt>
                <c:pt idx="35">
                  <c:v>1.00698950606772</c:v>
                </c:pt>
                <c:pt idx="36">
                  <c:v>1.01221970091707</c:v>
                </c:pt>
                <c:pt idx="37">
                  <c:v>1.01468759833513</c:v>
                </c:pt>
                <c:pt idx="38">
                  <c:v>1.00866854274999</c:v>
                </c:pt>
                <c:pt idx="39">
                  <c:v>1.01097829040271</c:v>
                </c:pt>
                <c:pt idx="40">
                  <c:v>1.02749434556456</c:v>
                </c:pt>
                <c:pt idx="41">
                  <c:v>1.03409426028849</c:v>
                </c:pt>
                <c:pt idx="42">
                  <c:v>1.03121176965873</c:v>
                </c:pt>
                <c:pt idx="43">
                  <c:v>1.02436589969217</c:v>
                </c:pt>
                <c:pt idx="44">
                  <c:v>1.02375308906983</c:v>
                </c:pt>
                <c:pt idx="45">
                  <c:v>1.03102659653157</c:v>
                </c:pt>
                <c:pt idx="46">
                  <c:v>1.03093897898699</c:v>
                </c:pt>
                <c:pt idx="47">
                  <c:v>1.03058300325637</c:v>
                </c:pt>
                <c:pt idx="48">
                  <c:v>1.04424112952379</c:v>
                </c:pt>
                <c:pt idx="49">
                  <c:v>1.0380559852331</c:v>
                </c:pt>
                <c:pt idx="50">
                  <c:v>1.04514223867534</c:v>
                </c:pt>
                <c:pt idx="51">
                  <c:v>1.04833130891656</c:v>
                </c:pt>
                <c:pt idx="52">
                  <c:v>1.04121796102914</c:v>
                </c:pt>
                <c:pt idx="53">
                  <c:v>1.04003295175302</c:v>
                </c:pt>
                <c:pt idx="54">
                  <c:v>1.04179770620404</c:v>
                </c:pt>
                <c:pt idx="55">
                  <c:v>1.0386236296831</c:v>
                </c:pt>
                <c:pt idx="56">
                  <c:v>1.03665683295242</c:v>
                </c:pt>
                <c:pt idx="57">
                  <c:v>1.01758829312132</c:v>
                </c:pt>
                <c:pt idx="58">
                  <c:v>0.98488778083065</c:v>
                </c:pt>
                <c:pt idx="59">
                  <c:v>0.98366858337949</c:v>
                </c:pt>
                <c:pt idx="60">
                  <c:v>1.00608022038225</c:v>
                </c:pt>
                <c:pt idx="61">
                  <c:v>1.01211778880088</c:v>
                </c:pt>
                <c:pt idx="62">
                  <c:v>1.0072745707909</c:v>
                </c:pt>
                <c:pt idx="63">
                  <c:v>0.979307804240465</c:v>
                </c:pt>
                <c:pt idx="64">
                  <c:v>0.989355646564999</c:v>
                </c:pt>
                <c:pt idx="65">
                  <c:v>0.977157500459736</c:v>
                </c:pt>
                <c:pt idx="66">
                  <c:v>0.980217096742143</c:v>
                </c:pt>
                <c:pt idx="67">
                  <c:v>0.963732107929948</c:v>
                </c:pt>
                <c:pt idx="68">
                  <c:v>0.930785344378271</c:v>
                </c:pt>
                <c:pt idx="69">
                  <c:v>0.914845685683428</c:v>
                </c:pt>
                <c:pt idx="70">
                  <c:v>0.907174718047292</c:v>
                </c:pt>
                <c:pt idx="71">
                  <c:v>0.89562753972265</c:v>
                </c:pt>
                <c:pt idx="72">
                  <c:v>0.892457021264701</c:v>
                </c:pt>
                <c:pt idx="73">
                  <c:v>0.857445138088965</c:v>
                </c:pt>
                <c:pt idx="74">
                  <c:v>0.863715157859263</c:v>
                </c:pt>
                <c:pt idx="75">
                  <c:v>0.870324984330087</c:v>
                </c:pt>
                <c:pt idx="76">
                  <c:v>0.884800224534613</c:v>
                </c:pt>
                <c:pt idx="77">
                  <c:v>0.894208805436838</c:v>
                </c:pt>
                <c:pt idx="78">
                  <c:v>0.896618496294048</c:v>
                </c:pt>
                <c:pt idx="79">
                  <c:v>0.89856257458805</c:v>
                </c:pt>
                <c:pt idx="80">
                  <c:v>0.893572500303319</c:v>
                </c:pt>
                <c:pt idx="81">
                  <c:v>0.877803303401302</c:v>
                </c:pt>
                <c:pt idx="82">
                  <c:v>0.856867487438833</c:v>
                </c:pt>
                <c:pt idx="83">
                  <c:v>0.8677117944712</c:v>
                </c:pt>
                <c:pt idx="84">
                  <c:v>0.852073670416736</c:v>
                </c:pt>
                <c:pt idx="85">
                  <c:v>0.846673404246165</c:v>
                </c:pt>
                <c:pt idx="86">
                  <c:v>0.844086909597153</c:v>
                </c:pt>
                <c:pt idx="87">
                  <c:v>0.847159092503045</c:v>
                </c:pt>
                <c:pt idx="88">
                  <c:v>0.870830546715493</c:v>
                </c:pt>
                <c:pt idx="89">
                  <c:v>0.878132120419586</c:v>
                </c:pt>
                <c:pt idx="90">
                  <c:v>0.874560507772163</c:v>
                </c:pt>
                <c:pt idx="91">
                  <c:v>0.870284929343466</c:v>
                </c:pt>
                <c:pt idx="92">
                  <c:v>0.837597138053046</c:v>
                </c:pt>
                <c:pt idx="93">
                  <c:v>0.800854223151383</c:v>
                </c:pt>
                <c:pt idx="94">
                  <c:v>0.807572974647451</c:v>
                </c:pt>
                <c:pt idx="95">
                  <c:v>0.811054549994816</c:v>
                </c:pt>
                <c:pt idx="96">
                  <c:v>0.815600563606915</c:v>
                </c:pt>
                <c:pt idx="97">
                  <c:v>0.814480924731106</c:v>
                </c:pt>
                <c:pt idx="98">
                  <c:v>0.777207387151448</c:v>
                </c:pt>
                <c:pt idx="99">
                  <c:v>0.79340328188505</c:v>
                </c:pt>
                <c:pt idx="100">
                  <c:v>0.803033019674631</c:v>
                </c:pt>
                <c:pt idx="101">
                  <c:v>0.80820023564056</c:v>
                </c:pt>
                <c:pt idx="102">
                  <c:v>0.834282593022322</c:v>
                </c:pt>
                <c:pt idx="103">
                  <c:v>0.833129475831331</c:v>
                </c:pt>
                <c:pt idx="104">
                  <c:v>0.835696521878233</c:v>
                </c:pt>
                <c:pt idx="105">
                  <c:v>0.808783128931946</c:v>
                </c:pt>
                <c:pt idx="106">
                  <c:v>0.830765003728678</c:v>
                </c:pt>
                <c:pt idx="107">
                  <c:v>0.834554019477789</c:v>
                </c:pt>
                <c:pt idx="108">
                  <c:v>0.851710336097717</c:v>
                </c:pt>
                <c:pt idx="109">
                  <c:v>0.848781777608056</c:v>
                </c:pt>
                <c:pt idx="110">
                  <c:v>0.854225658775728</c:v>
                </c:pt>
                <c:pt idx="111">
                  <c:v>0.853929780618084</c:v>
                </c:pt>
                <c:pt idx="112">
                  <c:v>0.854346574492724</c:v>
                </c:pt>
                <c:pt idx="113">
                  <c:v>0.833024129317716</c:v>
                </c:pt>
                <c:pt idx="114">
                  <c:v>0.833471843480314</c:v>
                </c:pt>
                <c:pt idx="115">
                  <c:v>0.843200317031008</c:v>
                </c:pt>
                <c:pt idx="116">
                  <c:v>0.844185674570606</c:v>
                </c:pt>
                <c:pt idx="117">
                  <c:v>0.833857961476906</c:v>
                </c:pt>
                <c:pt idx="118">
                  <c:v>0.83822686943636</c:v>
                </c:pt>
                <c:pt idx="119">
                  <c:v>0.844342286793122</c:v>
                </c:pt>
                <c:pt idx="120">
                  <c:v>0.852802282649118</c:v>
                </c:pt>
                <c:pt idx="121">
                  <c:v>0.85184980359799</c:v>
                </c:pt>
                <c:pt idx="122">
                  <c:v>0.862181639526584</c:v>
                </c:pt>
                <c:pt idx="123">
                  <c:v>0.866528395768749</c:v>
                </c:pt>
                <c:pt idx="124">
                  <c:v>0.875529602802182</c:v>
                </c:pt>
                <c:pt idx="125">
                  <c:v>0.859774150306052</c:v>
                </c:pt>
                <c:pt idx="126">
                  <c:v>0.845645400585403</c:v>
                </c:pt>
                <c:pt idx="127">
                  <c:v>0.846564659363684</c:v>
                </c:pt>
                <c:pt idx="128">
                  <c:v>0.840920183874658</c:v>
                </c:pt>
                <c:pt idx="129">
                  <c:v>0.832986771603805</c:v>
                </c:pt>
                <c:pt idx="130">
                  <c:v>0.767561753954026</c:v>
                </c:pt>
                <c:pt idx="131">
                  <c:v>0.77138121675119</c:v>
                </c:pt>
                <c:pt idx="132">
                  <c:v>0.775670067319613</c:v>
                </c:pt>
                <c:pt idx="133">
                  <c:v>0.776358458055037</c:v>
                </c:pt>
                <c:pt idx="134">
                  <c:v>0.77190327437115</c:v>
                </c:pt>
                <c:pt idx="135">
                  <c:v>0.776994487618817</c:v>
                </c:pt>
                <c:pt idx="136">
                  <c:v>0.777870841259854</c:v>
                </c:pt>
                <c:pt idx="137">
                  <c:v>0.774563300374475</c:v>
                </c:pt>
                <c:pt idx="138">
                  <c:v>0.797318148289099</c:v>
                </c:pt>
                <c:pt idx="139">
                  <c:v>0.790442399941375</c:v>
                </c:pt>
                <c:pt idx="140">
                  <c:v>0.791714532099784</c:v>
                </c:pt>
                <c:pt idx="141">
                  <c:v>0.792718144430539</c:v>
                </c:pt>
                <c:pt idx="142">
                  <c:v>0.780197610942987</c:v>
                </c:pt>
                <c:pt idx="143">
                  <c:v>0.789856620470815</c:v>
                </c:pt>
                <c:pt idx="144">
                  <c:v>0.783538521084146</c:v>
                </c:pt>
                <c:pt idx="145">
                  <c:v>0.788693300383268</c:v>
                </c:pt>
                <c:pt idx="146">
                  <c:v>0.790954270244694</c:v>
                </c:pt>
                <c:pt idx="147">
                  <c:v>0.790941810208014</c:v>
                </c:pt>
                <c:pt idx="148">
                  <c:v>0.780200958677131</c:v>
                </c:pt>
                <c:pt idx="149">
                  <c:v>0.771723533765452</c:v>
                </c:pt>
                <c:pt idx="150">
                  <c:v>0.787649660330744</c:v>
                </c:pt>
                <c:pt idx="151">
                  <c:v>0.795421284926209</c:v>
                </c:pt>
                <c:pt idx="152">
                  <c:v>0.808767521752523</c:v>
                </c:pt>
                <c:pt idx="153">
                  <c:v>0.814146407411578</c:v>
                </c:pt>
                <c:pt idx="154">
                  <c:v>0.809251737707476</c:v>
                </c:pt>
                <c:pt idx="155">
                  <c:v>0.822185542061485</c:v>
                </c:pt>
                <c:pt idx="156">
                  <c:v>0.817298456854546</c:v>
                </c:pt>
                <c:pt idx="157">
                  <c:v>0.820931270327644</c:v>
                </c:pt>
                <c:pt idx="158">
                  <c:v>0.815938866845685</c:v>
                </c:pt>
                <c:pt idx="159">
                  <c:v>0.832888433130514</c:v>
                </c:pt>
                <c:pt idx="160">
                  <c:v>0.853276190543091</c:v>
                </c:pt>
                <c:pt idx="161">
                  <c:v>0.855368353977614</c:v>
                </c:pt>
                <c:pt idx="162">
                  <c:v>0.852723529102188</c:v>
                </c:pt>
                <c:pt idx="163">
                  <c:v>0.869137144378238</c:v>
                </c:pt>
                <c:pt idx="164">
                  <c:v>0.872065107909911</c:v>
                </c:pt>
                <c:pt idx="165">
                  <c:v>0.872977091841831</c:v>
                </c:pt>
                <c:pt idx="166">
                  <c:v>0.87671606782657</c:v>
                </c:pt>
                <c:pt idx="167">
                  <c:v>0.878609341966641</c:v>
                </c:pt>
                <c:pt idx="168">
                  <c:v>0.879692184005463</c:v>
                </c:pt>
                <c:pt idx="169">
                  <c:v>0.881678668879442</c:v>
                </c:pt>
                <c:pt idx="170">
                  <c:v>0.894208723642286</c:v>
                </c:pt>
                <c:pt idx="171">
                  <c:v>0.882311737285708</c:v>
                </c:pt>
                <c:pt idx="172">
                  <c:v>0.889087281465371</c:v>
                </c:pt>
                <c:pt idx="173">
                  <c:v>0.887324654646436</c:v>
                </c:pt>
                <c:pt idx="174">
                  <c:v>0.881248822931368</c:v>
                </c:pt>
                <c:pt idx="175">
                  <c:v>0.886318582636669</c:v>
                </c:pt>
                <c:pt idx="176">
                  <c:v>0.887962886820639</c:v>
                </c:pt>
                <c:pt idx="177">
                  <c:v>0.89895218735423</c:v>
                </c:pt>
                <c:pt idx="178">
                  <c:v>0.893489845935278</c:v>
                </c:pt>
                <c:pt idx="179">
                  <c:v>0.898007064944014</c:v>
                </c:pt>
                <c:pt idx="180">
                  <c:v>0.889686278545956</c:v>
                </c:pt>
                <c:pt idx="181">
                  <c:v>0.876793060843153</c:v>
                </c:pt>
                <c:pt idx="182">
                  <c:v>0.887004718179458</c:v>
                </c:pt>
                <c:pt idx="183">
                  <c:v>0.881983823902469</c:v>
                </c:pt>
                <c:pt idx="184">
                  <c:v>0.891507350493175</c:v>
                </c:pt>
                <c:pt idx="185">
                  <c:v>0.902530599660619</c:v>
                </c:pt>
                <c:pt idx="186">
                  <c:v>0.920206414899538</c:v>
                </c:pt>
                <c:pt idx="187">
                  <c:v>0.916210390772993</c:v>
                </c:pt>
                <c:pt idx="188">
                  <c:v>0.916658921907362</c:v>
                </c:pt>
                <c:pt idx="189">
                  <c:v>0.926845034026236</c:v>
                </c:pt>
                <c:pt idx="190">
                  <c:v>0.898997392476361</c:v>
                </c:pt>
                <c:pt idx="191">
                  <c:v>0.904358621223482</c:v>
                </c:pt>
                <c:pt idx="192">
                  <c:v>0.891353853279829</c:v>
                </c:pt>
                <c:pt idx="193">
                  <c:v>0.879754897056596</c:v>
                </c:pt>
                <c:pt idx="194">
                  <c:v>0.892630051795942</c:v>
                </c:pt>
                <c:pt idx="195">
                  <c:v>0.901294193220069</c:v>
                </c:pt>
                <c:pt idx="196">
                  <c:v>0.893555383819672</c:v>
                </c:pt>
                <c:pt idx="197">
                  <c:v>0.905828149925779</c:v>
                </c:pt>
                <c:pt idx="198">
                  <c:v>0.911293635566239</c:v>
                </c:pt>
                <c:pt idx="199">
                  <c:v>0.905416467236863</c:v>
                </c:pt>
                <c:pt idx="200">
                  <c:v>0.871023345237092</c:v>
                </c:pt>
                <c:pt idx="201">
                  <c:v>0.882140254034733</c:v>
                </c:pt>
                <c:pt idx="202">
                  <c:v>0.885076676486275</c:v>
                </c:pt>
                <c:pt idx="203">
                  <c:v>0.872223710466513</c:v>
                </c:pt>
                <c:pt idx="204">
                  <c:v>0.865794072523932</c:v>
                </c:pt>
                <c:pt idx="205">
                  <c:v>0.878020679238139</c:v>
                </c:pt>
                <c:pt idx="206">
                  <c:v>0.880092723160481</c:v>
                </c:pt>
                <c:pt idx="207">
                  <c:v>0.886801211387824</c:v>
                </c:pt>
                <c:pt idx="208">
                  <c:v>0.892558032667087</c:v>
                </c:pt>
                <c:pt idx="209">
                  <c:v>0.894909670815111</c:v>
                </c:pt>
                <c:pt idx="210">
                  <c:v>0.893355990125485</c:v>
                </c:pt>
                <c:pt idx="211">
                  <c:v>0.885562536122215</c:v>
                </c:pt>
                <c:pt idx="212">
                  <c:v>0.880953908780938</c:v>
                </c:pt>
                <c:pt idx="213">
                  <c:v>0.871159663647133</c:v>
                </c:pt>
                <c:pt idx="214">
                  <c:v>0.82262874681256</c:v>
                </c:pt>
                <c:pt idx="215">
                  <c:v>0.821988214653469</c:v>
                </c:pt>
                <c:pt idx="216">
                  <c:v>0.816252688196193</c:v>
                </c:pt>
                <c:pt idx="217">
                  <c:v>0.814435727398932</c:v>
                </c:pt>
                <c:pt idx="218">
                  <c:v>0.796738640707898</c:v>
                </c:pt>
                <c:pt idx="219">
                  <c:v>0.797174917265712</c:v>
                </c:pt>
                <c:pt idx="220">
                  <c:v>0.787510991301092</c:v>
                </c:pt>
                <c:pt idx="221">
                  <c:v>0.80123188904432</c:v>
                </c:pt>
                <c:pt idx="222">
                  <c:v>0.798191614777217</c:v>
                </c:pt>
                <c:pt idx="223">
                  <c:v>0.799024590041107</c:v>
                </c:pt>
                <c:pt idx="224">
                  <c:v>0.807285116250832</c:v>
                </c:pt>
                <c:pt idx="225">
                  <c:v>0.781688466600844</c:v>
                </c:pt>
                <c:pt idx="226">
                  <c:v>0.75234312883687</c:v>
                </c:pt>
                <c:pt idx="227">
                  <c:v>0.765599296229552</c:v>
                </c:pt>
                <c:pt idx="228">
                  <c:v>0.766585252622117</c:v>
                </c:pt>
                <c:pt idx="229">
                  <c:v>0.780243556111061</c:v>
                </c:pt>
                <c:pt idx="230">
                  <c:v>0.786798011565494</c:v>
                </c:pt>
                <c:pt idx="231">
                  <c:v>0.772173346347794</c:v>
                </c:pt>
                <c:pt idx="232">
                  <c:v>0.780934853474297</c:v>
                </c:pt>
                <c:pt idx="233">
                  <c:v>0.783370121682512</c:v>
                </c:pt>
                <c:pt idx="234">
                  <c:v>0.784310569144611</c:v>
                </c:pt>
                <c:pt idx="235">
                  <c:v>0.777121447368922</c:v>
                </c:pt>
                <c:pt idx="236">
                  <c:v>0.784740229107454</c:v>
                </c:pt>
                <c:pt idx="237">
                  <c:v>0.773084449040796</c:v>
                </c:pt>
                <c:pt idx="238">
                  <c:v>0.770947807871403</c:v>
                </c:pt>
                <c:pt idx="239">
                  <c:v>0.769683282606284</c:v>
                </c:pt>
                <c:pt idx="240">
                  <c:v>0.759169296053956</c:v>
                </c:pt>
                <c:pt idx="241">
                  <c:v>0.775059013332637</c:v>
                </c:pt>
                <c:pt idx="242">
                  <c:v>0.77470160230239</c:v>
                </c:pt>
                <c:pt idx="243">
                  <c:v>0.779819023887601</c:v>
                </c:pt>
                <c:pt idx="244">
                  <c:v>0.78667654665651</c:v>
                </c:pt>
                <c:pt idx="245">
                  <c:v>0.792661539679663</c:v>
                </c:pt>
                <c:pt idx="246">
                  <c:v>0.798531365000553</c:v>
                </c:pt>
                <c:pt idx="247">
                  <c:v>0.798691734903714</c:v>
                </c:pt>
                <c:pt idx="248">
                  <c:v>0.799498576808398</c:v>
                </c:pt>
                <c:pt idx="249">
                  <c:v>0.798408345021345</c:v>
                </c:pt>
                <c:pt idx="250">
                  <c:v>0.799757076803494</c:v>
                </c:pt>
                <c:pt idx="251">
                  <c:v>0.78854168931333</c:v>
                </c:pt>
                <c:pt idx="252">
                  <c:v>0.798409811480804</c:v>
                </c:pt>
                <c:pt idx="253">
                  <c:v>0.796193766303048</c:v>
                </c:pt>
                <c:pt idx="254">
                  <c:v>0.772695569504346</c:v>
                </c:pt>
                <c:pt idx="255">
                  <c:v>0.781831820316058</c:v>
                </c:pt>
                <c:pt idx="256">
                  <c:v>0.787115251733507</c:v>
                </c:pt>
                <c:pt idx="257">
                  <c:v>0.789757694829492</c:v>
                </c:pt>
                <c:pt idx="258">
                  <c:v>0.788295920055929</c:v>
                </c:pt>
                <c:pt idx="259">
                  <c:v>0.788785089449971</c:v>
                </c:pt>
                <c:pt idx="260">
                  <c:v>0.791926292351163</c:v>
                </c:pt>
                <c:pt idx="261">
                  <c:v>0.798494418206889</c:v>
                </c:pt>
                <c:pt idx="262">
                  <c:v>0.795993094082121</c:v>
                </c:pt>
                <c:pt idx="263">
                  <c:v>0.790536834672322</c:v>
                </c:pt>
                <c:pt idx="264">
                  <c:v>0.78095983294608</c:v>
                </c:pt>
                <c:pt idx="265">
                  <c:v>0.782084899474628</c:v>
                </c:pt>
                <c:pt idx="266">
                  <c:v>0.7528677542215</c:v>
                </c:pt>
                <c:pt idx="267">
                  <c:v>0.713058862088669</c:v>
                </c:pt>
                <c:pt idx="268">
                  <c:v>0.699221633992053</c:v>
                </c:pt>
                <c:pt idx="269">
                  <c:v>0.69057456036434</c:v>
                </c:pt>
                <c:pt idx="270">
                  <c:v>0.641417036893069</c:v>
                </c:pt>
                <c:pt idx="271">
                  <c:v>0.650468824119161</c:v>
                </c:pt>
                <c:pt idx="272">
                  <c:v>0.6625117728529</c:v>
                </c:pt>
                <c:pt idx="273">
                  <c:v>0.64270295630213</c:v>
                </c:pt>
                <c:pt idx="274">
                  <c:v>0.662183468998052</c:v>
                </c:pt>
                <c:pt idx="275">
                  <c:v>0.659466402006244</c:v>
                </c:pt>
                <c:pt idx="276">
                  <c:v>0.659661584254772</c:v>
                </c:pt>
                <c:pt idx="277">
                  <c:v>0.670899353265964</c:v>
                </c:pt>
                <c:pt idx="278">
                  <c:v>0.675496589742198</c:v>
                </c:pt>
                <c:pt idx="279">
                  <c:v>0.695698031825129</c:v>
                </c:pt>
                <c:pt idx="280">
                  <c:v>0.700392117919068</c:v>
                </c:pt>
                <c:pt idx="281">
                  <c:v>0.698777801175672</c:v>
                </c:pt>
                <c:pt idx="282">
                  <c:v>0.711675364700897</c:v>
                </c:pt>
                <c:pt idx="283">
                  <c:v>0.708005098086911</c:v>
                </c:pt>
                <c:pt idx="284">
                  <c:v>0.715588336197835</c:v>
                </c:pt>
                <c:pt idx="285">
                  <c:v>0.723904305481056</c:v>
                </c:pt>
                <c:pt idx="286">
                  <c:v>0.722875632857712</c:v>
                </c:pt>
                <c:pt idx="287">
                  <c:v>0.736562577098364</c:v>
                </c:pt>
                <c:pt idx="288">
                  <c:v>0.752422631193443</c:v>
                </c:pt>
                <c:pt idx="289">
                  <c:v>0.764702715964421</c:v>
                </c:pt>
                <c:pt idx="290">
                  <c:v>0.762839822657766</c:v>
                </c:pt>
                <c:pt idx="291">
                  <c:v>0.754847787063356</c:v>
                </c:pt>
                <c:pt idx="292">
                  <c:v>0.741110548910976</c:v>
                </c:pt>
                <c:pt idx="293">
                  <c:v>0.745715972632318</c:v>
                </c:pt>
                <c:pt idx="294">
                  <c:v>0.754800903205429</c:v>
                </c:pt>
                <c:pt idx="295">
                  <c:v>0.76483233403745</c:v>
                </c:pt>
                <c:pt idx="296">
                  <c:v>0.765857321037253</c:v>
                </c:pt>
                <c:pt idx="297">
                  <c:v>0.774545123482893</c:v>
                </c:pt>
                <c:pt idx="298">
                  <c:v>0.724120034715672</c:v>
                </c:pt>
                <c:pt idx="299">
                  <c:v>0.733949603410792</c:v>
                </c:pt>
                <c:pt idx="300">
                  <c:v>0.75845292573945</c:v>
                </c:pt>
                <c:pt idx="301">
                  <c:v>0.761885452594507</c:v>
                </c:pt>
                <c:pt idx="302">
                  <c:v>0.775212373247986</c:v>
                </c:pt>
                <c:pt idx="303">
                  <c:v>0.788478356960593</c:v>
                </c:pt>
                <c:pt idx="304">
                  <c:v>0.792904712933798</c:v>
                </c:pt>
                <c:pt idx="305">
                  <c:v>0.789972512639106</c:v>
                </c:pt>
                <c:pt idx="306">
                  <c:v>0.7907171351812</c:v>
                </c:pt>
                <c:pt idx="307">
                  <c:v>0.795968331755398</c:v>
                </c:pt>
                <c:pt idx="308">
                  <c:v>0.794754412974044</c:v>
                </c:pt>
                <c:pt idx="309">
                  <c:v>0.807047609216878</c:v>
                </c:pt>
                <c:pt idx="310">
                  <c:v>0.805605538166526</c:v>
                </c:pt>
                <c:pt idx="311">
                  <c:v>0.801958248031556</c:v>
                </c:pt>
                <c:pt idx="312">
                  <c:v>0.788606586473737</c:v>
                </c:pt>
                <c:pt idx="313">
                  <c:v>0.767584472390706</c:v>
                </c:pt>
                <c:pt idx="314">
                  <c:v>0.776198172867661</c:v>
                </c:pt>
                <c:pt idx="315">
                  <c:v>0.776992115576823</c:v>
                </c:pt>
                <c:pt idx="316">
                  <c:v>0.752908051670541</c:v>
                </c:pt>
                <c:pt idx="317">
                  <c:v>0.750013509003115</c:v>
                </c:pt>
                <c:pt idx="318">
                  <c:v>0.771673100608236</c:v>
                </c:pt>
                <c:pt idx="319">
                  <c:v>0.779234225951659</c:v>
                </c:pt>
                <c:pt idx="320">
                  <c:v>0.762142605900737</c:v>
                </c:pt>
                <c:pt idx="321">
                  <c:v>0.762972509973967</c:v>
                </c:pt>
                <c:pt idx="322">
                  <c:v>0.755075473882406</c:v>
                </c:pt>
                <c:pt idx="323">
                  <c:v>0.767300607320942</c:v>
                </c:pt>
                <c:pt idx="324">
                  <c:v>0.770294904286397</c:v>
                </c:pt>
                <c:pt idx="325">
                  <c:v>0.786871085259818</c:v>
                </c:pt>
                <c:pt idx="326">
                  <c:v>0.797575999770251</c:v>
                </c:pt>
                <c:pt idx="327">
                  <c:v>0.804454901103186</c:v>
                </c:pt>
                <c:pt idx="328">
                  <c:v>0.814202898234328</c:v>
                </c:pt>
                <c:pt idx="329">
                  <c:v>0.800079829340031</c:v>
                </c:pt>
                <c:pt idx="330">
                  <c:v>0.793622054071731</c:v>
                </c:pt>
                <c:pt idx="331">
                  <c:v>0.807631761560111</c:v>
                </c:pt>
                <c:pt idx="332">
                  <c:v>0.802730971870816</c:v>
                </c:pt>
                <c:pt idx="333">
                  <c:v>0.806480685337929</c:v>
                </c:pt>
                <c:pt idx="334">
                  <c:v>0.811215756344641</c:v>
                </c:pt>
                <c:pt idx="335">
                  <c:v>0.823049081222787</c:v>
                </c:pt>
                <c:pt idx="336">
                  <c:v>0.82973208070989</c:v>
                </c:pt>
                <c:pt idx="337">
                  <c:v>0.821267657236921</c:v>
                </c:pt>
                <c:pt idx="338">
                  <c:v>0.823350127043346</c:v>
                </c:pt>
                <c:pt idx="339">
                  <c:v>0.820785969123108</c:v>
                </c:pt>
                <c:pt idx="340">
                  <c:v>0.812894083167058</c:v>
                </c:pt>
                <c:pt idx="341">
                  <c:v>0.807860921654833</c:v>
                </c:pt>
                <c:pt idx="342">
                  <c:v>0.765131849131403</c:v>
                </c:pt>
                <c:pt idx="343">
                  <c:v>0.781685440202438</c:v>
                </c:pt>
                <c:pt idx="344">
                  <c:v>0.776044921037969</c:v>
                </c:pt>
                <c:pt idx="345">
                  <c:v>0.774571256842098</c:v>
                </c:pt>
                <c:pt idx="346">
                  <c:v>0.787896192030214</c:v>
                </c:pt>
                <c:pt idx="347">
                  <c:v>0.791650727480887</c:v>
                </c:pt>
                <c:pt idx="348">
                  <c:v>0.781074263523635</c:v>
                </c:pt>
                <c:pt idx="349">
                  <c:v>0.771397336120305</c:v>
                </c:pt>
                <c:pt idx="350">
                  <c:v>0.767868473784723</c:v>
                </c:pt>
                <c:pt idx="351">
                  <c:v>0.773309354845095</c:v>
                </c:pt>
                <c:pt idx="352">
                  <c:v>0.756101904945541</c:v>
                </c:pt>
                <c:pt idx="353">
                  <c:v>0.755093861102836</c:v>
                </c:pt>
                <c:pt idx="354">
                  <c:v>0.730259824901293</c:v>
                </c:pt>
                <c:pt idx="355">
                  <c:v>0.66874147277803</c:v>
                </c:pt>
                <c:pt idx="356">
                  <c:v>0.675242697506838</c:v>
                </c:pt>
                <c:pt idx="357">
                  <c:v>0.650806674566664</c:v>
                </c:pt>
                <c:pt idx="358">
                  <c:v>0.663037651446909</c:v>
                </c:pt>
                <c:pt idx="359">
                  <c:v>0.665004447203846</c:v>
                </c:pt>
                <c:pt idx="360">
                  <c:v>0.677160195492834</c:v>
                </c:pt>
                <c:pt idx="361">
                  <c:v>0.675719531503517</c:v>
                </c:pt>
                <c:pt idx="362">
                  <c:v>0.671433481424738</c:v>
                </c:pt>
                <c:pt idx="363">
                  <c:v>0.691572329253384</c:v>
                </c:pt>
                <c:pt idx="364">
                  <c:v>0.683337147669689</c:v>
                </c:pt>
                <c:pt idx="365">
                  <c:v>0.697218131956383</c:v>
                </c:pt>
                <c:pt idx="366">
                  <c:v>0.684101944253665</c:v>
                </c:pt>
                <c:pt idx="367">
                  <c:v>0.666337633152486</c:v>
                </c:pt>
                <c:pt idx="368">
                  <c:v>0.672323345772944</c:v>
                </c:pt>
                <c:pt idx="369">
                  <c:v>0.68663267157221</c:v>
                </c:pt>
                <c:pt idx="370">
                  <c:v>0.693691406016587</c:v>
                </c:pt>
                <c:pt idx="371">
                  <c:v>0.675307567402394</c:v>
                </c:pt>
                <c:pt idx="372">
                  <c:v>0.693600682226542</c:v>
                </c:pt>
                <c:pt idx="373">
                  <c:v>0.697283919119409</c:v>
                </c:pt>
                <c:pt idx="374">
                  <c:v>0.697030726032715</c:v>
                </c:pt>
                <c:pt idx="375">
                  <c:v>0.702271761581377</c:v>
                </c:pt>
                <c:pt idx="376">
                  <c:v>0.702019901551124</c:v>
                </c:pt>
                <c:pt idx="377">
                  <c:v>0.691517721652808</c:v>
                </c:pt>
                <c:pt idx="378">
                  <c:v>0.701024068466464</c:v>
                </c:pt>
                <c:pt idx="379">
                  <c:v>0.706636885569079</c:v>
                </c:pt>
                <c:pt idx="380">
                  <c:v>0.719980932443651</c:v>
                </c:pt>
                <c:pt idx="381">
                  <c:v>0.723327227392784</c:v>
                </c:pt>
                <c:pt idx="382">
                  <c:v>0.728766383951362</c:v>
                </c:pt>
                <c:pt idx="383">
                  <c:v>0.72574267113345</c:v>
                </c:pt>
                <c:pt idx="384">
                  <c:v>0.711688530702455</c:v>
                </c:pt>
                <c:pt idx="385">
                  <c:v>0.717413671199179</c:v>
                </c:pt>
                <c:pt idx="386">
                  <c:v>0.706811551017605</c:v>
                </c:pt>
                <c:pt idx="387">
                  <c:v>0.682933116666318</c:v>
                </c:pt>
                <c:pt idx="388">
                  <c:v>0.676339917859321</c:v>
                </c:pt>
                <c:pt idx="389">
                  <c:v>0.661993551786904</c:v>
                </c:pt>
                <c:pt idx="390">
                  <c:v>0.680097369675254</c:v>
                </c:pt>
                <c:pt idx="391">
                  <c:v>0.670321499103197</c:v>
                </c:pt>
                <c:pt idx="392">
                  <c:v>0.686084625680999</c:v>
                </c:pt>
                <c:pt idx="393">
                  <c:v>0.691126464231896</c:v>
                </c:pt>
                <c:pt idx="394">
                  <c:v>0.692496552181946</c:v>
                </c:pt>
                <c:pt idx="395">
                  <c:v>0.694682000354971</c:v>
                </c:pt>
                <c:pt idx="396">
                  <c:v>0.682112376504091</c:v>
                </c:pt>
                <c:pt idx="397">
                  <c:v>0.675845117299906</c:v>
                </c:pt>
                <c:pt idx="398">
                  <c:v>0.661375424518713</c:v>
                </c:pt>
                <c:pt idx="399">
                  <c:v>0.663877939533201</c:v>
                </c:pt>
                <c:pt idx="400">
                  <c:v>0.670329841173706</c:v>
                </c:pt>
                <c:pt idx="401">
                  <c:v>0.661653090729966</c:v>
                </c:pt>
                <c:pt idx="402">
                  <c:v>0.667150397372197</c:v>
                </c:pt>
                <c:pt idx="403">
                  <c:v>0.665192588304733</c:v>
                </c:pt>
                <c:pt idx="404">
                  <c:v>0.677110981463934</c:v>
                </c:pt>
                <c:pt idx="405">
                  <c:v>0.678968799613416</c:v>
                </c:pt>
                <c:pt idx="406">
                  <c:v>0.675292016700161</c:v>
                </c:pt>
                <c:pt idx="407">
                  <c:v>0.663802373052546</c:v>
                </c:pt>
                <c:pt idx="408">
                  <c:v>0.656849350276032</c:v>
                </c:pt>
                <c:pt idx="409">
                  <c:v>0.654776954831868</c:v>
                </c:pt>
                <c:pt idx="410">
                  <c:v>0.664994489690945</c:v>
                </c:pt>
                <c:pt idx="411">
                  <c:v>0.659867332606615</c:v>
                </c:pt>
                <c:pt idx="412">
                  <c:v>0.659290192198685</c:v>
                </c:pt>
                <c:pt idx="413">
                  <c:v>0.662852723703402</c:v>
                </c:pt>
                <c:pt idx="414">
                  <c:v>0.648545147723292</c:v>
                </c:pt>
                <c:pt idx="415">
                  <c:v>0.654089640084294</c:v>
                </c:pt>
                <c:pt idx="416">
                  <c:v>0.655976022059656</c:v>
                </c:pt>
                <c:pt idx="417">
                  <c:v>0.663008912346991</c:v>
                </c:pt>
                <c:pt idx="418">
                  <c:v>0.656763885680901</c:v>
                </c:pt>
                <c:pt idx="419">
                  <c:v>0.645828925941849</c:v>
                </c:pt>
                <c:pt idx="420">
                  <c:v>0.658242901577427</c:v>
                </c:pt>
                <c:pt idx="421">
                  <c:v>0.665916988117712</c:v>
                </c:pt>
                <c:pt idx="422">
                  <c:v>0.666295722208542</c:v>
                </c:pt>
                <c:pt idx="423">
                  <c:v>0.673344102825941</c:v>
                </c:pt>
                <c:pt idx="424">
                  <c:v>0.671936800302446</c:v>
                </c:pt>
                <c:pt idx="425">
                  <c:v>0.674055143835918</c:v>
                </c:pt>
                <c:pt idx="426">
                  <c:v>0.658249237733935</c:v>
                </c:pt>
                <c:pt idx="427">
                  <c:v>0.664934320060867</c:v>
                </c:pt>
                <c:pt idx="428">
                  <c:v>0.640206019870804</c:v>
                </c:pt>
                <c:pt idx="429">
                  <c:v>0.645241872813272</c:v>
                </c:pt>
                <c:pt idx="430">
                  <c:v>0.65303524891697</c:v>
                </c:pt>
                <c:pt idx="431">
                  <c:v>0.597635664805846</c:v>
                </c:pt>
                <c:pt idx="432">
                  <c:v>0.591051612382448</c:v>
                </c:pt>
                <c:pt idx="433">
                  <c:v>0.587263149720304</c:v>
                </c:pt>
                <c:pt idx="434">
                  <c:v>0.577393779212175</c:v>
                </c:pt>
                <c:pt idx="435">
                  <c:v>0.58632702373701</c:v>
                </c:pt>
                <c:pt idx="436">
                  <c:v>0.570637619367475</c:v>
                </c:pt>
                <c:pt idx="437">
                  <c:v>0.5827514236052</c:v>
                </c:pt>
                <c:pt idx="438">
                  <c:v>0.614627058292578</c:v>
                </c:pt>
                <c:pt idx="439">
                  <c:v>0.614027456516558</c:v>
                </c:pt>
                <c:pt idx="440">
                  <c:v>0.618845737899512</c:v>
                </c:pt>
                <c:pt idx="441">
                  <c:v>0.612865252340393</c:v>
                </c:pt>
                <c:pt idx="442">
                  <c:v>0.619219437730445</c:v>
                </c:pt>
                <c:pt idx="443">
                  <c:v>0.611702076367057</c:v>
                </c:pt>
                <c:pt idx="444">
                  <c:v>0.622690128559992</c:v>
                </c:pt>
                <c:pt idx="445">
                  <c:v>0.634515958525484</c:v>
                </c:pt>
                <c:pt idx="446">
                  <c:v>0.63852886154198</c:v>
                </c:pt>
                <c:pt idx="447">
                  <c:v>0.654952999102834</c:v>
                </c:pt>
                <c:pt idx="448">
                  <c:v>0.665438390669453</c:v>
                </c:pt>
                <c:pt idx="449">
                  <c:v>0.661629751044192</c:v>
                </c:pt>
                <c:pt idx="450">
                  <c:v>0.662187877140132</c:v>
                </c:pt>
                <c:pt idx="451">
                  <c:v>0.668688436801336</c:v>
                </c:pt>
                <c:pt idx="452">
                  <c:v>0.67005387512063</c:v>
                </c:pt>
                <c:pt idx="453">
                  <c:v>0.694178257898336</c:v>
                </c:pt>
                <c:pt idx="454">
                  <c:v>0.709709073343693</c:v>
                </c:pt>
                <c:pt idx="455">
                  <c:v>0.710848386730373</c:v>
                </c:pt>
                <c:pt idx="456">
                  <c:v>0.728691041431979</c:v>
                </c:pt>
                <c:pt idx="457">
                  <c:v>0.736122530201224</c:v>
                </c:pt>
                <c:pt idx="458">
                  <c:v>0.739888141997414</c:v>
                </c:pt>
                <c:pt idx="459">
                  <c:v>0.718480210804891</c:v>
                </c:pt>
                <c:pt idx="460">
                  <c:v>0.73021156903714</c:v>
                </c:pt>
                <c:pt idx="461">
                  <c:v>0.732153243155574</c:v>
                </c:pt>
                <c:pt idx="462">
                  <c:v>0.691982486084417</c:v>
                </c:pt>
                <c:pt idx="463">
                  <c:v>0.690983536043099</c:v>
                </c:pt>
                <c:pt idx="464">
                  <c:v>0.700734557625157</c:v>
                </c:pt>
                <c:pt idx="465">
                  <c:v>0.70929732444014</c:v>
                </c:pt>
                <c:pt idx="466">
                  <c:v>0.688028528700962</c:v>
                </c:pt>
                <c:pt idx="467">
                  <c:v>0.694660062861508</c:v>
                </c:pt>
                <c:pt idx="468">
                  <c:v>0.717289843011902</c:v>
                </c:pt>
                <c:pt idx="469">
                  <c:v>0.726231107297763</c:v>
                </c:pt>
                <c:pt idx="470">
                  <c:v>0.720037287915893</c:v>
                </c:pt>
                <c:pt idx="471">
                  <c:v>0.708596027692983</c:v>
                </c:pt>
                <c:pt idx="472">
                  <c:v>0.711616298323519</c:v>
                </c:pt>
                <c:pt idx="473">
                  <c:v>0.700045708255998</c:v>
                </c:pt>
                <c:pt idx="474">
                  <c:v>0.709437222335554</c:v>
                </c:pt>
                <c:pt idx="475">
                  <c:v>0.71192672520014</c:v>
                </c:pt>
                <c:pt idx="476">
                  <c:v>0.717991869093811</c:v>
                </c:pt>
                <c:pt idx="477">
                  <c:v>0.696904901668883</c:v>
                </c:pt>
                <c:pt idx="478">
                  <c:v>0.699976214047048</c:v>
                </c:pt>
                <c:pt idx="479">
                  <c:v>0.696522270651921</c:v>
                </c:pt>
                <c:pt idx="480">
                  <c:v>0.689481298283902</c:v>
                </c:pt>
                <c:pt idx="481">
                  <c:v>0.696258594230209</c:v>
                </c:pt>
                <c:pt idx="482">
                  <c:v>0.694261899643462</c:v>
                </c:pt>
                <c:pt idx="483">
                  <c:v>0.702792402402856</c:v>
                </c:pt>
                <c:pt idx="484">
                  <c:v>0.69442659978913</c:v>
                </c:pt>
                <c:pt idx="485">
                  <c:v>0.697216175703359</c:v>
                </c:pt>
                <c:pt idx="486">
                  <c:v>0.682506040048059</c:v>
                </c:pt>
                <c:pt idx="487">
                  <c:v>0.680726934548231</c:v>
                </c:pt>
                <c:pt idx="488">
                  <c:v>0.685172340861979</c:v>
                </c:pt>
                <c:pt idx="489">
                  <c:v>0.683068120521066</c:v>
                </c:pt>
                <c:pt idx="490">
                  <c:v>0.699531072517843</c:v>
                </c:pt>
                <c:pt idx="491">
                  <c:v>0.714823760653897</c:v>
                </c:pt>
                <c:pt idx="492">
                  <c:v>0.715188519561355</c:v>
                </c:pt>
                <c:pt idx="493">
                  <c:v>0.717759244415586</c:v>
                </c:pt>
                <c:pt idx="494">
                  <c:v>0.717947512103279</c:v>
                </c:pt>
                <c:pt idx="495">
                  <c:v>0.72409769409192</c:v>
                </c:pt>
                <c:pt idx="496">
                  <c:v>0.719297174785323</c:v>
                </c:pt>
                <c:pt idx="497">
                  <c:v>0.729320593646276</c:v>
                </c:pt>
                <c:pt idx="498">
                  <c:v>0.728705946541502</c:v>
                </c:pt>
                <c:pt idx="499">
                  <c:v>0.718851673944339</c:v>
                </c:pt>
                <c:pt idx="500">
                  <c:v>0.721068771740073</c:v>
                </c:pt>
                <c:pt idx="501">
                  <c:v>0.72551931942563</c:v>
                </c:pt>
                <c:pt idx="502">
                  <c:v>0.720278205977394</c:v>
                </c:pt>
                <c:pt idx="503">
                  <c:v>0.721820696393378</c:v>
                </c:pt>
                <c:pt idx="504">
                  <c:v>0.725761068091326</c:v>
                </c:pt>
                <c:pt idx="505">
                  <c:v>0.714672251827149</c:v>
                </c:pt>
                <c:pt idx="506">
                  <c:v>0.70642034520516</c:v>
                </c:pt>
                <c:pt idx="507">
                  <c:v>0.685417662196836</c:v>
                </c:pt>
                <c:pt idx="508">
                  <c:v>0.673790483932099</c:v>
                </c:pt>
                <c:pt idx="509">
                  <c:v>0.655094130732732</c:v>
                </c:pt>
                <c:pt idx="510">
                  <c:v>0.676602938950877</c:v>
                </c:pt>
                <c:pt idx="511">
                  <c:v>0.695498838722342</c:v>
                </c:pt>
                <c:pt idx="512">
                  <c:v>0.707856788011373</c:v>
                </c:pt>
                <c:pt idx="513">
                  <c:v>0.721059304994481</c:v>
                </c:pt>
                <c:pt idx="514">
                  <c:v>0.724666274310537</c:v>
                </c:pt>
                <c:pt idx="515">
                  <c:v>0.727530252106806</c:v>
                </c:pt>
                <c:pt idx="516">
                  <c:v>0.751663622547731</c:v>
                </c:pt>
                <c:pt idx="517">
                  <c:v>0.75515203455636</c:v>
                </c:pt>
                <c:pt idx="518">
                  <c:v>0.760262146240403</c:v>
                </c:pt>
                <c:pt idx="519">
                  <c:v>0.757798818606043</c:v>
                </c:pt>
                <c:pt idx="520">
                  <c:v>0.772298480326661</c:v>
                </c:pt>
                <c:pt idx="521">
                  <c:v>0.80562124369416</c:v>
                </c:pt>
                <c:pt idx="522">
                  <c:v>0.80454170946595</c:v>
                </c:pt>
                <c:pt idx="523">
                  <c:v>0.803678944431653</c:v>
                </c:pt>
                <c:pt idx="524">
                  <c:v>0.814044688096824</c:v>
                </c:pt>
                <c:pt idx="525">
                  <c:v>0.817483167452993</c:v>
                </c:pt>
                <c:pt idx="526">
                  <c:v>0.829296681496016</c:v>
                </c:pt>
                <c:pt idx="527">
                  <c:v>0.850623159921409</c:v>
                </c:pt>
                <c:pt idx="528">
                  <c:v>0.870941923629793</c:v>
                </c:pt>
                <c:pt idx="529">
                  <c:v>0.889593480679785</c:v>
                </c:pt>
                <c:pt idx="530">
                  <c:v>0.843019712713795</c:v>
                </c:pt>
                <c:pt idx="531">
                  <c:v>0.884833988156981</c:v>
                </c:pt>
                <c:pt idx="532">
                  <c:v>0.899733179259404</c:v>
                </c:pt>
                <c:pt idx="533">
                  <c:v>0.886088964881956</c:v>
                </c:pt>
                <c:pt idx="534">
                  <c:v>0.860770996085158</c:v>
                </c:pt>
                <c:pt idx="535">
                  <c:v>0.879943252381308</c:v>
                </c:pt>
                <c:pt idx="536">
                  <c:v>0.899805062064006</c:v>
                </c:pt>
                <c:pt idx="537">
                  <c:v>0.903307434649837</c:v>
                </c:pt>
                <c:pt idx="538">
                  <c:v>0.907762310630411</c:v>
                </c:pt>
                <c:pt idx="539">
                  <c:v>0.919676523503783</c:v>
                </c:pt>
                <c:pt idx="540">
                  <c:v>0.927847145816468</c:v>
                </c:pt>
                <c:pt idx="541">
                  <c:v>0.922712394497529</c:v>
                </c:pt>
                <c:pt idx="542">
                  <c:v>0.898612128453837</c:v>
                </c:pt>
                <c:pt idx="543">
                  <c:v>0.907124468927817</c:v>
                </c:pt>
                <c:pt idx="544">
                  <c:v>0.897036753706914</c:v>
                </c:pt>
                <c:pt idx="545">
                  <c:v>0.918222314726234</c:v>
                </c:pt>
                <c:pt idx="546">
                  <c:v>0.949830479282702</c:v>
                </c:pt>
                <c:pt idx="547">
                  <c:v>0.956373646115283</c:v>
                </c:pt>
                <c:pt idx="548">
                  <c:v>0.969997297926729</c:v>
                </c:pt>
                <c:pt idx="549">
                  <c:v>0.972287456758105</c:v>
                </c:pt>
                <c:pt idx="550">
                  <c:v>0.971651472960325</c:v>
                </c:pt>
                <c:pt idx="551">
                  <c:v>0.985415045063311</c:v>
                </c:pt>
                <c:pt idx="552">
                  <c:v>0.98565121806708</c:v>
                </c:pt>
                <c:pt idx="553">
                  <c:v>0.972499381572332</c:v>
                </c:pt>
                <c:pt idx="554">
                  <c:v>0.974407753623367</c:v>
                </c:pt>
                <c:pt idx="555">
                  <c:v>0.96758265168294</c:v>
                </c:pt>
                <c:pt idx="556">
                  <c:v>0.984318655315023</c:v>
                </c:pt>
                <c:pt idx="557">
                  <c:v>0.996760025309143</c:v>
                </c:pt>
                <c:pt idx="558">
                  <c:v>0.992652694377914</c:v>
                </c:pt>
                <c:pt idx="559">
                  <c:v>1.00253451908025</c:v>
                </c:pt>
                <c:pt idx="560">
                  <c:v>0.99231026830425</c:v>
                </c:pt>
                <c:pt idx="561">
                  <c:v>0.971689240620737</c:v>
                </c:pt>
                <c:pt idx="562">
                  <c:v>0.984895010884756</c:v>
                </c:pt>
                <c:pt idx="563">
                  <c:v>0.940819820109847</c:v>
                </c:pt>
                <c:pt idx="564">
                  <c:v>0.929422227466248</c:v>
                </c:pt>
                <c:pt idx="565">
                  <c:v>0.887605289805161</c:v>
                </c:pt>
                <c:pt idx="566">
                  <c:v>0.902178393295583</c:v>
                </c:pt>
                <c:pt idx="567">
                  <c:v>0.835003699630858</c:v>
                </c:pt>
                <c:pt idx="568">
                  <c:v>0.855110483995314</c:v>
                </c:pt>
                <c:pt idx="569">
                  <c:v>0.859799561146719</c:v>
                </c:pt>
                <c:pt idx="570">
                  <c:v>0.859793298994806</c:v>
                </c:pt>
                <c:pt idx="571">
                  <c:v>0.890090565644174</c:v>
                </c:pt>
                <c:pt idx="572">
                  <c:v>0.891484719693514</c:v>
                </c:pt>
                <c:pt idx="573">
                  <c:v>0.887194484460184</c:v>
                </c:pt>
                <c:pt idx="574">
                  <c:v>0.907046017241733</c:v>
                </c:pt>
                <c:pt idx="575">
                  <c:v>0.916399474458711</c:v>
                </c:pt>
                <c:pt idx="576">
                  <c:v>0.881001958211224</c:v>
                </c:pt>
                <c:pt idx="577">
                  <c:v>0.883462011142289</c:v>
                </c:pt>
                <c:pt idx="578">
                  <c:v>0.900167632967212</c:v>
                </c:pt>
                <c:pt idx="579">
                  <c:v>0.897684310459988</c:v>
                </c:pt>
                <c:pt idx="580">
                  <c:v>0.87476974407738</c:v>
                </c:pt>
                <c:pt idx="581">
                  <c:v>0.872322152156739</c:v>
                </c:pt>
                <c:pt idx="582">
                  <c:v>0.898237116015101</c:v>
                </c:pt>
                <c:pt idx="583">
                  <c:v>0.898899501925614</c:v>
                </c:pt>
                <c:pt idx="584">
                  <c:v>0.906245647817809</c:v>
                </c:pt>
                <c:pt idx="585">
                  <c:v>0.902449959970282</c:v>
                </c:pt>
                <c:pt idx="586">
                  <c:v>0.904535765825915</c:v>
                </c:pt>
                <c:pt idx="587">
                  <c:v>0.88911733706807</c:v>
                </c:pt>
                <c:pt idx="588">
                  <c:v>0.874262046269933</c:v>
                </c:pt>
                <c:pt idx="589">
                  <c:v>0.881232821385358</c:v>
                </c:pt>
                <c:pt idx="590">
                  <c:v>0.858627092728085</c:v>
                </c:pt>
                <c:pt idx="591">
                  <c:v>0.870463330076511</c:v>
                </c:pt>
                <c:pt idx="592">
                  <c:v>0.901493394112813</c:v>
                </c:pt>
                <c:pt idx="593">
                  <c:v>0.899866513142059</c:v>
                </c:pt>
                <c:pt idx="594">
                  <c:v>0.909544907978593</c:v>
                </c:pt>
                <c:pt idx="595">
                  <c:v>0.887092273404376</c:v>
                </c:pt>
                <c:pt idx="596">
                  <c:v>0.89263512403188</c:v>
                </c:pt>
                <c:pt idx="597">
                  <c:v>0.890842814554451</c:v>
                </c:pt>
                <c:pt idx="598">
                  <c:v>0.902624082069288</c:v>
                </c:pt>
                <c:pt idx="599">
                  <c:v>0.912496288121869</c:v>
                </c:pt>
                <c:pt idx="600">
                  <c:v>0.943051996341653</c:v>
                </c:pt>
                <c:pt idx="601">
                  <c:v>0.943501393135026</c:v>
                </c:pt>
                <c:pt idx="602">
                  <c:v>0.938658392270113</c:v>
                </c:pt>
                <c:pt idx="603">
                  <c:v>0.939520617849868</c:v>
                </c:pt>
                <c:pt idx="604">
                  <c:v>0.9434277089028</c:v>
                </c:pt>
                <c:pt idx="605">
                  <c:v>0.928967805176682</c:v>
                </c:pt>
                <c:pt idx="606">
                  <c:v>0.953230300002093</c:v>
                </c:pt>
                <c:pt idx="607">
                  <c:v>0.952599993135684</c:v>
                </c:pt>
                <c:pt idx="608">
                  <c:v>0.943845539815504</c:v>
                </c:pt>
                <c:pt idx="609">
                  <c:v>0.940449886723261</c:v>
                </c:pt>
                <c:pt idx="610">
                  <c:v>0.945370393768192</c:v>
                </c:pt>
                <c:pt idx="611">
                  <c:v>0.912156434681599</c:v>
                </c:pt>
                <c:pt idx="612">
                  <c:v>0.918578914627179</c:v>
                </c:pt>
                <c:pt idx="613">
                  <c:v>0.913760826045668</c:v>
                </c:pt>
                <c:pt idx="614">
                  <c:v>0.918315682233032</c:v>
                </c:pt>
                <c:pt idx="615">
                  <c:v>0.922203861217163</c:v>
                </c:pt>
                <c:pt idx="616">
                  <c:v>0.930876050640912</c:v>
                </c:pt>
                <c:pt idx="617">
                  <c:v>0.935655891505892</c:v>
                </c:pt>
                <c:pt idx="618">
                  <c:v>0.93635041099021</c:v>
                </c:pt>
                <c:pt idx="619">
                  <c:v>0.918175458133157</c:v>
                </c:pt>
                <c:pt idx="620">
                  <c:v>0.923924775736064</c:v>
                </c:pt>
                <c:pt idx="621">
                  <c:v>0.892614478697582</c:v>
                </c:pt>
                <c:pt idx="622">
                  <c:v>0.909086987998205</c:v>
                </c:pt>
                <c:pt idx="623">
                  <c:v>0.921911242182898</c:v>
                </c:pt>
                <c:pt idx="624">
                  <c:v>0.923198141179088</c:v>
                </c:pt>
                <c:pt idx="625">
                  <c:v>0.923193467204717</c:v>
                </c:pt>
                <c:pt idx="626">
                  <c:v>0.921439749175683</c:v>
                </c:pt>
                <c:pt idx="627">
                  <c:v>0.927257262012163</c:v>
                </c:pt>
                <c:pt idx="628">
                  <c:v>0.920884629029512</c:v>
                </c:pt>
                <c:pt idx="629">
                  <c:v>0.921318397221079</c:v>
                </c:pt>
                <c:pt idx="630">
                  <c:v>0.904925853779489</c:v>
                </c:pt>
                <c:pt idx="631">
                  <c:v>0.898052925396303</c:v>
                </c:pt>
                <c:pt idx="632">
                  <c:v>0.866054854002768</c:v>
                </c:pt>
                <c:pt idx="633">
                  <c:v>0.863627319274649</c:v>
                </c:pt>
                <c:pt idx="634">
                  <c:v>0.867791101105097</c:v>
                </c:pt>
                <c:pt idx="635">
                  <c:v>0.858410899017266</c:v>
                </c:pt>
                <c:pt idx="636">
                  <c:v>0.87161814547819</c:v>
                </c:pt>
                <c:pt idx="637">
                  <c:v>0.86515210506521</c:v>
                </c:pt>
                <c:pt idx="638">
                  <c:v>0.871360229729891</c:v>
                </c:pt>
                <c:pt idx="639">
                  <c:v>0.872972561007925</c:v>
                </c:pt>
                <c:pt idx="640">
                  <c:v>0.876460164808485</c:v>
                </c:pt>
                <c:pt idx="641">
                  <c:v>0.90172866835026</c:v>
                </c:pt>
                <c:pt idx="642">
                  <c:v>0.904771134516594</c:v>
                </c:pt>
                <c:pt idx="643">
                  <c:v>0.906262017439301</c:v>
                </c:pt>
                <c:pt idx="644">
                  <c:v>0.911803664518404</c:v>
                </c:pt>
                <c:pt idx="645">
                  <c:v>0.909475108013819</c:v>
                </c:pt>
                <c:pt idx="646">
                  <c:v>0.902486250460044</c:v>
                </c:pt>
                <c:pt idx="647">
                  <c:v>0.920666731265537</c:v>
                </c:pt>
                <c:pt idx="648">
                  <c:v>0.923468420563345</c:v>
                </c:pt>
                <c:pt idx="649">
                  <c:v>0.921540748893133</c:v>
                </c:pt>
                <c:pt idx="650">
                  <c:v>0.903977083721774</c:v>
                </c:pt>
                <c:pt idx="651">
                  <c:v>0.926995301328542</c:v>
                </c:pt>
                <c:pt idx="652">
                  <c:v>0.93402677773863</c:v>
                </c:pt>
                <c:pt idx="653">
                  <c:v>0.941024568425923</c:v>
                </c:pt>
                <c:pt idx="654">
                  <c:v>0.948061638999087</c:v>
                </c:pt>
                <c:pt idx="655">
                  <c:v>0.951492971069445</c:v>
                </c:pt>
                <c:pt idx="656">
                  <c:v>0.968683188609738</c:v>
                </c:pt>
                <c:pt idx="657">
                  <c:v>0.972359961785547</c:v>
                </c:pt>
                <c:pt idx="658">
                  <c:v>0.97008518811981</c:v>
                </c:pt>
                <c:pt idx="659">
                  <c:v>0.975449704228906</c:v>
                </c:pt>
                <c:pt idx="660">
                  <c:v>0.979035039859834</c:v>
                </c:pt>
                <c:pt idx="661">
                  <c:v>0.957971522153827</c:v>
                </c:pt>
                <c:pt idx="662">
                  <c:v>0.961751944606307</c:v>
                </c:pt>
                <c:pt idx="663">
                  <c:v>0.973794922552386</c:v>
                </c:pt>
                <c:pt idx="664">
                  <c:v>0.974620824535059</c:v>
                </c:pt>
                <c:pt idx="665">
                  <c:v>0.967314801791611</c:v>
                </c:pt>
                <c:pt idx="666">
                  <c:v>0.970768044090582</c:v>
                </c:pt>
                <c:pt idx="667">
                  <c:v>0.949115331991489</c:v>
                </c:pt>
                <c:pt idx="668">
                  <c:v>0.921730693369132</c:v>
                </c:pt>
                <c:pt idx="669">
                  <c:v>0.935023660520034</c:v>
                </c:pt>
                <c:pt idx="670">
                  <c:v>0.925226314009484</c:v>
                </c:pt>
                <c:pt idx="671">
                  <c:v>0.930418786964424</c:v>
                </c:pt>
                <c:pt idx="672">
                  <c:v>0.943987240112285</c:v>
                </c:pt>
                <c:pt idx="673">
                  <c:v>0.955380271735892</c:v>
                </c:pt>
                <c:pt idx="674">
                  <c:v>0.957627957772655</c:v>
                </c:pt>
                <c:pt idx="675">
                  <c:v>0.972061006594774</c:v>
                </c:pt>
                <c:pt idx="676">
                  <c:v>0.964806917549064</c:v>
                </c:pt>
                <c:pt idx="677">
                  <c:v>0.955407704070475</c:v>
                </c:pt>
                <c:pt idx="678">
                  <c:v>0.952256707245486</c:v>
                </c:pt>
                <c:pt idx="679">
                  <c:v>0.940615398971976</c:v>
                </c:pt>
                <c:pt idx="680">
                  <c:v>0.944999753442983</c:v>
                </c:pt>
                <c:pt idx="681">
                  <c:v>0.955983219298567</c:v>
                </c:pt>
                <c:pt idx="682">
                  <c:v>0.955241539412838</c:v>
                </c:pt>
                <c:pt idx="683">
                  <c:v>0.957988764250535</c:v>
                </c:pt>
                <c:pt idx="684">
                  <c:v>0.963967190339697</c:v>
                </c:pt>
                <c:pt idx="685">
                  <c:v>0.975707407700869</c:v>
                </c:pt>
                <c:pt idx="686">
                  <c:v>0.957356517684762</c:v>
                </c:pt>
                <c:pt idx="687">
                  <c:v>0.941865272301185</c:v>
                </c:pt>
                <c:pt idx="688">
                  <c:v>0.928824723136227</c:v>
                </c:pt>
                <c:pt idx="689">
                  <c:v>0.940901875624921</c:v>
                </c:pt>
                <c:pt idx="690">
                  <c:v>0.938678528335954</c:v>
                </c:pt>
                <c:pt idx="691">
                  <c:v>0.935371202648145</c:v>
                </c:pt>
                <c:pt idx="692">
                  <c:v>0.924399665164656</c:v>
                </c:pt>
                <c:pt idx="693">
                  <c:v>0.930360447974308</c:v>
                </c:pt>
                <c:pt idx="694">
                  <c:v>0.928294870690258</c:v>
                </c:pt>
                <c:pt idx="695">
                  <c:v>0.902663643367366</c:v>
                </c:pt>
                <c:pt idx="696">
                  <c:v>0.908263053953491</c:v>
                </c:pt>
                <c:pt idx="697">
                  <c:v>0.905077306129047</c:v>
                </c:pt>
                <c:pt idx="698">
                  <c:v>0.90886837161067</c:v>
                </c:pt>
                <c:pt idx="699">
                  <c:v>0.89411474657133</c:v>
                </c:pt>
                <c:pt idx="700">
                  <c:v>0.900833463986335</c:v>
                </c:pt>
                <c:pt idx="701">
                  <c:v>0.916924915841367</c:v>
                </c:pt>
                <c:pt idx="702">
                  <c:v>0.911844404047522</c:v>
                </c:pt>
                <c:pt idx="703">
                  <c:v>0.914614034749864</c:v>
                </c:pt>
                <c:pt idx="704">
                  <c:v>0.908638412071581</c:v>
                </c:pt>
                <c:pt idx="705">
                  <c:v>0.907502904079036</c:v>
                </c:pt>
                <c:pt idx="706">
                  <c:v>0.908945223434277</c:v>
                </c:pt>
                <c:pt idx="707">
                  <c:v>0.905161942067472</c:v>
                </c:pt>
                <c:pt idx="708">
                  <c:v>0.902991146804102</c:v>
                </c:pt>
                <c:pt idx="709">
                  <c:v>0.905084738722043</c:v>
                </c:pt>
                <c:pt idx="710">
                  <c:v>0.906975254243489</c:v>
                </c:pt>
                <c:pt idx="711">
                  <c:v>0.915307965118663</c:v>
                </c:pt>
                <c:pt idx="712">
                  <c:v>0.918938395838576</c:v>
                </c:pt>
                <c:pt idx="713">
                  <c:v>0.925989684057532</c:v>
                </c:pt>
                <c:pt idx="714">
                  <c:v>0.930878498634989</c:v>
                </c:pt>
                <c:pt idx="715">
                  <c:v>0.932049772268924</c:v>
                </c:pt>
                <c:pt idx="716">
                  <c:v>0.935400789879662</c:v>
                </c:pt>
                <c:pt idx="717">
                  <c:v>0.933793376012166</c:v>
                </c:pt>
                <c:pt idx="718">
                  <c:v>0.93149912258449</c:v>
                </c:pt>
                <c:pt idx="719">
                  <c:v>0.940058369312525</c:v>
                </c:pt>
                <c:pt idx="720">
                  <c:v>0.95287881518185</c:v>
                </c:pt>
                <c:pt idx="721">
                  <c:v>0.962812331119508</c:v>
                </c:pt>
                <c:pt idx="722">
                  <c:v>0.966644437017348</c:v>
                </c:pt>
                <c:pt idx="723">
                  <c:v>0.977912834193099</c:v>
                </c:pt>
                <c:pt idx="724">
                  <c:v>0.97129511357431</c:v>
                </c:pt>
                <c:pt idx="725">
                  <c:v>0.94888680969952</c:v>
                </c:pt>
                <c:pt idx="726">
                  <c:v>0.965853163342301</c:v>
                </c:pt>
                <c:pt idx="727">
                  <c:v>0.967696304238511</c:v>
                </c:pt>
                <c:pt idx="728">
                  <c:v>0.977635563322178</c:v>
                </c:pt>
                <c:pt idx="729">
                  <c:v>0.972360636590596</c:v>
                </c:pt>
                <c:pt idx="730">
                  <c:v>0.975942808525122</c:v>
                </c:pt>
                <c:pt idx="731">
                  <c:v>0.981635839791657</c:v>
                </c:pt>
                <c:pt idx="732">
                  <c:v>0.999808248253911</c:v>
                </c:pt>
                <c:pt idx="733">
                  <c:v>1.00480764517002</c:v>
                </c:pt>
                <c:pt idx="734">
                  <c:v>1.01049592261513</c:v>
                </c:pt>
                <c:pt idx="735">
                  <c:v>1.02326927527142</c:v>
                </c:pt>
                <c:pt idx="736">
                  <c:v>1.00734517993749</c:v>
                </c:pt>
                <c:pt idx="737">
                  <c:v>1.02355795063981</c:v>
                </c:pt>
                <c:pt idx="738">
                  <c:v>1.01998221418375</c:v>
                </c:pt>
                <c:pt idx="739">
                  <c:v>1.02614988073152</c:v>
                </c:pt>
                <c:pt idx="740">
                  <c:v>1.02936525668476</c:v>
                </c:pt>
                <c:pt idx="741">
                  <c:v>1.0182009060735</c:v>
                </c:pt>
                <c:pt idx="742">
                  <c:v>1.00993816848965</c:v>
                </c:pt>
                <c:pt idx="743">
                  <c:v>1.00401448437782</c:v>
                </c:pt>
                <c:pt idx="744">
                  <c:v>1.00978736270654</c:v>
                </c:pt>
                <c:pt idx="745">
                  <c:v>0.999180439042557</c:v>
                </c:pt>
                <c:pt idx="746">
                  <c:v>0.995506489726265</c:v>
                </c:pt>
                <c:pt idx="747">
                  <c:v>0.960714576443143</c:v>
                </c:pt>
                <c:pt idx="748">
                  <c:v>0.869118683153214</c:v>
                </c:pt>
                <c:pt idx="749">
                  <c:v>0.844880054809438</c:v>
                </c:pt>
                <c:pt idx="750">
                  <c:v>0.868400254342495</c:v>
                </c:pt>
                <c:pt idx="751">
                  <c:v>0.886793396113177</c:v>
                </c:pt>
                <c:pt idx="752">
                  <c:v>0.899893503396566</c:v>
                </c:pt>
                <c:pt idx="753">
                  <c:v>0.91909001664596</c:v>
                </c:pt>
                <c:pt idx="754">
                  <c:v>0.913934732947104</c:v>
                </c:pt>
                <c:pt idx="755">
                  <c:v>0.927764117530478</c:v>
                </c:pt>
                <c:pt idx="756">
                  <c:v>0.915668570031398</c:v>
                </c:pt>
                <c:pt idx="757">
                  <c:v>0.915283201818195</c:v>
                </c:pt>
                <c:pt idx="758">
                  <c:v>0.946852136149769</c:v>
                </c:pt>
                <c:pt idx="759">
                  <c:v>0.964821585064889</c:v>
                </c:pt>
                <c:pt idx="760">
                  <c:v>0.962476646280131</c:v>
                </c:pt>
                <c:pt idx="761">
                  <c:v>0.982167188883169</c:v>
                </c:pt>
                <c:pt idx="762">
                  <c:v>0.989585544758174</c:v>
                </c:pt>
                <c:pt idx="763">
                  <c:v>0.996526946865906</c:v>
                </c:pt>
                <c:pt idx="764">
                  <c:v>0.983550973525617</c:v>
                </c:pt>
                <c:pt idx="765">
                  <c:v>0.983022932244717</c:v>
                </c:pt>
                <c:pt idx="766">
                  <c:v>0.98839435901967</c:v>
                </c:pt>
                <c:pt idx="767">
                  <c:v>0.932038616076346</c:v>
                </c:pt>
                <c:pt idx="768">
                  <c:v>0.97287133158411</c:v>
                </c:pt>
                <c:pt idx="769">
                  <c:v>0.984293908568214</c:v>
                </c:pt>
                <c:pt idx="770">
                  <c:v>1.00004756255796</c:v>
                </c:pt>
                <c:pt idx="771">
                  <c:v>1.0241434603831</c:v>
                </c:pt>
                <c:pt idx="772">
                  <c:v>1.02982795872517</c:v>
                </c:pt>
                <c:pt idx="773">
                  <c:v>1.0046818470973</c:v>
                </c:pt>
                <c:pt idx="774">
                  <c:v>1.02552700256313</c:v>
                </c:pt>
                <c:pt idx="775">
                  <c:v>1.02691770858262</c:v>
                </c:pt>
                <c:pt idx="776">
                  <c:v>1.00874273040821</c:v>
                </c:pt>
                <c:pt idx="777">
                  <c:v>0.99883395050617</c:v>
                </c:pt>
                <c:pt idx="778">
                  <c:v>0.971499814176898</c:v>
                </c:pt>
                <c:pt idx="779">
                  <c:v>0.969832966830287</c:v>
                </c:pt>
                <c:pt idx="780">
                  <c:v>0.956437190744356</c:v>
                </c:pt>
                <c:pt idx="781">
                  <c:v>0.965100531750372</c:v>
                </c:pt>
                <c:pt idx="782">
                  <c:v>0.983923531154063</c:v>
                </c:pt>
                <c:pt idx="783">
                  <c:v>0.953127082094306</c:v>
                </c:pt>
                <c:pt idx="784">
                  <c:v>0.975065508404274</c:v>
                </c:pt>
                <c:pt idx="785">
                  <c:v>0.996420026780919</c:v>
                </c:pt>
                <c:pt idx="786">
                  <c:v>0.983624770712223</c:v>
                </c:pt>
                <c:pt idx="787">
                  <c:v>0.983119906501739</c:v>
                </c:pt>
                <c:pt idx="788">
                  <c:v>0.959990024725996</c:v>
                </c:pt>
                <c:pt idx="789">
                  <c:v>0.958730436346307</c:v>
                </c:pt>
                <c:pt idx="790">
                  <c:v>0.953298094052865</c:v>
                </c:pt>
                <c:pt idx="791">
                  <c:v>0.970114655580734</c:v>
                </c:pt>
                <c:pt idx="792">
                  <c:v>0.967056769193953</c:v>
                </c:pt>
                <c:pt idx="793">
                  <c:v>0.994947897206633</c:v>
                </c:pt>
                <c:pt idx="794">
                  <c:v>1.00800854056641</c:v>
                </c:pt>
                <c:pt idx="795">
                  <c:v>1.01591090985748</c:v>
                </c:pt>
                <c:pt idx="796">
                  <c:v>0.992471451284204</c:v>
                </c:pt>
                <c:pt idx="797">
                  <c:v>0.983402762772034</c:v>
                </c:pt>
                <c:pt idx="798">
                  <c:v>0.99954643363199</c:v>
                </c:pt>
                <c:pt idx="799">
                  <c:v>0.987317613596168</c:v>
                </c:pt>
                <c:pt idx="800">
                  <c:v>0.989000152837988</c:v>
                </c:pt>
                <c:pt idx="801">
                  <c:v>0.985181004560349</c:v>
                </c:pt>
                <c:pt idx="802">
                  <c:v>0.992782813929444</c:v>
                </c:pt>
                <c:pt idx="803">
                  <c:v>0.989006684717173</c:v>
                </c:pt>
                <c:pt idx="804">
                  <c:v>0.998223619037732</c:v>
                </c:pt>
                <c:pt idx="805">
                  <c:v>0.993828408287502</c:v>
                </c:pt>
                <c:pt idx="806">
                  <c:v>0.974187476027441</c:v>
                </c:pt>
                <c:pt idx="807">
                  <c:v>0.962908294629572</c:v>
                </c:pt>
                <c:pt idx="808">
                  <c:v>0.935603097991619</c:v>
                </c:pt>
                <c:pt idx="809">
                  <c:v>0.931810082099441</c:v>
                </c:pt>
                <c:pt idx="810">
                  <c:v>0.95083695052778</c:v>
                </c:pt>
                <c:pt idx="811">
                  <c:v>0.966665783447801</c:v>
                </c:pt>
                <c:pt idx="812">
                  <c:v>0.963330871573753</c:v>
                </c:pt>
                <c:pt idx="813">
                  <c:v>0.9745299848694</c:v>
                </c:pt>
                <c:pt idx="814">
                  <c:v>0.972439540094204</c:v>
                </c:pt>
                <c:pt idx="815">
                  <c:v>0.969432640925349</c:v>
                </c:pt>
                <c:pt idx="816">
                  <c:v>0.973474725121839</c:v>
                </c:pt>
                <c:pt idx="817">
                  <c:v>0.967370064722344</c:v>
                </c:pt>
                <c:pt idx="818">
                  <c:v>0.968408914924882</c:v>
                </c:pt>
                <c:pt idx="819">
                  <c:v>0.966375131377751</c:v>
                </c:pt>
                <c:pt idx="820">
                  <c:v>0.978088936888745</c:v>
                </c:pt>
                <c:pt idx="821">
                  <c:v>0.97535859580972</c:v>
                </c:pt>
                <c:pt idx="822">
                  <c:v>0.972438255724996</c:v>
                </c:pt>
                <c:pt idx="823">
                  <c:v>0.962314259751777</c:v>
                </c:pt>
                <c:pt idx="824">
                  <c:v>0.963867148786993</c:v>
                </c:pt>
                <c:pt idx="825">
                  <c:v>0.981317569401793</c:v>
                </c:pt>
                <c:pt idx="826">
                  <c:v>0.981969341495504</c:v>
                </c:pt>
                <c:pt idx="827">
                  <c:v>0.978458679421377</c:v>
                </c:pt>
                <c:pt idx="828">
                  <c:v>0.98437328823296</c:v>
                </c:pt>
                <c:pt idx="829">
                  <c:v>1.00621884364591</c:v>
                </c:pt>
                <c:pt idx="830">
                  <c:v>1.01533171874329</c:v>
                </c:pt>
                <c:pt idx="831">
                  <c:v>1.01857294761727</c:v>
                </c:pt>
                <c:pt idx="832">
                  <c:v>1.02590337142817</c:v>
                </c:pt>
                <c:pt idx="833">
                  <c:v>1.02151225332675</c:v>
                </c:pt>
                <c:pt idx="834">
                  <c:v>1.01529077375405</c:v>
                </c:pt>
                <c:pt idx="835">
                  <c:v>1.01980326231122</c:v>
                </c:pt>
                <c:pt idx="836">
                  <c:v>1.01446460301785</c:v>
                </c:pt>
                <c:pt idx="837">
                  <c:v>1.01046881745875</c:v>
                </c:pt>
                <c:pt idx="838">
                  <c:v>1.008169698229</c:v>
                </c:pt>
                <c:pt idx="839">
                  <c:v>1.00712524217845</c:v>
                </c:pt>
                <c:pt idx="840">
                  <c:v>1.01835955050112</c:v>
                </c:pt>
                <c:pt idx="841">
                  <c:v>1.02199633490494</c:v>
                </c:pt>
                <c:pt idx="842">
                  <c:v>1.02178489501556</c:v>
                </c:pt>
                <c:pt idx="843">
                  <c:v>1.02269013868694</c:v>
                </c:pt>
                <c:pt idx="844">
                  <c:v>1.02199526475956</c:v>
                </c:pt>
                <c:pt idx="845">
                  <c:v>1.01932824629583</c:v>
                </c:pt>
                <c:pt idx="846">
                  <c:v>1.01247055701658</c:v>
                </c:pt>
                <c:pt idx="847">
                  <c:v>1.00447521945403</c:v>
                </c:pt>
                <c:pt idx="848">
                  <c:v>1.01814584081293</c:v>
                </c:pt>
                <c:pt idx="849">
                  <c:v>1.018801650052</c:v>
                </c:pt>
                <c:pt idx="850">
                  <c:v>1.0297667033698</c:v>
                </c:pt>
                <c:pt idx="851">
                  <c:v>1.04232022245773</c:v>
                </c:pt>
                <c:pt idx="852">
                  <c:v>1.07636273892869</c:v>
                </c:pt>
                <c:pt idx="853">
                  <c:v>1.08283222834526</c:v>
                </c:pt>
                <c:pt idx="854">
                  <c:v>1.10021705070349</c:v>
                </c:pt>
                <c:pt idx="855">
                  <c:v>1.12624927971012</c:v>
                </c:pt>
                <c:pt idx="856">
                  <c:v>1.11424423593479</c:v>
                </c:pt>
                <c:pt idx="857">
                  <c:v>1.15077783176294</c:v>
                </c:pt>
                <c:pt idx="858">
                  <c:v>1.15174198114383</c:v>
                </c:pt>
                <c:pt idx="859">
                  <c:v>1.12515042930907</c:v>
                </c:pt>
                <c:pt idx="860">
                  <c:v>1.08507620636235</c:v>
                </c:pt>
                <c:pt idx="861">
                  <c:v>1.08860586424732</c:v>
                </c:pt>
                <c:pt idx="862">
                  <c:v>1.12902289789685</c:v>
                </c:pt>
                <c:pt idx="863">
                  <c:v>1.12958317304725</c:v>
                </c:pt>
                <c:pt idx="864">
                  <c:v>1.12839150627889</c:v>
                </c:pt>
                <c:pt idx="865">
                  <c:v>1.12265626318131</c:v>
                </c:pt>
                <c:pt idx="866">
                  <c:v>1.08663663218124</c:v>
                </c:pt>
                <c:pt idx="867">
                  <c:v>1.08724914483772</c:v>
                </c:pt>
                <c:pt idx="868">
                  <c:v>1.10454178376267</c:v>
                </c:pt>
                <c:pt idx="869">
                  <c:v>1.12258099271903</c:v>
                </c:pt>
                <c:pt idx="870">
                  <c:v>1.12369547853809</c:v>
                </c:pt>
                <c:pt idx="871">
                  <c:v>1.13783403678871</c:v>
                </c:pt>
                <c:pt idx="872">
                  <c:v>1.16972061733982</c:v>
                </c:pt>
                <c:pt idx="873">
                  <c:v>1.16449233005626</c:v>
                </c:pt>
                <c:pt idx="874">
                  <c:v>1.18011764352596</c:v>
                </c:pt>
                <c:pt idx="875">
                  <c:v>1.17710816296001</c:v>
                </c:pt>
                <c:pt idx="876">
                  <c:v>1.15959621044635</c:v>
                </c:pt>
                <c:pt idx="877">
                  <c:v>1.17758576524123</c:v>
                </c:pt>
                <c:pt idx="878">
                  <c:v>1.15508831309526</c:v>
                </c:pt>
                <c:pt idx="879">
                  <c:v>1.15535482603517</c:v>
                </c:pt>
                <c:pt idx="880">
                  <c:v>1.16816266677986</c:v>
                </c:pt>
                <c:pt idx="881">
                  <c:v>1.17678429840707</c:v>
                </c:pt>
                <c:pt idx="882">
                  <c:v>1.19399749826885</c:v>
                </c:pt>
                <c:pt idx="883">
                  <c:v>1.20375338467923</c:v>
                </c:pt>
                <c:pt idx="884">
                  <c:v>1.19125366985253</c:v>
                </c:pt>
                <c:pt idx="885">
                  <c:v>1.1841202345865</c:v>
                </c:pt>
                <c:pt idx="886">
                  <c:v>1.19425793698956</c:v>
                </c:pt>
                <c:pt idx="887">
                  <c:v>1.20234475104679</c:v>
                </c:pt>
                <c:pt idx="888">
                  <c:v>1.22012998499949</c:v>
                </c:pt>
                <c:pt idx="889">
                  <c:v>1.20142119415957</c:v>
                </c:pt>
                <c:pt idx="890">
                  <c:v>1.2291724233031</c:v>
                </c:pt>
                <c:pt idx="891">
                  <c:v>1.231929184996</c:v>
                </c:pt>
                <c:pt idx="892">
                  <c:v>1.23061024590549</c:v>
                </c:pt>
                <c:pt idx="893">
                  <c:v>1.24332870565403</c:v>
                </c:pt>
                <c:pt idx="894">
                  <c:v>1.2635499371497</c:v>
                </c:pt>
                <c:pt idx="895">
                  <c:v>1.25499614826049</c:v>
                </c:pt>
                <c:pt idx="896">
                  <c:v>1.26899865198587</c:v>
                </c:pt>
                <c:pt idx="897">
                  <c:v>1.26788208916944</c:v>
                </c:pt>
                <c:pt idx="898">
                  <c:v>1.29141159478022</c:v>
                </c:pt>
                <c:pt idx="899">
                  <c:v>1.26945476956489</c:v>
                </c:pt>
                <c:pt idx="900">
                  <c:v>1.19788771335307</c:v>
                </c:pt>
                <c:pt idx="901">
                  <c:v>1.22003479464269</c:v>
                </c:pt>
                <c:pt idx="902">
                  <c:v>1.25118051033235</c:v>
                </c:pt>
                <c:pt idx="903">
                  <c:v>1.24914682902841</c:v>
                </c:pt>
                <c:pt idx="904">
                  <c:v>1.23906103208449</c:v>
                </c:pt>
                <c:pt idx="905">
                  <c:v>1.2472464767384</c:v>
                </c:pt>
                <c:pt idx="906">
                  <c:v>1.26367759215349</c:v>
                </c:pt>
                <c:pt idx="907">
                  <c:v>1.26065989415635</c:v>
                </c:pt>
                <c:pt idx="908">
                  <c:v>1.23901974725836</c:v>
                </c:pt>
                <c:pt idx="909">
                  <c:v>1.24906048611559</c:v>
                </c:pt>
                <c:pt idx="910">
                  <c:v>1.21214730806502</c:v>
                </c:pt>
                <c:pt idx="911">
                  <c:v>1.20446686686708</c:v>
                </c:pt>
                <c:pt idx="912">
                  <c:v>1.17953066148075</c:v>
                </c:pt>
                <c:pt idx="913">
                  <c:v>1.18798960764</c:v>
                </c:pt>
                <c:pt idx="914">
                  <c:v>1.18423424937509</c:v>
                </c:pt>
                <c:pt idx="915">
                  <c:v>1.21980893262113</c:v>
                </c:pt>
                <c:pt idx="916">
                  <c:v>1.25553492215504</c:v>
                </c:pt>
                <c:pt idx="917">
                  <c:v>1.25834099622506</c:v>
                </c:pt>
                <c:pt idx="918">
                  <c:v>1.25081057305079</c:v>
                </c:pt>
                <c:pt idx="919">
                  <c:v>1.25239691411008</c:v>
                </c:pt>
                <c:pt idx="920">
                  <c:v>1.25924557677632</c:v>
                </c:pt>
                <c:pt idx="921">
                  <c:v>1.25553655999356</c:v>
                </c:pt>
                <c:pt idx="922">
                  <c:v>1.26965409022823</c:v>
                </c:pt>
                <c:pt idx="923">
                  <c:v>1.25639874954476</c:v>
                </c:pt>
                <c:pt idx="924">
                  <c:v>1.25760940238652</c:v>
                </c:pt>
                <c:pt idx="925">
                  <c:v>1.24506703656993</c:v>
                </c:pt>
                <c:pt idx="926">
                  <c:v>1.24794760989646</c:v>
                </c:pt>
                <c:pt idx="927">
                  <c:v>1.24478021521138</c:v>
                </c:pt>
                <c:pt idx="928">
                  <c:v>1.24543544409863</c:v>
                </c:pt>
                <c:pt idx="929">
                  <c:v>1.2480242991047</c:v>
                </c:pt>
                <c:pt idx="930">
                  <c:v>1.20708463527336</c:v>
                </c:pt>
                <c:pt idx="931">
                  <c:v>1.21226022446963</c:v>
                </c:pt>
                <c:pt idx="932">
                  <c:v>1.2398770602963</c:v>
                </c:pt>
                <c:pt idx="933">
                  <c:v>1.23477313189085</c:v>
                </c:pt>
                <c:pt idx="934">
                  <c:v>1.2562239263496</c:v>
                </c:pt>
                <c:pt idx="935">
                  <c:v>1.24260929530869</c:v>
                </c:pt>
                <c:pt idx="936">
                  <c:v>1.26733815150696</c:v>
                </c:pt>
                <c:pt idx="937">
                  <c:v>1.2595522722634</c:v>
                </c:pt>
                <c:pt idx="938">
                  <c:v>1.25153975881877</c:v>
                </c:pt>
                <c:pt idx="939">
                  <c:v>1.25858738673155</c:v>
                </c:pt>
                <c:pt idx="940">
                  <c:v>1.25817459884244</c:v>
                </c:pt>
                <c:pt idx="941">
                  <c:v>1.26829317592663</c:v>
                </c:pt>
                <c:pt idx="942">
                  <c:v>1.26231307889163</c:v>
                </c:pt>
                <c:pt idx="943">
                  <c:v>1.27453352180213</c:v>
                </c:pt>
                <c:pt idx="944">
                  <c:v>1.27682433498992</c:v>
                </c:pt>
                <c:pt idx="945">
                  <c:v>1.2807621019209</c:v>
                </c:pt>
                <c:pt idx="946">
                  <c:v>1.27930946281975</c:v>
                </c:pt>
                <c:pt idx="947">
                  <c:v>1.27902597556291</c:v>
                </c:pt>
                <c:pt idx="948">
                  <c:v>1.26609239614392</c:v>
                </c:pt>
                <c:pt idx="949">
                  <c:v>1.26239088109002</c:v>
                </c:pt>
                <c:pt idx="950">
                  <c:v>1.2591725293731</c:v>
                </c:pt>
                <c:pt idx="951">
                  <c:v>1.25865977977835</c:v>
                </c:pt>
                <c:pt idx="952">
                  <c:v>1.27400727513264</c:v>
                </c:pt>
                <c:pt idx="953">
                  <c:v>1.27588544649302</c:v>
                </c:pt>
                <c:pt idx="954">
                  <c:v>1.27609413750123</c:v>
                </c:pt>
                <c:pt idx="955">
                  <c:v>1.28008162870331</c:v>
                </c:pt>
                <c:pt idx="956">
                  <c:v>1.2713138136589</c:v>
                </c:pt>
                <c:pt idx="957">
                  <c:v>1.26805273207877</c:v>
                </c:pt>
                <c:pt idx="958">
                  <c:v>1.24281589373962</c:v>
                </c:pt>
                <c:pt idx="959">
                  <c:v>1.24480110787682</c:v>
                </c:pt>
                <c:pt idx="960">
                  <c:v>1.21948328222049</c:v>
                </c:pt>
                <c:pt idx="961">
                  <c:v>1.22804959151854</c:v>
                </c:pt>
                <c:pt idx="962">
                  <c:v>1.21783831296891</c:v>
                </c:pt>
                <c:pt idx="963">
                  <c:v>1.19540067990494</c:v>
                </c:pt>
                <c:pt idx="964">
                  <c:v>1.20605847977996</c:v>
                </c:pt>
                <c:pt idx="965">
                  <c:v>1.19578358162292</c:v>
                </c:pt>
                <c:pt idx="966">
                  <c:v>1.20088524217705</c:v>
                </c:pt>
                <c:pt idx="967">
                  <c:v>1.17287456461113</c:v>
                </c:pt>
                <c:pt idx="968">
                  <c:v>1.17147904537178</c:v>
                </c:pt>
                <c:pt idx="969">
                  <c:v>1.14123951496458</c:v>
                </c:pt>
                <c:pt idx="970">
                  <c:v>1.15689711001728</c:v>
                </c:pt>
                <c:pt idx="971">
                  <c:v>1.1352440493176</c:v>
                </c:pt>
                <c:pt idx="972">
                  <c:v>1.13831726439283</c:v>
                </c:pt>
                <c:pt idx="973">
                  <c:v>1.14050819766953</c:v>
                </c:pt>
                <c:pt idx="974">
                  <c:v>1.15403270279962</c:v>
                </c:pt>
                <c:pt idx="975">
                  <c:v>1.16390290878066</c:v>
                </c:pt>
                <c:pt idx="976">
                  <c:v>1.15158044469456</c:v>
                </c:pt>
                <c:pt idx="977">
                  <c:v>1.12728308494157</c:v>
                </c:pt>
                <c:pt idx="978">
                  <c:v>1.07991734123063</c:v>
                </c:pt>
                <c:pt idx="979">
                  <c:v>1.07986028953096</c:v>
                </c:pt>
                <c:pt idx="980">
                  <c:v>1.04109044721832</c:v>
                </c:pt>
                <c:pt idx="981">
                  <c:v>1.04491600273583</c:v>
                </c:pt>
                <c:pt idx="982">
                  <c:v>1.01623449007698</c:v>
                </c:pt>
                <c:pt idx="983">
                  <c:v>1.02551094259244</c:v>
                </c:pt>
                <c:pt idx="984">
                  <c:v>1.0553953843504</c:v>
                </c:pt>
                <c:pt idx="985">
                  <c:v>1.07698284581978</c:v>
                </c:pt>
                <c:pt idx="986">
                  <c:v>1.09478230131325</c:v>
                </c:pt>
                <c:pt idx="987">
                  <c:v>1.09762198223275</c:v>
                </c:pt>
                <c:pt idx="988">
                  <c:v>1.1039087698861</c:v>
                </c:pt>
                <c:pt idx="989">
                  <c:v>1.0871471733231</c:v>
                </c:pt>
                <c:pt idx="990">
                  <c:v>1.05848657864705</c:v>
                </c:pt>
                <c:pt idx="991">
                  <c:v>1.0549814474426</c:v>
                </c:pt>
                <c:pt idx="992">
                  <c:v>1.05574359738858</c:v>
                </c:pt>
                <c:pt idx="993">
                  <c:v>1.05781500058694</c:v>
                </c:pt>
                <c:pt idx="994">
                  <c:v>1.03576784302692</c:v>
                </c:pt>
                <c:pt idx="995">
                  <c:v>1.02927308201517</c:v>
                </c:pt>
                <c:pt idx="996">
                  <c:v>1.02495021951949</c:v>
                </c:pt>
                <c:pt idx="997">
                  <c:v>1.00625788106936</c:v>
                </c:pt>
                <c:pt idx="998">
                  <c:v>0.982112456643277</c:v>
                </c:pt>
                <c:pt idx="999">
                  <c:v>0.975452976010966</c:v>
                </c:pt>
                <c:pt idx="1000">
                  <c:v>0.968033047538334</c:v>
                </c:pt>
                <c:pt idx="1001">
                  <c:v>0.984002384022948</c:v>
                </c:pt>
                <c:pt idx="1002">
                  <c:v>0.990783394805136</c:v>
                </c:pt>
                <c:pt idx="1003">
                  <c:v>1.02977557320991</c:v>
                </c:pt>
                <c:pt idx="1004">
                  <c:v>1.07089979378805</c:v>
                </c:pt>
                <c:pt idx="1005">
                  <c:v>1.0936394912095</c:v>
                </c:pt>
                <c:pt idx="1006">
                  <c:v>1.08558188364963</c:v>
                </c:pt>
                <c:pt idx="1007">
                  <c:v>1.09985714396568</c:v>
                </c:pt>
                <c:pt idx="1008">
                  <c:v>1.09102875323966</c:v>
                </c:pt>
                <c:pt idx="1009">
                  <c:v>1.10449402353455</c:v>
                </c:pt>
                <c:pt idx="1010">
                  <c:v>1.130213783722</c:v>
                </c:pt>
                <c:pt idx="1011">
                  <c:v>1.12185629786142</c:v>
                </c:pt>
                <c:pt idx="1012">
                  <c:v>1.13354629531546</c:v>
                </c:pt>
                <c:pt idx="1013">
                  <c:v>1.13473655794402</c:v>
                </c:pt>
                <c:pt idx="1014">
                  <c:v>1.15367528495316</c:v>
                </c:pt>
                <c:pt idx="1015">
                  <c:v>1.14749854700013</c:v>
                </c:pt>
                <c:pt idx="1016">
                  <c:v>1.12272796876438</c:v>
                </c:pt>
                <c:pt idx="1017">
                  <c:v>1.0988367121434</c:v>
                </c:pt>
                <c:pt idx="1018">
                  <c:v>1.12202076625586</c:v>
                </c:pt>
                <c:pt idx="1019">
                  <c:v>1.12496557070144</c:v>
                </c:pt>
                <c:pt idx="1020">
                  <c:v>1.12760224825529</c:v>
                </c:pt>
                <c:pt idx="1021">
                  <c:v>1.15271004400451</c:v>
                </c:pt>
                <c:pt idx="1022">
                  <c:v>1.16046461735722</c:v>
                </c:pt>
                <c:pt idx="1023">
                  <c:v>1.15716313121614</c:v>
                </c:pt>
                <c:pt idx="1024">
                  <c:v>1.16031814181662</c:v>
                </c:pt>
                <c:pt idx="1025">
                  <c:v>1.1735503998829</c:v>
                </c:pt>
                <c:pt idx="1026">
                  <c:v>1.15766821549291</c:v>
                </c:pt>
                <c:pt idx="1027">
                  <c:v>1.15203173736879</c:v>
                </c:pt>
                <c:pt idx="1028">
                  <c:v>1.14735106363381</c:v>
                </c:pt>
                <c:pt idx="1029">
                  <c:v>1.15986277694222</c:v>
                </c:pt>
                <c:pt idx="1030">
                  <c:v>1.15653318853023</c:v>
                </c:pt>
                <c:pt idx="1031">
                  <c:v>1.13767512166007</c:v>
                </c:pt>
                <c:pt idx="1032">
                  <c:v>1.14762524189168</c:v>
                </c:pt>
                <c:pt idx="1033">
                  <c:v>1.14372846279471</c:v>
                </c:pt>
                <c:pt idx="1034">
                  <c:v>1.14871070427739</c:v>
                </c:pt>
                <c:pt idx="1035">
                  <c:v>1.16716996428428</c:v>
                </c:pt>
                <c:pt idx="1036">
                  <c:v>1.17975020876818</c:v>
                </c:pt>
                <c:pt idx="1037">
                  <c:v>1.16338607140583</c:v>
                </c:pt>
                <c:pt idx="1038">
                  <c:v>1.17082318452424</c:v>
                </c:pt>
                <c:pt idx="1039">
                  <c:v>1.15886948338364</c:v>
                </c:pt>
                <c:pt idx="1040">
                  <c:v>1.14968085289913</c:v>
                </c:pt>
                <c:pt idx="1041">
                  <c:v>1.16792169418866</c:v>
                </c:pt>
                <c:pt idx="1042">
                  <c:v>1.16920341286325</c:v>
                </c:pt>
                <c:pt idx="1043">
                  <c:v>1.19922945656978</c:v>
                </c:pt>
                <c:pt idx="1044">
                  <c:v>1.20907212992055</c:v>
                </c:pt>
                <c:pt idx="1045">
                  <c:v>1.20376112302805</c:v>
                </c:pt>
                <c:pt idx="1046">
                  <c:v>1.19707998923572</c:v>
                </c:pt>
                <c:pt idx="1047">
                  <c:v>1.20296357064743</c:v>
                </c:pt>
                <c:pt idx="1048">
                  <c:v>1.18519220866117</c:v>
                </c:pt>
                <c:pt idx="1049">
                  <c:v>1.17635458780951</c:v>
                </c:pt>
                <c:pt idx="1050">
                  <c:v>1.16503736902396</c:v>
                </c:pt>
                <c:pt idx="1051">
                  <c:v>1.16291822701986</c:v>
                </c:pt>
                <c:pt idx="1052">
                  <c:v>1.16424637189239</c:v>
                </c:pt>
                <c:pt idx="1053">
                  <c:v>1.14856209720973</c:v>
                </c:pt>
                <c:pt idx="1054">
                  <c:v>1.15948360466629</c:v>
                </c:pt>
                <c:pt idx="1055">
                  <c:v>1.15958034425085</c:v>
                </c:pt>
                <c:pt idx="1056">
                  <c:v>1.16689708013306</c:v>
                </c:pt>
                <c:pt idx="1057">
                  <c:v>1.17798242207629</c:v>
                </c:pt>
                <c:pt idx="1058">
                  <c:v>1.19047288924995</c:v>
                </c:pt>
                <c:pt idx="1059">
                  <c:v>1.18980105022627</c:v>
                </c:pt>
                <c:pt idx="1060">
                  <c:v>1.20723938374859</c:v>
                </c:pt>
                <c:pt idx="1061">
                  <c:v>1.18308144378239</c:v>
                </c:pt>
                <c:pt idx="1062">
                  <c:v>1.1938496828556</c:v>
                </c:pt>
                <c:pt idx="1063">
                  <c:v>1.19449061911873</c:v>
                </c:pt>
                <c:pt idx="1064">
                  <c:v>1.19112442374996</c:v>
                </c:pt>
                <c:pt idx="1065">
                  <c:v>1.20290922498417</c:v>
                </c:pt>
                <c:pt idx="1066">
                  <c:v>1.21237844194017</c:v>
                </c:pt>
                <c:pt idx="1067">
                  <c:v>1.21656514571993</c:v>
                </c:pt>
                <c:pt idx="1068">
                  <c:v>1.22793417551139</c:v>
                </c:pt>
                <c:pt idx="1069">
                  <c:v>1.23548760437702</c:v>
                </c:pt>
                <c:pt idx="1070">
                  <c:v>1.22881996571194</c:v>
                </c:pt>
                <c:pt idx="1071">
                  <c:v>1.23960181286678</c:v>
                </c:pt>
                <c:pt idx="1072">
                  <c:v>1.25490793186295</c:v>
                </c:pt>
                <c:pt idx="1073">
                  <c:v>1.25706107605685</c:v>
                </c:pt>
                <c:pt idx="1074">
                  <c:v>1.26045811089277</c:v>
                </c:pt>
                <c:pt idx="1075">
                  <c:v>1.25542635449409</c:v>
                </c:pt>
                <c:pt idx="1076">
                  <c:v>1.26256036524321</c:v>
                </c:pt>
                <c:pt idx="1077">
                  <c:v>1.27294550005956</c:v>
                </c:pt>
                <c:pt idx="1078">
                  <c:v>1.28110371686526</c:v>
                </c:pt>
                <c:pt idx="1079">
                  <c:v>1.28549795387083</c:v>
                </c:pt>
                <c:pt idx="1080">
                  <c:v>1.28553907510786</c:v>
                </c:pt>
                <c:pt idx="1081">
                  <c:v>1.27364764299082</c:v>
                </c:pt>
                <c:pt idx="1082">
                  <c:v>1.26744172093656</c:v>
                </c:pt>
                <c:pt idx="1083">
                  <c:v>1.26630790823347</c:v>
                </c:pt>
                <c:pt idx="1084">
                  <c:v>1.28067586319876</c:v>
                </c:pt>
                <c:pt idx="1085">
                  <c:v>1.29247198324091</c:v>
                </c:pt>
                <c:pt idx="1086">
                  <c:v>1.30127738969796</c:v>
                </c:pt>
                <c:pt idx="1087">
                  <c:v>1.29832446616939</c:v>
                </c:pt>
                <c:pt idx="1088">
                  <c:v>1.29216150086084</c:v>
                </c:pt>
                <c:pt idx="1089">
                  <c:v>1.28510966734488</c:v>
                </c:pt>
                <c:pt idx="1090">
                  <c:v>1.2913285811004</c:v>
                </c:pt>
                <c:pt idx="1091">
                  <c:v>1.27909917973902</c:v>
                </c:pt>
                <c:pt idx="1092">
                  <c:v>1.29079749491995</c:v>
                </c:pt>
                <c:pt idx="1093">
                  <c:v>1.2739925462709</c:v>
                </c:pt>
                <c:pt idx="1094">
                  <c:v>1.2775555286194</c:v>
                </c:pt>
                <c:pt idx="1095">
                  <c:v>1.30324621473877</c:v>
                </c:pt>
                <c:pt idx="1096">
                  <c:v>1.30831455082937</c:v>
                </c:pt>
                <c:pt idx="1097">
                  <c:v>1.31369028252947</c:v>
                </c:pt>
                <c:pt idx="1098">
                  <c:v>1.30271178861413</c:v>
                </c:pt>
                <c:pt idx="1099">
                  <c:v>1.31269247079566</c:v>
                </c:pt>
                <c:pt idx="1100">
                  <c:v>1.32757083057856</c:v>
                </c:pt>
                <c:pt idx="1101">
                  <c:v>1.33490996940417</c:v>
                </c:pt>
                <c:pt idx="1102">
                  <c:v>1.32308213255093</c:v>
                </c:pt>
                <c:pt idx="1103">
                  <c:v>1.29971325099067</c:v>
                </c:pt>
                <c:pt idx="1104">
                  <c:v>1.29425895367637</c:v>
                </c:pt>
                <c:pt idx="1105">
                  <c:v>1.29274544677021</c:v>
                </c:pt>
                <c:pt idx="1106">
                  <c:v>1.29495956880226</c:v>
                </c:pt>
                <c:pt idx="1107">
                  <c:v>1.31384918499943</c:v>
                </c:pt>
                <c:pt idx="1108">
                  <c:v>1.31923064037064</c:v>
                </c:pt>
                <c:pt idx="1109">
                  <c:v>1.2976896878675</c:v>
                </c:pt>
                <c:pt idx="1110">
                  <c:v>1.28056642987881</c:v>
                </c:pt>
                <c:pt idx="1111">
                  <c:v>1.26283745305013</c:v>
                </c:pt>
                <c:pt idx="1112">
                  <c:v>1.22780207828446</c:v>
                </c:pt>
                <c:pt idx="1113">
                  <c:v>1.25521590977175</c:v>
                </c:pt>
                <c:pt idx="1114">
                  <c:v>1.27320831276975</c:v>
                </c:pt>
                <c:pt idx="1115">
                  <c:v>1.29889434731088</c:v>
                </c:pt>
                <c:pt idx="1116">
                  <c:v>1.30778977256683</c:v>
                </c:pt>
                <c:pt idx="1117">
                  <c:v>1.31494230004442</c:v>
                </c:pt>
                <c:pt idx="1118">
                  <c:v>1.30830475398434</c:v>
                </c:pt>
                <c:pt idx="1119">
                  <c:v>1.30422825570405</c:v>
                </c:pt>
                <c:pt idx="1120">
                  <c:v>1.32723426936899</c:v>
                </c:pt>
                <c:pt idx="1121">
                  <c:v>1.34678281955184</c:v>
                </c:pt>
                <c:pt idx="1122">
                  <c:v>1.35624413554366</c:v>
                </c:pt>
                <c:pt idx="1123">
                  <c:v>1.35717244235733</c:v>
                </c:pt>
                <c:pt idx="1124">
                  <c:v>1.35816333855656</c:v>
                </c:pt>
                <c:pt idx="1125">
                  <c:v>1.3634177738055</c:v>
                </c:pt>
                <c:pt idx="1126">
                  <c:v>1.32985359284549</c:v>
                </c:pt>
                <c:pt idx="1127">
                  <c:v>1.34812365718603</c:v>
                </c:pt>
                <c:pt idx="1128">
                  <c:v>1.34433580700928</c:v>
                </c:pt>
                <c:pt idx="1129">
                  <c:v>1.33594344161495</c:v>
                </c:pt>
                <c:pt idx="1130">
                  <c:v>1.37687898942761</c:v>
                </c:pt>
                <c:pt idx="1131">
                  <c:v>1.38454292175858</c:v>
                </c:pt>
                <c:pt idx="1132">
                  <c:v>1.40076710766955</c:v>
                </c:pt>
                <c:pt idx="1133">
                  <c:v>1.39846153835518</c:v>
                </c:pt>
                <c:pt idx="1134">
                  <c:v>1.38733949305445</c:v>
                </c:pt>
                <c:pt idx="1135">
                  <c:v>1.38165333058275</c:v>
                </c:pt>
                <c:pt idx="1136">
                  <c:v>1.3821714698542</c:v>
                </c:pt>
                <c:pt idx="1137">
                  <c:v>1.38222513194871</c:v>
                </c:pt>
                <c:pt idx="1138">
                  <c:v>1.38946685638471</c:v>
                </c:pt>
                <c:pt idx="1139">
                  <c:v>1.40014124497378</c:v>
                </c:pt>
                <c:pt idx="1140">
                  <c:v>1.41646154532524</c:v>
                </c:pt>
                <c:pt idx="1141">
                  <c:v>1.42877977459581</c:v>
                </c:pt>
                <c:pt idx="1142">
                  <c:v>1.45124992683648</c:v>
                </c:pt>
                <c:pt idx="1143">
                  <c:v>1.45157198217184</c:v>
                </c:pt>
                <c:pt idx="1144">
                  <c:v>1.43521921035717</c:v>
                </c:pt>
                <c:pt idx="1145">
                  <c:v>1.44561303000215</c:v>
                </c:pt>
                <c:pt idx="1146">
                  <c:v>1.42737378175889</c:v>
                </c:pt>
                <c:pt idx="1147">
                  <c:v>1.44278177684269</c:v>
                </c:pt>
                <c:pt idx="1148">
                  <c:v>1.43593785533921</c:v>
                </c:pt>
                <c:pt idx="1149">
                  <c:v>1.42294676753429</c:v>
                </c:pt>
                <c:pt idx="1150">
                  <c:v>1.42339815953047</c:v>
                </c:pt>
                <c:pt idx="1151">
                  <c:v>1.44135997915618</c:v>
                </c:pt>
                <c:pt idx="1152">
                  <c:v>1.40866309016939</c:v>
                </c:pt>
                <c:pt idx="1153">
                  <c:v>1.3571827153635</c:v>
                </c:pt>
                <c:pt idx="1154">
                  <c:v>1.366122085716</c:v>
                </c:pt>
                <c:pt idx="1155">
                  <c:v>1.33315908107712</c:v>
                </c:pt>
                <c:pt idx="1156">
                  <c:v>1.36740113925146</c:v>
                </c:pt>
                <c:pt idx="1157">
                  <c:v>1.40968371479311</c:v>
                </c:pt>
                <c:pt idx="1158">
                  <c:v>1.40938565544743</c:v>
                </c:pt>
                <c:pt idx="1159">
                  <c:v>1.39539843172327</c:v>
                </c:pt>
                <c:pt idx="1160">
                  <c:v>1.40237111245699</c:v>
                </c:pt>
                <c:pt idx="1161">
                  <c:v>1.40905895145506</c:v>
                </c:pt>
                <c:pt idx="1162">
                  <c:v>1.39246325469115</c:v>
                </c:pt>
                <c:pt idx="1163">
                  <c:v>1.40650725162401</c:v>
                </c:pt>
                <c:pt idx="1164">
                  <c:v>1.40122576866963</c:v>
                </c:pt>
                <c:pt idx="1165">
                  <c:v>1.38848864320969</c:v>
                </c:pt>
                <c:pt idx="1166">
                  <c:v>1.37231315329546</c:v>
                </c:pt>
                <c:pt idx="1167">
                  <c:v>1.35858797691819</c:v>
                </c:pt>
                <c:pt idx="1168">
                  <c:v>1.35831319299113</c:v>
                </c:pt>
                <c:pt idx="1169">
                  <c:v>1.34800406770926</c:v>
                </c:pt>
                <c:pt idx="1170">
                  <c:v>1.31373419159746</c:v>
                </c:pt>
                <c:pt idx="1171">
                  <c:v>1.29770396588546</c:v>
                </c:pt>
                <c:pt idx="1172">
                  <c:v>1.32325857995219</c:v>
                </c:pt>
                <c:pt idx="1173">
                  <c:v>1.33764304767944</c:v>
                </c:pt>
                <c:pt idx="1174">
                  <c:v>1.31374987472897</c:v>
                </c:pt>
                <c:pt idx="1175">
                  <c:v>1.32839584353236</c:v>
                </c:pt>
                <c:pt idx="1176">
                  <c:v>1.34476412320449</c:v>
                </c:pt>
                <c:pt idx="1177">
                  <c:v>1.34937844208331</c:v>
                </c:pt>
                <c:pt idx="1178">
                  <c:v>1.36356023946559</c:v>
                </c:pt>
                <c:pt idx="1179">
                  <c:v>1.37610829681972</c:v>
                </c:pt>
                <c:pt idx="1180">
                  <c:v>1.38745482434582</c:v>
                </c:pt>
                <c:pt idx="1181">
                  <c:v>1.40136327504816</c:v>
                </c:pt>
                <c:pt idx="1182">
                  <c:v>1.41421257394552</c:v>
                </c:pt>
                <c:pt idx="1183">
                  <c:v>1.44439477805705</c:v>
                </c:pt>
                <c:pt idx="1184">
                  <c:v>1.43170372922072</c:v>
                </c:pt>
                <c:pt idx="1185">
                  <c:v>1.45629658639719</c:v>
                </c:pt>
                <c:pt idx="1186">
                  <c:v>1.4371727953203</c:v>
                </c:pt>
                <c:pt idx="1187">
                  <c:v>1.45898332319031</c:v>
                </c:pt>
                <c:pt idx="1188">
                  <c:v>1.4608874906119</c:v>
                </c:pt>
                <c:pt idx="1189">
                  <c:v>1.46816154531813</c:v>
                </c:pt>
                <c:pt idx="1190">
                  <c:v>1.47799790101354</c:v>
                </c:pt>
                <c:pt idx="1191">
                  <c:v>1.48330770241014</c:v>
                </c:pt>
                <c:pt idx="1192">
                  <c:v>1.47359445043599</c:v>
                </c:pt>
                <c:pt idx="1193">
                  <c:v>1.46434048460598</c:v>
                </c:pt>
                <c:pt idx="1194">
                  <c:v>1.48678270011233</c:v>
                </c:pt>
                <c:pt idx="1195">
                  <c:v>1.52175866671625</c:v>
                </c:pt>
                <c:pt idx="1196">
                  <c:v>1.50923416619295</c:v>
                </c:pt>
                <c:pt idx="1197">
                  <c:v>1.51296474557748</c:v>
                </c:pt>
                <c:pt idx="1198">
                  <c:v>1.48135540181623</c:v>
                </c:pt>
                <c:pt idx="1199">
                  <c:v>1.47962386374308</c:v>
                </c:pt>
                <c:pt idx="1200">
                  <c:v>1.48940395647198</c:v>
                </c:pt>
                <c:pt idx="1201">
                  <c:v>1.50184468379463</c:v>
                </c:pt>
                <c:pt idx="1202">
                  <c:v>1.51795553361704</c:v>
                </c:pt>
                <c:pt idx="1203">
                  <c:v>1.51907970527425</c:v>
                </c:pt>
                <c:pt idx="1204">
                  <c:v>1.53802505179959</c:v>
                </c:pt>
                <c:pt idx="1205">
                  <c:v>1.55243029631666</c:v>
                </c:pt>
                <c:pt idx="1206">
                  <c:v>1.57027431523454</c:v>
                </c:pt>
                <c:pt idx="1207">
                  <c:v>1.5712599814512</c:v>
                </c:pt>
                <c:pt idx="1208">
                  <c:v>1.57260027281463</c:v>
                </c:pt>
                <c:pt idx="1209">
                  <c:v>1.60976704123972</c:v>
                </c:pt>
                <c:pt idx="1210">
                  <c:v>1.60934778086985</c:v>
                </c:pt>
                <c:pt idx="1211">
                  <c:v>1.58504286680578</c:v>
                </c:pt>
                <c:pt idx="1212">
                  <c:v>1.55271414385902</c:v>
                </c:pt>
                <c:pt idx="1213">
                  <c:v>1.57330093468026</c:v>
                </c:pt>
                <c:pt idx="1214">
                  <c:v>1.58777086408141</c:v>
                </c:pt>
                <c:pt idx="1215">
                  <c:v>1.5923419555135</c:v>
                </c:pt>
                <c:pt idx="1216">
                  <c:v>1.60996420408489</c:v>
                </c:pt>
                <c:pt idx="1217">
                  <c:v>1.61489492668505</c:v>
                </c:pt>
                <c:pt idx="1218">
                  <c:v>1.66283313488206</c:v>
                </c:pt>
                <c:pt idx="1219">
                  <c:v>1.65068546185755</c:v>
                </c:pt>
                <c:pt idx="1220">
                  <c:v>1.67171267641511</c:v>
                </c:pt>
                <c:pt idx="1221">
                  <c:v>1.63708159264263</c:v>
                </c:pt>
                <c:pt idx="1222">
                  <c:v>1.66069796309336</c:v>
                </c:pt>
                <c:pt idx="1223">
                  <c:v>1.67024289356546</c:v>
                </c:pt>
                <c:pt idx="1224">
                  <c:v>1.7038953474002</c:v>
                </c:pt>
                <c:pt idx="1225">
                  <c:v>1.70785951352268</c:v>
                </c:pt>
                <c:pt idx="1226">
                  <c:v>1.67963781185635</c:v>
                </c:pt>
                <c:pt idx="1227">
                  <c:v>1.71406522232686</c:v>
                </c:pt>
                <c:pt idx="1228">
                  <c:v>1.66790739913016</c:v>
                </c:pt>
                <c:pt idx="1229">
                  <c:v>1.70045943093998</c:v>
                </c:pt>
                <c:pt idx="1230">
                  <c:v>1.63945096170718</c:v>
                </c:pt>
                <c:pt idx="1231">
                  <c:v>1.64538342510086</c:v>
                </c:pt>
                <c:pt idx="1232">
                  <c:v>1.62834112813824</c:v>
                </c:pt>
                <c:pt idx="1233">
                  <c:v>1.5543304704114</c:v>
                </c:pt>
                <c:pt idx="1234">
                  <c:v>1.57501189752873</c:v>
                </c:pt>
                <c:pt idx="1235">
                  <c:v>1.51469383760404</c:v>
                </c:pt>
                <c:pt idx="1236">
                  <c:v>1.56460903179586</c:v>
                </c:pt>
                <c:pt idx="1237">
                  <c:v>1.58734538927312</c:v>
                </c:pt>
                <c:pt idx="1238">
                  <c:v>1.62832807216983</c:v>
                </c:pt>
                <c:pt idx="1239">
                  <c:v>1.64656778586304</c:v>
                </c:pt>
                <c:pt idx="1240">
                  <c:v>1.64121947773382</c:v>
                </c:pt>
                <c:pt idx="1241">
                  <c:v>1.6045957112026</c:v>
                </c:pt>
                <c:pt idx="1242">
                  <c:v>1.62444766756307</c:v>
                </c:pt>
                <c:pt idx="1243">
                  <c:v>1.62421914332362</c:v>
                </c:pt>
                <c:pt idx="1244">
                  <c:v>1.66088511876465</c:v>
                </c:pt>
                <c:pt idx="1245">
                  <c:v>1.65367811222078</c:v>
                </c:pt>
                <c:pt idx="1246">
                  <c:v>1.66938309066242</c:v>
                </c:pt>
                <c:pt idx="1247">
                  <c:v>1.70205325620073</c:v>
                </c:pt>
                <c:pt idx="1248">
                  <c:v>1.68672831472028</c:v>
                </c:pt>
                <c:pt idx="1249">
                  <c:v>1.70787869142377</c:v>
                </c:pt>
                <c:pt idx="1250">
                  <c:v>1.67335583450161</c:v>
                </c:pt>
                <c:pt idx="1251">
                  <c:v>1.69498627121785</c:v>
                </c:pt>
                <c:pt idx="1252">
                  <c:v>1.68223170891227</c:v>
                </c:pt>
                <c:pt idx="1253">
                  <c:v>1.71066948938755</c:v>
                </c:pt>
                <c:pt idx="1254">
                  <c:v>1.73461286763899</c:v>
                </c:pt>
                <c:pt idx="1255">
                  <c:v>1.73706270598856</c:v>
                </c:pt>
                <c:pt idx="1256">
                  <c:v>1.71671359747531</c:v>
                </c:pt>
                <c:pt idx="1257">
                  <c:v>1.70681628925912</c:v>
                </c:pt>
                <c:pt idx="1258">
                  <c:v>1.65494097627751</c:v>
                </c:pt>
                <c:pt idx="1259">
                  <c:v>1.63394851661438</c:v>
                </c:pt>
                <c:pt idx="1260">
                  <c:v>1.66497653870812</c:v>
                </c:pt>
                <c:pt idx="1261">
                  <c:v>1.67922106959017</c:v>
                </c:pt>
                <c:pt idx="1262">
                  <c:v>1.63334264002776</c:v>
                </c:pt>
                <c:pt idx="1263">
                  <c:v>1.55525106029863</c:v>
                </c:pt>
                <c:pt idx="1264">
                  <c:v>1.61070444964473</c:v>
                </c:pt>
                <c:pt idx="1265">
                  <c:v>1.63208794179376</c:v>
                </c:pt>
                <c:pt idx="1266">
                  <c:v>1.66940900298159</c:v>
                </c:pt>
                <c:pt idx="1267">
                  <c:v>1.70229181195769</c:v>
                </c:pt>
                <c:pt idx="1268">
                  <c:v>1.70875402750164</c:v>
                </c:pt>
                <c:pt idx="1269">
                  <c:v>1.70670983949281</c:v>
                </c:pt>
                <c:pt idx="1270">
                  <c:v>1.67986123951625</c:v>
                </c:pt>
                <c:pt idx="1271">
                  <c:v>1.69061474680649</c:v>
                </c:pt>
                <c:pt idx="1272">
                  <c:v>1.68582746750605</c:v>
                </c:pt>
                <c:pt idx="1273">
                  <c:v>1.66024118823669</c:v>
                </c:pt>
                <c:pt idx="1274">
                  <c:v>1.67534913656196</c:v>
                </c:pt>
                <c:pt idx="1275">
                  <c:v>1.69423997870366</c:v>
                </c:pt>
                <c:pt idx="1276">
                  <c:v>1.67471197745438</c:v>
                </c:pt>
                <c:pt idx="1277">
                  <c:v>1.71696816938445</c:v>
                </c:pt>
                <c:pt idx="1278">
                  <c:v>1.67372804547696</c:v>
                </c:pt>
                <c:pt idx="1279">
                  <c:v>1.65381515314936</c:v>
                </c:pt>
                <c:pt idx="1280">
                  <c:v>1.61459562191995</c:v>
                </c:pt>
                <c:pt idx="1281">
                  <c:v>1.65592005900651</c:v>
                </c:pt>
                <c:pt idx="1282">
                  <c:v>1.62612029408425</c:v>
                </c:pt>
                <c:pt idx="1283">
                  <c:v>1.63485074070356</c:v>
                </c:pt>
                <c:pt idx="1284">
                  <c:v>1.58790737042417</c:v>
                </c:pt>
                <c:pt idx="1285">
                  <c:v>1.60339330208313</c:v>
                </c:pt>
                <c:pt idx="1286">
                  <c:v>1.61713842561978</c:v>
                </c:pt>
                <c:pt idx="1287">
                  <c:v>1.61336736085349</c:v>
                </c:pt>
                <c:pt idx="1288">
                  <c:v>1.55324801397546</c:v>
                </c:pt>
                <c:pt idx="1289">
                  <c:v>1.54780750878053</c:v>
                </c:pt>
                <c:pt idx="1290">
                  <c:v>1.41590607560474</c:v>
                </c:pt>
                <c:pt idx="1291">
                  <c:v>1.35199331846795</c:v>
                </c:pt>
                <c:pt idx="1292">
                  <c:v>1.37350670523349</c:v>
                </c:pt>
                <c:pt idx="1293">
                  <c:v>1.33674489676417</c:v>
                </c:pt>
                <c:pt idx="1294">
                  <c:v>1.4045471172543</c:v>
                </c:pt>
                <c:pt idx="1295">
                  <c:v>1.42439032257151</c:v>
                </c:pt>
                <c:pt idx="1296">
                  <c:v>1.41479024114932</c:v>
                </c:pt>
                <c:pt idx="1297">
                  <c:v>1.44778498207417</c:v>
                </c:pt>
                <c:pt idx="1298">
                  <c:v>1.47401703711761</c:v>
                </c:pt>
                <c:pt idx="1299">
                  <c:v>1.46971757370613</c:v>
                </c:pt>
                <c:pt idx="1300">
                  <c:v>1.49060691283594</c:v>
                </c:pt>
                <c:pt idx="1301">
                  <c:v>1.50470159220466</c:v>
                </c:pt>
                <c:pt idx="1302">
                  <c:v>1.51139155786106</c:v>
                </c:pt>
                <c:pt idx="1303">
                  <c:v>1.50298351128272</c:v>
                </c:pt>
                <c:pt idx="1304">
                  <c:v>1.52779145696982</c:v>
                </c:pt>
                <c:pt idx="1305">
                  <c:v>1.5412942962812</c:v>
                </c:pt>
                <c:pt idx="1306">
                  <c:v>1.55029634755126</c:v>
                </c:pt>
                <c:pt idx="1307">
                  <c:v>1.57298476952636</c:v>
                </c:pt>
                <c:pt idx="1308">
                  <c:v>1.50174084853272</c:v>
                </c:pt>
                <c:pt idx="1309">
                  <c:v>1.53691822253479</c:v>
                </c:pt>
                <c:pt idx="1310">
                  <c:v>1.54518600703722</c:v>
                </c:pt>
                <c:pt idx="1311">
                  <c:v>1.55123299254046</c:v>
                </c:pt>
                <c:pt idx="1312">
                  <c:v>1.5623464172797</c:v>
                </c:pt>
                <c:pt idx="1313">
                  <c:v>1.57911045502057</c:v>
                </c:pt>
                <c:pt idx="1314">
                  <c:v>1.59783560087581</c:v>
                </c:pt>
                <c:pt idx="1315">
                  <c:v>1.61558767298035</c:v>
                </c:pt>
                <c:pt idx="1316">
                  <c:v>1.64200590605544</c:v>
                </c:pt>
                <c:pt idx="1317">
                  <c:v>1.62360506585947</c:v>
                </c:pt>
                <c:pt idx="1318">
                  <c:v>1.61243484551539</c:v>
                </c:pt>
                <c:pt idx="1319">
                  <c:v>1.57715607353431</c:v>
                </c:pt>
                <c:pt idx="1320">
                  <c:v>1.59496191776651</c:v>
                </c:pt>
                <c:pt idx="1321">
                  <c:v>1.60685236250645</c:v>
                </c:pt>
                <c:pt idx="1322">
                  <c:v>1.60667699596177</c:v>
                </c:pt>
                <c:pt idx="1323">
                  <c:v>1.60810438489013</c:v>
                </c:pt>
                <c:pt idx="1324">
                  <c:v>1.63051234405931</c:v>
                </c:pt>
                <c:pt idx="1325">
                  <c:v>1.62254564335348</c:v>
                </c:pt>
                <c:pt idx="1326">
                  <c:v>1.64697860970917</c:v>
                </c:pt>
                <c:pt idx="1327">
                  <c:v>1.65584532799878</c:v>
                </c:pt>
                <c:pt idx="1328">
                  <c:v>1.63010670053478</c:v>
                </c:pt>
                <c:pt idx="1329">
                  <c:v>1.65728680506489</c:v>
                </c:pt>
                <c:pt idx="1330">
                  <c:v>1.6692180886559</c:v>
                </c:pt>
                <c:pt idx="1331">
                  <c:v>1.68276839315078</c:v>
                </c:pt>
                <c:pt idx="1332">
                  <c:v>1.71968992300931</c:v>
                </c:pt>
                <c:pt idx="1333">
                  <c:v>1.69013442485644</c:v>
                </c:pt>
                <c:pt idx="1334">
                  <c:v>1.69543070970341</c:v>
                </c:pt>
                <c:pt idx="1335">
                  <c:v>1.69382523553527</c:v>
                </c:pt>
                <c:pt idx="1336">
                  <c:v>1.69366185481362</c:v>
                </c:pt>
                <c:pt idx="1337">
                  <c:v>1.67228171721495</c:v>
                </c:pt>
                <c:pt idx="1338">
                  <c:v>1.6642450626927</c:v>
                </c:pt>
                <c:pt idx="1339">
                  <c:v>1.66871909709947</c:v>
                </c:pt>
                <c:pt idx="1340">
                  <c:v>1.69232415263725</c:v>
                </c:pt>
                <c:pt idx="1341">
                  <c:v>1.6828939993958</c:v>
                </c:pt>
                <c:pt idx="1342">
                  <c:v>1.65058598020802</c:v>
                </c:pt>
                <c:pt idx="1343">
                  <c:v>1.68705339255907</c:v>
                </c:pt>
                <c:pt idx="1344">
                  <c:v>1.69728863691229</c:v>
                </c:pt>
                <c:pt idx="1345">
                  <c:v>1.65377994059493</c:v>
                </c:pt>
                <c:pt idx="1346">
                  <c:v>1.71626372938953</c:v>
                </c:pt>
                <c:pt idx="1347">
                  <c:v>1.74215225413286</c:v>
                </c:pt>
                <c:pt idx="1348">
                  <c:v>1.75172749046003</c:v>
                </c:pt>
                <c:pt idx="1349">
                  <c:v>1.7519018384678</c:v>
                </c:pt>
                <c:pt idx="1350">
                  <c:v>1.76314712478777</c:v>
                </c:pt>
                <c:pt idx="1351">
                  <c:v>1.75693551022223</c:v>
                </c:pt>
                <c:pt idx="1352">
                  <c:v>1.77448574550722</c:v>
                </c:pt>
                <c:pt idx="1353">
                  <c:v>1.79179527890204</c:v>
                </c:pt>
                <c:pt idx="1354">
                  <c:v>1.81014001582563</c:v>
                </c:pt>
                <c:pt idx="1355">
                  <c:v>1.80726213782433</c:v>
                </c:pt>
                <c:pt idx="1356">
                  <c:v>1.81749114826423</c:v>
                </c:pt>
                <c:pt idx="1357">
                  <c:v>1.7320394182472</c:v>
                </c:pt>
                <c:pt idx="1358">
                  <c:v>1.7353084728486</c:v>
                </c:pt>
                <c:pt idx="1359">
                  <c:v>1.77385115708554</c:v>
                </c:pt>
                <c:pt idx="1360">
                  <c:v>1.78533356386284</c:v>
                </c:pt>
                <c:pt idx="1361">
                  <c:v>1.81328282053679</c:v>
                </c:pt>
                <c:pt idx="1362">
                  <c:v>1.82751782819605</c:v>
                </c:pt>
                <c:pt idx="1363">
                  <c:v>1.84410833587467</c:v>
                </c:pt>
                <c:pt idx="1364">
                  <c:v>1.86409986100486</c:v>
                </c:pt>
                <c:pt idx="1365">
                  <c:v>1.86593094109971</c:v>
                </c:pt>
                <c:pt idx="1366">
                  <c:v>1.87197996172928</c:v>
                </c:pt>
                <c:pt idx="1367">
                  <c:v>1.88903969359005</c:v>
                </c:pt>
                <c:pt idx="1368">
                  <c:v>1.89211739568068</c:v>
                </c:pt>
                <c:pt idx="1369">
                  <c:v>1.89677397020905</c:v>
                </c:pt>
                <c:pt idx="1370">
                  <c:v>1.87478532788693</c:v>
                </c:pt>
                <c:pt idx="1371">
                  <c:v>1.88220816590861</c:v>
                </c:pt>
                <c:pt idx="1372">
                  <c:v>1.89723130399516</c:v>
                </c:pt>
                <c:pt idx="1373">
                  <c:v>1.85084016573528</c:v>
                </c:pt>
                <c:pt idx="1374">
                  <c:v>1.83930148625403</c:v>
                </c:pt>
                <c:pt idx="1375">
                  <c:v>1.8254066037098</c:v>
                </c:pt>
                <c:pt idx="1376">
                  <c:v>1.85073345403165</c:v>
                </c:pt>
                <c:pt idx="1377">
                  <c:v>1.86000114576639</c:v>
                </c:pt>
                <c:pt idx="1378">
                  <c:v>1.80682220582906</c:v>
                </c:pt>
                <c:pt idx="1379">
                  <c:v>1.80980371557963</c:v>
                </c:pt>
                <c:pt idx="1380">
                  <c:v>1.85211679172529</c:v>
                </c:pt>
                <c:pt idx="1381">
                  <c:v>1.86659496874372</c:v>
                </c:pt>
                <c:pt idx="1382">
                  <c:v>1.87388297136847</c:v>
                </c:pt>
                <c:pt idx="1383">
                  <c:v>1.87473790457446</c:v>
                </c:pt>
                <c:pt idx="1384">
                  <c:v>1.85451245579067</c:v>
                </c:pt>
                <c:pt idx="1385">
                  <c:v>1.8438691627636</c:v>
                </c:pt>
                <c:pt idx="1386">
                  <c:v>1.86095091780736</c:v>
                </c:pt>
                <c:pt idx="1387">
                  <c:v>1.85275006461794</c:v>
                </c:pt>
                <c:pt idx="1388">
                  <c:v>1.80938126327476</c:v>
                </c:pt>
                <c:pt idx="1389">
                  <c:v>1.75743864895717</c:v>
                </c:pt>
                <c:pt idx="1390">
                  <c:v>1.72317608761526</c:v>
                </c:pt>
                <c:pt idx="1391">
                  <c:v>1.76128558206496</c:v>
                </c:pt>
                <c:pt idx="1392">
                  <c:v>1.7797868796026</c:v>
                </c:pt>
                <c:pt idx="1393">
                  <c:v>1.77136840811392</c:v>
                </c:pt>
                <c:pt idx="1394">
                  <c:v>1.72977332648886</c:v>
                </c:pt>
                <c:pt idx="1395">
                  <c:v>1.68828540448996</c:v>
                </c:pt>
                <c:pt idx="1396">
                  <c:v>1.73836646245232</c:v>
                </c:pt>
                <c:pt idx="1397">
                  <c:v>1.7033089281794</c:v>
                </c:pt>
                <c:pt idx="1398">
                  <c:v>1.6848561435745</c:v>
                </c:pt>
                <c:pt idx="1399">
                  <c:v>1.66463283508147</c:v>
                </c:pt>
                <c:pt idx="1400">
                  <c:v>1.63859146845494</c:v>
                </c:pt>
                <c:pt idx="1401">
                  <c:v>1.64500381074486</c:v>
                </c:pt>
                <c:pt idx="1402">
                  <c:v>1.69219193077099</c:v>
                </c:pt>
                <c:pt idx="1403">
                  <c:v>1.72165258522016</c:v>
                </c:pt>
                <c:pt idx="1404">
                  <c:v>1.75758792109243</c:v>
                </c:pt>
                <c:pt idx="1405">
                  <c:v>1.80445189515342</c:v>
                </c:pt>
                <c:pt idx="1406">
                  <c:v>1.81236250427181</c:v>
                </c:pt>
                <c:pt idx="1407">
                  <c:v>1.80393223391907</c:v>
                </c:pt>
                <c:pt idx="1408">
                  <c:v>1.80073561131425</c:v>
                </c:pt>
                <c:pt idx="1409">
                  <c:v>1.80541230632855</c:v>
                </c:pt>
                <c:pt idx="1410">
                  <c:v>1.77584918764996</c:v>
                </c:pt>
                <c:pt idx="1411">
                  <c:v>1.76088444795195</c:v>
                </c:pt>
                <c:pt idx="1412">
                  <c:v>1.80656937010665</c:v>
                </c:pt>
                <c:pt idx="1413">
                  <c:v>1.81291549873338</c:v>
                </c:pt>
                <c:pt idx="1414">
                  <c:v>1.7402730213908</c:v>
                </c:pt>
                <c:pt idx="1415">
                  <c:v>1.77397787924195</c:v>
                </c:pt>
                <c:pt idx="1416">
                  <c:v>1.81921122438898</c:v>
                </c:pt>
                <c:pt idx="1417">
                  <c:v>1.84120566536056</c:v>
                </c:pt>
                <c:pt idx="1418">
                  <c:v>1.84724974813096</c:v>
                </c:pt>
                <c:pt idx="1419">
                  <c:v>1.86814174655744</c:v>
                </c:pt>
                <c:pt idx="1420">
                  <c:v>1.89466897379365</c:v>
                </c:pt>
                <c:pt idx="1421">
                  <c:v>1.89978642069622</c:v>
                </c:pt>
                <c:pt idx="1422">
                  <c:v>1.90040391503038</c:v>
                </c:pt>
                <c:pt idx="1423">
                  <c:v>1.90039090872295</c:v>
                </c:pt>
                <c:pt idx="1424">
                  <c:v>1.91184161037409</c:v>
                </c:pt>
                <c:pt idx="1425">
                  <c:v>1.91526176093451</c:v>
                </c:pt>
                <c:pt idx="1426">
                  <c:v>1.94446272449886</c:v>
                </c:pt>
                <c:pt idx="1427">
                  <c:v>1.95679234463448</c:v>
                </c:pt>
                <c:pt idx="1428">
                  <c:v>1.97523133030379</c:v>
                </c:pt>
                <c:pt idx="1429">
                  <c:v>1.96138895694039</c:v>
                </c:pt>
                <c:pt idx="1430">
                  <c:v>1.96677775142511</c:v>
                </c:pt>
                <c:pt idx="1431">
                  <c:v>1.95183461522615</c:v>
                </c:pt>
                <c:pt idx="1432">
                  <c:v>1.92738977989679</c:v>
                </c:pt>
                <c:pt idx="1433">
                  <c:v>1.94219296074941</c:v>
                </c:pt>
                <c:pt idx="1434">
                  <c:v>1.9257580360452</c:v>
                </c:pt>
                <c:pt idx="1435">
                  <c:v>1.91478798546981</c:v>
                </c:pt>
                <c:pt idx="1436">
                  <c:v>1.95119671704636</c:v>
                </c:pt>
                <c:pt idx="1437">
                  <c:v>1.94568902639107</c:v>
                </c:pt>
                <c:pt idx="1438">
                  <c:v>1.95931404728751</c:v>
                </c:pt>
                <c:pt idx="1439">
                  <c:v>1.99241096908209</c:v>
                </c:pt>
                <c:pt idx="1440">
                  <c:v>2.00564911732982</c:v>
                </c:pt>
                <c:pt idx="1441">
                  <c:v>1.98557138366358</c:v>
                </c:pt>
                <c:pt idx="1442">
                  <c:v>1.98435028643658</c:v>
                </c:pt>
                <c:pt idx="1443">
                  <c:v>1.98012583836628</c:v>
                </c:pt>
                <c:pt idx="1444">
                  <c:v>1.97180217552649</c:v>
                </c:pt>
                <c:pt idx="1445">
                  <c:v>1.9706691846639</c:v>
                </c:pt>
                <c:pt idx="1446">
                  <c:v>1.97347077074477</c:v>
                </c:pt>
                <c:pt idx="1447">
                  <c:v>1.97317614092778</c:v>
                </c:pt>
                <c:pt idx="1448">
                  <c:v>1.98742414028831</c:v>
                </c:pt>
                <c:pt idx="1449">
                  <c:v>1.95685164373683</c:v>
                </c:pt>
                <c:pt idx="1450">
                  <c:v>1.90518361372864</c:v>
                </c:pt>
                <c:pt idx="1451">
                  <c:v>1.9091671427637</c:v>
                </c:pt>
                <c:pt idx="1452">
                  <c:v>1.89258966378865</c:v>
                </c:pt>
                <c:pt idx="1453">
                  <c:v>1.8612089367726</c:v>
                </c:pt>
                <c:pt idx="1454">
                  <c:v>1.86584416194928</c:v>
                </c:pt>
                <c:pt idx="1455">
                  <c:v>1.89340431025679</c:v>
                </c:pt>
                <c:pt idx="1456">
                  <c:v>1.89639760523899</c:v>
                </c:pt>
                <c:pt idx="1457">
                  <c:v>1.86143852239374</c:v>
                </c:pt>
                <c:pt idx="1458">
                  <c:v>1.84663074351883</c:v>
                </c:pt>
                <c:pt idx="1459">
                  <c:v>1.86587557105706</c:v>
                </c:pt>
                <c:pt idx="1460">
                  <c:v>1.91932153125527</c:v>
                </c:pt>
                <c:pt idx="1461">
                  <c:v>1.94250119085807</c:v>
                </c:pt>
                <c:pt idx="1462">
                  <c:v>1.94726861647863</c:v>
                </c:pt>
                <c:pt idx="1463">
                  <c:v>1.93628350888955</c:v>
                </c:pt>
                <c:pt idx="1464">
                  <c:v>1.9485061310406</c:v>
                </c:pt>
                <c:pt idx="1465">
                  <c:v>1.93870035190129</c:v>
                </c:pt>
                <c:pt idx="1466">
                  <c:v>1.91437184303035</c:v>
                </c:pt>
                <c:pt idx="1467">
                  <c:v>1.91849928373631</c:v>
                </c:pt>
                <c:pt idx="1468">
                  <c:v>1.92110543147381</c:v>
                </c:pt>
                <c:pt idx="1469">
                  <c:v>1.94837667850417</c:v>
                </c:pt>
                <c:pt idx="1470">
                  <c:v>1.94250002139074</c:v>
                </c:pt>
                <c:pt idx="1471">
                  <c:v>1.9651396275985</c:v>
                </c:pt>
                <c:pt idx="1472">
                  <c:v>1.97798286688285</c:v>
                </c:pt>
                <c:pt idx="1473">
                  <c:v>1.9935045096535</c:v>
                </c:pt>
                <c:pt idx="1474">
                  <c:v>2.03681848917227</c:v>
                </c:pt>
                <c:pt idx="1475">
                  <c:v>2.05191233280613</c:v>
                </c:pt>
                <c:pt idx="1476">
                  <c:v>2.09455625330647</c:v>
                </c:pt>
                <c:pt idx="1477">
                  <c:v>2.10457929922321</c:v>
                </c:pt>
                <c:pt idx="1478">
                  <c:v>2.10903028217263</c:v>
                </c:pt>
                <c:pt idx="1479">
                  <c:v>2.12020671208641</c:v>
                </c:pt>
                <c:pt idx="1480">
                  <c:v>2.13901879970743</c:v>
                </c:pt>
                <c:pt idx="1481">
                  <c:v>2.13544517725103</c:v>
                </c:pt>
                <c:pt idx="1482">
                  <c:v>2.15763746268904</c:v>
                </c:pt>
                <c:pt idx="1483">
                  <c:v>2.16480945921738</c:v>
                </c:pt>
                <c:pt idx="1484">
                  <c:v>2.18669293906363</c:v>
                </c:pt>
                <c:pt idx="1485">
                  <c:v>2.18677783401813</c:v>
                </c:pt>
                <c:pt idx="1486">
                  <c:v>2.19855795835674</c:v>
                </c:pt>
                <c:pt idx="1487">
                  <c:v>2.1390841603703</c:v>
                </c:pt>
                <c:pt idx="1488">
                  <c:v>2.14108706842172</c:v>
                </c:pt>
                <c:pt idx="1489">
                  <c:v>2.15623187785113</c:v>
                </c:pt>
                <c:pt idx="1490">
                  <c:v>2.16461475410373</c:v>
                </c:pt>
                <c:pt idx="1491">
                  <c:v>2.1779845721045</c:v>
                </c:pt>
                <c:pt idx="1492">
                  <c:v>2.18059375208287</c:v>
                </c:pt>
                <c:pt idx="1493">
                  <c:v>2.18000752663725</c:v>
                </c:pt>
                <c:pt idx="1494">
                  <c:v>2.15283502997418</c:v>
                </c:pt>
                <c:pt idx="1495">
                  <c:v>2.18168206364545</c:v>
                </c:pt>
                <c:pt idx="1496">
                  <c:v>2.21054446398121</c:v>
                </c:pt>
                <c:pt idx="1497">
                  <c:v>2.20942754866922</c:v>
                </c:pt>
                <c:pt idx="1498">
                  <c:v>2.20349014060015</c:v>
                </c:pt>
                <c:pt idx="1499">
                  <c:v>2.20407864752951</c:v>
                </c:pt>
                <c:pt idx="1500">
                  <c:v>2.16426055448337</c:v>
                </c:pt>
                <c:pt idx="1501">
                  <c:v>2.2018382733414</c:v>
                </c:pt>
                <c:pt idx="1502">
                  <c:v>2.22983890965238</c:v>
                </c:pt>
                <c:pt idx="1503">
                  <c:v>2.20549696700009</c:v>
                </c:pt>
                <c:pt idx="1504">
                  <c:v>2.19630375212573</c:v>
                </c:pt>
                <c:pt idx="1505">
                  <c:v>2.1589496897576</c:v>
                </c:pt>
                <c:pt idx="1506">
                  <c:v>2.18875631860598</c:v>
                </c:pt>
                <c:pt idx="1507">
                  <c:v>2.1551170921187</c:v>
                </c:pt>
                <c:pt idx="1508">
                  <c:v>2.16639685873712</c:v>
                </c:pt>
                <c:pt idx="1509">
                  <c:v>2.15423022398282</c:v>
                </c:pt>
                <c:pt idx="1510">
                  <c:v>2.20184222966596</c:v>
                </c:pt>
                <c:pt idx="1511">
                  <c:v>2.23022140921381</c:v>
                </c:pt>
                <c:pt idx="1512">
                  <c:v>2.21987369832601</c:v>
                </c:pt>
                <c:pt idx="1513">
                  <c:v>2.22549266170492</c:v>
                </c:pt>
                <c:pt idx="1514">
                  <c:v>2.21918796883474</c:v>
                </c:pt>
                <c:pt idx="1515">
                  <c:v>2.20219734168506</c:v>
                </c:pt>
                <c:pt idx="1516">
                  <c:v>2.1777237915994</c:v>
                </c:pt>
                <c:pt idx="1517">
                  <c:v>2.15113295449323</c:v>
                </c:pt>
                <c:pt idx="1518">
                  <c:v>2.17045372243007</c:v>
                </c:pt>
                <c:pt idx="1519">
                  <c:v>2.18687501373528</c:v>
                </c:pt>
                <c:pt idx="1520">
                  <c:v>2.1462380618016</c:v>
                </c:pt>
                <c:pt idx="1521">
                  <c:v>2.12895531125369</c:v>
                </c:pt>
                <c:pt idx="1522">
                  <c:v>2.14933578700369</c:v>
                </c:pt>
                <c:pt idx="1523">
                  <c:v>2.11186076802129</c:v>
                </c:pt>
                <c:pt idx="1524">
                  <c:v>2.10813254315136</c:v>
                </c:pt>
                <c:pt idx="1525">
                  <c:v>2.13584714196823</c:v>
                </c:pt>
                <c:pt idx="1526">
                  <c:v>2.13393586328938</c:v>
                </c:pt>
                <c:pt idx="1527">
                  <c:v>2.13854928340188</c:v>
                </c:pt>
                <c:pt idx="1528">
                  <c:v>2.13859477480494</c:v>
                </c:pt>
                <c:pt idx="1529">
                  <c:v>2.1155905138804</c:v>
                </c:pt>
                <c:pt idx="1530">
                  <c:v>2.10128803058486</c:v>
                </c:pt>
                <c:pt idx="1531">
                  <c:v>2.07691139827904</c:v>
                </c:pt>
                <c:pt idx="1532">
                  <c:v>2.01583052528824</c:v>
                </c:pt>
                <c:pt idx="1533">
                  <c:v>2.01852079969571</c:v>
                </c:pt>
                <c:pt idx="1534">
                  <c:v>1.97027844624889</c:v>
                </c:pt>
                <c:pt idx="1535">
                  <c:v>2.00207044892859</c:v>
                </c:pt>
                <c:pt idx="1536">
                  <c:v>2.0109596724048</c:v>
                </c:pt>
                <c:pt idx="1537">
                  <c:v>2.06737220024176</c:v>
                </c:pt>
                <c:pt idx="1538">
                  <c:v>2.09902087939233</c:v>
                </c:pt>
                <c:pt idx="1539">
                  <c:v>2.0897874975507</c:v>
                </c:pt>
                <c:pt idx="1540">
                  <c:v>2.09514309318496</c:v>
                </c:pt>
                <c:pt idx="1541">
                  <c:v>2.05936406280564</c:v>
                </c:pt>
                <c:pt idx="1542">
                  <c:v>2.07975001586936</c:v>
                </c:pt>
                <c:pt idx="1543">
                  <c:v>2.11113456678069</c:v>
                </c:pt>
                <c:pt idx="1544">
                  <c:v>2.0996834824479</c:v>
                </c:pt>
                <c:pt idx="1545">
                  <c:v>2.11817078532728</c:v>
                </c:pt>
                <c:pt idx="1546">
                  <c:v>2.10892325400199</c:v>
                </c:pt>
                <c:pt idx="1547">
                  <c:v>2.15149917401768</c:v>
                </c:pt>
                <c:pt idx="1548">
                  <c:v>2.17261406649199</c:v>
                </c:pt>
                <c:pt idx="1549">
                  <c:v>2.17336643614661</c:v>
                </c:pt>
                <c:pt idx="1550">
                  <c:v>2.19200603950714</c:v>
                </c:pt>
                <c:pt idx="1551">
                  <c:v>2.18437401094625</c:v>
                </c:pt>
                <c:pt idx="1552">
                  <c:v>2.19742066841146</c:v>
                </c:pt>
                <c:pt idx="1553">
                  <c:v>2.2050143548026</c:v>
                </c:pt>
                <c:pt idx="1554">
                  <c:v>2.20678535290438</c:v>
                </c:pt>
                <c:pt idx="1555">
                  <c:v>2.18593778449928</c:v>
                </c:pt>
                <c:pt idx="1556">
                  <c:v>2.19422708973246</c:v>
                </c:pt>
                <c:pt idx="1557">
                  <c:v>2.18148716280913</c:v>
                </c:pt>
                <c:pt idx="1558">
                  <c:v>2.18652400897115</c:v>
                </c:pt>
                <c:pt idx="1559">
                  <c:v>2.20837057902603</c:v>
                </c:pt>
                <c:pt idx="1560">
                  <c:v>2.22731645526847</c:v>
                </c:pt>
                <c:pt idx="1561">
                  <c:v>2.18450637984794</c:v>
                </c:pt>
                <c:pt idx="1562">
                  <c:v>2.20179536820416</c:v>
                </c:pt>
                <c:pt idx="1563">
                  <c:v>2.20033931515422</c:v>
                </c:pt>
                <c:pt idx="1564">
                  <c:v>2.19392157734514</c:v>
                </c:pt>
                <c:pt idx="1565">
                  <c:v>2.22268416885317</c:v>
                </c:pt>
                <c:pt idx="1566">
                  <c:v>2.24030134031989</c:v>
                </c:pt>
                <c:pt idx="1567">
                  <c:v>2.23526540655662</c:v>
                </c:pt>
                <c:pt idx="1568">
                  <c:v>2.22627576566227</c:v>
                </c:pt>
                <c:pt idx="1569">
                  <c:v>2.23283560884591</c:v>
                </c:pt>
                <c:pt idx="1570">
                  <c:v>2.22343227837489</c:v>
                </c:pt>
                <c:pt idx="1571">
                  <c:v>2.20254941172584</c:v>
                </c:pt>
                <c:pt idx="1572">
                  <c:v>2.18198559835736</c:v>
                </c:pt>
                <c:pt idx="1573">
                  <c:v>2.15291779827035</c:v>
                </c:pt>
                <c:pt idx="1574">
                  <c:v>2.21877321495517</c:v>
                </c:pt>
                <c:pt idx="1575">
                  <c:v>2.22712033627758</c:v>
                </c:pt>
                <c:pt idx="1576">
                  <c:v>2.26886690043829</c:v>
                </c:pt>
                <c:pt idx="1577">
                  <c:v>2.3042752992561</c:v>
                </c:pt>
                <c:pt idx="1578">
                  <c:v>2.31340172108921</c:v>
                </c:pt>
                <c:pt idx="1579">
                  <c:v>2.33527993784557</c:v>
                </c:pt>
                <c:pt idx="1580">
                  <c:v>2.32904264660706</c:v>
                </c:pt>
                <c:pt idx="1581">
                  <c:v>2.33663389961029</c:v>
                </c:pt>
                <c:pt idx="1582">
                  <c:v>2.33177536946553</c:v>
                </c:pt>
                <c:pt idx="1583">
                  <c:v>2.33288787274046</c:v>
                </c:pt>
                <c:pt idx="1584">
                  <c:v>2.35492508447252</c:v>
                </c:pt>
                <c:pt idx="1585">
                  <c:v>2.32910228846753</c:v>
                </c:pt>
                <c:pt idx="1586">
                  <c:v>2.34932559598682</c:v>
                </c:pt>
                <c:pt idx="1587">
                  <c:v>2.35842965187881</c:v>
                </c:pt>
                <c:pt idx="1588">
                  <c:v>2.37166999299953</c:v>
                </c:pt>
                <c:pt idx="1589">
                  <c:v>2.37846049292343</c:v>
                </c:pt>
                <c:pt idx="1590">
                  <c:v>2.38551922834155</c:v>
                </c:pt>
                <c:pt idx="1591">
                  <c:v>2.36328392091694</c:v>
                </c:pt>
                <c:pt idx="1592">
                  <c:v>2.35542291143034</c:v>
                </c:pt>
                <c:pt idx="1593">
                  <c:v>2.37341908184644</c:v>
                </c:pt>
                <c:pt idx="1594">
                  <c:v>2.41740358485986</c:v>
                </c:pt>
                <c:pt idx="1595">
                  <c:v>2.43068865688905</c:v>
                </c:pt>
                <c:pt idx="1596">
                  <c:v>2.42183001483766</c:v>
                </c:pt>
                <c:pt idx="1597">
                  <c:v>2.43246391512373</c:v>
                </c:pt>
                <c:pt idx="1598">
                  <c:v>2.44644430218662</c:v>
                </c:pt>
                <c:pt idx="1599">
                  <c:v>2.43317277105068</c:v>
                </c:pt>
                <c:pt idx="1600">
                  <c:v>2.4376109161505</c:v>
                </c:pt>
                <c:pt idx="1601">
                  <c:v>2.41672926668227</c:v>
                </c:pt>
                <c:pt idx="1602">
                  <c:v>2.40545162964343</c:v>
                </c:pt>
                <c:pt idx="1603">
                  <c:v>2.39012275812953</c:v>
                </c:pt>
                <c:pt idx="1604">
                  <c:v>2.39826645932358</c:v>
                </c:pt>
                <c:pt idx="1605">
                  <c:v>2.37350915322756</c:v>
                </c:pt>
                <c:pt idx="1606">
                  <c:v>2.39235795881225</c:v>
                </c:pt>
                <c:pt idx="1607">
                  <c:v>2.36365303148929</c:v>
                </c:pt>
                <c:pt idx="1608">
                  <c:v>2.38127141916309</c:v>
                </c:pt>
                <c:pt idx="1609">
                  <c:v>2.37973990187569</c:v>
                </c:pt>
                <c:pt idx="1610">
                  <c:v>2.36429631155581</c:v>
                </c:pt>
                <c:pt idx="1611">
                  <c:v>2.4170213900805</c:v>
                </c:pt>
                <c:pt idx="1612">
                  <c:v>2.41506431521652</c:v>
                </c:pt>
                <c:pt idx="1613">
                  <c:v>2.41928854127304</c:v>
                </c:pt>
                <c:pt idx="1614">
                  <c:v>2.40438401015489</c:v>
                </c:pt>
                <c:pt idx="1615">
                  <c:v>2.38560534437186</c:v>
                </c:pt>
                <c:pt idx="1616">
                  <c:v>2.36469645926548</c:v>
                </c:pt>
                <c:pt idx="1617">
                  <c:v>2.32228364148046</c:v>
                </c:pt>
                <c:pt idx="1618">
                  <c:v>2.35395255699257</c:v>
                </c:pt>
                <c:pt idx="1619">
                  <c:v>2.47853786092908</c:v>
                </c:pt>
                <c:pt idx="1620">
                  <c:v>2.50741441074851</c:v>
                </c:pt>
                <c:pt idx="1621">
                  <c:v>2.49822941233159</c:v>
                </c:pt>
                <c:pt idx="1622">
                  <c:v>2.50107350723563</c:v>
                </c:pt>
                <c:pt idx="1623">
                  <c:v>2.54157246104972</c:v>
                </c:pt>
                <c:pt idx="1624">
                  <c:v>2.53098907376793</c:v>
                </c:pt>
                <c:pt idx="1625">
                  <c:v>2.5486631479514</c:v>
                </c:pt>
                <c:pt idx="1626">
                  <c:v>2.51359860271692</c:v>
                </c:pt>
                <c:pt idx="1627">
                  <c:v>2.51361153501976</c:v>
                </c:pt>
                <c:pt idx="1628">
                  <c:v>2.52659596338494</c:v>
                </c:pt>
                <c:pt idx="1629">
                  <c:v>2.51233729859914</c:v>
                </c:pt>
                <c:pt idx="1630">
                  <c:v>2.49574210331373</c:v>
                </c:pt>
                <c:pt idx="1631">
                  <c:v>2.47052652863673</c:v>
                </c:pt>
                <c:pt idx="1632">
                  <c:v>2.4721074946255</c:v>
                </c:pt>
                <c:pt idx="1633">
                  <c:v>2.52512317458552</c:v>
                </c:pt>
                <c:pt idx="1634">
                  <c:v>2.49507128477445</c:v>
                </c:pt>
                <c:pt idx="1635">
                  <c:v>2.48363708809531</c:v>
                </c:pt>
                <c:pt idx="1636">
                  <c:v>2.47149190493589</c:v>
                </c:pt>
                <c:pt idx="1637">
                  <c:v>2.52269261638023</c:v>
                </c:pt>
                <c:pt idx="1638">
                  <c:v>2.51519554396059</c:v>
                </c:pt>
                <c:pt idx="1639">
                  <c:v>2.50932934096984</c:v>
                </c:pt>
                <c:pt idx="1640">
                  <c:v>2.51864031760224</c:v>
                </c:pt>
                <c:pt idx="1641">
                  <c:v>2.55642876162107</c:v>
                </c:pt>
                <c:pt idx="1642">
                  <c:v>2.52812139574195</c:v>
                </c:pt>
                <c:pt idx="1643">
                  <c:v>2.52083565512604</c:v>
                </c:pt>
                <c:pt idx="1644">
                  <c:v>2.51693443867465</c:v>
                </c:pt>
                <c:pt idx="1645">
                  <c:v>2.52278694789424</c:v>
                </c:pt>
                <c:pt idx="1646">
                  <c:v>2.48608757690632</c:v>
                </c:pt>
                <c:pt idx="1647">
                  <c:v>2.48942980355026</c:v>
                </c:pt>
                <c:pt idx="1648">
                  <c:v>2.4960158170954</c:v>
                </c:pt>
                <c:pt idx="1649">
                  <c:v>2.44963924897688</c:v>
                </c:pt>
                <c:pt idx="1650">
                  <c:v>2.44162883005702</c:v>
                </c:pt>
                <c:pt idx="1651">
                  <c:v>2.42900575249298</c:v>
                </c:pt>
                <c:pt idx="1652">
                  <c:v>2.36625566790354</c:v>
                </c:pt>
                <c:pt idx="1653">
                  <c:v>2.47410336639801</c:v>
                </c:pt>
                <c:pt idx="1654">
                  <c:v>2.52815060808178</c:v>
                </c:pt>
                <c:pt idx="1655">
                  <c:v>2.52142461874165</c:v>
                </c:pt>
                <c:pt idx="1656">
                  <c:v>2.55415963177939</c:v>
                </c:pt>
                <c:pt idx="1657">
                  <c:v>2.58153281137458</c:v>
                </c:pt>
                <c:pt idx="1658">
                  <c:v>2.58554494415905</c:v>
                </c:pt>
                <c:pt idx="1659">
                  <c:v>2.61458992161871</c:v>
                </c:pt>
                <c:pt idx="1660">
                  <c:v>2.5979547112702</c:v>
                </c:pt>
                <c:pt idx="1661">
                  <c:v>2.62308614759229</c:v>
                </c:pt>
                <c:pt idx="1662">
                  <c:v>2.65990860672155</c:v>
                </c:pt>
                <c:pt idx="1663">
                  <c:v>2.67785106927714</c:v>
                </c:pt>
                <c:pt idx="1664">
                  <c:v>2.68114384721972</c:v>
                </c:pt>
                <c:pt idx="1665">
                  <c:v>2.67326168897283</c:v>
                </c:pt>
                <c:pt idx="1666">
                  <c:v>2.68065362812893</c:v>
                </c:pt>
                <c:pt idx="1667">
                  <c:v>2.72365480093914</c:v>
                </c:pt>
                <c:pt idx="1668">
                  <c:v>2.71931646369331</c:v>
                </c:pt>
                <c:pt idx="1669">
                  <c:v>2.73318897834894</c:v>
                </c:pt>
                <c:pt idx="1670">
                  <c:v>2.72345366132077</c:v>
                </c:pt>
                <c:pt idx="1671">
                  <c:v>2.74511917621466</c:v>
                </c:pt>
                <c:pt idx="1672">
                  <c:v>2.78086138638713</c:v>
                </c:pt>
                <c:pt idx="1673">
                  <c:v>2.77148422530388</c:v>
                </c:pt>
                <c:pt idx="1674">
                  <c:v>2.75919495909449</c:v>
                </c:pt>
                <c:pt idx="1675">
                  <c:v>2.78269780844518</c:v>
                </c:pt>
                <c:pt idx="1676">
                  <c:v>2.7534115243999</c:v>
                </c:pt>
                <c:pt idx="1677">
                  <c:v>2.75755876425606</c:v>
                </c:pt>
                <c:pt idx="1678">
                  <c:v>2.79579893426549</c:v>
                </c:pt>
                <c:pt idx="1679">
                  <c:v>2.78490546968141</c:v>
                </c:pt>
                <c:pt idx="1680">
                  <c:v>2.77079773531803</c:v>
                </c:pt>
                <c:pt idx="1681">
                  <c:v>2.78228944427807</c:v>
                </c:pt>
                <c:pt idx="1682">
                  <c:v>2.80365188017255</c:v>
                </c:pt>
                <c:pt idx="1683">
                  <c:v>2.77079104082349</c:v>
                </c:pt>
                <c:pt idx="1684">
                  <c:v>2.79868882535467</c:v>
                </c:pt>
                <c:pt idx="1685">
                  <c:v>2.78461182529402</c:v>
                </c:pt>
                <c:pt idx="1686">
                  <c:v>2.70688174437522</c:v>
                </c:pt>
                <c:pt idx="1687">
                  <c:v>2.73623832012633</c:v>
                </c:pt>
                <c:pt idx="1688">
                  <c:v>2.76322595818176</c:v>
                </c:pt>
                <c:pt idx="1689">
                  <c:v>2.76308872055676</c:v>
                </c:pt>
                <c:pt idx="1690">
                  <c:v>2.77163759008795</c:v>
                </c:pt>
                <c:pt idx="1691">
                  <c:v>2.77893215477797</c:v>
                </c:pt>
                <c:pt idx="1692">
                  <c:v>2.74902602188394</c:v>
                </c:pt>
                <c:pt idx="1693">
                  <c:v>2.76138649317165</c:v>
                </c:pt>
                <c:pt idx="1694">
                  <c:v>2.76111323607622</c:v>
                </c:pt>
                <c:pt idx="1695">
                  <c:v>2.78202318548552</c:v>
                </c:pt>
                <c:pt idx="1696">
                  <c:v>2.72886433487428</c:v>
                </c:pt>
                <c:pt idx="1697">
                  <c:v>2.69519011395139</c:v>
                </c:pt>
                <c:pt idx="1698">
                  <c:v>2.66299233434414</c:v>
                </c:pt>
                <c:pt idx="1699">
                  <c:v>2.68846671185082</c:v>
                </c:pt>
                <c:pt idx="1700">
                  <c:v>2.74232392044783</c:v>
                </c:pt>
                <c:pt idx="1701">
                  <c:v>2.79650216000082</c:v>
                </c:pt>
                <c:pt idx="1702">
                  <c:v>2.8449785169483</c:v>
                </c:pt>
                <c:pt idx="1703">
                  <c:v>2.83082422493146</c:v>
                </c:pt>
                <c:pt idx="1704">
                  <c:v>2.84070256070668</c:v>
                </c:pt>
                <c:pt idx="1705">
                  <c:v>2.79665704674779</c:v>
                </c:pt>
                <c:pt idx="1706">
                  <c:v>2.75788314294618</c:v>
                </c:pt>
                <c:pt idx="1707">
                  <c:v>2.79687127057316</c:v>
                </c:pt>
                <c:pt idx="1708">
                  <c:v>2.76524252202831</c:v>
                </c:pt>
                <c:pt idx="1709">
                  <c:v>2.80519587405029</c:v>
                </c:pt>
                <c:pt idx="1710">
                  <c:v>2.78013138267363</c:v>
                </c:pt>
                <c:pt idx="1711">
                  <c:v>2.77688181367663</c:v>
                </c:pt>
                <c:pt idx="1712">
                  <c:v>2.75753350726704</c:v>
                </c:pt>
                <c:pt idx="1713">
                  <c:v>2.69879814270163</c:v>
                </c:pt>
                <c:pt idx="1714">
                  <c:v>2.6449445856471</c:v>
                </c:pt>
                <c:pt idx="1715">
                  <c:v>2.60303522403779</c:v>
                </c:pt>
                <c:pt idx="1716">
                  <c:v>2.4242474878622</c:v>
                </c:pt>
                <c:pt idx="1717">
                  <c:v>2.37724970180993</c:v>
                </c:pt>
                <c:pt idx="1718">
                  <c:v>2.42729683061332</c:v>
                </c:pt>
                <c:pt idx="1719">
                  <c:v>2.5580987337143</c:v>
                </c:pt>
                <c:pt idx="1720">
                  <c:v>2.57377815233234</c:v>
                </c:pt>
                <c:pt idx="1721">
                  <c:v>2.4587522818209</c:v>
                </c:pt>
                <c:pt idx="1722">
                  <c:v>2.35783171228493</c:v>
                </c:pt>
                <c:pt idx="1723">
                  <c:v>2.20131838522454</c:v>
                </c:pt>
                <c:pt idx="1724">
                  <c:v>2.14736136779981</c:v>
                </c:pt>
                <c:pt idx="1725">
                  <c:v>2.01549975688566</c:v>
                </c:pt>
                <c:pt idx="1726">
                  <c:v>1.73935931198334</c:v>
                </c:pt>
                <c:pt idx="1727">
                  <c:v>1.66984261537401</c:v>
                </c:pt>
                <c:pt idx="1728">
                  <c:v>1.51546924508358</c:v>
                </c:pt>
                <c:pt idx="1729">
                  <c:v>1.67550844021472</c:v>
                </c:pt>
                <c:pt idx="1730">
                  <c:v>1.78567639014556</c:v>
                </c:pt>
                <c:pt idx="1731">
                  <c:v>1.83021562283354</c:v>
                </c:pt>
                <c:pt idx="1732">
                  <c:v>1.91214893295273</c:v>
                </c:pt>
                <c:pt idx="1733">
                  <c:v>1.9976464523387</c:v>
                </c:pt>
                <c:pt idx="1734">
                  <c:v>2.09559314628224</c:v>
                </c:pt>
                <c:pt idx="1735">
                  <c:v>2.16105008815072</c:v>
                </c:pt>
                <c:pt idx="1736">
                  <c:v>2.23740095031578</c:v>
                </c:pt>
                <c:pt idx="1737">
                  <c:v>2.01513734080785</c:v>
                </c:pt>
                <c:pt idx="1738">
                  <c:v>2.09983273900325</c:v>
                </c:pt>
                <c:pt idx="1739">
                  <c:v>2.12745696165692</c:v>
                </c:pt>
                <c:pt idx="1740">
                  <c:v>2.11352556660914</c:v>
                </c:pt>
                <c:pt idx="1741">
                  <c:v>2.04858090596422</c:v>
                </c:pt>
                <c:pt idx="1742">
                  <c:v>2.10422037109878</c:v>
                </c:pt>
                <c:pt idx="1743">
                  <c:v>2.11623212007985</c:v>
                </c:pt>
                <c:pt idx="1744">
                  <c:v>2.13459755297246</c:v>
                </c:pt>
                <c:pt idx="1745">
                  <c:v>2.18076172303685</c:v>
                </c:pt>
                <c:pt idx="1746">
                  <c:v>2.2390505341433</c:v>
                </c:pt>
                <c:pt idx="1747">
                  <c:v>2.23983942019644</c:v>
                </c:pt>
                <c:pt idx="1748">
                  <c:v>2.233687788302</c:v>
                </c:pt>
                <c:pt idx="1749">
                  <c:v>2.28740791117817</c:v>
                </c:pt>
                <c:pt idx="1750">
                  <c:v>2.36048896993218</c:v>
                </c:pt>
                <c:pt idx="1751">
                  <c:v>2.36382845743239</c:v>
                </c:pt>
                <c:pt idx="1752">
                  <c:v>2.41459417863561</c:v>
                </c:pt>
                <c:pt idx="1753">
                  <c:v>2.43020832714904</c:v>
                </c:pt>
                <c:pt idx="1754">
                  <c:v>2.38740327235598</c:v>
                </c:pt>
                <c:pt idx="1755">
                  <c:v>2.3232386717426</c:v>
                </c:pt>
                <c:pt idx="1756">
                  <c:v>2.33059485694225</c:v>
                </c:pt>
                <c:pt idx="1757">
                  <c:v>2.26069520505898</c:v>
                </c:pt>
                <c:pt idx="1758">
                  <c:v>2.33272553197811</c:v>
                </c:pt>
                <c:pt idx="1759">
                  <c:v>2.37668858144916</c:v>
                </c:pt>
                <c:pt idx="1760">
                  <c:v>2.43880679631201</c:v>
                </c:pt>
                <c:pt idx="1761">
                  <c:v>2.46117934038788</c:v>
                </c:pt>
                <c:pt idx="1762">
                  <c:v>2.44188124317424</c:v>
                </c:pt>
                <c:pt idx="1763">
                  <c:v>2.33118655872784</c:v>
                </c:pt>
                <c:pt idx="1764">
                  <c:v>2.38101413829631</c:v>
                </c:pt>
                <c:pt idx="1765">
                  <c:v>2.31105636554174</c:v>
                </c:pt>
                <c:pt idx="1766">
                  <c:v>2.31919017641126</c:v>
                </c:pt>
                <c:pt idx="1767">
                  <c:v>2.30629414556014</c:v>
                </c:pt>
                <c:pt idx="1768">
                  <c:v>2.10156083099404</c:v>
                </c:pt>
                <c:pt idx="1769">
                  <c:v>1.87982395697543</c:v>
                </c:pt>
                <c:pt idx="1770">
                  <c:v>2.06182155089327</c:v>
                </c:pt>
                <c:pt idx="1771">
                  <c:v>2.04842495491433</c:v>
                </c:pt>
                <c:pt idx="1772">
                  <c:v>2.0269938992336</c:v>
                </c:pt>
                <c:pt idx="1773">
                  <c:v>1.9937543647435</c:v>
                </c:pt>
                <c:pt idx="1774">
                  <c:v>2.06233748365931</c:v>
                </c:pt>
                <c:pt idx="1775">
                  <c:v>2.13356720940328</c:v>
                </c:pt>
                <c:pt idx="1776">
                  <c:v>2.16251922540766</c:v>
                </c:pt>
                <c:pt idx="1777">
                  <c:v>2.17498133129433</c:v>
                </c:pt>
                <c:pt idx="1778">
                  <c:v>2.26879356480665</c:v>
                </c:pt>
                <c:pt idx="1779">
                  <c:v>2.25579224781407</c:v>
                </c:pt>
                <c:pt idx="1780">
                  <c:v>2.32893629518896</c:v>
                </c:pt>
                <c:pt idx="1781">
                  <c:v>2.36232828206439</c:v>
                </c:pt>
                <c:pt idx="1782">
                  <c:v>2.32905131877701</c:v>
                </c:pt>
                <c:pt idx="1783">
                  <c:v>2.36878770880363</c:v>
                </c:pt>
                <c:pt idx="1784">
                  <c:v>2.32959342093081</c:v>
                </c:pt>
                <c:pt idx="1785">
                  <c:v>2.25993370557443</c:v>
                </c:pt>
                <c:pt idx="1786">
                  <c:v>2.30405270706912</c:v>
                </c:pt>
                <c:pt idx="1787">
                  <c:v>2.30961765780544</c:v>
                </c:pt>
                <c:pt idx="1788">
                  <c:v>2.35748603293036</c:v>
                </c:pt>
                <c:pt idx="1789">
                  <c:v>2.39813682956561</c:v>
                </c:pt>
                <c:pt idx="1790">
                  <c:v>2.38967255410183</c:v>
                </c:pt>
                <c:pt idx="1791">
                  <c:v>2.35133866116881</c:v>
                </c:pt>
                <c:pt idx="1792">
                  <c:v>2.36972980676293</c:v>
                </c:pt>
                <c:pt idx="1793">
                  <c:v>2.30500865070375</c:v>
                </c:pt>
                <c:pt idx="1794">
                  <c:v>2.28473635214309</c:v>
                </c:pt>
                <c:pt idx="1795">
                  <c:v>2.29779761480447</c:v>
                </c:pt>
                <c:pt idx="1796">
                  <c:v>2.26107618265751</c:v>
                </c:pt>
                <c:pt idx="1797">
                  <c:v>2.27980600832959</c:v>
                </c:pt>
                <c:pt idx="1798">
                  <c:v>2.2532246048617</c:v>
                </c:pt>
                <c:pt idx="1799">
                  <c:v>2.27454276653394</c:v>
                </c:pt>
                <c:pt idx="1800">
                  <c:v>2.19348582660944</c:v>
                </c:pt>
                <c:pt idx="1801">
                  <c:v>2.12999402318448</c:v>
                </c:pt>
                <c:pt idx="1802">
                  <c:v>2.07348990297724</c:v>
                </c:pt>
                <c:pt idx="1803">
                  <c:v>1.93844505942111</c:v>
                </c:pt>
                <c:pt idx="1804">
                  <c:v>2.04693086545046</c:v>
                </c:pt>
                <c:pt idx="1805">
                  <c:v>2.04454777729738</c:v>
                </c:pt>
                <c:pt idx="1806">
                  <c:v>2.10618809678187</c:v>
                </c:pt>
                <c:pt idx="1807">
                  <c:v>2.10579768554507</c:v>
                </c:pt>
                <c:pt idx="1808">
                  <c:v>2.10000360100513</c:v>
                </c:pt>
                <c:pt idx="1809">
                  <c:v>2.06656627365706</c:v>
                </c:pt>
                <c:pt idx="1810">
                  <c:v>2.12362618978927</c:v>
                </c:pt>
                <c:pt idx="1811">
                  <c:v>2.13547666231089</c:v>
                </c:pt>
                <c:pt idx="1812">
                  <c:v>2.09300055112292</c:v>
                </c:pt>
                <c:pt idx="1813">
                  <c:v>2.08720905187506</c:v>
                </c:pt>
                <c:pt idx="1814">
                  <c:v>1.99654003496789</c:v>
                </c:pt>
                <c:pt idx="1815">
                  <c:v>2.02330827569257</c:v>
                </c:pt>
                <c:pt idx="1816">
                  <c:v>2.10408389494211</c:v>
                </c:pt>
                <c:pt idx="1817">
                  <c:v>2.08132824271439</c:v>
                </c:pt>
                <c:pt idx="1818">
                  <c:v>2.08505996722264</c:v>
                </c:pt>
                <c:pt idx="1819">
                  <c:v>2.09749194837075</c:v>
                </c:pt>
                <c:pt idx="1820">
                  <c:v>2.13185630984821</c:v>
                </c:pt>
                <c:pt idx="1821">
                  <c:v>2.1158876579061</c:v>
                </c:pt>
                <c:pt idx="1822">
                  <c:v>2.0313603835426</c:v>
                </c:pt>
                <c:pt idx="1823">
                  <c:v>2.07184260063346</c:v>
                </c:pt>
                <c:pt idx="1824">
                  <c:v>2.00445003744335</c:v>
                </c:pt>
                <c:pt idx="1825">
                  <c:v>2.02855447793041</c:v>
                </c:pt>
                <c:pt idx="1826">
                  <c:v>1.99751499680949</c:v>
                </c:pt>
                <c:pt idx="1827">
                  <c:v>2.08235706529442</c:v>
                </c:pt>
                <c:pt idx="1828">
                  <c:v>2.07934089120767</c:v>
                </c:pt>
                <c:pt idx="1829">
                  <c:v>2.03268741542498</c:v>
                </c:pt>
                <c:pt idx="1830">
                  <c:v>2.02924933530412</c:v>
                </c:pt>
                <c:pt idx="1831">
                  <c:v>2.00467354202909</c:v>
                </c:pt>
                <c:pt idx="1832">
                  <c:v>1.9924204864624</c:v>
                </c:pt>
                <c:pt idx="1833">
                  <c:v>2.01425549329944</c:v>
                </c:pt>
                <c:pt idx="1834">
                  <c:v>2.04541212758798</c:v>
                </c:pt>
                <c:pt idx="1835">
                  <c:v>2.0227886923578</c:v>
                </c:pt>
                <c:pt idx="1836">
                  <c:v>1.98909286696212</c:v>
                </c:pt>
                <c:pt idx="1837">
                  <c:v>2.01016759149543</c:v>
                </c:pt>
                <c:pt idx="1838">
                  <c:v>2.04789045965382</c:v>
                </c:pt>
                <c:pt idx="1839">
                  <c:v>2.06710837581086</c:v>
                </c:pt>
                <c:pt idx="1840">
                  <c:v>2.09267328138491</c:v>
                </c:pt>
                <c:pt idx="1841">
                  <c:v>2.15632347022141</c:v>
                </c:pt>
                <c:pt idx="1842">
                  <c:v>2.17082085435326</c:v>
                </c:pt>
                <c:pt idx="1843">
                  <c:v>2.14197701651197</c:v>
                </c:pt>
                <c:pt idx="1844">
                  <c:v>2.0945617374364</c:v>
                </c:pt>
                <c:pt idx="1845">
                  <c:v>2.15552865114205</c:v>
                </c:pt>
                <c:pt idx="1846">
                  <c:v>2.15709379378008</c:v>
                </c:pt>
                <c:pt idx="1847">
                  <c:v>2.16152189762495</c:v>
                </c:pt>
                <c:pt idx="1848">
                  <c:v>2.15003840512235</c:v>
                </c:pt>
                <c:pt idx="1849">
                  <c:v>2.13975642199916</c:v>
                </c:pt>
                <c:pt idx="1850">
                  <c:v>2.17072104552553</c:v>
                </c:pt>
                <c:pt idx="1851">
                  <c:v>2.17435919901435</c:v>
                </c:pt>
                <c:pt idx="1852">
                  <c:v>2.19052777339401</c:v>
                </c:pt>
                <c:pt idx="1853">
                  <c:v>2.17326069331892</c:v>
                </c:pt>
                <c:pt idx="1854">
                  <c:v>2.16637144984394</c:v>
                </c:pt>
                <c:pt idx="1855">
                  <c:v>2.12324597268532</c:v>
                </c:pt>
                <c:pt idx="1856">
                  <c:v>2.12377575112669</c:v>
                </c:pt>
                <c:pt idx="1857">
                  <c:v>2.09061594100694</c:v>
                </c:pt>
                <c:pt idx="1858">
                  <c:v>2.06325995482123</c:v>
                </c:pt>
                <c:pt idx="1859">
                  <c:v>2.11707760504139</c:v>
                </c:pt>
                <c:pt idx="1860">
                  <c:v>2.09294882093782</c:v>
                </c:pt>
                <c:pt idx="1861">
                  <c:v>2.11956826081966</c:v>
                </c:pt>
                <c:pt idx="1862">
                  <c:v>2.14688986213391</c:v>
                </c:pt>
                <c:pt idx="1863">
                  <c:v>2.19122673899645</c:v>
                </c:pt>
                <c:pt idx="1864">
                  <c:v>2.16661473410496</c:v>
                </c:pt>
                <c:pt idx="1865">
                  <c:v>2.1805843184446</c:v>
                </c:pt>
                <c:pt idx="1866">
                  <c:v>2.1504654836881</c:v>
                </c:pt>
                <c:pt idx="1867">
                  <c:v>2.1841470067222</c:v>
                </c:pt>
                <c:pt idx="1868">
                  <c:v>2.13257307745054</c:v>
                </c:pt>
                <c:pt idx="1869">
                  <c:v>2.15084935136078</c:v>
                </c:pt>
                <c:pt idx="1870">
                  <c:v>2.18265048289668</c:v>
                </c:pt>
                <c:pt idx="1871">
                  <c:v>2.16774868994852</c:v>
                </c:pt>
                <c:pt idx="1872">
                  <c:v>2.16466237606011</c:v>
                </c:pt>
                <c:pt idx="1873">
                  <c:v>2.13538385178604</c:v>
                </c:pt>
                <c:pt idx="1874">
                  <c:v>2.10212149564231</c:v>
                </c:pt>
                <c:pt idx="1875">
                  <c:v>2.16928279447549</c:v>
                </c:pt>
                <c:pt idx="1876">
                  <c:v>2.15858164543566</c:v>
                </c:pt>
                <c:pt idx="1877">
                  <c:v>2.16773667101817</c:v>
                </c:pt>
                <c:pt idx="1878">
                  <c:v>2.23723678280844</c:v>
                </c:pt>
                <c:pt idx="1879">
                  <c:v>2.27424349195492</c:v>
                </c:pt>
                <c:pt idx="1880">
                  <c:v>2.33938001145784</c:v>
                </c:pt>
                <c:pt idx="1881">
                  <c:v>2.44662840029968</c:v>
                </c:pt>
                <c:pt idx="1882">
                  <c:v>2.72180255553035</c:v>
                </c:pt>
                <c:pt idx="1883">
                  <c:v>2.93809132817193</c:v>
                </c:pt>
                <c:pt idx="1884">
                  <c:v>2.64543176178582</c:v>
                </c:pt>
                <c:pt idx="1885">
                  <c:v>2.69456904792181</c:v>
                </c:pt>
                <c:pt idx="1886">
                  <c:v>2.59942019698467</c:v>
                </c:pt>
                <c:pt idx="1887">
                  <c:v>2.68722914275915</c:v>
                </c:pt>
                <c:pt idx="1888">
                  <c:v>2.66542578262358</c:v>
                </c:pt>
                <c:pt idx="1889">
                  <c:v>2.69744828916564</c:v>
                </c:pt>
                <c:pt idx="1890">
                  <c:v>2.68194110066073</c:v>
                </c:pt>
                <c:pt idx="1891">
                  <c:v>2.75308258176856</c:v>
                </c:pt>
                <c:pt idx="1892">
                  <c:v>2.7955265895688</c:v>
                </c:pt>
                <c:pt idx="1893">
                  <c:v>2.84345582373502</c:v>
                </c:pt>
                <c:pt idx="1894">
                  <c:v>2.85677086859861</c:v>
                </c:pt>
                <c:pt idx="1895">
                  <c:v>2.86603300609381</c:v>
                </c:pt>
                <c:pt idx="1896">
                  <c:v>2.94653491156167</c:v>
                </c:pt>
                <c:pt idx="1897">
                  <c:v>3.0613007620626</c:v>
                </c:pt>
                <c:pt idx="1898">
                  <c:v>2.98071852266023</c:v>
                </c:pt>
                <c:pt idx="1899">
                  <c:v>2.97118890919165</c:v>
                </c:pt>
                <c:pt idx="1900">
                  <c:v>3.03597153288255</c:v>
                </c:pt>
                <c:pt idx="1901">
                  <c:v>2.91940821108374</c:v>
                </c:pt>
                <c:pt idx="1902">
                  <c:v>2.98256768324593</c:v>
                </c:pt>
                <c:pt idx="1903">
                  <c:v>3.05379067359808</c:v>
                </c:pt>
                <c:pt idx="1904">
                  <c:v>3.08340185923436</c:v>
                </c:pt>
                <c:pt idx="1905">
                  <c:v>3.17483605248592</c:v>
                </c:pt>
                <c:pt idx="1906">
                  <c:v>3.18130580481355</c:v>
                </c:pt>
                <c:pt idx="1907">
                  <c:v>3.26352509497591</c:v>
                </c:pt>
                <c:pt idx="1908">
                  <c:v>3.25972520834141</c:v>
                </c:pt>
                <c:pt idx="1909">
                  <c:v>3.28816984495285</c:v>
                </c:pt>
                <c:pt idx="1910">
                  <c:v>3.19426905423236</c:v>
                </c:pt>
                <c:pt idx="1911">
                  <c:v>3.14346209494275</c:v>
                </c:pt>
                <c:pt idx="1912">
                  <c:v>3.05433291207614</c:v>
                </c:pt>
                <c:pt idx="1913">
                  <c:v>3.12275577112194</c:v>
                </c:pt>
                <c:pt idx="1914">
                  <c:v>3.21599788103035</c:v>
                </c:pt>
                <c:pt idx="1915">
                  <c:v>3.24754962682117</c:v>
                </c:pt>
                <c:pt idx="1916">
                  <c:v>3.13102761808709</c:v>
                </c:pt>
                <c:pt idx="1917">
                  <c:v>3.22836774992777</c:v>
                </c:pt>
                <c:pt idx="1918">
                  <c:v>3.2196577032591</c:v>
                </c:pt>
                <c:pt idx="1919">
                  <c:v>3.2489282983304</c:v>
                </c:pt>
                <c:pt idx="1920">
                  <c:v>3.29745454411184</c:v>
                </c:pt>
                <c:pt idx="1921">
                  <c:v>3.33733784981165</c:v>
                </c:pt>
                <c:pt idx="1922">
                  <c:v>3.40828351671066</c:v>
                </c:pt>
                <c:pt idx="1923">
                  <c:v>3.43109446789766</c:v>
                </c:pt>
                <c:pt idx="1924">
                  <c:v>3.38037712817166</c:v>
                </c:pt>
                <c:pt idx="1925">
                  <c:v>3.43962634266328</c:v>
                </c:pt>
                <c:pt idx="1926">
                  <c:v>3.47485726970046</c:v>
                </c:pt>
                <c:pt idx="1927">
                  <c:v>3.49869706294237</c:v>
                </c:pt>
                <c:pt idx="1928">
                  <c:v>3.51064302378667</c:v>
                </c:pt>
                <c:pt idx="1929">
                  <c:v>3.56164456257685</c:v>
                </c:pt>
                <c:pt idx="1930">
                  <c:v>3.63625292327763</c:v>
                </c:pt>
                <c:pt idx="1931">
                  <c:v>3.58532428485522</c:v>
                </c:pt>
                <c:pt idx="1932">
                  <c:v>3.59914581424041</c:v>
                </c:pt>
                <c:pt idx="1933">
                  <c:v>3.38950101632116</c:v>
                </c:pt>
                <c:pt idx="1934">
                  <c:v>3.38632217039887</c:v>
                </c:pt>
                <c:pt idx="1935">
                  <c:v>3.37651541264617</c:v>
                </c:pt>
                <c:pt idx="1936">
                  <c:v>3.44254138070833</c:v>
                </c:pt>
                <c:pt idx="1937">
                  <c:v>3.20161033334874</c:v>
                </c:pt>
                <c:pt idx="1938">
                  <c:v>3.19209105617973</c:v>
                </c:pt>
                <c:pt idx="1939">
                  <c:v>3.09126714832875</c:v>
                </c:pt>
                <c:pt idx="1940">
                  <c:v>3.13991631379369</c:v>
                </c:pt>
                <c:pt idx="1941">
                  <c:v>3.19342566282183</c:v>
                </c:pt>
                <c:pt idx="1942">
                  <c:v>3.13303140348245</c:v>
                </c:pt>
                <c:pt idx="1943">
                  <c:v>3.07607528950483</c:v>
                </c:pt>
                <c:pt idx="1944">
                  <c:v>3.05082779060913</c:v>
                </c:pt>
                <c:pt idx="1945">
                  <c:v>2.906189942807</c:v>
                </c:pt>
                <c:pt idx="1946">
                  <c:v>2.88819190572238</c:v>
                </c:pt>
                <c:pt idx="1947">
                  <c:v>2.99512415862266</c:v>
                </c:pt>
                <c:pt idx="1948">
                  <c:v>2.99168292649033</c:v>
                </c:pt>
                <c:pt idx="1949">
                  <c:v>3.01001235712161</c:v>
                </c:pt>
                <c:pt idx="1950">
                  <c:v>2.91626983106832</c:v>
                </c:pt>
                <c:pt idx="1951">
                  <c:v>2.93831330787353</c:v>
                </c:pt>
                <c:pt idx="1952">
                  <c:v>3.10028547574081</c:v>
                </c:pt>
                <c:pt idx="1953">
                  <c:v>3.10169399252389</c:v>
                </c:pt>
                <c:pt idx="1954">
                  <c:v>3.12178614540108</c:v>
                </c:pt>
                <c:pt idx="1955">
                  <c:v>3.10087085889729</c:v>
                </c:pt>
                <c:pt idx="1956">
                  <c:v>3.14990120157842</c:v>
                </c:pt>
                <c:pt idx="1957">
                  <c:v>3.11782002886804</c:v>
                </c:pt>
                <c:pt idx="1958">
                  <c:v>3.08401406905625</c:v>
                </c:pt>
                <c:pt idx="1959">
                  <c:v>3.09176306577329</c:v>
                </c:pt>
                <c:pt idx="1960">
                  <c:v>3.11758569332045</c:v>
                </c:pt>
                <c:pt idx="1961">
                  <c:v>3.11211231158453</c:v>
                </c:pt>
                <c:pt idx="1962">
                  <c:v>3.18124264481362</c:v>
                </c:pt>
                <c:pt idx="1963">
                  <c:v>3.2281219202982</c:v>
                </c:pt>
                <c:pt idx="1964">
                  <c:v>3.26095700312725</c:v>
                </c:pt>
                <c:pt idx="1965">
                  <c:v>3.34757630460102</c:v>
                </c:pt>
                <c:pt idx="1966">
                  <c:v>3.34841086512121</c:v>
                </c:pt>
                <c:pt idx="1967">
                  <c:v>3.37129661742556</c:v>
                </c:pt>
                <c:pt idx="1968">
                  <c:v>3.32654762066276</c:v>
                </c:pt>
                <c:pt idx="1969">
                  <c:v>3.3388710993908</c:v>
                </c:pt>
                <c:pt idx="1970">
                  <c:v>3.4196949813207</c:v>
                </c:pt>
                <c:pt idx="1971">
                  <c:v>3.33496124679801</c:v>
                </c:pt>
                <c:pt idx="1972">
                  <c:v>3.40909925279908</c:v>
                </c:pt>
                <c:pt idx="1973">
                  <c:v>3.44631416023897</c:v>
                </c:pt>
                <c:pt idx="1974">
                  <c:v>3.43892613066768</c:v>
                </c:pt>
                <c:pt idx="1975">
                  <c:v>3.46513550622422</c:v>
                </c:pt>
                <c:pt idx="1976">
                  <c:v>3.45261279836485</c:v>
                </c:pt>
                <c:pt idx="1977">
                  <c:v>3.49826840204155</c:v>
                </c:pt>
                <c:pt idx="1978">
                  <c:v>3.4828859307528</c:v>
                </c:pt>
                <c:pt idx="1979">
                  <c:v>3.38417508679174</c:v>
                </c:pt>
                <c:pt idx="1980">
                  <c:v>3.41048461296039</c:v>
                </c:pt>
                <c:pt idx="1981">
                  <c:v>3.46568796415249</c:v>
                </c:pt>
                <c:pt idx="1982">
                  <c:v>3.45595029260973</c:v>
                </c:pt>
                <c:pt idx="1983">
                  <c:v>3.51596313616549</c:v>
                </c:pt>
                <c:pt idx="1984">
                  <c:v>3.50250288162935</c:v>
                </c:pt>
                <c:pt idx="1985">
                  <c:v>3.55560836908569</c:v>
                </c:pt>
                <c:pt idx="1986">
                  <c:v>3.5845727458048</c:v>
                </c:pt>
                <c:pt idx="1987">
                  <c:v>3.60871765025123</c:v>
                </c:pt>
                <c:pt idx="1988">
                  <c:v>3.58417239555624</c:v>
                </c:pt>
                <c:pt idx="1989">
                  <c:v>3.64354848021346</c:v>
                </c:pt>
                <c:pt idx="1990">
                  <c:v>3.67692778795967</c:v>
                </c:pt>
                <c:pt idx="1991">
                  <c:v>3.70693745425475</c:v>
                </c:pt>
                <c:pt idx="1992">
                  <c:v>3.69688955740052</c:v>
                </c:pt>
                <c:pt idx="1993">
                  <c:v>3.71382248823156</c:v>
                </c:pt>
                <c:pt idx="1994">
                  <c:v>3.66568173919763</c:v>
                </c:pt>
                <c:pt idx="1995">
                  <c:v>3.52851791820025</c:v>
                </c:pt>
                <c:pt idx="1996">
                  <c:v>3.51284595749257</c:v>
                </c:pt>
                <c:pt idx="1997">
                  <c:v>3.59723633893667</c:v>
                </c:pt>
                <c:pt idx="1998">
                  <c:v>3.55483820522114</c:v>
                </c:pt>
                <c:pt idx="1999">
                  <c:v>3.47868511157043</c:v>
                </c:pt>
                <c:pt idx="2000">
                  <c:v>3.43493840479313</c:v>
                </c:pt>
                <c:pt idx="2001">
                  <c:v>3.51296811960273</c:v>
                </c:pt>
                <c:pt idx="2002">
                  <c:v>3.52436436360997</c:v>
                </c:pt>
                <c:pt idx="2003">
                  <c:v>3.52950955249793</c:v>
                </c:pt>
                <c:pt idx="2004">
                  <c:v>3.07370169438845</c:v>
                </c:pt>
                <c:pt idx="2005">
                  <c:v>3.09353633464762</c:v>
                </c:pt>
                <c:pt idx="2006">
                  <c:v>3.19730034765245</c:v>
                </c:pt>
                <c:pt idx="2007">
                  <c:v>3.31533105688905</c:v>
                </c:pt>
                <c:pt idx="2008">
                  <c:v>3.3282037655818</c:v>
                </c:pt>
                <c:pt idx="2009">
                  <c:v>3.40870431462335</c:v>
                </c:pt>
                <c:pt idx="2010">
                  <c:v>3.42247709153462</c:v>
                </c:pt>
                <c:pt idx="2011">
                  <c:v>3.36420450398796</c:v>
                </c:pt>
                <c:pt idx="2012">
                  <c:v>3.41201653629931</c:v>
                </c:pt>
                <c:pt idx="2013">
                  <c:v>3.39207771607263</c:v>
                </c:pt>
                <c:pt idx="2014">
                  <c:v>3.43353845404183</c:v>
                </c:pt>
                <c:pt idx="2015">
                  <c:v>3.45563083035641</c:v>
                </c:pt>
                <c:pt idx="2016">
                  <c:v>3.4647261040453</c:v>
                </c:pt>
                <c:pt idx="2017">
                  <c:v>3.44562926524688</c:v>
                </c:pt>
                <c:pt idx="2018">
                  <c:v>3.44306860696495</c:v>
                </c:pt>
                <c:pt idx="2019">
                  <c:v>3.39772801163349</c:v>
                </c:pt>
                <c:pt idx="2020">
                  <c:v>3.46339989108218</c:v>
                </c:pt>
                <c:pt idx="2021">
                  <c:v>3.49973476217872</c:v>
                </c:pt>
                <c:pt idx="2022">
                  <c:v>3.61073392976434</c:v>
                </c:pt>
                <c:pt idx="2023">
                  <c:v>3.65405396402741</c:v>
                </c:pt>
                <c:pt idx="2024">
                  <c:v>3.7157405256721</c:v>
                </c:pt>
                <c:pt idx="2025">
                  <c:v>3.69081913581079</c:v>
                </c:pt>
                <c:pt idx="2026">
                  <c:v>3.7295121564859</c:v>
                </c:pt>
                <c:pt idx="2027">
                  <c:v>3.72258864206759</c:v>
                </c:pt>
                <c:pt idx="2028">
                  <c:v>3.7141392035512</c:v>
                </c:pt>
                <c:pt idx="2029">
                  <c:v>3.72749188948841</c:v>
                </c:pt>
                <c:pt idx="2030">
                  <c:v>3.75405510243229</c:v>
                </c:pt>
                <c:pt idx="2031">
                  <c:v>3.80687681342963</c:v>
                </c:pt>
                <c:pt idx="2032">
                  <c:v>3.87371556616014</c:v>
                </c:pt>
                <c:pt idx="2033">
                  <c:v>3.83716386549751</c:v>
                </c:pt>
                <c:pt idx="2034">
                  <c:v>3.7846912166437</c:v>
                </c:pt>
                <c:pt idx="2035">
                  <c:v>3.75169900453372</c:v>
                </c:pt>
                <c:pt idx="2036">
                  <c:v>3.79600625131998</c:v>
                </c:pt>
                <c:pt idx="2037">
                  <c:v>3.82557923597947</c:v>
                </c:pt>
                <c:pt idx="2038">
                  <c:v>3.81089590946217</c:v>
                </c:pt>
                <c:pt idx="2039">
                  <c:v>3.88135186264388</c:v>
                </c:pt>
                <c:pt idx="2040">
                  <c:v>3.82541338097263</c:v>
                </c:pt>
                <c:pt idx="2041">
                  <c:v>3.87928051494897</c:v>
                </c:pt>
                <c:pt idx="2042">
                  <c:v>3.92579297692486</c:v>
                </c:pt>
                <c:pt idx="2043">
                  <c:v>3.93484910218342</c:v>
                </c:pt>
                <c:pt idx="2044">
                  <c:v>3.9663402888463</c:v>
                </c:pt>
                <c:pt idx="2045">
                  <c:v>4.03223336900085</c:v>
                </c:pt>
                <c:pt idx="2046">
                  <c:v>3.99499193967764</c:v>
                </c:pt>
                <c:pt idx="2047">
                  <c:v>4.02352715109619</c:v>
                </c:pt>
                <c:pt idx="2048">
                  <c:v>4.05487042789259</c:v>
                </c:pt>
                <c:pt idx="2049">
                  <c:v>3.97149664463803</c:v>
                </c:pt>
                <c:pt idx="2050">
                  <c:v>4.02852181366576</c:v>
                </c:pt>
                <c:pt idx="2051">
                  <c:v>4.0151679621562</c:v>
                </c:pt>
                <c:pt idx="2052">
                  <c:v>3.99483631191098</c:v>
                </c:pt>
                <c:pt idx="2053">
                  <c:v>3.90795439734466</c:v>
                </c:pt>
                <c:pt idx="2054">
                  <c:v>3.88676136380882</c:v>
                </c:pt>
                <c:pt idx="2055">
                  <c:v>3.97969733034337</c:v>
                </c:pt>
                <c:pt idx="2056">
                  <c:v>4.07747862401883</c:v>
                </c:pt>
                <c:pt idx="2057">
                  <c:v>4.09227192428437</c:v>
                </c:pt>
                <c:pt idx="2058">
                  <c:v>4.10299657465159</c:v>
                </c:pt>
                <c:pt idx="2059">
                  <c:v>4.12709559138088</c:v>
                </c:pt>
                <c:pt idx="2060">
                  <c:v>4.19608830138208</c:v>
                </c:pt>
                <c:pt idx="2061">
                  <c:v>4.2212927743962</c:v>
                </c:pt>
                <c:pt idx="2062">
                  <c:v>4.22979472988337</c:v>
                </c:pt>
                <c:pt idx="2063">
                  <c:v>4.25602983372135</c:v>
                </c:pt>
                <c:pt idx="2064">
                  <c:v>4.19917397065153</c:v>
                </c:pt>
                <c:pt idx="2065">
                  <c:v>4.26979896882758</c:v>
                </c:pt>
                <c:pt idx="2066">
                  <c:v>4.30407092485798</c:v>
                </c:pt>
                <c:pt idx="2067">
                  <c:v>4.30940835723308</c:v>
                </c:pt>
                <c:pt idx="2068">
                  <c:v>4.31035418171319</c:v>
                </c:pt>
                <c:pt idx="2069">
                  <c:v>4.31192399735185</c:v>
                </c:pt>
                <c:pt idx="2070">
                  <c:v>4.37506416113116</c:v>
                </c:pt>
                <c:pt idx="2071">
                  <c:v>4.31390387926328</c:v>
                </c:pt>
                <c:pt idx="2072">
                  <c:v>4.36166450175152</c:v>
                </c:pt>
                <c:pt idx="2073">
                  <c:v>4.38659974507813</c:v>
                </c:pt>
                <c:pt idx="2074">
                  <c:v>4.40862379275612</c:v>
                </c:pt>
                <c:pt idx="2075">
                  <c:v>4.49605418068755</c:v>
                </c:pt>
                <c:pt idx="2076">
                  <c:v>4.49592170272645</c:v>
                </c:pt>
                <c:pt idx="2077">
                  <c:v>4.48344301591569</c:v>
                </c:pt>
                <c:pt idx="2078">
                  <c:v>4.54688615158251</c:v>
                </c:pt>
                <c:pt idx="2079">
                  <c:v>4.57824371418682</c:v>
                </c:pt>
                <c:pt idx="2080">
                  <c:v>4.62655802249535</c:v>
                </c:pt>
                <c:pt idx="2081">
                  <c:v>4.62125291844299</c:v>
                </c:pt>
                <c:pt idx="2082">
                  <c:v>4.62622390538488</c:v>
                </c:pt>
                <c:pt idx="2083">
                  <c:v>4.56499179524209</c:v>
                </c:pt>
              </c:numCache>
            </c:numRef>
          </c:val>
          <c:smooth val="0"/>
        </c:ser>
        <c:dLbls>
          <c:showLegendKey val="0"/>
          <c:showVal val="0"/>
          <c:showCatName val="0"/>
          <c:showSerName val="0"/>
          <c:showPercent val="0"/>
          <c:showBubbleSize val="0"/>
        </c:dLbls>
        <c:marker val="0"/>
        <c:smooth val="0"/>
        <c:axId val="543825455"/>
        <c:axId val="543829199"/>
      </c:lineChart>
      <c:dateAx>
        <c:axId val="543825455"/>
        <c:scaling>
          <c:orientation val="minMax"/>
        </c:scaling>
        <c:delete val="0"/>
        <c:axPos val="b"/>
        <c:numFmt formatCode="yyyy/mm/dd"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400" b="0" i="0" u="none" strike="noStrike" kern="1200" baseline="0">
                <a:solidFill>
                  <a:schemeClr val="tx1">
                    <a:lumMod val="65000"/>
                    <a:lumOff val="35000"/>
                  </a:schemeClr>
                </a:solidFill>
                <a:latin typeface="华文楷体" panose="02010600040101010101" pitchFamily="2" charset="-122"/>
                <a:ea typeface="华文楷体" panose="02010600040101010101" pitchFamily="2" charset="-122"/>
                <a:cs typeface="华文楷体" panose="02010600040101010101" pitchFamily="2" charset="-122"/>
                <a:sym typeface="华文楷体" panose="02010600040101010101" pitchFamily="2" charset="-122"/>
              </a:defRPr>
            </a:pPr>
          </a:p>
        </c:txPr>
        <c:crossAx val="543829199"/>
        <c:crosses val="autoZero"/>
        <c:auto val="1"/>
        <c:lblOffset val="100"/>
        <c:baseTimeUnit val="days"/>
      </c:dateAx>
      <c:valAx>
        <c:axId val="543829199"/>
        <c:scaling>
          <c:orientation val="minMax"/>
          <c:min val="0.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400" b="0" i="0" u="none" strike="noStrike" kern="1200" baseline="0">
                <a:solidFill>
                  <a:schemeClr val="tx1">
                    <a:lumMod val="65000"/>
                    <a:lumOff val="35000"/>
                  </a:schemeClr>
                </a:solidFill>
                <a:latin typeface="华文楷体" panose="02010600040101010101" pitchFamily="2" charset="-122"/>
                <a:ea typeface="华文楷体" panose="02010600040101010101" pitchFamily="2" charset="-122"/>
                <a:cs typeface="华文楷体" panose="02010600040101010101" pitchFamily="2" charset="-122"/>
                <a:sym typeface="华文楷体" panose="02010600040101010101" pitchFamily="2" charset="-122"/>
              </a:defRPr>
            </a:pPr>
          </a:p>
        </c:txPr>
        <c:crossAx val="543825455"/>
        <c:crosses val="autoZero"/>
        <c:crossBetween val="between"/>
      </c:valAx>
      <c:dateAx>
        <c:axId val="604735967"/>
        <c:scaling>
          <c:orientation val="minMax"/>
        </c:scaling>
        <c:delete val="1"/>
        <c:axPos val="b"/>
        <c:numFmt formatCode="yyyy/mm/dd" sourceLinked="1"/>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华文楷体" panose="02010600040101010101" pitchFamily="2" charset="-122"/>
                <a:ea typeface="华文楷体" panose="02010600040101010101" pitchFamily="2" charset="-122"/>
                <a:cs typeface="华文楷体" panose="02010600040101010101" pitchFamily="2" charset="-122"/>
                <a:sym typeface="华文楷体" panose="02010600040101010101" pitchFamily="2" charset="-122"/>
              </a:defRPr>
            </a:pPr>
          </a:p>
        </c:txPr>
        <c:crossAx val="604731391"/>
        <c:crosses val="autoZero"/>
        <c:auto val="1"/>
        <c:lblOffset val="100"/>
        <c:baseTimeUnit val="days"/>
      </c:dateAx>
      <c:valAx>
        <c:axId val="604731391"/>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lang="zh-CN" sz="1400" b="0" i="0" u="none" strike="noStrike" kern="1200" baseline="0">
                <a:solidFill>
                  <a:schemeClr val="tx1">
                    <a:lumMod val="65000"/>
                    <a:lumOff val="35000"/>
                  </a:schemeClr>
                </a:solidFill>
                <a:latin typeface="华文楷体" panose="02010600040101010101" pitchFamily="2" charset="-122"/>
                <a:ea typeface="华文楷体" panose="02010600040101010101" pitchFamily="2" charset="-122"/>
                <a:cs typeface="华文楷体" panose="02010600040101010101" pitchFamily="2" charset="-122"/>
                <a:sym typeface="华文楷体" panose="02010600040101010101" pitchFamily="2" charset="-122"/>
              </a:defRPr>
            </a:pPr>
          </a:p>
        </c:txPr>
        <c:crossAx val="604735967"/>
        <c:crosses val="max"/>
        <c:crossBetween val="between"/>
      </c:valAx>
      <c:spPr>
        <a:noFill/>
        <a:ln>
          <a:noFill/>
        </a:ln>
        <a:effectLst/>
      </c:spPr>
    </c:plotArea>
    <c:legend>
      <c:legendPos val="b"/>
      <c:legendEntry>
        <c:idx val="0"/>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华文楷体" panose="02010600040101010101" pitchFamily="2" charset="-122"/>
                <a:ea typeface="华文楷体" panose="02010600040101010101" pitchFamily="2" charset="-122"/>
                <a:cs typeface="华文楷体" panose="02010600040101010101" pitchFamily="2" charset="-122"/>
                <a:sym typeface="华文楷体" panose="02010600040101010101" pitchFamily="2" charset="-122"/>
              </a:defRPr>
            </a:pPr>
          </a:p>
        </c:txPr>
      </c:legendEntry>
      <c:legendEntry>
        <c:idx val="1"/>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华文楷体" panose="02010600040101010101" pitchFamily="2" charset="-122"/>
                <a:ea typeface="华文楷体" panose="02010600040101010101" pitchFamily="2" charset="-122"/>
                <a:cs typeface="华文楷体" panose="02010600040101010101" pitchFamily="2" charset="-122"/>
                <a:sym typeface="华文楷体" panose="02010600040101010101" pitchFamily="2" charset="-122"/>
              </a:defRPr>
            </a:pPr>
          </a:p>
        </c:txPr>
      </c:legendEntry>
      <c:legendEntry>
        <c:idx val="2"/>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华文楷体" panose="02010600040101010101" pitchFamily="2" charset="-122"/>
                <a:ea typeface="华文楷体" panose="02010600040101010101" pitchFamily="2" charset="-122"/>
                <a:cs typeface="华文楷体" panose="02010600040101010101" pitchFamily="2" charset="-122"/>
                <a:sym typeface="华文楷体" panose="02010600040101010101" pitchFamily="2" charset="-122"/>
              </a:defRPr>
            </a:pPr>
          </a:p>
        </c:txPr>
      </c:legendEntry>
      <c:layout/>
      <c:overlay val="0"/>
      <c:spPr>
        <a:noFill/>
        <a:ln>
          <a:noFill/>
        </a:ln>
        <a:effectLst/>
      </c:spPr>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华文楷体" panose="02010600040101010101" pitchFamily="2" charset="-122"/>
              <a:ea typeface="华文楷体" panose="02010600040101010101" pitchFamily="2" charset="-122"/>
              <a:cs typeface="华文楷体" panose="02010600040101010101" pitchFamily="2" charset="-122"/>
              <a:sym typeface="华文楷体" panose="02010600040101010101" pitchFamily="2" charset="-122"/>
            </a:defRPr>
          </a:pPr>
        </a:p>
      </c:txPr>
    </c:legend>
    <c:plotVisOnly val="1"/>
    <c:dispBlanksAs val="gap"/>
    <c:showDLblsOverMax val="0"/>
    <c:extLst>
      <c:ext uri="{0b15fc19-7d7d-44ad-8c2d-2c3a37ce22c3}">
        <chartProps xmlns="https://web.wps.cn/et/2018/main" chartId="{a2281874-65b9-43e1-a495-9c6a8d095c1a}"/>
      </c:ext>
    </c:extLst>
  </c:chart>
  <c:spPr>
    <a:noFill/>
    <a:ln>
      <a:noFill/>
    </a:ln>
    <a:effectLst/>
  </c:spPr>
  <c:txPr>
    <a:bodyPr/>
    <a:lstStyle/>
    <a:p>
      <a:pPr>
        <a:defRPr lang="zh-CN">
          <a:latin typeface="华文楷体" panose="02010600040101010101" pitchFamily="2" charset="-122"/>
          <a:ea typeface="华文楷体" panose="02010600040101010101" pitchFamily="2" charset="-122"/>
          <a:cs typeface="华文楷体" panose="02010600040101010101" pitchFamily="2" charset="-122"/>
          <a:sym typeface="华文楷体" panose="02010600040101010101" pitchFamily="2" charset="-122"/>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080" b="1" i="0" u="none" strike="noStrike" kern="1200" baseline="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defRPr>
            </a:pPr>
            <a:r>
              <a:rPr altLang="en-US" sz="108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rPr>
              <a:t>因子挖掘消融实验举例</a:t>
            </a:r>
            <a:endParaRPr lang="en-US" altLang="zh-CN" sz="108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endParaRPr>
          </a:p>
        </c:rich>
      </c:tx>
      <c:layout>
        <c:manualLayout>
          <c:xMode val="edge"/>
          <c:yMode val="edge"/>
          <c:x val="0.288659793814433"/>
          <c:y val="0.0311255881288455"/>
        </c:manualLayout>
      </c:layout>
      <c:overlay val="0"/>
      <c:spPr>
        <a:noFill/>
        <a:ln>
          <a:noFill/>
        </a:ln>
        <a:effectLst/>
      </c:spPr>
    </c:title>
    <c:autoTitleDeleted val="0"/>
    <c:plotArea>
      <c:layout>
        <c:manualLayout>
          <c:layoutTarget val="inner"/>
          <c:xMode val="edge"/>
          <c:yMode val="edge"/>
          <c:x val="0.0618556701030928"/>
          <c:y val="0.0398117987694535"/>
          <c:w val="0.900343642611684"/>
          <c:h val="0.847267462902642"/>
        </c:manualLayout>
      </c:layout>
      <c:lineChart>
        <c:grouping val="standard"/>
        <c:varyColors val="0"/>
        <c:ser>
          <c:idx val="0"/>
          <c:order val="0"/>
          <c:tx>
            <c:strRef>
              <c:f>Sheet1!$B$1</c:f>
              <c:strCache>
                <c:ptCount val="1"/>
                <c:pt idx="0">
                  <c:v>HI_daily_10days</c:v>
                </c:pt>
              </c:strCache>
            </c:strRef>
          </c:tx>
          <c:spPr>
            <a:ln w="28575" cap="rnd">
              <a:solidFill>
                <a:schemeClr val="accent1"/>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Sheet1!$B$2:$B$2206</c:f>
              <c:numCache>
                <c:formatCode>General</c:formatCode>
                <c:ptCount val="2205"/>
                <c:pt idx="0">
                  <c:v>-0.057284116745</c:v>
                </c:pt>
                <c:pt idx="1">
                  <c:v>-0.12347400188447</c:v>
                </c:pt>
                <c:pt idx="2">
                  <c:v>-0.118318140506754</c:v>
                </c:pt>
                <c:pt idx="3">
                  <c:v>-0.074356377124796</c:v>
                </c:pt>
                <c:pt idx="4">
                  <c:v>-0.032017290592203</c:v>
                </c:pt>
                <c:pt idx="5">
                  <c:v>0.020844280719748</c:v>
                </c:pt>
                <c:pt idx="6">
                  <c:v>0.0394191145896819</c:v>
                </c:pt>
                <c:pt idx="7">
                  <c:v>0.0738689899444489</c:v>
                </c:pt>
                <c:pt idx="8">
                  <c:v>0.156263113021842</c:v>
                </c:pt>
                <c:pt idx="9">
                  <c:v>0.160554170608512</c:v>
                </c:pt>
                <c:pt idx="10">
                  <c:v>0.57372832298278</c:v>
                </c:pt>
                <c:pt idx="11">
                  <c:v>0.826327681541435</c:v>
                </c:pt>
                <c:pt idx="12">
                  <c:v>1.20359468460082</c:v>
                </c:pt>
                <c:pt idx="13">
                  <c:v>1.56415879726409</c:v>
                </c:pt>
                <c:pt idx="14">
                  <c:v>1.78637444972991</c:v>
                </c:pt>
                <c:pt idx="15">
                  <c:v>1.95054841041564</c:v>
                </c:pt>
                <c:pt idx="16">
                  <c:v>2.10382509231566</c:v>
                </c:pt>
                <c:pt idx="17">
                  <c:v>2.18675214052199</c:v>
                </c:pt>
                <c:pt idx="18">
                  <c:v>2.20077466964721</c:v>
                </c:pt>
                <c:pt idx="19">
                  <c:v>2.24885189533233</c:v>
                </c:pt>
                <c:pt idx="20">
                  <c:v>2.23562848567962</c:v>
                </c:pt>
                <c:pt idx="21">
                  <c:v>2.33851015567779</c:v>
                </c:pt>
                <c:pt idx="22">
                  <c:v>2.44247412681579</c:v>
                </c:pt>
                <c:pt idx="23">
                  <c:v>2.59788489341735</c:v>
                </c:pt>
                <c:pt idx="24">
                  <c:v>2.82744765281676</c:v>
                </c:pt>
                <c:pt idx="25">
                  <c:v>3.05970776081084</c:v>
                </c:pt>
                <c:pt idx="26">
                  <c:v>3.33183622360229</c:v>
                </c:pt>
                <c:pt idx="27">
                  <c:v>3.65372729301452</c:v>
                </c:pt>
                <c:pt idx="28">
                  <c:v>4.0144413113594</c:v>
                </c:pt>
                <c:pt idx="29">
                  <c:v>4.3913618326187</c:v>
                </c:pt>
                <c:pt idx="30">
                  <c:v>4.78195339441298</c:v>
                </c:pt>
                <c:pt idx="31">
                  <c:v>5.17163902521132</c:v>
                </c:pt>
                <c:pt idx="32">
                  <c:v>5.50806230306624</c:v>
                </c:pt>
                <c:pt idx="33">
                  <c:v>5.77331393957137</c:v>
                </c:pt>
                <c:pt idx="34">
                  <c:v>6.01875901222228</c:v>
                </c:pt>
                <c:pt idx="35">
                  <c:v>6.24614846706389</c:v>
                </c:pt>
                <c:pt idx="36">
                  <c:v>6.459441781044</c:v>
                </c:pt>
                <c:pt idx="37">
                  <c:v>6.69517993927001</c:v>
                </c:pt>
                <c:pt idx="38">
                  <c:v>6.87423980236052</c:v>
                </c:pt>
                <c:pt idx="39">
                  <c:v>7.032763838768</c:v>
                </c:pt>
                <c:pt idx="40">
                  <c:v>7.14836907386779</c:v>
                </c:pt>
                <c:pt idx="41">
                  <c:v>7.22865247726439</c:v>
                </c:pt>
                <c:pt idx="42">
                  <c:v>7.30335420370101</c:v>
                </c:pt>
                <c:pt idx="43">
                  <c:v>7.43784397840499</c:v>
                </c:pt>
                <c:pt idx="44">
                  <c:v>7.50351154804229</c:v>
                </c:pt>
                <c:pt idx="45">
                  <c:v>7.51880413293837</c:v>
                </c:pt>
                <c:pt idx="46">
                  <c:v>7.55157655477523</c:v>
                </c:pt>
                <c:pt idx="47">
                  <c:v>7.59377491474151</c:v>
                </c:pt>
                <c:pt idx="48">
                  <c:v>7.76361405849456</c:v>
                </c:pt>
                <c:pt idx="49">
                  <c:v>7.91309785842894</c:v>
                </c:pt>
                <c:pt idx="50">
                  <c:v>8.11565941572188</c:v>
                </c:pt>
                <c:pt idx="51">
                  <c:v>8.30561506748198</c:v>
                </c:pt>
                <c:pt idx="52">
                  <c:v>8.52160000801085</c:v>
                </c:pt>
                <c:pt idx="53">
                  <c:v>8.73533135652541</c:v>
                </c:pt>
                <c:pt idx="54">
                  <c:v>8.89636397361754</c:v>
                </c:pt>
                <c:pt idx="55">
                  <c:v>9.0917853116989</c:v>
                </c:pt>
                <c:pt idx="56">
                  <c:v>9.27776247262954</c:v>
                </c:pt>
                <c:pt idx="57">
                  <c:v>9.433158993721</c:v>
                </c:pt>
                <c:pt idx="58">
                  <c:v>9.56546670198439</c:v>
                </c:pt>
                <c:pt idx="59">
                  <c:v>9.59873580932616</c:v>
                </c:pt>
                <c:pt idx="60">
                  <c:v>9.57505989074706</c:v>
                </c:pt>
                <c:pt idx="61">
                  <c:v>9.61859613656997</c:v>
                </c:pt>
                <c:pt idx="62">
                  <c:v>9.68380177021026</c:v>
                </c:pt>
                <c:pt idx="63">
                  <c:v>9.7871976494789</c:v>
                </c:pt>
                <c:pt idx="64">
                  <c:v>9.90446442365645</c:v>
                </c:pt>
                <c:pt idx="65">
                  <c:v>10.0643757581711</c:v>
                </c:pt>
                <c:pt idx="66">
                  <c:v>10.2395137548447</c:v>
                </c:pt>
                <c:pt idx="67">
                  <c:v>10.398130774498</c:v>
                </c:pt>
                <c:pt idx="68">
                  <c:v>10.4732409119606</c:v>
                </c:pt>
                <c:pt idx="69">
                  <c:v>10.5627179741859</c:v>
                </c:pt>
                <c:pt idx="70">
                  <c:v>10.5891120433807</c:v>
                </c:pt>
                <c:pt idx="71">
                  <c:v>10.6419946551323</c:v>
                </c:pt>
                <c:pt idx="72">
                  <c:v>10.6682125329971</c:v>
                </c:pt>
                <c:pt idx="73">
                  <c:v>10.8939311504364</c:v>
                </c:pt>
                <c:pt idx="74">
                  <c:v>11.0568252801895</c:v>
                </c:pt>
                <c:pt idx="75">
                  <c:v>11.1264590024948</c:v>
                </c:pt>
                <c:pt idx="76">
                  <c:v>11.1107592582703</c:v>
                </c:pt>
                <c:pt idx="77">
                  <c:v>11.0674560070038</c:v>
                </c:pt>
                <c:pt idx="78">
                  <c:v>11.047773361206</c:v>
                </c:pt>
                <c:pt idx="79">
                  <c:v>10.9928344488144</c:v>
                </c:pt>
                <c:pt idx="80">
                  <c:v>11.0357869267464</c:v>
                </c:pt>
                <c:pt idx="81">
                  <c:v>11.0670358538628</c:v>
                </c:pt>
                <c:pt idx="82">
                  <c:v>11.0363562703133</c:v>
                </c:pt>
                <c:pt idx="83">
                  <c:v>10.8108378052711</c:v>
                </c:pt>
                <c:pt idx="84">
                  <c:v>10.6357813477516</c:v>
                </c:pt>
                <c:pt idx="85">
                  <c:v>10.4782319664955</c:v>
                </c:pt>
                <c:pt idx="86">
                  <c:v>10.3736929297447</c:v>
                </c:pt>
                <c:pt idx="87">
                  <c:v>10.2918946146965</c:v>
                </c:pt>
                <c:pt idx="88">
                  <c:v>10.1556555628777</c:v>
                </c:pt>
                <c:pt idx="89">
                  <c:v>10.0321723818779</c:v>
                </c:pt>
                <c:pt idx="90">
                  <c:v>9.90655440092086</c:v>
                </c:pt>
                <c:pt idx="91">
                  <c:v>9.85501772165298</c:v>
                </c:pt>
                <c:pt idx="92">
                  <c:v>9.86512553691864</c:v>
                </c:pt>
                <c:pt idx="93">
                  <c:v>10.0383105874062</c:v>
                </c:pt>
                <c:pt idx="94">
                  <c:v>10.2052593827248</c:v>
                </c:pt>
                <c:pt idx="95">
                  <c:v>10.2351690530777</c:v>
                </c:pt>
                <c:pt idx="96">
                  <c:v>10.3758064508438</c:v>
                </c:pt>
                <c:pt idx="97">
                  <c:v>10.6459971666336</c:v>
                </c:pt>
                <c:pt idx="98">
                  <c:v>11.1777020096779</c:v>
                </c:pt>
                <c:pt idx="99">
                  <c:v>11.6920988559723</c:v>
                </c:pt>
                <c:pt idx="100">
                  <c:v>12.1933057904243</c:v>
                </c:pt>
                <c:pt idx="101">
                  <c:v>12.6306494474411</c:v>
                </c:pt>
                <c:pt idx="102">
                  <c:v>13.0030444860458</c:v>
                </c:pt>
                <c:pt idx="103">
                  <c:v>13.3121870756149</c:v>
                </c:pt>
                <c:pt idx="104">
                  <c:v>13.565673828125</c:v>
                </c:pt>
                <c:pt idx="105">
                  <c:v>13.9338536262512</c:v>
                </c:pt>
                <c:pt idx="106">
                  <c:v>14.2305089235306</c:v>
                </c:pt>
                <c:pt idx="107">
                  <c:v>14.3912479877472</c:v>
                </c:pt>
                <c:pt idx="108">
                  <c:v>14.5028704404831</c:v>
                </c:pt>
                <c:pt idx="109">
                  <c:v>14.6767559051514</c:v>
                </c:pt>
                <c:pt idx="110">
                  <c:v>14.8231281638145</c:v>
                </c:pt>
                <c:pt idx="111">
                  <c:v>15.0309889316559</c:v>
                </c:pt>
                <c:pt idx="112">
                  <c:v>15.2183539867401</c:v>
                </c:pt>
                <c:pt idx="113">
                  <c:v>15.4851973056793</c:v>
                </c:pt>
                <c:pt idx="114">
                  <c:v>15.7663644552231</c:v>
                </c:pt>
                <c:pt idx="115">
                  <c:v>15.9561993479729</c:v>
                </c:pt>
                <c:pt idx="116">
                  <c:v>16.1049811244011</c:v>
                </c:pt>
                <c:pt idx="117">
                  <c:v>16.2577098011971</c:v>
                </c:pt>
                <c:pt idx="118">
                  <c:v>16.4210134148598</c:v>
                </c:pt>
                <c:pt idx="119">
                  <c:v>16.539852142334</c:v>
                </c:pt>
                <c:pt idx="120">
                  <c:v>16.638281583786</c:v>
                </c:pt>
                <c:pt idx="121">
                  <c:v>16.7691321372986</c:v>
                </c:pt>
                <c:pt idx="122">
                  <c:v>16.8955173492432</c:v>
                </c:pt>
                <c:pt idx="123">
                  <c:v>16.9841663241386</c:v>
                </c:pt>
                <c:pt idx="124">
                  <c:v>17.0458552241325</c:v>
                </c:pt>
                <c:pt idx="125">
                  <c:v>17.1037814617157</c:v>
                </c:pt>
                <c:pt idx="126">
                  <c:v>17.1561188101768</c:v>
                </c:pt>
                <c:pt idx="127">
                  <c:v>17.1644095778465</c:v>
                </c:pt>
                <c:pt idx="128">
                  <c:v>17.1864279508591</c:v>
                </c:pt>
                <c:pt idx="129">
                  <c:v>17.1642436981201</c:v>
                </c:pt>
                <c:pt idx="130">
                  <c:v>17.4454846382141</c:v>
                </c:pt>
                <c:pt idx="131">
                  <c:v>17.6066036820412</c:v>
                </c:pt>
                <c:pt idx="132">
                  <c:v>17.7642702460289</c:v>
                </c:pt>
                <c:pt idx="133">
                  <c:v>17.9253200292587</c:v>
                </c:pt>
                <c:pt idx="134">
                  <c:v>18.0614105463028</c:v>
                </c:pt>
                <c:pt idx="135">
                  <c:v>18.1875777244568</c:v>
                </c:pt>
                <c:pt idx="136">
                  <c:v>18.2677357792854</c:v>
                </c:pt>
                <c:pt idx="137">
                  <c:v>18.366697371006</c:v>
                </c:pt>
                <c:pt idx="138">
                  <c:v>18.4780168533325</c:v>
                </c:pt>
                <c:pt idx="139">
                  <c:v>18.6402466893196</c:v>
                </c:pt>
                <c:pt idx="140">
                  <c:v>18.9297298789024</c:v>
                </c:pt>
                <c:pt idx="141">
                  <c:v>19.1528025865555</c:v>
                </c:pt>
                <c:pt idx="142">
                  <c:v>19.5132970809937</c:v>
                </c:pt>
                <c:pt idx="143">
                  <c:v>19.8546967506409</c:v>
                </c:pt>
                <c:pt idx="144">
                  <c:v>20.1443246006966</c:v>
                </c:pt>
                <c:pt idx="145">
                  <c:v>20.4958308339119</c:v>
                </c:pt>
                <c:pt idx="146">
                  <c:v>20.8279883861542</c:v>
                </c:pt>
                <c:pt idx="147">
                  <c:v>21.1976953744888</c:v>
                </c:pt>
                <c:pt idx="148">
                  <c:v>21.5947005152702</c:v>
                </c:pt>
                <c:pt idx="149">
                  <c:v>21.9182978272438</c:v>
                </c:pt>
                <c:pt idx="150">
                  <c:v>22.1925262212753</c:v>
                </c:pt>
                <c:pt idx="151">
                  <c:v>22.4559394717217</c:v>
                </c:pt>
                <c:pt idx="152">
                  <c:v>22.5720170140266</c:v>
                </c:pt>
                <c:pt idx="153">
                  <c:v>22.7041409611702</c:v>
                </c:pt>
                <c:pt idx="154">
                  <c:v>22.6884984374046</c:v>
                </c:pt>
                <c:pt idx="155">
                  <c:v>22.6741879582405</c:v>
                </c:pt>
                <c:pt idx="156">
                  <c:v>22.7209107875824</c:v>
                </c:pt>
                <c:pt idx="157">
                  <c:v>22.7584565281868</c:v>
                </c:pt>
                <c:pt idx="158">
                  <c:v>22.8851191401482</c:v>
                </c:pt>
                <c:pt idx="159">
                  <c:v>22.9251945018768</c:v>
                </c:pt>
                <c:pt idx="160">
                  <c:v>22.9022743701935</c:v>
                </c:pt>
                <c:pt idx="161">
                  <c:v>22.8972781896591</c:v>
                </c:pt>
                <c:pt idx="162">
                  <c:v>22.8837975263596</c:v>
                </c:pt>
                <c:pt idx="163">
                  <c:v>22.9267066717148</c:v>
                </c:pt>
                <c:pt idx="164">
                  <c:v>23.1110862493515</c:v>
                </c:pt>
                <c:pt idx="165">
                  <c:v>23.2980656623841</c:v>
                </c:pt>
                <c:pt idx="166">
                  <c:v>23.458165884018</c:v>
                </c:pt>
                <c:pt idx="167">
                  <c:v>23.6127111911774</c:v>
                </c:pt>
                <c:pt idx="168">
                  <c:v>23.7867189049721</c:v>
                </c:pt>
                <c:pt idx="169">
                  <c:v>23.9839459061623</c:v>
                </c:pt>
                <c:pt idx="170">
                  <c:v>24.2663114070893</c:v>
                </c:pt>
                <c:pt idx="171">
                  <c:v>24.5324866771698</c:v>
                </c:pt>
                <c:pt idx="172">
                  <c:v>24.817451953888</c:v>
                </c:pt>
                <c:pt idx="173">
                  <c:v>25.1313125491142</c:v>
                </c:pt>
                <c:pt idx="174">
                  <c:v>25.3930169343949</c:v>
                </c:pt>
                <c:pt idx="175">
                  <c:v>25.6093133687973</c:v>
                </c:pt>
                <c:pt idx="176">
                  <c:v>25.8473465442658</c:v>
                </c:pt>
                <c:pt idx="177">
                  <c:v>26.1336218118668</c:v>
                </c:pt>
                <c:pt idx="178">
                  <c:v>26.3549316525459</c:v>
                </c:pt>
                <c:pt idx="179">
                  <c:v>26.5953779816628</c:v>
                </c:pt>
                <c:pt idx="180">
                  <c:v>26.808330476284</c:v>
                </c:pt>
                <c:pt idx="181">
                  <c:v>27.0945098996163</c:v>
                </c:pt>
                <c:pt idx="182">
                  <c:v>27.4405907988548</c:v>
                </c:pt>
                <c:pt idx="183">
                  <c:v>27.7627792954445</c:v>
                </c:pt>
                <c:pt idx="184">
                  <c:v>28.0803862214089</c:v>
                </c:pt>
                <c:pt idx="185">
                  <c:v>28.419572532177</c:v>
                </c:pt>
                <c:pt idx="186">
                  <c:v>28.7306916713715</c:v>
                </c:pt>
                <c:pt idx="187">
                  <c:v>28.9735186100006</c:v>
                </c:pt>
                <c:pt idx="188">
                  <c:v>29.2373578548432</c:v>
                </c:pt>
                <c:pt idx="189">
                  <c:v>29.4907101392746</c:v>
                </c:pt>
                <c:pt idx="190">
                  <c:v>29.6733103990555</c:v>
                </c:pt>
                <c:pt idx="191">
                  <c:v>29.8067780733109</c:v>
                </c:pt>
                <c:pt idx="192">
                  <c:v>29.8983179330826</c:v>
                </c:pt>
                <c:pt idx="193">
                  <c:v>30.0044093728066</c:v>
                </c:pt>
                <c:pt idx="194">
                  <c:v>30.0668830275536</c:v>
                </c:pt>
                <c:pt idx="195">
                  <c:v>30.1351416110993</c:v>
                </c:pt>
                <c:pt idx="196">
                  <c:v>30.1972458958626</c:v>
                </c:pt>
                <c:pt idx="197">
                  <c:v>30.2487959861756</c:v>
                </c:pt>
                <c:pt idx="198">
                  <c:v>30.3224622607231</c:v>
                </c:pt>
                <c:pt idx="199">
                  <c:v>30.335805118084</c:v>
                </c:pt>
                <c:pt idx="200">
                  <c:v>30.4177055954933</c:v>
                </c:pt>
                <c:pt idx="201">
                  <c:v>30.4177047610283</c:v>
                </c:pt>
                <c:pt idx="202">
                  <c:v>30.4381259679794</c:v>
                </c:pt>
                <c:pt idx="203">
                  <c:v>30.4936955571175</c:v>
                </c:pt>
                <c:pt idx="204">
                  <c:v>30.541651070118</c:v>
                </c:pt>
                <c:pt idx="205">
                  <c:v>30.5673362016678</c:v>
                </c:pt>
                <c:pt idx="206">
                  <c:v>30.6487337946892</c:v>
                </c:pt>
                <c:pt idx="207">
                  <c:v>30.7719545960426</c:v>
                </c:pt>
                <c:pt idx="208">
                  <c:v>30.9155538082123</c:v>
                </c:pt>
                <c:pt idx="209">
                  <c:v>31.0605946779251</c:v>
                </c:pt>
                <c:pt idx="210">
                  <c:v>31.2619919776917</c:v>
                </c:pt>
                <c:pt idx="211">
                  <c:v>31.3935252428055</c:v>
                </c:pt>
                <c:pt idx="212">
                  <c:v>31.5194354653359</c:v>
                </c:pt>
                <c:pt idx="213">
                  <c:v>31.5994846820831</c:v>
                </c:pt>
                <c:pt idx="214">
                  <c:v>31.7749513983727</c:v>
                </c:pt>
                <c:pt idx="215">
                  <c:v>31.8052721619606</c:v>
                </c:pt>
                <c:pt idx="216">
                  <c:v>31.8607313036919</c:v>
                </c:pt>
                <c:pt idx="217">
                  <c:v>31.936773955822</c:v>
                </c:pt>
                <c:pt idx="218">
                  <c:v>31.9918466210365</c:v>
                </c:pt>
                <c:pt idx="219">
                  <c:v>32.0804085731506</c:v>
                </c:pt>
                <c:pt idx="220">
                  <c:v>32.2500005364418</c:v>
                </c:pt>
                <c:pt idx="221">
                  <c:v>32.2976499795914</c:v>
                </c:pt>
                <c:pt idx="222">
                  <c:v>32.4103860855103</c:v>
                </c:pt>
                <c:pt idx="223">
                  <c:v>32.4539382457733</c:v>
                </c:pt>
                <c:pt idx="224">
                  <c:v>32.5029919743538</c:v>
                </c:pt>
                <c:pt idx="225">
                  <c:v>32.6020704507828</c:v>
                </c:pt>
                <c:pt idx="226">
                  <c:v>32.8910062909126</c:v>
                </c:pt>
                <c:pt idx="227">
                  <c:v>33.0045611262322</c:v>
                </c:pt>
                <c:pt idx="228">
                  <c:v>33.0600491166115</c:v>
                </c:pt>
                <c:pt idx="229">
                  <c:v>33.0316419005394</c:v>
                </c:pt>
                <c:pt idx="230">
                  <c:v>32.9377211928368</c:v>
                </c:pt>
                <c:pt idx="231">
                  <c:v>32.9972960352898</c:v>
                </c:pt>
                <c:pt idx="232">
                  <c:v>33.073862016201</c:v>
                </c:pt>
                <c:pt idx="233">
                  <c:v>33.2040457129479</c:v>
                </c:pt>
                <c:pt idx="234">
                  <c:v>33.3207237124443</c:v>
                </c:pt>
                <c:pt idx="235">
                  <c:v>33.4265096187592</c:v>
                </c:pt>
                <c:pt idx="236">
                  <c:v>33.4752284288407</c:v>
                </c:pt>
                <c:pt idx="237">
                  <c:v>33.640405356884</c:v>
                </c:pt>
                <c:pt idx="238">
                  <c:v>33.8606024384499</c:v>
                </c:pt>
                <c:pt idx="239">
                  <c:v>34.0496176481247</c:v>
                </c:pt>
                <c:pt idx="240">
                  <c:v>34.3237628340721</c:v>
                </c:pt>
                <c:pt idx="241">
                  <c:v>34.4611465930939</c:v>
                </c:pt>
                <c:pt idx="242">
                  <c:v>34.6519780755043</c:v>
                </c:pt>
                <c:pt idx="243">
                  <c:v>34.7797684073448</c:v>
                </c:pt>
                <c:pt idx="244">
                  <c:v>34.7939780950546</c:v>
                </c:pt>
                <c:pt idx="245">
                  <c:v>34.8563842177391</c:v>
                </c:pt>
                <c:pt idx="246">
                  <c:v>34.9016050100327</c:v>
                </c:pt>
                <c:pt idx="247">
                  <c:v>35.0176060199738</c:v>
                </c:pt>
                <c:pt idx="248">
                  <c:v>35.0904722213745</c:v>
                </c:pt>
                <c:pt idx="249">
                  <c:v>35.1831846833229</c:v>
                </c:pt>
                <c:pt idx="250">
                  <c:v>35.2924862504006</c:v>
                </c:pt>
                <c:pt idx="251">
                  <c:v>35.4917821288109</c:v>
                </c:pt>
                <c:pt idx="252">
                  <c:v>35.6755854487419</c:v>
                </c:pt>
                <c:pt idx="253">
                  <c:v>35.8879935741425</c:v>
                </c:pt>
                <c:pt idx="254">
                  <c:v>36.0646286010742</c:v>
                </c:pt>
                <c:pt idx="255">
                  <c:v>36.2897139191628</c:v>
                </c:pt>
                <c:pt idx="256">
                  <c:v>36.4601458311081</c:v>
                </c:pt>
                <c:pt idx="257">
                  <c:v>36.6162920594216</c:v>
                </c:pt>
                <c:pt idx="258">
                  <c:v>36.7616050839424</c:v>
                </c:pt>
                <c:pt idx="259">
                  <c:v>36.9195064902306</c:v>
                </c:pt>
                <c:pt idx="260">
                  <c:v>37.1079557538033</c:v>
                </c:pt>
                <c:pt idx="261">
                  <c:v>37.3292791843414</c:v>
                </c:pt>
                <c:pt idx="262">
                  <c:v>37.5361725091934</c:v>
                </c:pt>
                <c:pt idx="263">
                  <c:v>37.7541597485542</c:v>
                </c:pt>
                <c:pt idx="264">
                  <c:v>37.9815382361412</c:v>
                </c:pt>
                <c:pt idx="265">
                  <c:v>38.2140545248985</c:v>
                </c:pt>
                <c:pt idx="266">
                  <c:v>38.5061123967171</c:v>
                </c:pt>
                <c:pt idx="267">
                  <c:v>38.6718409657478</c:v>
                </c:pt>
                <c:pt idx="268">
                  <c:v>38.772501885891</c:v>
                </c:pt>
                <c:pt idx="269">
                  <c:v>38.8813806176186</c:v>
                </c:pt>
                <c:pt idx="270">
                  <c:v>38.8388301730156</c:v>
                </c:pt>
                <c:pt idx="271">
                  <c:v>38.8946165442467</c:v>
                </c:pt>
                <c:pt idx="272">
                  <c:v>39.0921906232834</c:v>
                </c:pt>
                <c:pt idx="273">
                  <c:v>39.37472230196</c:v>
                </c:pt>
                <c:pt idx="274">
                  <c:v>39.6109700202942</c:v>
                </c:pt>
                <c:pt idx="275">
                  <c:v>39.8240233063698</c:v>
                </c:pt>
                <c:pt idx="276">
                  <c:v>40.0809126496315</c:v>
                </c:pt>
                <c:pt idx="277">
                  <c:v>40.344781935215</c:v>
                </c:pt>
                <c:pt idx="278">
                  <c:v>40.6295308470726</c:v>
                </c:pt>
                <c:pt idx="279">
                  <c:v>40.7909402251244</c:v>
                </c:pt>
                <c:pt idx="280">
                  <c:v>40.9359858036041</c:v>
                </c:pt>
                <c:pt idx="281">
                  <c:v>41.1797162890434</c:v>
                </c:pt>
                <c:pt idx="282">
                  <c:v>41.3526647090912</c:v>
                </c:pt>
                <c:pt idx="283">
                  <c:v>41.5529721975327</c:v>
                </c:pt>
                <c:pt idx="284">
                  <c:v>41.7670821547508</c:v>
                </c:pt>
                <c:pt idx="285">
                  <c:v>41.9578893184662</c:v>
                </c:pt>
                <c:pt idx="286">
                  <c:v>42.2036704421043</c:v>
                </c:pt>
                <c:pt idx="287">
                  <c:v>42.4229848980904</c:v>
                </c:pt>
                <c:pt idx="288">
                  <c:v>42.6148415207863</c:v>
                </c:pt>
                <c:pt idx="289">
                  <c:v>42.8068200945854</c:v>
                </c:pt>
                <c:pt idx="290">
                  <c:v>43.0022802352905</c:v>
                </c:pt>
                <c:pt idx="291">
                  <c:v>43.2015409469605</c:v>
                </c:pt>
                <c:pt idx="292">
                  <c:v>43.4421179294586</c:v>
                </c:pt>
                <c:pt idx="293">
                  <c:v>43.7226030826569</c:v>
                </c:pt>
                <c:pt idx="294">
                  <c:v>43.9667426943779</c:v>
                </c:pt>
                <c:pt idx="295">
                  <c:v>44.1678963303566</c:v>
                </c:pt>
                <c:pt idx="296">
                  <c:v>44.3952812552452</c:v>
                </c:pt>
                <c:pt idx="297">
                  <c:v>44.6400868296623</c:v>
                </c:pt>
                <c:pt idx="298">
                  <c:v>45.0024874210358</c:v>
                </c:pt>
                <c:pt idx="299">
                  <c:v>45.319516658783</c:v>
                </c:pt>
                <c:pt idx="300">
                  <c:v>45.6660113334656</c:v>
                </c:pt>
                <c:pt idx="301">
                  <c:v>45.9309356212616</c:v>
                </c:pt>
                <c:pt idx="302">
                  <c:v>46.1518931984901</c:v>
                </c:pt>
                <c:pt idx="303">
                  <c:v>46.3108199238777</c:v>
                </c:pt>
                <c:pt idx="304">
                  <c:v>46.4774757623673</c:v>
                </c:pt>
                <c:pt idx="305">
                  <c:v>46.651312828064</c:v>
                </c:pt>
                <c:pt idx="306">
                  <c:v>46.777005314827</c:v>
                </c:pt>
                <c:pt idx="307">
                  <c:v>46.9812468290329</c:v>
                </c:pt>
                <c:pt idx="308">
                  <c:v>47.2126662135124</c:v>
                </c:pt>
                <c:pt idx="309">
                  <c:v>47.434087574482</c:v>
                </c:pt>
                <c:pt idx="310">
                  <c:v>47.6753652095795</c:v>
                </c:pt>
                <c:pt idx="311">
                  <c:v>47.8753780722618</c:v>
                </c:pt>
                <c:pt idx="312">
                  <c:v>48.0896931886673</c:v>
                </c:pt>
                <c:pt idx="313">
                  <c:v>48.3188990950584</c:v>
                </c:pt>
                <c:pt idx="314">
                  <c:v>48.5614801645279</c:v>
                </c:pt>
                <c:pt idx="315">
                  <c:v>48.7769315242767</c:v>
                </c:pt>
                <c:pt idx="316">
                  <c:v>49.0126468539238</c:v>
                </c:pt>
                <c:pt idx="317">
                  <c:v>49.2600216269493</c:v>
                </c:pt>
                <c:pt idx="318">
                  <c:v>49.4886048436165</c:v>
                </c:pt>
                <c:pt idx="319">
                  <c:v>49.6904923319817</c:v>
                </c:pt>
                <c:pt idx="320">
                  <c:v>49.8790956735611</c:v>
                </c:pt>
                <c:pt idx="321">
                  <c:v>50.0053821802139</c:v>
                </c:pt>
                <c:pt idx="322">
                  <c:v>50.1354242563248</c:v>
                </c:pt>
                <c:pt idx="323">
                  <c:v>50.2630981206894</c:v>
                </c:pt>
                <c:pt idx="324">
                  <c:v>50.3542668223381</c:v>
                </c:pt>
                <c:pt idx="325">
                  <c:v>50.4539268612862</c:v>
                </c:pt>
                <c:pt idx="326">
                  <c:v>50.5821956396103</c:v>
                </c:pt>
                <c:pt idx="327">
                  <c:v>50.7295470237732</c:v>
                </c:pt>
                <c:pt idx="328">
                  <c:v>50.8638151288033</c:v>
                </c:pt>
                <c:pt idx="329">
                  <c:v>51.0304619073868</c:v>
                </c:pt>
                <c:pt idx="330">
                  <c:v>51.1686389446259</c:v>
                </c:pt>
                <c:pt idx="331">
                  <c:v>51.3348950147629</c:v>
                </c:pt>
                <c:pt idx="332">
                  <c:v>51.53380215168</c:v>
                </c:pt>
                <c:pt idx="333">
                  <c:v>51.7423031926155</c:v>
                </c:pt>
                <c:pt idx="334">
                  <c:v>51.9821449518204</c:v>
                </c:pt>
                <c:pt idx="335">
                  <c:v>52.2781990170479</c:v>
                </c:pt>
                <c:pt idx="336">
                  <c:v>52.5874688029289</c:v>
                </c:pt>
                <c:pt idx="337">
                  <c:v>52.8551312088966</c:v>
                </c:pt>
                <c:pt idx="338">
                  <c:v>53.1472882628441</c:v>
                </c:pt>
                <c:pt idx="339">
                  <c:v>53.4074330925942</c:v>
                </c:pt>
                <c:pt idx="340">
                  <c:v>53.6075333952904</c:v>
                </c:pt>
                <c:pt idx="341">
                  <c:v>53.7677587270737</c:v>
                </c:pt>
                <c:pt idx="342">
                  <c:v>53.9376569986343</c:v>
                </c:pt>
                <c:pt idx="343">
                  <c:v>54.0538456439972</c:v>
                </c:pt>
                <c:pt idx="344">
                  <c:v>54.1975534558296</c:v>
                </c:pt>
                <c:pt idx="345">
                  <c:v>54.301307797432</c:v>
                </c:pt>
                <c:pt idx="346">
                  <c:v>54.4870191812515</c:v>
                </c:pt>
                <c:pt idx="347">
                  <c:v>54.7259839177132</c:v>
                </c:pt>
                <c:pt idx="348">
                  <c:v>54.9512281417847</c:v>
                </c:pt>
                <c:pt idx="349">
                  <c:v>55.1395733356476</c:v>
                </c:pt>
                <c:pt idx="350">
                  <c:v>55.3236128091812</c:v>
                </c:pt>
                <c:pt idx="351">
                  <c:v>55.4976872205734</c:v>
                </c:pt>
                <c:pt idx="352">
                  <c:v>55.6485148072243</c:v>
                </c:pt>
                <c:pt idx="353">
                  <c:v>55.8150057792664</c:v>
                </c:pt>
                <c:pt idx="354">
                  <c:v>55.9913593530655</c:v>
                </c:pt>
                <c:pt idx="355">
                  <c:v>56.2025668025017</c:v>
                </c:pt>
                <c:pt idx="356">
                  <c:v>56.3122332692146</c:v>
                </c:pt>
                <c:pt idx="357">
                  <c:v>56.4647390246391</c:v>
                </c:pt>
                <c:pt idx="358">
                  <c:v>56.6151449084282</c:v>
                </c:pt>
                <c:pt idx="359">
                  <c:v>56.8301485776901</c:v>
                </c:pt>
                <c:pt idx="360">
                  <c:v>56.9506515264511</c:v>
                </c:pt>
                <c:pt idx="361">
                  <c:v>57.03076004982</c:v>
                </c:pt>
                <c:pt idx="362">
                  <c:v>57.1302934885025</c:v>
                </c:pt>
                <c:pt idx="363">
                  <c:v>57.1936233639717</c:v>
                </c:pt>
                <c:pt idx="364">
                  <c:v>57.2760589718819</c:v>
                </c:pt>
                <c:pt idx="365">
                  <c:v>57.3467368483543</c:v>
                </c:pt>
                <c:pt idx="366">
                  <c:v>57.5242556333542</c:v>
                </c:pt>
                <c:pt idx="367">
                  <c:v>57.7030521035194</c:v>
                </c:pt>
                <c:pt idx="368">
                  <c:v>57.8662514090538</c:v>
                </c:pt>
                <c:pt idx="369">
                  <c:v>57.9986322522163</c:v>
                </c:pt>
                <c:pt idx="370">
                  <c:v>58.1723430156708</c:v>
                </c:pt>
                <c:pt idx="371">
                  <c:v>58.4562529325485</c:v>
                </c:pt>
                <c:pt idx="372">
                  <c:v>58.7794889211655</c:v>
                </c:pt>
                <c:pt idx="373">
                  <c:v>59.0779476165772</c:v>
                </c:pt>
                <c:pt idx="374">
                  <c:v>59.3376115560532</c:v>
                </c:pt>
                <c:pt idx="375">
                  <c:v>59.6045264601708</c:v>
                </c:pt>
                <c:pt idx="376">
                  <c:v>59.8356098532677</c:v>
                </c:pt>
                <c:pt idx="377">
                  <c:v>60.0208016037941</c:v>
                </c:pt>
                <c:pt idx="378">
                  <c:v>60.0778887867928</c:v>
                </c:pt>
                <c:pt idx="379">
                  <c:v>60.1283020973206</c:v>
                </c:pt>
                <c:pt idx="380">
                  <c:v>60.1229979991913</c:v>
                </c:pt>
                <c:pt idx="381">
                  <c:v>60.1757926940918</c:v>
                </c:pt>
                <c:pt idx="382">
                  <c:v>60.2687587738037</c:v>
                </c:pt>
                <c:pt idx="383">
                  <c:v>60.3918300271034</c:v>
                </c:pt>
                <c:pt idx="384">
                  <c:v>60.5201227664948</c:v>
                </c:pt>
                <c:pt idx="385">
                  <c:v>60.556235909462</c:v>
                </c:pt>
                <c:pt idx="386">
                  <c:v>60.6324275135994</c:v>
                </c:pt>
                <c:pt idx="387">
                  <c:v>60.8138461709023</c:v>
                </c:pt>
                <c:pt idx="388">
                  <c:v>61.0162162184715</c:v>
                </c:pt>
                <c:pt idx="389">
                  <c:v>61.2150390744209</c:v>
                </c:pt>
                <c:pt idx="390">
                  <c:v>61.4287894368172</c:v>
                </c:pt>
                <c:pt idx="391">
                  <c:v>61.6447868943214</c:v>
                </c:pt>
                <c:pt idx="392">
                  <c:v>61.8336706161499</c:v>
                </c:pt>
                <c:pt idx="393">
                  <c:v>62.0170543789864</c:v>
                </c:pt>
                <c:pt idx="394">
                  <c:v>62.1658017039299</c:v>
                </c:pt>
                <c:pt idx="395">
                  <c:v>62.3538907170296</c:v>
                </c:pt>
                <c:pt idx="396">
                  <c:v>62.5703954100609</c:v>
                </c:pt>
                <c:pt idx="397">
                  <c:v>62.7488331198692</c:v>
                </c:pt>
                <c:pt idx="398">
                  <c:v>62.9001378417015</c:v>
                </c:pt>
                <c:pt idx="399">
                  <c:v>63.0057314038277</c:v>
                </c:pt>
                <c:pt idx="400">
                  <c:v>63.147759437561</c:v>
                </c:pt>
                <c:pt idx="401">
                  <c:v>63.288008928299</c:v>
                </c:pt>
                <c:pt idx="402">
                  <c:v>63.4060586094856</c:v>
                </c:pt>
                <c:pt idx="403">
                  <c:v>63.4772809147835</c:v>
                </c:pt>
                <c:pt idx="404">
                  <c:v>63.5651611089706</c:v>
                </c:pt>
                <c:pt idx="405">
                  <c:v>63.6505610346794</c:v>
                </c:pt>
                <c:pt idx="406">
                  <c:v>63.7109228372574</c:v>
                </c:pt>
                <c:pt idx="407">
                  <c:v>63.7313799858093</c:v>
                </c:pt>
                <c:pt idx="408">
                  <c:v>63.7490970492363</c:v>
                </c:pt>
                <c:pt idx="409">
                  <c:v>63.7764463424683</c:v>
                </c:pt>
                <c:pt idx="410">
                  <c:v>63.772975564003</c:v>
                </c:pt>
                <c:pt idx="411">
                  <c:v>63.8230444788933</c:v>
                </c:pt>
                <c:pt idx="412">
                  <c:v>63.8927718997002</c:v>
                </c:pt>
                <c:pt idx="413">
                  <c:v>63.9970298409462</c:v>
                </c:pt>
                <c:pt idx="414">
                  <c:v>64.091293334961</c:v>
                </c:pt>
                <c:pt idx="415">
                  <c:v>64.1929891705513</c:v>
                </c:pt>
                <c:pt idx="416">
                  <c:v>64.3397963047028</c:v>
                </c:pt>
                <c:pt idx="417">
                  <c:v>64.5498025417328</c:v>
                </c:pt>
                <c:pt idx="418">
                  <c:v>64.7722708582878</c:v>
                </c:pt>
                <c:pt idx="419">
                  <c:v>64.9430912733078</c:v>
                </c:pt>
                <c:pt idx="420">
                  <c:v>65.1089302301407</c:v>
                </c:pt>
                <c:pt idx="421">
                  <c:v>65.2832977771759</c:v>
                </c:pt>
                <c:pt idx="422">
                  <c:v>65.4836119413376</c:v>
                </c:pt>
                <c:pt idx="423">
                  <c:v>65.6127611398697</c:v>
                </c:pt>
                <c:pt idx="424">
                  <c:v>65.7369312644005</c:v>
                </c:pt>
                <c:pt idx="425">
                  <c:v>65.8835871219635</c:v>
                </c:pt>
                <c:pt idx="426">
                  <c:v>66.0606768131256</c:v>
                </c:pt>
                <c:pt idx="427">
                  <c:v>66.1919482946396</c:v>
                </c:pt>
                <c:pt idx="428">
                  <c:v>66.3808519840241</c:v>
                </c:pt>
                <c:pt idx="429">
                  <c:v>66.5594398975372</c:v>
                </c:pt>
                <c:pt idx="430">
                  <c:v>66.7312297224999</c:v>
                </c:pt>
                <c:pt idx="431">
                  <c:v>66.8080580234528</c:v>
                </c:pt>
                <c:pt idx="432">
                  <c:v>66.888392329216</c:v>
                </c:pt>
                <c:pt idx="433">
                  <c:v>67.0103499293327</c:v>
                </c:pt>
                <c:pt idx="434">
                  <c:v>67.1611551642418</c:v>
                </c:pt>
                <c:pt idx="435">
                  <c:v>67.35947483778</c:v>
                </c:pt>
                <c:pt idx="436">
                  <c:v>67.4955384135246</c:v>
                </c:pt>
                <c:pt idx="437">
                  <c:v>67.6689326167107</c:v>
                </c:pt>
                <c:pt idx="438">
                  <c:v>67.8289883136749</c:v>
                </c:pt>
                <c:pt idx="439">
                  <c:v>68.0661411285401</c:v>
                </c:pt>
                <c:pt idx="440">
                  <c:v>68.2865362763405</c:v>
                </c:pt>
                <c:pt idx="441">
                  <c:v>68.5305151939392</c:v>
                </c:pt>
                <c:pt idx="442">
                  <c:v>68.79312479496</c:v>
                </c:pt>
                <c:pt idx="443">
                  <c:v>69.0894857048988</c:v>
                </c:pt>
                <c:pt idx="444">
                  <c:v>69.3944559693337</c:v>
                </c:pt>
                <c:pt idx="445">
                  <c:v>69.6683650612831</c:v>
                </c:pt>
                <c:pt idx="446">
                  <c:v>69.9210993647576</c:v>
                </c:pt>
                <c:pt idx="447">
                  <c:v>70.1273771524429</c:v>
                </c:pt>
                <c:pt idx="448">
                  <c:v>70.295589029789</c:v>
                </c:pt>
                <c:pt idx="449">
                  <c:v>70.35728931427</c:v>
                </c:pt>
                <c:pt idx="450">
                  <c:v>70.4454914927483</c:v>
                </c:pt>
                <c:pt idx="451">
                  <c:v>70.5017018914223</c:v>
                </c:pt>
                <c:pt idx="452">
                  <c:v>70.6104945540428</c:v>
                </c:pt>
                <c:pt idx="453">
                  <c:v>70.7460135221481</c:v>
                </c:pt>
                <c:pt idx="454">
                  <c:v>70.9067007899285</c:v>
                </c:pt>
                <c:pt idx="455">
                  <c:v>71.1119457483292</c:v>
                </c:pt>
                <c:pt idx="456">
                  <c:v>71.4398276805878</c:v>
                </c:pt>
                <c:pt idx="457">
                  <c:v>71.80748295784</c:v>
                </c:pt>
                <c:pt idx="458">
                  <c:v>72.1570303440094</c:v>
                </c:pt>
                <c:pt idx="459">
                  <c:v>72.5268807411194</c:v>
                </c:pt>
                <c:pt idx="460">
                  <c:v>72.9159162044525</c:v>
                </c:pt>
                <c:pt idx="461">
                  <c:v>73.2579522132874</c:v>
                </c:pt>
                <c:pt idx="462">
                  <c:v>73.5707988739014</c:v>
                </c:pt>
                <c:pt idx="463">
                  <c:v>73.8347820043564</c:v>
                </c:pt>
                <c:pt idx="464">
                  <c:v>74.0533853173256</c:v>
                </c:pt>
                <c:pt idx="465">
                  <c:v>74.2421771883965</c:v>
                </c:pt>
                <c:pt idx="466">
                  <c:v>74.4190208315849</c:v>
                </c:pt>
                <c:pt idx="467">
                  <c:v>74.5903100967407</c:v>
                </c:pt>
                <c:pt idx="468">
                  <c:v>74.7355997562409</c:v>
                </c:pt>
                <c:pt idx="469">
                  <c:v>74.9273611903191</c:v>
                </c:pt>
                <c:pt idx="470">
                  <c:v>75.0461673736572</c:v>
                </c:pt>
                <c:pt idx="471">
                  <c:v>75.114068031311</c:v>
                </c:pt>
                <c:pt idx="472">
                  <c:v>75.1582849621773</c:v>
                </c:pt>
                <c:pt idx="473">
                  <c:v>75.1821477413178</c:v>
                </c:pt>
                <c:pt idx="474">
                  <c:v>75.2382515668869</c:v>
                </c:pt>
                <c:pt idx="475">
                  <c:v>75.2264255285263</c:v>
                </c:pt>
                <c:pt idx="476">
                  <c:v>75.2881308794022</c:v>
                </c:pt>
                <c:pt idx="477">
                  <c:v>75.3659670948982</c:v>
                </c:pt>
                <c:pt idx="478">
                  <c:v>75.5017867684364</c:v>
                </c:pt>
                <c:pt idx="479">
                  <c:v>75.6675528883934</c:v>
                </c:pt>
                <c:pt idx="480">
                  <c:v>75.8084059357643</c:v>
                </c:pt>
                <c:pt idx="481">
                  <c:v>75.981613099575</c:v>
                </c:pt>
                <c:pt idx="482">
                  <c:v>76.142656981945</c:v>
                </c:pt>
                <c:pt idx="483">
                  <c:v>76.2943448424339</c:v>
                </c:pt>
                <c:pt idx="484">
                  <c:v>76.4663278460503</c:v>
                </c:pt>
                <c:pt idx="485">
                  <c:v>76.6135623455048</c:v>
                </c:pt>
                <c:pt idx="486">
                  <c:v>76.67316198349</c:v>
                </c:pt>
                <c:pt idx="487">
                  <c:v>76.7648084163666</c:v>
                </c:pt>
                <c:pt idx="488">
                  <c:v>76.9267446994781</c:v>
                </c:pt>
                <c:pt idx="489">
                  <c:v>77.0920587778091</c:v>
                </c:pt>
                <c:pt idx="490">
                  <c:v>77.3239129781723</c:v>
                </c:pt>
                <c:pt idx="491">
                  <c:v>77.5657349228859</c:v>
                </c:pt>
                <c:pt idx="492">
                  <c:v>77.7824348211288</c:v>
                </c:pt>
                <c:pt idx="493">
                  <c:v>78.0278009176254</c:v>
                </c:pt>
                <c:pt idx="494">
                  <c:v>78.3046468496323</c:v>
                </c:pt>
                <c:pt idx="495">
                  <c:v>78.620385825634</c:v>
                </c:pt>
                <c:pt idx="496">
                  <c:v>78.9343797564507</c:v>
                </c:pt>
                <c:pt idx="497">
                  <c:v>79.2342274785042</c:v>
                </c:pt>
                <c:pt idx="498">
                  <c:v>79.5552137494087</c:v>
                </c:pt>
                <c:pt idx="499">
                  <c:v>79.8402830958366</c:v>
                </c:pt>
                <c:pt idx="500">
                  <c:v>80.0744473934174</c:v>
                </c:pt>
                <c:pt idx="501">
                  <c:v>80.3427984714508</c:v>
                </c:pt>
                <c:pt idx="502">
                  <c:v>80.6579712629318</c:v>
                </c:pt>
                <c:pt idx="503">
                  <c:v>80.9546731710434</c:v>
                </c:pt>
                <c:pt idx="504">
                  <c:v>81.2207678556442</c:v>
                </c:pt>
                <c:pt idx="505">
                  <c:v>81.3930858373642</c:v>
                </c:pt>
                <c:pt idx="506">
                  <c:v>81.470685839653</c:v>
                </c:pt>
                <c:pt idx="507">
                  <c:v>81.5318781733513</c:v>
                </c:pt>
                <c:pt idx="508">
                  <c:v>81.4277173876762</c:v>
                </c:pt>
                <c:pt idx="509">
                  <c:v>81.2676028609276</c:v>
                </c:pt>
                <c:pt idx="510">
                  <c:v>81.0551281571388</c:v>
                </c:pt>
                <c:pt idx="511">
                  <c:v>80.8718281388283</c:v>
                </c:pt>
                <c:pt idx="512">
                  <c:v>80.841522872448</c:v>
                </c:pt>
                <c:pt idx="513">
                  <c:v>80.7821871638298</c:v>
                </c:pt>
                <c:pt idx="514">
                  <c:v>80.776190340519</c:v>
                </c:pt>
                <c:pt idx="515">
                  <c:v>80.8055409789085</c:v>
                </c:pt>
                <c:pt idx="516">
                  <c:v>80.8688823580742</c:v>
                </c:pt>
                <c:pt idx="517">
                  <c:v>80.9257770180702</c:v>
                </c:pt>
                <c:pt idx="518">
                  <c:v>80.9800006151199</c:v>
                </c:pt>
                <c:pt idx="519">
                  <c:v>81.0924363136292</c:v>
                </c:pt>
                <c:pt idx="520">
                  <c:v>81.1849000453949</c:v>
                </c:pt>
                <c:pt idx="521">
                  <c:v>81.3434767723083</c:v>
                </c:pt>
                <c:pt idx="522">
                  <c:v>81.4831690192223</c:v>
                </c:pt>
                <c:pt idx="523">
                  <c:v>81.6064871549606</c:v>
                </c:pt>
                <c:pt idx="524">
                  <c:v>81.6822603940964</c:v>
                </c:pt>
                <c:pt idx="525">
                  <c:v>81.8461825847626</c:v>
                </c:pt>
                <c:pt idx="526">
                  <c:v>82.0556770563126</c:v>
                </c:pt>
                <c:pt idx="527">
                  <c:v>82.2961052656174</c:v>
                </c:pt>
                <c:pt idx="528">
                  <c:v>82.5262120962143</c:v>
                </c:pt>
                <c:pt idx="529">
                  <c:v>82.709332883358</c:v>
                </c:pt>
                <c:pt idx="530">
                  <c:v>82.9619559645653</c:v>
                </c:pt>
                <c:pt idx="531">
                  <c:v>83.2789615988731</c:v>
                </c:pt>
                <c:pt idx="532">
                  <c:v>83.50468313694</c:v>
                </c:pt>
                <c:pt idx="533">
                  <c:v>83.7200177907944</c:v>
                </c:pt>
                <c:pt idx="534">
                  <c:v>84.004085123539</c:v>
                </c:pt>
                <c:pt idx="535">
                  <c:v>84.2269518971443</c:v>
                </c:pt>
                <c:pt idx="536">
                  <c:v>84.424795627594</c:v>
                </c:pt>
                <c:pt idx="537">
                  <c:v>84.6341645121574</c:v>
                </c:pt>
                <c:pt idx="538">
                  <c:v>84.898350417614</c:v>
                </c:pt>
                <c:pt idx="539">
                  <c:v>85.1516860127449</c:v>
                </c:pt>
                <c:pt idx="540">
                  <c:v>85.3659692406654</c:v>
                </c:pt>
                <c:pt idx="541">
                  <c:v>85.5566689372063</c:v>
                </c:pt>
                <c:pt idx="542">
                  <c:v>85.7647963762283</c:v>
                </c:pt>
                <c:pt idx="543">
                  <c:v>85.9985280036926</c:v>
                </c:pt>
                <c:pt idx="544">
                  <c:v>86.1707808375359</c:v>
                </c:pt>
                <c:pt idx="545">
                  <c:v>86.3441502451897</c:v>
                </c:pt>
                <c:pt idx="546">
                  <c:v>86.563712656498</c:v>
                </c:pt>
                <c:pt idx="547">
                  <c:v>86.7747999429703</c:v>
                </c:pt>
                <c:pt idx="548">
                  <c:v>86.9523144960403</c:v>
                </c:pt>
                <c:pt idx="549">
                  <c:v>87.1141231060028</c:v>
                </c:pt>
                <c:pt idx="550">
                  <c:v>87.27303647995</c:v>
                </c:pt>
                <c:pt idx="551">
                  <c:v>87.4384554028511</c:v>
                </c:pt>
                <c:pt idx="552">
                  <c:v>87.5763068199158</c:v>
                </c:pt>
                <c:pt idx="553">
                  <c:v>87.732009768486</c:v>
                </c:pt>
                <c:pt idx="554">
                  <c:v>87.9059282541275</c:v>
                </c:pt>
                <c:pt idx="555">
                  <c:v>88.0652931928635</c:v>
                </c:pt>
                <c:pt idx="556">
                  <c:v>88.25611358881</c:v>
                </c:pt>
                <c:pt idx="557">
                  <c:v>88.4842158555984</c:v>
                </c:pt>
                <c:pt idx="558">
                  <c:v>88.7846074104309</c:v>
                </c:pt>
                <c:pt idx="559">
                  <c:v>89.139243543148</c:v>
                </c:pt>
                <c:pt idx="560">
                  <c:v>89.494185090065</c:v>
                </c:pt>
                <c:pt idx="561">
                  <c:v>89.8349611759186</c:v>
                </c:pt>
                <c:pt idx="562">
                  <c:v>90.1548206806183</c:v>
                </c:pt>
                <c:pt idx="563">
                  <c:v>90.4636147022247</c:v>
                </c:pt>
                <c:pt idx="564">
                  <c:v>90.7121750116348</c:v>
                </c:pt>
                <c:pt idx="565">
                  <c:v>90.9580670595169</c:v>
                </c:pt>
                <c:pt idx="566">
                  <c:v>91.1202394366264</c:v>
                </c:pt>
                <c:pt idx="567">
                  <c:v>91.2675983309746</c:v>
                </c:pt>
                <c:pt idx="568">
                  <c:v>91.459507226944</c:v>
                </c:pt>
                <c:pt idx="569">
                  <c:v>91.5893045067787</c:v>
                </c:pt>
                <c:pt idx="570">
                  <c:v>91.6112070083618</c:v>
                </c:pt>
                <c:pt idx="571">
                  <c:v>91.7154366970062</c:v>
                </c:pt>
                <c:pt idx="572">
                  <c:v>91.8062387108803</c:v>
                </c:pt>
                <c:pt idx="573">
                  <c:v>91.8874923586845</c:v>
                </c:pt>
                <c:pt idx="574">
                  <c:v>92.028792321682</c:v>
                </c:pt>
                <c:pt idx="575">
                  <c:v>92.1788600087166</c:v>
                </c:pt>
                <c:pt idx="576">
                  <c:v>92.3362643718719</c:v>
                </c:pt>
                <c:pt idx="577">
                  <c:v>92.349069416523</c:v>
                </c:pt>
                <c:pt idx="578">
                  <c:v>92.370698094368</c:v>
                </c:pt>
                <c:pt idx="579">
                  <c:v>92.4357565045357</c:v>
                </c:pt>
                <c:pt idx="580">
                  <c:v>92.4520064592361</c:v>
                </c:pt>
                <c:pt idx="581">
                  <c:v>92.4583176970482</c:v>
                </c:pt>
                <c:pt idx="582">
                  <c:v>92.4757544398308</c:v>
                </c:pt>
                <c:pt idx="583">
                  <c:v>92.4928406476974</c:v>
                </c:pt>
                <c:pt idx="584">
                  <c:v>92.5137349963188</c:v>
                </c:pt>
                <c:pt idx="585">
                  <c:v>92.6229642629623</c:v>
                </c:pt>
                <c:pt idx="586">
                  <c:v>92.7106454372406</c:v>
                </c:pt>
                <c:pt idx="587">
                  <c:v>92.776575922966</c:v>
                </c:pt>
                <c:pt idx="588">
                  <c:v>92.8436786532402</c:v>
                </c:pt>
                <c:pt idx="589">
                  <c:v>92.9308780431747</c:v>
                </c:pt>
                <c:pt idx="590">
                  <c:v>93.1194064617157</c:v>
                </c:pt>
                <c:pt idx="591">
                  <c:v>93.2553217411041</c:v>
                </c:pt>
                <c:pt idx="592">
                  <c:v>93.4151326417923</c:v>
                </c:pt>
                <c:pt idx="593">
                  <c:v>93.5972417593002</c:v>
                </c:pt>
                <c:pt idx="594">
                  <c:v>93.7781575918198</c:v>
                </c:pt>
                <c:pt idx="595">
                  <c:v>93.9385545253754</c:v>
                </c:pt>
                <c:pt idx="596">
                  <c:v>94.0924674868584</c:v>
                </c:pt>
                <c:pt idx="597">
                  <c:v>94.2603757977486</c:v>
                </c:pt>
                <c:pt idx="598">
                  <c:v>94.4427181482315</c:v>
                </c:pt>
                <c:pt idx="599">
                  <c:v>94.6754722595215</c:v>
                </c:pt>
                <c:pt idx="600">
                  <c:v>94.9263886213303</c:v>
                </c:pt>
                <c:pt idx="601">
                  <c:v>95.2027492523193</c:v>
                </c:pt>
                <c:pt idx="602">
                  <c:v>95.4454969763756</c:v>
                </c:pt>
                <c:pt idx="603">
                  <c:v>95.6514444947243</c:v>
                </c:pt>
                <c:pt idx="604">
                  <c:v>95.8815329670906</c:v>
                </c:pt>
                <c:pt idx="605">
                  <c:v>96.0624506473541</c:v>
                </c:pt>
                <c:pt idx="606">
                  <c:v>96.2955838441849</c:v>
                </c:pt>
                <c:pt idx="607">
                  <c:v>96.4940622448921</c:v>
                </c:pt>
                <c:pt idx="608">
                  <c:v>96.6674410700798</c:v>
                </c:pt>
                <c:pt idx="609">
                  <c:v>96.8243802189827</c:v>
                </c:pt>
                <c:pt idx="610">
                  <c:v>96.9651411175728</c:v>
                </c:pt>
                <c:pt idx="611">
                  <c:v>97.1448746919632</c:v>
                </c:pt>
                <c:pt idx="612">
                  <c:v>97.2989055514336</c:v>
                </c:pt>
                <c:pt idx="613">
                  <c:v>97.4311570525169</c:v>
                </c:pt>
                <c:pt idx="614">
                  <c:v>97.5143324136734</c:v>
                </c:pt>
                <c:pt idx="615">
                  <c:v>97.5884035229683</c:v>
                </c:pt>
                <c:pt idx="616">
                  <c:v>97.6595618128777</c:v>
                </c:pt>
                <c:pt idx="617">
                  <c:v>97.7950714230537</c:v>
                </c:pt>
                <c:pt idx="618">
                  <c:v>97.959604203701</c:v>
                </c:pt>
                <c:pt idx="619">
                  <c:v>98.118349134922</c:v>
                </c:pt>
                <c:pt idx="620">
                  <c:v>98.2378414273262</c:v>
                </c:pt>
                <c:pt idx="621">
                  <c:v>98.3307318091393</c:v>
                </c:pt>
                <c:pt idx="622">
                  <c:v>98.4361636638641</c:v>
                </c:pt>
                <c:pt idx="623">
                  <c:v>98.5920094251633</c:v>
                </c:pt>
                <c:pt idx="624">
                  <c:v>98.7503509521484</c:v>
                </c:pt>
                <c:pt idx="625">
                  <c:v>98.8845736384392</c:v>
                </c:pt>
                <c:pt idx="626">
                  <c:v>99.0388196706772</c:v>
                </c:pt>
                <c:pt idx="627">
                  <c:v>99.2324924468994</c:v>
                </c:pt>
                <c:pt idx="628">
                  <c:v>99.4169008731842</c:v>
                </c:pt>
                <c:pt idx="629">
                  <c:v>99.6308695077896</c:v>
                </c:pt>
                <c:pt idx="630">
                  <c:v>99.857766866684</c:v>
                </c:pt>
                <c:pt idx="631">
                  <c:v>100.079958200455</c:v>
                </c:pt>
                <c:pt idx="632">
                  <c:v>100.264119625092</c:v>
                </c:pt>
                <c:pt idx="633">
                  <c:v>100.439674377441</c:v>
                </c:pt>
                <c:pt idx="634">
                  <c:v>100.586034417152</c:v>
                </c:pt>
                <c:pt idx="635">
                  <c:v>100.627985775471</c:v>
                </c:pt>
                <c:pt idx="636">
                  <c:v>100.700816810131</c:v>
                </c:pt>
                <c:pt idx="637">
                  <c:v>100.775717973709</c:v>
                </c:pt>
                <c:pt idx="638">
                  <c:v>100.833492159843</c:v>
                </c:pt>
                <c:pt idx="639">
                  <c:v>100.841969311237</c:v>
                </c:pt>
                <c:pt idx="640">
                  <c:v>100.899766921997</c:v>
                </c:pt>
                <c:pt idx="641">
                  <c:v>101.015369951725</c:v>
                </c:pt>
                <c:pt idx="642">
                  <c:v>101.157640814781</c:v>
                </c:pt>
                <c:pt idx="643">
                  <c:v>101.315436899662</c:v>
                </c:pt>
                <c:pt idx="644">
                  <c:v>101.437133312225</c:v>
                </c:pt>
                <c:pt idx="645">
                  <c:v>101.583420813084</c:v>
                </c:pt>
                <c:pt idx="646">
                  <c:v>101.721210062504</c:v>
                </c:pt>
                <c:pt idx="647">
                  <c:v>101.801986157894</c:v>
                </c:pt>
                <c:pt idx="648">
                  <c:v>101.851392567158</c:v>
                </c:pt>
                <c:pt idx="649">
                  <c:v>101.876142442226</c:v>
                </c:pt>
                <c:pt idx="650">
                  <c:v>101.95376688242</c:v>
                </c:pt>
                <c:pt idx="651">
                  <c:v>102.000632345676</c:v>
                </c:pt>
                <c:pt idx="652">
                  <c:v>102.021158695221</c:v>
                </c:pt>
                <c:pt idx="653">
                  <c:v>102.019542336464</c:v>
                </c:pt>
                <c:pt idx="654">
                  <c:v>102.049894630909</c:v>
                </c:pt>
                <c:pt idx="655">
                  <c:v>102.070187807083</c:v>
                </c:pt>
                <c:pt idx="656">
                  <c:v>102.192088365555</c:v>
                </c:pt>
                <c:pt idx="657">
                  <c:v>102.443832695484</c:v>
                </c:pt>
                <c:pt idx="658">
                  <c:v>102.783062875271</c:v>
                </c:pt>
                <c:pt idx="659">
                  <c:v>103.091834247112</c:v>
                </c:pt>
                <c:pt idx="660">
                  <c:v>103.419658482075</c:v>
                </c:pt>
                <c:pt idx="661">
                  <c:v>103.723639726639</c:v>
                </c:pt>
                <c:pt idx="662">
                  <c:v>103.987732470036</c:v>
                </c:pt>
                <c:pt idx="663">
                  <c:v>104.269275009632</c:v>
                </c:pt>
                <c:pt idx="664">
                  <c:v>104.562961280346</c:v>
                </c:pt>
                <c:pt idx="665">
                  <c:v>104.900015294552</c:v>
                </c:pt>
                <c:pt idx="666">
                  <c:v>105.258301436901</c:v>
                </c:pt>
                <c:pt idx="667">
                  <c:v>105.578415572643</c:v>
                </c:pt>
                <c:pt idx="668">
                  <c:v>105.787177860737</c:v>
                </c:pt>
                <c:pt idx="669">
                  <c:v>105.962306559086</c:v>
                </c:pt>
                <c:pt idx="670">
                  <c:v>106.095158755779</c:v>
                </c:pt>
                <c:pt idx="671">
                  <c:v>106.253141641617</c:v>
                </c:pt>
                <c:pt idx="672">
                  <c:v>106.473852992058</c:v>
                </c:pt>
                <c:pt idx="673">
                  <c:v>106.725460290909</c:v>
                </c:pt>
                <c:pt idx="674">
                  <c:v>106.942102313042</c:v>
                </c:pt>
                <c:pt idx="675">
                  <c:v>107.102871894836</c:v>
                </c:pt>
                <c:pt idx="676">
                  <c:v>107.231197714806</c:v>
                </c:pt>
                <c:pt idx="677">
                  <c:v>107.367036759853</c:v>
                </c:pt>
                <c:pt idx="678">
                  <c:v>107.572280049324</c:v>
                </c:pt>
                <c:pt idx="679">
                  <c:v>107.760590612888</c:v>
                </c:pt>
                <c:pt idx="680">
                  <c:v>107.897441208363</c:v>
                </c:pt>
                <c:pt idx="681">
                  <c:v>108.048538923264</c:v>
                </c:pt>
                <c:pt idx="682">
                  <c:v>108.243751168251</c:v>
                </c:pt>
                <c:pt idx="683">
                  <c:v>108.37799423933</c:v>
                </c:pt>
                <c:pt idx="684">
                  <c:v>108.527402043343</c:v>
                </c:pt>
                <c:pt idx="685">
                  <c:v>108.713049948215</c:v>
                </c:pt>
                <c:pt idx="686">
                  <c:v>108.882261991501</c:v>
                </c:pt>
                <c:pt idx="687">
                  <c:v>109.045316934586</c:v>
                </c:pt>
                <c:pt idx="688">
                  <c:v>109.12400829792</c:v>
                </c:pt>
                <c:pt idx="689">
                  <c:v>109.153540253639</c:v>
                </c:pt>
                <c:pt idx="690">
                  <c:v>109.228753566742</c:v>
                </c:pt>
                <c:pt idx="691">
                  <c:v>109.267836809158</c:v>
                </c:pt>
                <c:pt idx="692">
                  <c:v>109.340774953365</c:v>
                </c:pt>
                <c:pt idx="693">
                  <c:v>109.440536379814</c:v>
                </c:pt>
                <c:pt idx="694">
                  <c:v>109.561027407646</c:v>
                </c:pt>
                <c:pt idx="695">
                  <c:v>109.738281607628</c:v>
                </c:pt>
                <c:pt idx="696">
                  <c:v>109.941254377365</c:v>
                </c:pt>
                <c:pt idx="697">
                  <c:v>110.129546523094</c:v>
                </c:pt>
                <c:pt idx="698">
                  <c:v>110.346125900745</c:v>
                </c:pt>
                <c:pt idx="699">
                  <c:v>110.399952948093</c:v>
                </c:pt>
                <c:pt idx="700">
                  <c:v>110.463276088238</c:v>
                </c:pt>
                <c:pt idx="701">
                  <c:v>110.617390096188</c:v>
                </c:pt>
                <c:pt idx="702">
                  <c:v>110.696083068848</c:v>
                </c:pt>
                <c:pt idx="703">
                  <c:v>110.777882874012</c:v>
                </c:pt>
                <c:pt idx="704">
                  <c:v>110.833434164524</c:v>
                </c:pt>
                <c:pt idx="705">
                  <c:v>111.055256128311</c:v>
                </c:pt>
                <c:pt idx="706">
                  <c:v>111.232186019421</c:v>
                </c:pt>
                <c:pt idx="707">
                  <c:v>111.270997464657</c:v>
                </c:pt>
                <c:pt idx="708">
                  <c:v>111.285172343254</c:v>
                </c:pt>
                <c:pt idx="709">
                  <c:v>111.269513010979</c:v>
                </c:pt>
                <c:pt idx="710">
                  <c:v>111.20715367794</c:v>
                </c:pt>
                <c:pt idx="711">
                  <c:v>111.120908975601</c:v>
                </c:pt>
                <c:pt idx="712">
                  <c:v>111.013640761375</c:v>
                </c:pt>
                <c:pt idx="713">
                  <c:v>111.018259227276</c:v>
                </c:pt>
                <c:pt idx="714">
                  <c:v>111.030327677727</c:v>
                </c:pt>
                <c:pt idx="715">
                  <c:v>111.098982751369</c:v>
                </c:pt>
                <c:pt idx="716">
                  <c:v>111.212211668491</c:v>
                </c:pt>
                <c:pt idx="717">
                  <c:v>111.419592678547</c:v>
                </c:pt>
                <c:pt idx="718">
                  <c:v>111.606900453568</c:v>
                </c:pt>
                <c:pt idx="719">
                  <c:v>111.754972696304</c:v>
                </c:pt>
                <c:pt idx="720">
                  <c:v>111.977703988552</c:v>
                </c:pt>
                <c:pt idx="721">
                  <c:v>112.239151537418</c:v>
                </c:pt>
                <c:pt idx="722">
                  <c:v>112.49555337429</c:v>
                </c:pt>
                <c:pt idx="723">
                  <c:v>112.749540686607</c:v>
                </c:pt>
                <c:pt idx="724">
                  <c:v>112.969803988934</c:v>
                </c:pt>
                <c:pt idx="725">
                  <c:v>113.117892086506</c:v>
                </c:pt>
                <c:pt idx="726">
                  <c:v>113.236905097961</c:v>
                </c:pt>
                <c:pt idx="727">
                  <c:v>113.341492235661</c:v>
                </c:pt>
                <c:pt idx="728">
                  <c:v>113.47414535284</c:v>
                </c:pt>
                <c:pt idx="729">
                  <c:v>113.515791714191</c:v>
                </c:pt>
                <c:pt idx="730">
                  <c:v>113.501164257526</c:v>
                </c:pt>
                <c:pt idx="731">
                  <c:v>113.478533565998</c:v>
                </c:pt>
                <c:pt idx="732">
                  <c:v>113.436150610447</c:v>
                </c:pt>
                <c:pt idx="733">
                  <c:v>113.427632510662</c:v>
                </c:pt>
                <c:pt idx="734">
                  <c:v>113.456710219383</c:v>
                </c:pt>
                <c:pt idx="735">
                  <c:v>113.579328298569</c:v>
                </c:pt>
                <c:pt idx="736">
                  <c:v>113.713088989258</c:v>
                </c:pt>
                <c:pt idx="737">
                  <c:v>113.863284111023</c:v>
                </c:pt>
                <c:pt idx="738">
                  <c:v>114.004713535309</c:v>
                </c:pt>
                <c:pt idx="739">
                  <c:v>114.137411236763</c:v>
                </c:pt>
                <c:pt idx="740">
                  <c:v>114.195223212242</c:v>
                </c:pt>
                <c:pt idx="741">
                  <c:v>114.231191754341</c:v>
                </c:pt>
                <c:pt idx="742">
                  <c:v>114.269178390503</c:v>
                </c:pt>
                <c:pt idx="743">
                  <c:v>114.263584017754</c:v>
                </c:pt>
                <c:pt idx="744">
                  <c:v>114.221453547478</c:v>
                </c:pt>
                <c:pt idx="745">
                  <c:v>114.036014318466</c:v>
                </c:pt>
                <c:pt idx="746">
                  <c:v>113.868012309074</c:v>
                </c:pt>
                <c:pt idx="747">
                  <c:v>113.785932898521</c:v>
                </c:pt>
                <c:pt idx="748">
                  <c:v>114.076531708241</c:v>
                </c:pt>
                <c:pt idx="749">
                  <c:v>114.143825292587</c:v>
                </c:pt>
                <c:pt idx="750">
                  <c:v>114.335466086864</c:v>
                </c:pt>
                <c:pt idx="751">
                  <c:v>114.594616115093</c:v>
                </c:pt>
                <c:pt idx="752">
                  <c:v>114.808688104153</c:v>
                </c:pt>
                <c:pt idx="753">
                  <c:v>114.812748491764</c:v>
                </c:pt>
                <c:pt idx="754">
                  <c:v>114.741651833057</c:v>
                </c:pt>
                <c:pt idx="755">
                  <c:v>114.761275410652</c:v>
                </c:pt>
                <c:pt idx="756">
                  <c:v>114.846040904522</c:v>
                </c:pt>
                <c:pt idx="757">
                  <c:v>114.944109737873</c:v>
                </c:pt>
                <c:pt idx="758">
                  <c:v>115.048009216785</c:v>
                </c:pt>
                <c:pt idx="759">
                  <c:v>115.205460488796</c:v>
                </c:pt>
                <c:pt idx="760">
                  <c:v>115.336026787758</c:v>
                </c:pt>
                <c:pt idx="761">
                  <c:v>115.522201299667</c:v>
                </c:pt>
                <c:pt idx="762">
                  <c:v>115.752259612083</c:v>
                </c:pt>
                <c:pt idx="763">
                  <c:v>116.049167752266</c:v>
                </c:pt>
                <c:pt idx="764">
                  <c:v>116.455039620399</c:v>
                </c:pt>
                <c:pt idx="765">
                  <c:v>116.728268563747</c:v>
                </c:pt>
                <c:pt idx="766">
                  <c:v>116.971068322659</c:v>
                </c:pt>
                <c:pt idx="767">
                  <c:v>117.246691644192</c:v>
                </c:pt>
                <c:pt idx="768">
                  <c:v>117.594568192959</c:v>
                </c:pt>
                <c:pt idx="769">
                  <c:v>117.941964268684</c:v>
                </c:pt>
                <c:pt idx="770">
                  <c:v>118.259974241257</c:v>
                </c:pt>
                <c:pt idx="771">
                  <c:v>118.472075402737</c:v>
                </c:pt>
                <c:pt idx="772">
                  <c:v>118.653856277466</c:v>
                </c:pt>
                <c:pt idx="773">
                  <c:v>118.865797042847</c:v>
                </c:pt>
                <c:pt idx="774">
                  <c:v>119.147371709347</c:v>
                </c:pt>
                <c:pt idx="775">
                  <c:v>119.376922190189</c:v>
                </c:pt>
                <c:pt idx="776">
                  <c:v>119.666361510754</c:v>
                </c:pt>
                <c:pt idx="777">
                  <c:v>120.027342498302</c:v>
                </c:pt>
                <c:pt idx="778">
                  <c:v>120.262545228004</c:v>
                </c:pt>
                <c:pt idx="779">
                  <c:v>120.420090019703</c:v>
                </c:pt>
                <c:pt idx="780">
                  <c:v>120.618876338005</c:v>
                </c:pt>
                <c:pt idx="781">
                  <c:v>120.82405936718</c:v>
                </c:pt>
                <c:pt idx="782">
                  <c:v>121.085729122162</c:v>
                </c:pt>
                <c:pt idx="783">
                  <c:v>121.346555829048</c:v>
                </c:pt>
                <c:pt idx="784">
                  <c:v>121.595993936062</c:v>
                </c:pt>
                <c:pt idx="785">
                  <c:v>121.77303391695</c:v>
                </c:pt>
                <c:pt idx="786">
                  <c:v>121.936558246613</c:v>
                </c:pt>
                <c:pt idx="787">
                  <c:v>121.999736785889</c:v>
                </c:pt>
                <c:pt idx="788">
                  <c:v>122.258443713188</c:v>
                </c:pt>
                <c:pt idx="789">
                  <c:v>122.561014890671</c:v>
                </c:pt>
                <c:pt idx="790">
                  <c:v>122.835314333439</c:v>
                </c:pt>
                <c:pt idx="791">
                  <c:v>123.05145406723</c:v>
                </c:pt>
                <c:pt idx="792">
                  <c:v>123.270511984825</c:v>
                </c:pt>
                <c:pt idx="793">
                  <c:v>123.445403516293</c:v>
                </c:pt>
                <c:pt idx="794">
                  <c:v>123.629047751427</c:v>
                </c:pt>
                <c:pt idx="795">
                  <c:v>123.818981289864</c:v>
                </c:pt>
                <c:pt idx="796">
                  <c:v>123.998103499413</c:v>
                </c:pt>
                <c:pt idx="797">
                  <c:v>124.195864856243</c:v>
                </c:pt>
                <c:pt idx="798">
                  <c:v>124.337108075619</c:v>
                </c:pt>
                <c:pt idx="799">
                  <c:v>124.484536230564</c:v>
                </c:pt>
                <c:pt idx="800">
                  <c:v>124.710654675961</c:v>
                </c:pt>
                <c:pt idx="801">
                  <c:v>124.916510343552</c:v>
                </c:pt>
                <c:pt idx="802">
                  <c:v>125.146179437637</c:v>
                </c:pt>
                <c:pt idx="803">
                  <c:v>125.429839372635</c:v>
                </c:pt>
                <c:pt idx="804">
                  <c:v>125.714307010174</c:v>
                </c:pt>
                <c:pt idx="805">
                  <c:v>126.006313860416</c:v>
                </c:pt>
                <c:pt idx="806">
                  <c:v>126.288340389729</c:v>
                </c:pt>
                <c:pt idx="807">
                  <c:v>126.511279165745</c:v>
                </c:pt>
                <c:pt idx="808">
                  <c:v>126.686276972294</c:v>
                </c:pt>
                <c:pt idx="809">
                  <c:v>126.849026620388</c:v>
                </c:pt>
                <c:pt idx="810">
                  <c:v>126.961857438087</c:v>
                </c:pt>
                <c:pt idx="811">
                  <c:v>127.034266471863</c:v>
                </c:pt>
                <c:pt idx="812">
                  <c:v>127.141887784004</c:v>
                </c:pt>
                <c:pt idx="813">
                  <c:v>127.19462031126</c:v>
                </c:pt>
                <c:pt idx="814">
                  <c:v>127.245027601719</c:v>
                </c:pt>
                <c:pt idx="815">
                  <c:v>127.295424282551</c:v>
                </c:pt>
                <c:pt idx="816">
                  <c:v>127.327662169933</c:v>
                </c:pt>
                <c:pt idx="817">
                  <c:v>127.296584904194</c:v>
                </c:pt>
                <c:pt idx="818">
                  <c:v>127.307970106602</c:v>
                </c:pt>
                <c:pt idx="819">
                  <c:v>127.446590721607</c:v>
                </c:pt>
                <c:pt idx="820">
                  <c:v>127.51092594862</c:v>
                </c:pt>
                <c:pt idx="821">
                  <c:v>127.631835341454</c:v>
                </c:pt>
                <c:pt idx="822">
                  <c:v>127.779072642326</c:v>
                </c:pt>
                <c:pt idx="823">
                  <c:v>127.974355459213</c:v>
                </c:pt>
                <c:pt idx="824">
                  <c:v>128.158946156502</c:v>
                </c:pt>
                <c:pt idx="825">
                  <c:v>128.327169120312</c:v>
                </c:pt>
                <c:pt idx="826">
                  <c:v>128.533650457859</c:v>
                </c:pt>
                <c:pt idx="827">
                  <c:v>128.722191751003</c:v>
                </c:pt>
                <c:pt idx="828">
                  <c:v>128.877412855625</c:v>
                </c:pt>
                <c:pt idx="829">
                  <c:v>128.993544518948</c:v>
                </c:pt>
                <c:pt idx="830">
                  <c:v>129.135048210621</c:v>
                </c:pt>
                <c:pt idx="831">
                  <c:v>129.321400344372</c:v>
                </c:pt>
                <c:pt idx="832">
                  <c:v>129.468817412853</c:v>
                </c:pt>
                <c:pt idx="833">
                  <c:v>129.634472429752</c:v>
                </c:pt>
                <c:pt idx="834">
                  <c:v>129.768404841423</c:v>
                </c:pt>
                <c:pt idx="835">
                  <c:v>129.920128285885</c:v>
                </c:pt>
                <c:pt idx="836">
                  <c:v>130.048843681812</c:v>
                </c:pt>
                <c:pt idx="837">
                  <c:v>130.205748736858</c:v>
                </c:pt>
                <c:pt idx="838">
                  <c:v>130.353734731674</c:v>
                </c:pt>
                <c:pt idx="839">
                  <c:v>130.538144290447</c:v>
                </c:pt>
                <c:pt idx="840">
                  <c:v>130.672744333744</c:v>
                </c:pt>
                <c:pt idx="841">
                  <c:v>130.824261009693</c:v>
                </c:pt>
                <c:pt idx="842">
                  <c:v>130.954286277294</c:v>
                </c:pt>
                <c:pt idx="843">
                  <c:v>130.955895185471</c:v>
                </c:pt>
                <c:pt idx="844">
                  <c:v>130.990493893623</c:v>
                </c:pt>
                <c:pt idx="845">
                  <c:v>130.95417535305</c:v>
                </c:pt>
                <c:pt idx="846">
                  <c:v>130.87518119812</c:v>
                </c:pt>
                <c:pt idx="847">
                  <c:v>130.773425102234</c:v>
                </c:pt>
                <c:pt idx="848">
                  <c:v>130.71161198616</c:v>
                </c:pt>
                <c:pt idx="849">
                  <c:v>130.753000199795</c:v>
                </c:pt>
                <c:pt idx="850">
                  <c:v>130.843763232231</c:v>
                </c:pt>
                <c:pt idx="851">
                  <c:v>130.967976212502</c:v>
                </c:pt>
                <c:pt idx="852">
                  <c:v>131.105850577354</c:v>
                </c:pt>
                <c:pt idx="853">
                  <c:v>131.289550125599</c:v>
                </c:pt>
                <c:pt idx="854">
                  <c:v>131.463159263134</c:v>
                </c:pt>
                <c:pt idx="855">
                  <c:v>131.716355502605</c:v>
                </c:pt>
                <c:pt idx="856">
                  <c:v>132.044227659702</c:v>
                </c:pt>
                <c:pt idx="857">
                  <c:v>132.431027829647</c:v>
                </c:pt>
                <c:pt idx="858">
                  <c:v>132.757800996304</c:v>
                </c:pt>
                <c:pt idx="859">
                  <c:v>132.991523683071</c:v>
                </c:pt>
                <c:pt idx="860">
                  <c:v>133.12114584446</c:v>
                </c:pt>
                <c:pt idx="861">
                  <c:v>133.231683909893</c:v>
                </c:pt>
                <c:pt idx="862">
                  <c:v>133.264036178589</c:v>
                </c:pt>
                <c:pt idx="863">
                  <c:v>133.251720666885</c:v>
                </c:pt>
                <c:pt idx="864">
                  <c:v>133.269345402718</c:v>
                </c:pt>
                <c:pt idx="865">
                  <c:v>133.328926026821</c:v>
                </c:pt>
                <c:pt idx="866">
                  <c:v>133.317418515682</c:v>
                </c:pt>
                <c:pt idx="867">
                  <c:v>133.35403162241</c:v>
                </c:pt>
                <c:pt idx="868">
                  <c:v>133.443121016026</c:v>
                </c:pt>
                <c:pt idx="869">
                  <c:v>133.654408693314</c:v>
                </c:pt>
                <c:pt idx="870">
                  <c:v>133.885387659073</c:v>
                </c:pt>
                <c:pt idx="871">
                  <c:v>134.168088376522</c:v>
                </c:pt>
                <c:pt idx="872">
                  <c:v>134.466487944126</c:v>
                </c:pt>
                <c:pt idx="873">
                  <c:v>134.689753711224</c:v>
                </c:pt>
                <c:pt idx="874">
                  <c:v>134.996400237083</c:v>
                </c:pt>
                <c:pt idx="875">
                  <c:v>135.343164563179</c:v>
                </c:pt>
                <c:pt idx="876">
                  <c:v>135.713420689106</c:v>
                </c:pt>
                <c:pt idx="877">
                  <c:v>136.037186324596</c:v>
                </c:pt>
                <c:pt idx="878">
                  <c:v>136.368470966816</c:v>
                </c:pt>
                <c:pt idx="879">
                  <c:v>136.711026549339</c:v>
                </c:pt>
                <c:pt idx="880">
                  <c:v>137.039729118347</c:v>
                </c:pt>
                <c:pt idx="881">
                  <c:v>137.321639835835</c:v>
                </c:pt>
                <c:pt idx="882">
                  <c:v>137.628224551678</c:v>
                </c:pt>
                <c:pt idx="883">
                  <c:v>137.937768101692</c:v>
                </c:pt>
                <c:pt idx="884">
                  <c:v>138.216290831566</c:v>
                </c:pt>
                <c:pt idx="885">
                  <c:v>138.477679610252</c:v>
                </c:pt>
                <c:pt idx="886">
                  <c:v>138.705005288124</c:v>
                </c:pt>
                <c:pt idx="887">
                  <c:v>138.916771352291</c:v>
                </c:pt>
                <c:pt idx="888">
                  <c:v>139.052579522133</c:v>
                </c:pt>
                <c:pt idx="889">
                  <c:v>139.179565489292</c:v>
                </c:pt>
                <c:pt idx="890">
                  <c:v>139.410258412361</c:v>
                </c:pt>
                <c:pt idx="891">
                  <c:v>139.593000948429</c:v>
                </c:pt>
                <c:pt idx="892">
                  <c:v>139.740832567215</c:v>
                </c:pt>
                <c:pt idx="893">
                  <c:v>139.906959891319</c:v>
                </c:pt>
                <c:pt idx="894">
                  <c:v>140.112176418304</c:v>
                </c:pt>
                <c:pt idx="895">
                  <c:v>140.267062902451</c:v>
                </c:pt>
                <c:pt idx="896">
                  <c:v>140.44063013792</c:v>
                </c:pt>
                <c:pt idx="897">
                  <c:v>140.605661571026</c:v>
                </c:pt>
                <c:pt idx="898">
                  <c:v>140.818424940109</c:v>
                </c:pt>
                <c:pt idx="899">
                  <c:v>141.118912756443</c:v>
                </c:pt>
                <c:pt idx="900">
                  <c:v>141.412770688534</c:v>
                </c:pt>
                <c:pt idx="901">
                  <c:v>141.582720816135</c:v>
                </c:pt>
                <c:pt idx="902">
                  <c:v>141.6138920784</c:v>
                </c:pt>
                <c:pt idx="903">
                  <c:v>141.667167127132</c:v>
                </c:pt>
                <c:pt idx="904">
                  <c:v>141.772027373314</c:v>
                </c:pt>
                <c:pt idx="905">
                  <c:v>141.898932993412</c:v>
                </c:pt>
                <c:pt idx="906">
                  <c:v>142.118136703968</c:v>
                </c:pt>
                <c:pt idx="907">
                  <c:v>142.380799889565</c:v>
                </c:pt>
                <c:pt idx="908">
                  <c:v>142.656636357307</c:v>
                </c:pt>
                <c:pt idx="909">
                  <c:v>142.818376719952</c:v>
                </c:pt>
                <c:pt idx="910">
                  <c:v>143.008205711842</c:v>
                </c:pt>
                <c:pt idx="911">
                  <c:v>143.183469831944</c:v>
                </c:pt>
                <c:pt idx="912">
                  <c:v>143.455044329166</c:v>
                </c:pt>
                <c:pt idx="913">
                  <c:v>143.564920008183</c:v>
                </c:pt>
                <c:pt idx="914">
                  <c:v>143.617661058903</c:v>
                </c:pt>
                <c:pt idx="915">
                  <c:v>143.502927005291</c:v>
                </c:pt>
                <c:pt idx="916">
                  <c:v>143.478475987911</c:v>
                </c:pt>
                <c:pt idx="917">
                  <c:v>143.499359309673</c:v>
                </c:pt>
                <c:pt idx="918">
                  <c:v>143.51500916481</c:v>
                </c:pt>
                <c:pt idx="919">
                  <c:v>143.525659561157</c:v>
                </c:pt>
                <c:pt idx="920">
                  <c:v>143.570850014687</c:v>
                </c:pt>
                <c:pt idx="921">
                  <c:v>143.699556231499</c:v>
                </c:pt>
                <c:pt idx="922">
                  <c:v>143.776892244816</c:v>
                </c:pt>
                <c:pt idx="923">
                  <c:v>143.91550630331</c:v>
                </c:pt>
                <c:pt idx="924">
                  <c:v>144.106850206852</c:v>
                </c:pt>
                <c:pt idx="925">
                  <c:v>144.29979544878</c:v>
                </c:pt>
                <c:pt idx="926">
                  <c:v>144.450559258461</c:v>
                </c:pt>
                <c:pt idx="927">
                  <c:v>144.536092340946</c:v>
                </c:pt>
                <c:pt idx="928">
                  <c:v>144.599778711796</c:v>
                </c:pt>
                <c:pt idx="929">
                  <c:v>144.652718245983</c:v>
                </c:pt>
                <c:pt idx="930">
                  <c:v>144.68556946516</c:v>
                </c:pt>
                <c:pt idx="931">
                  <c:v>144.706927061081</c:v>
                </c:pt>
                <c:pt idx="932">
                  <c:v>144.805505156517</c:v>
                </c:pt>
                <c:pt idx="933">
                  <c:v>144.928048372269</c:v>
                </c:pt>
                <c:pt idx="934">
                  <c:v>145.060679733753</c:v>
                </c:pt>
                <c:pt idx="935">
                  <c:v>145.101585149765</c:v>
                </c:pt>
                <c:pt idx="936">
                  <c:v>145.2257142663</c:v>
                </c:pt>
                <c:pt idx="937">
                  <c:v>145.3059065938</c:v>
                </c:pt>
                <c:pt idx="938">
                  <c:v>145.297421514988</c:v>
                </c:pt>
                <c:pt idx="939">
                  <c:v>145.237975418568</c:v>
                </c:pt>
                <c:pt idx="940">
                  <c:v>145.140963494778</c:v>
                </c:pt>
                <c:pt idx="941">
                  <c:v>145.140504539013</c:v>
                </c:pt>
                <c:pt idx="942">
                  <c:v>145.199083209038</c:v>
                </c:pt>
                <c:pt idx="943">
                  <c:v>145.288533270359</c:v>
                </c:pt>
                <c:pt idx="944">
                  <c:v>145.361062347889</c:v>
                </c:pt>
                <c:pt idx="945">
                  <c:v>145.508202433586</c:v>
                </c:pt>
                <c:pt idx="946">
                  <c:v>145.70618057251</c:v>
                </c:pt>
                <c:pt idx="947">
                  <c:v>145.91682934761</c:v>
                </c:pt>
                <c:pt idx="948">
                  <c:v>146.128786921501</c:v>
                </c:pt>
                <c:pt idx="949">
                  <c:v>146.328328847885</c:v>
                </c:pt>
                <c:pt idx="950">
                  <c:v>146.5091984272</c:v>
                </c:pt>
                <c:pt idx="951">
                  <c:v>146.671531260014</c:v>
                </c:pt>
                <c:pt idx="952">
                  <c:v>146.852062106132</c:v>
                </c:pt>
                <c:pt idx="953">
                  <c:v>147.037560224533</c:v>
                </c:pt>
                <c:pt idx="954">
                  <c:v>147.171877503395</c:v>
                </c:pt>
                <c:pt idx="955">
                  <c:v>147.305125594139</c:v>
                </c:pt>
                <c:pt idx="956">
                  <c:v>147.407325387001</c:v>
                </c:pt>
                <c:pt idx="957">
                  <c:v>147.523981869221</c:v>
                </c:pt>
                <c:pt idx="958">
                  <c:v>147.65392780304</c:v>
                </c:pt>
                <c:pt idx="959">
                  <c:v>147.72965580225</c:v>
                </c:pt>
                <c:pt idx="960">
                  <c:v>147.849450647831</c:v>
                </c:pt>
                <c:pt idx="961">
                  <c:v>147.938502371311</c:v>
                </c:pt>
                <c:pt idx="962">
                  <c:v>148.036461353302</c:v>
                </c:pt>
                <c:pt idx="963">
                  <c:v>148.159344792366</c:v>
                </c:pt>
                <c:pt idx="964">
                  <c:v>148.253603279591</c:v>
                </c:pt>
                <c:pt idx="965">
                  <c:v>148.334400713444</c:v>
                </c:pt>
                <c:pt idx="966">
                  <c:v>148.451993227005</c:v>
                </c:pt>
                <c:pt idx="967">
                  <c:v>148.62550419569</c:v>
                </c:pt>
                <c:pt idx="968">
                  <c:v>148.812468826771</c:v>
                </c:pt>
                <c:pt idx="969">
                  <c:v>149.026701569557</c:v>
                </c:pt>
                <c:pt idx="970">
                  <c:v>149.208470106125</c:v>
                </c:pt>
                <c:pt idx="971">
                  <c:v>149.42176091671</c:v>
                </c:pt>
                <c:pt idx="972">
                  <c:v>149.589947462082</c:v>
                </c:pt>
                <c:pt idx="973">
                  <c:v>149.801016867161</c:v>
                </c:pt>
                <c:pt idx="974">
                  <c:v>150.031261861324</c:v>
                </c:pt>
                <c:pt idx="975">
                  <c:v>150.28677123785</c:v>
                </c:pt>
                <c:pt idx="976">
                  <c:v>150.509102165699</c:v>
                </c:pt>
                <c:pt idx="977">
                  <c:v>150.770852386951</c:v>
                </c:pt>
                <c:pt idx="978">
                  <c:v>151.028211176395</c:v>
                </c:pt>
                <c:pt idx="979">
                  <c:v>151.263268411159</c:v>
                </c:pt>
                <c:pt idx="980">
                  <c:v>151.444953382015</c:v>
                </c:pt>
                <c:pt idx="981">
                  <c:v>151.646873772144</c:v>
                </c:pt>
                <c:pt idx="982">
                  <c:v>151.897043526173</c:v>
                </c:pt>
                <c:pt idx="983">
                  <c:v>152.12906396389</c:v>
                </c:pt>
                <c:pt idx="984">
                  <c:v>152.300473809242</c:v>
                </c:pt>
                <c:pt idx="985">
                  <c:v>152.446142852306</c:v>
                </c:pt>
                <c:pt idx="986">
                  <c:v>152.560582876205</c:v>
                </c:pt>
                <c:pt idx="987">
                  <c:v>152.721937417984</c:v>
                </c:pt>
                <c:pt idx="988">
                  <c:v>152.878711283207</c:v>
                </c:pt>
                <c:pt idx="989">
                  <c:v>153.055526077747</c:v>
                </c:pt>
                <c:pt idx="990">
                  <c:v>153.21716272831</c:v>
                </c:pt>
                <c:pt idx="991">
                  <c:v>153.304710328579</c:v>
                </c:pt>
                <c:pt idx="992">
                  <c:v>153.410776078701</c:v>
                </c:pt>
                <c:pt idx="993">
                  <c:v>153.510651230812</c:v>
                </c:pt>
                <c:pt idx="994">
                  <c:v>153.571663677692</c:v>
                </c:pt>
                <c:pt idx="995">
                  <c:v>153.547478377819</c:v>
                </c:pt>
                <c:pt idx="996">
                  <c:v>153.559441626072</c:v>
                </c:pt>
                <c:pt idx="997">
                  <c:v>153.56697756052</c:v>
                </c:pt>
                <c:pt idx="998">
                  <c:v>153.644921958446</c:v>
                </c:pt>
                <c:pt idx="999">
                  <c:v>153.760369837284</c:v>
                </c:pt>
                <c:pt idx="1000">
                  <c:v>153.873232424259</c:v>
                </c:pt>
                <c:pt idx="1001">
                  <c:v>153.926392138004</c:v>
                </c:pt>
                <c:pt idx="1002">
                  <c:v>153.967268884182</c:v>
                </c:pt>
                <c:pt idx="1003">
                  <c:v>154.071243822575</c:v>
                </c:pt>
                <c:pt idx="1004">
                  <c:v>154.219927847385</c:v>
                </c:pt>
                <c:pt idx="1005">
                  <c:v>154.411902666092</c:v>
                </c:pt>
                <c:pt idx="1006">
                  <c:v>154.668418467045</c:v>
                </c:pt>
                <c:pt idx="1007">
                  <c:v>154.873098671436</c:v>
                </c:pt>
                <c:pt idx="1008">
                  <c:v>155.093802213669</c:v>
                </c:pt>
                <c:pt idx="1009">
                  <c:v>155.233553349972</c:v>
                </c:pt>
                <c:pt idx="1010">
                  <c:v>155.441116929054</c:v>
                </c:pt>
                <c:pt idx="1011">
                  <c:v>155.637306213379</c:v>
                </c:pt>
                <c:pt idx="1012">
                  <c:v>155.83574616909</c:v>
                </c:pt>
                <c:pt idx="1013">
                  <c:v>155.97749131918</c:v>
                </c:pt>
                <c:pt idx="1014">
                  <c:v>156.088354170322</c:v>
                </c:pt>
                <c:pt idx="1015">
                  <c:v>156.181886434555</c:v>
                </c:pt>
                <c:pt idx="1016">
                  <c:v>156.349724888802</c:v>
                </c:pt>
                <c:pt idx="1017">
                  <c:v>156.538863360882</c:v>
                </c:pt>
                <c:pt idx="1018">
                  <c:v>156.754756689072</c:v>
                </c:pt>
                <c:pt idx="1019">
                  <c:v>156.94772040844</c:v>
                </c:pt>
                <c:pt idx="1020">
                  <c:v>157.087563574314</c:v>
                </c:pt>
                <c:pt idx="1021">
                  <c:v>157.213325440884</c:v>
                </c:pt>
                <c:pt idx="1022">
                  <c:v>157.360370874405</c:v>
                </c:pt>
                <c:pt idx="1023">
                  <c:v>157.505007624626</c:v>
                </c:pt>
                <c:pt idx="1024">
                  <c:v>157.605536401272</c:v>
                </c:pt>
                <c:pt idx="1025">
                  <c:v>157.739103317261</c:v>
                </c:pt>
                <c:pt idx="1026">
                  <c:v>157.822917819023</c:v>
                </c:pt>
                <c:pt idx="1027">
                  <c:v>157.953525781631</c:v>
                </c:pt>
                <c:pt idx="1028">
                  <c:v>158.087482511997</c:v>
                </c:pt>
                <c:pt idx="1029">
                  <c:v>158.261319220066</c:v>
                </c:pt>
                <c:pt idx="1030">
                  <c:v>158.442131757736</c:v>
                </c:pt>
                <c:pt idx="1031">
                  <c:v>158.626653850079</c:v>
                </c:pt>
                <c:pt idx="1032">
                  <c:v>158.8009775877</c:v>
                </c:pt>
                <c:pt idx="1033">
                  <c:v>158.969115018845</c:v>
                </c:pt>
                <c:pt idx="1034">
                  <c:v>159.116476178169</c:v>
                </c:pt>
                <c:pt idx="1035">
                  <c:v>159.29435813427</c:v>
                </c:pt>
                <c:pt idx="1036">
                  <c:v>159.527760565281</c:v>
                </c:pt>
                <c:pt idx="1037">
                  <c:v>159.733767688274</c:v>
                </c:pt>
                <c:pt idx="1038">
                  <c:v>159.944652616978</c:v>
                </c:pt>
                <c:pt idx="1039">
                  <c:v>160.183127760887</c:v>
                </c:pt>
                <c:pt idx="1040">
                  <c:v>160.426719963551</c:v>
                </c:pt>
                <c:pt idx="1041">
                  <c:v>160.679486334324</c:v>
                </c:pt>
                <c:pt idx="1042">
                  <c:v>160.87749838829</c:v>
                </c:pt>
                <c:pt idx="1043">
                  <c:v>161.074579000473</c:v>
                </c:pt>
                <c:pt idx="1044">
                  <c:v>161.228118419647</c:v>
                </c:pt>
                <c:pt idx="1045">
                  <c:v>161.334144234657</c:v>
                </c:pt>
                <c:pt idx="1046">
                  <c:v>161.380436956882</c:v>
                </c:pt>
                <c:pt idx="1047">
                  <c:v>161.457718551159</c:v>
                </c:pt>
                <c:pt idx="1048">
                  <c:v>161.499772310257</c:v>
                </c:pt>
                <c:pt idx="1049">
                  <c:v>161.552692890167</c:v>
                </c:pt>
                <c:pt idx="1050">
                  <c:v>161.561657428741</c:v>
                </c:pt>
                <c:pt idx="1051">
                  <c:v>161.570693910122</c:v>
                </c:pt>
                <c:pt idx="1052">
                  <c:v>161.489525616169</c:v>
                </c:pt>
                <c:pt idx="1053">
                  <c:v>161.384865820408</c:v>
                </c:pt>
                <c:pt idx="1054">
                  <c:v>161.321231782436</c:v>
                </c:pt>
                <c:pt idx="1055">
                  <c:v>161.27209931612</c:v>
                </c:pt>
                <c:pt idx="1056">
                  <c:v>161.277944743633</c:v>
                </c:pt>
                <c:pt idx="1057">
                  <c:v>161.283675611019</c:v>
                </c:pt>
                <c:pt idx="1058">
                  <c:v>161.24057918787</c:v>
                </c:pt>
                <c:pt idx="1059">
                  <c:v>161.162950575352</c:v>
                </c:pt>
                <c:pt idx="1060">
                  <c:v>161.115529000759</c:v>
                </c:pt>
                <c:pt idx="1061">
                  <c:v>161.028359353542</c:v>
                </c:pt>
                <c:pt idx="1062">
                  <c:v>160.991738855839</c:v>
                </c:pt>
                <c:pt idx="1063">
                  <c:v>161.012741684914</c:v>
                </c:pt>
                <c:pt idx="1064">
                  <c:v>161.047656059265</c:v>
                </c:pt>
                <c:pt idx="1065">
                  <c:v>161.162209272385</c:v>
                </c:pt>
                <c:pt idx="1066">
                  <c:v>161.251213788986</c:v>
                </c:pt>
                <c:pt idx="1067">
                  <c:v>161.32737404108</c:v>
                </c:pt>
                <c:pt idx="1068">
                  <c:v>161.455740451813</c:v>
                </c:pt>
                <c:pt idx="1069">
                  <c:v>161.572996258736</c:v>
                </c:pt>
                <c:pt idx="1070">
                  <c:v>161.663540303707</c:v>
                </c:pt>
                <c:pt idx="1071">
                  <c:v>161.841389834881</c:v>
                </c:pt>
                <c:pt idx="1072">
                  <c:v>162.050418794155</c:v>
                </c:pt>
                <c:pt idx="1073">
                  <c:v>162.244735240936</c:v>
                </c:pt>
                <c:pt idx="1074">
                  <c:v>162.445295214653</c:v>
                </c:pt>
                <c:pt idx="1075">
                  <c:v>162.569178521633</c:v>
                </c:pt>
                <c:pt idx="1076">
                  <c:v>162.647159218788</c:v>
                </c:pt>
                <c:pt idx="1077">
                  <c:v>162.693994045258</c:v>
                </c:pt>
                <c:pt idx="1078">
                  <c:v>162.810557842255</c:v>
                </c:pt>
                <c:pt idx="1079">
                  <c:v>162.941357374191</c:v>
                </c:pt>
                <c:pt idx="1080">
                  <c:v>163.065591871738</c:v>
                </c:pt>
                <c:pt idx="1081">
                  <c:v>163.173305571079</c:v>
                </c:pt>
                <c:pt idx="1082">
                  <c:v>163.301360070705</c:v>
                </c:pt>
                <c:pt idx="1083">
                  <c:v>163.432444095612</c:v>
                </c:pt>
                <c:pt idx="1084">
                  <c:v>163.553055524826</c:v>
                </c:pt>
                <c:pt idx="1085">
                  <c:v>163.693966269493</c:v>
                </c:pt>
                <c:pt idx="1086">
                  <c:v>163.83903491497</c:v>
                </c:pt>
                <c:pt idx="1087">
                  <c:v>163.982985138893</c:v>
                </c:pt>
                <c:pt idx="1088">
                  <c:v>164.055370271206</c:v>
                </c:pt>
                <c:pt idx="1089">
                  <c:v>164.14025336504</c:v>
                </c:pt>
                <c:pt idx="1090">
                  <c:v>164.20529204607</c:v>
                </c:pt>
                <c:pt idx="1091">
                  <c:v>164.266579329967</c:v>
                </c:pt>
                <c:pt idx="1092">
                  <c:v>164.354770123959</c:v>
                </c:pt>
                <c:pt idx="1093">
                  <c:v>164.460877537727</c:v>
                </c:pt>
                <c:pt idx="1094">
                  <c:v>164.586486816406</c:v>
                </c:pt>
                <c:pt idx="1095">
                  <c:v>164.693484008312</c:v>
                </c:pt>
                <c:pt idx="1096">
                  <c:v>164.773233652115</c:v>
                </c:pt>
                <c:pt idx="1097">
                  <c:v>164.78401941061</c:v>
                </c:pt>
                <c:pt idx="1098">
                  <c:v>164.81886100769</c:v>
                </c:pt>
                <c:pt idx="1099">
                  <c:v>164.876558184624</c:v>
                </c:pt>
                <c:pt idx="1100">
                  <c:v>164.942064166069</c:v>
                </c:pt>
                <c:pt idx="1101">
                  <c:v>165.094788014889</c:v>
                </c:pt>
                <c:pt idx="1102">
                  <c:v>165.285111784935</c:v>
                </c:pt>
                <c:pt idx="1103">
                  <c:v>165.393297970295</c:v>
                </c:pt>
                <c:pt idx="1104">
                  <c:v>165.505225837231</c:v>
                </c:pt>
                <c:pt idx="1105">
                  <c:v>165.572569668293</c:v>
                </c:pt>
                <c:pt idx="1106">
                  <c:v>165.659523785114</c:v>
                </c:pt>
                <c:pt idx="1107">
                  <c:v>165.746005892754</c:v>
                </c:pt>
                <c:pt idx="1108">
                  <c:v>165.835907459259</c:v>
                </c:pt>
                <c:pt idx="1109">
                  <c:v>165.954405784607</c:v>
                </c:pt>
                <c:pt idx="1110">
                  <c:v>166.021126925945</c:v>
                </c:pt>
                <c:pt idx="1111">
                  <c:v>166.111092150211</c:v>
                </c:pt>
                <c:pt idx="1112">
                  <c:v>166.160285413265</c:v>
                </c:pt>
                <c:pt idx="1113">
                  <c:v>166.267395377159</c:v>
                </c:pt>
                <c:pt idx="1114">
                  <c:v>166.406108796596</c:v>
                </c:pt>
                <c:pt idx="1115">
                  <c:v>166.520058572292</c:v>
                </c:pt>
                <c:pt idx="1116">
                  <c:v>166.646670818329</c:v>
                </c:pt>
                <c:pt idx="1117">
                  <c:v>166.818970024586</c:v>
                </c:pt>
                <c:pt idx="1118">
                  <c:v>166.908177852631</c:v>
                </c:pt>
                <c:pt idx="1119">
                  <c:v>167.052457988262</c:v>
                </c:pt>
                <c:pt idx="1120">
                  <c:v>167.179322898388</c:v>
                </c:pt>
                <c:pt idx="1121">
                  <c:v>167.332358896732</c:v>
                </c:pt>
                <c:pt idx="1122">
                  <c:v>167.515854716301</c:v>
                </c:pt>
                <c:pt idx="1123">
                  <c:v>167.715946495533</c:v>
                </c:pt>
                <c:pt idx="1124">
                  <c:v>167.885033130646</c:v>
                </c:pt>
                <c:pt idx="1125">
                  <c:v>168.004000127315</c:v>
                </c:pt>
                <c:pt idx="1126">
                  <c:v>168.12972164154</c:v>
                </c:pt>
                <c:pt idx="1127">
                  <c:v>168.293706059456</c:v>
                </c:pt>
                <c:pt idx="1128">
                  <c:v>168.427020668983</c:v>
                </c:pt>
                <c:pt idx="1129">
                  <c:v>168.600414216518</c:v>
                </c:pt>
                <c:pt idx="1130">
                  <c:v>168.789774000645</c:v>
                </c:pt>
                <c:pt idx="1131">
                  <c:v>168.996385872364</c:v>
                </c:pt>
                <c:pt idx="1132">
                  <c:v>169.189758896828</c:v>
                </c:pt>
                <c:pt idx="1133">
                  <c:v>169.384404540062</c:v>
                </c:pt>
                <c:pt idx="1134">
                  <c:v>169.557557821274</c:v>
                </c:pt>
                <c:pt idx="1135">
                  <c:v>169.757787704468</c:v>
                </c:pt>
                <c:pt idx="1136">
                  <c:v>169.88019490242</c:v>
                </c:pt>
                <c:pt idx="1137">
                  <c:v>170.004494190216</c:v>
                </c:pt>
                <c:pt idx="1138">
                  <c:v>170.185613632202</c:v>
                </c:pt>
                <c:pt idx="1139">
                  <c:v>170.301361203194</c:v>
                </c:pt>
                <c:pt idx="1140">
                  <c:v>170.39824795723</c:v>
                </c:pt>
                <c:pt idx="1141">
                  <c:v>170.538794636726</c:v>
                </c:pt>
                <c:pt idx="1142">
                  <c:v>170.682582437992</c:v>
                </c:pt>
                <c:pt idx="1143">
                  <c:v>170.856919527054</c:v>
                </c:pt>
                <c:pt idx="1144">
                  <c:v>171.025403738022</c:v>
                </c:pt>
                <c:pt idx="1145">
                  <c:v>171.229019522667</c:v>
                </c:pt>
                <c:pt idx="1146">
                  <c:v>171.43914270401</c:v>
                </c:pt>
                <c:pt idx="1147">
                  <c:v>171.698010087013</c:v>
                </c:pt>
                <c:pt idx="1148">
                  <c:v>171.901675343513</c:v>
                </c:pt>
                <c:pt idx="1149">
                  <c:v>172.070415139198</c:v>
                </c:pt>
                <c:pt idx="1150">
                  <c:v>172.189287722111</c:v>
                </c:pt>
                <c:pt idx="1151">
                  <c:v>172.328130781651</c:v>
                </c:pt>
                <c:pt idx="1152">
                  <c:v>172.454566776752</c:v>
                </c:pt>
                <c:pt idx="1153">
                  <c:v>172.576242744923</c:v>
                </c:pt>
                <c:pt idx="1154">
                  <c:v>172.640868842602</c:v>
                </c:pt>
                <c:pt idx="1155">
                  <c:v>172.718048214912</c:v>
                </c:pt>
                <c:pt idx="1156">
                  <c:v>172.784622192383</c:v>
                </c:pt>
                <c:pt idx="1157">
                  <c:v>172.803211688995</c:v>
                </c:pt>
                <c:pt idx="1158">
                  <c:v>172.797708511353</c:v>
                </c:pt>
                <c:pt idx="1159">
                  <c:v>172.88214802742</c:v>
                </c:pt>
                <c:pt idx="1160">
                  <c:v>172.965779781342</c:v>
                </c:pt>
                <c:pt idx="1161">
                  <c:v>173.010444998741</c:v>
                </c:pt>
                <c:pt idx="1162">
                  <c:v>173.017214894295</c:v>
                </c:pt>
                <c:pt idx="1163">
                  <c:v>173.017780661583</c:v>
                </c:pt>
                <c:pt idx="1164">
                  <c:v>173.061815619469</c:v>
                </c:pt>
                <c:pt idx="1165">
                  <c:v>173.15314489603</c:v>
                </c:pt>
                <c:pt idx="1166">
                  <c:v>173.189980626106</c:v>
                </c:pt>
                <c:pt idx="1167">
                  <c:v>173.191302001476</c:v>
                </c:pt>
                <c:pt idx="1168">
                  <c:v>173.153194010258</c:v>
                </c:pt>
                <c:pt idx="1169">
                  <c:v>173.121029436588</c:v>
                </c:pt>
                <c:pt idx="1170">
                  <c:v>173.004027068615</c:v>
                </c:pt>
                <c:pt idx="1171">
                  <c:v>172.861882030964</c:v>
                </c:pt>
                <c:pt idx="1172">
                  <c:v>172.74217158556</c:v>
                </c:pt>
                <c:pt idx="1173">
                  <c:v>172.700115144253</c:v>
                </c:pt>
                <c:pt idx="1174">
                  <c:v>172.681915104389</c:v>
                </c:pt>
                <c:pt idx="1175">
                  <c:v>172.589529931545</c:v>
                </c:pt>
                <c:pt idx="1176">
                  <c:v>172.5929287076</c:v>
                </c:pt>
                <c:pt idx="1177">
                  <c:v>172.555015385151</c:v>
                </c:pt>
                <c:pt idx="1178">
                  <c:v>172.516283333302</c:v>
                </c:pt>
                <c:pt idx="1179">
                  <c:v>172.487969100475</c:v>
                </c:pt>
                <c:pt idx="1180">
                  <c:v>172.468838989735</c:v>
                </c:pt>
                <c:pt idx="1181">
                  <c:v>172.520718872547</c:v>
                </c:pt>
                <c:pt idx="1182">
                  <c:v>172.525910139084</c:v>
                </c:pt>
                <c:pt idx="1183">
                  <c:v>172.534957170486</c:v>
                </c:pt>
                <c:pt idx="1184">
                  <c:v>172.606194794178</c:v>
                </c:pt>
                <c:pt idx="1185">
                  <c:v>172.679654419422</c:v>
                </c:pt>
                <c:pt idx="1186">
                  <c:v>172.776779174805</c:v>
                </c:pt>
                <c:pt idx="1187">
                  <c:v>172.835182189941</c:v>
                </c:pt>
                <c:pt idx="1188">
                  <c:v>172.952293038368</c:v>
                </c:pt>
                <c:pt idx="1189">
                  <c:v>173.096568644047</c:v>
                </c:pt>
                <c:pt idx="1190">
                  <c:v>173.230349004269</c:v>
                </c:pt>
                <c:pt idx="1191">
                  <c:v>173.356651186943</c:v>
                </c:pt>
                <c:pt idx="1192">
                  <c:v>173.485374450684</c:v>
                </c:pt>
                <c:pt idx="1193">
                  <c:v>173.611956775188</c:v>
                </c:pt>
                <c:pt idx="1194">
                  <c:v>173.712421536446</c:v>
                </c:pt>
                <c:pt idx="1195">
                  <c:v>173.826378524303</c:v>
                </c:pt>
                <c:pt idx="1196">
                  <c:v>173.898016452789</c:v>
                </c:pt>
                <c:pt idx="1197">
                  <c:v>173.954362094402</c:v>
                </c:pt>
                <c:pt idx="1198">
                  <c:v>174.072449982166</c:v>
                </c:pt>
                <c:pt idx="1199">
                  <c:v>174.219375312328</c:v>
                </c:pt>
                <c:pt idx="1200">
                  <c:v>174.369031965733</c:v>
                </c:pt>
                <c:pt idx="1201">
                  <c:v>174.544109344482</c:v>
                </c:pt>
                <c:pt idx="1202">
                  <c:v>174.756957292557</c:v>
                </c:pt>
                <c:pt idx="1203">
                  <c:v>175.030557155609</c:v>
                </c:pt>
                <c:pt idx="1204">
                  <c:v>175.314460158348</c:v>
                </c:pt>
                <c:pt idx="1205">
                  <c:v>175.600329041481</c:v>
                </c:pt>
                <c:pt idx="1206">
                  <c:v>175.860366940498</c:v>
                </c:pt>
                <c:pt idx="1207">
                  <c:v>176.124036073685</c:v>
                </c:pt>
                <c:pt idx="1208">
                  <c:v>176.357988893986</c:v>
                </c:pt>
                <c:pt idx="1209">
                  <c:v>176.604227602482</c:v>
                </c:pt>
                <c:pt idx="1210">
                  <c:v>176.856844723225</c:v>
                </c:pt>
                <c:pt idx="1211">
                  <c:v>177.139102518558</c:v>
                </c:pt>
                <c:pt idx="1212">
                  <c:v>177.366217494011</c:v>
                </c:pt>
                <c:pt idx="1213">
                  <c:v>177.57085365057</c:v>
                </c:pt>
                <c:pt idx="1214">
                  <c:v>177.76282864809</c:v>
                </c:pt>
                <c:pt idx="1215">
                  <c:v>177.960427701473</c:v>
                </c:pt>
                <c:pt idx="1216">
                  <c:v>178.131663739681</c:v>
                </c:pt>
                <c:pt idx="1217">
                  <c:v>178.272393405437</c:v>
                </c:pt>
                <c:pt idx="1218">
                  <c:v>178.484070062637</c:v>
                </c:pt>
                <c:pt idx="1219">
                  <c:v>178.688066005707</c:v>
                </c:pt>
                <c:pt idx="1220">
                  <c:v>178.901182830334</c:v>
                </c:pt>
                <c:pt idx="1221">
                  <c:v>179.092202723026</c:v>
                </c:pt>
                <c:pt idx="1222">
                  <c:v>179.252254843712</c:v>
                </c:pt>
                <c:pt idx="1223">
                  <c:v>179.414487600327</c:v>
                </c:pt>
                <c:pt idx="1224">
                  <c:v>179.613120317459</c:v>
                </c:pt>
                <c:pt idx="1225">
                  <c:v>179.829841971397</c:v>
                </c:pt>
                <c:pt idx="1226">
                  <c:v>180.12187731266</c:v>
                </c:pt>
                <c:pt idx="1227">
                  <c:v>180.485523581505</c:v>
                </c:pt>
                <c:pt idx="1228">
                  <c:v>180.858919560909</c:v>
                </c:pt>
                <c:pt idx="1229">
                  <c:v>181.122038304806</c:v>
                </c:pt>
                <c:pt idx="1230">
                  <c:v>181.350867390633</c:v>
                </c:pt>
                <c:pt idx="1231">
                  <c:v>181.486397862434</c:v>
                </c:pt>
                <c:pt idx="1232">
                  <c:v>181.611156344414</c:v>
                </c:pt>
                <c:pt idx="1233">
                  <c:v>181.677214503288</c:v>
                </c:pt>
                <c:pt idx="1234">
                  <c:v>181.738226830959</c:v>
                </c:pt>
                <c:pt idx="1235">
                  <c:v>181.736228764057</c:v>
                </c:pt>
                <c:pt idx="1236">
                  <c:v>181.679860174656</c:v>
                </c:pt>
                <c:pt idx="1237">
                  <c:v>181.618612706661</c:v>
                </c:pt>
                <c:pt idx="1238">
                  <c:v>181.636241614819</c:v>
                </c:pt>
                <c:pt idx="1239">
                  <c:v>181.77870041132</c:v>
                </c:pt>
                <c:pt idx="1240">
                  <c:v>181.939266145229</c:v>
                </c:pt>
                <c:pt idx="1241">
                  <c:v>182.144328594208</c:v>
                </c:pt>
                <c:pt idx="1242">
                  <c:v>182.328602492809</c:v>
                </c:pt>
                <c:pt idx="1243">
                  <c:v>182.456369757652</c:v>
                </c:pt>
                <c:pt idx="1244">
                  <c:v>182.53386926651</c:v>
                </c:pt>
                <c:pt idx="1245">
                  <c:v>182.605347335339</c:v>
                </c:pt>
                <c:pt idx="1246">
                  <c:v>182.664480268955</c:v>
                </c:pt>
                <c:pt idx="1247">
                  <c:v>182.711721301079</c:v>
                </c:pt>
                <c:pt idx="1248">
                  <c:v>182.777917861938</c:v>
                </c:pt>
                <c:pt idx="1249">
                  <c:v>182.811345815659</c:v>
                </c:pt>
                <c:pt idx="1250">
                  <c:v>182.927623748779</c:v>
                </c:pt>
                <c:pt idx="1251">
                  <c:v>182.945911765099</c:v>
                </c:pt>
                <c:pt idx="1252">
                  <c:v>182.968773722649</c:v>
                </c:pt>
                <c:pt idx="1253">
                  <c:v>182.948467373848</c:v>
                </c:pt>
                <c:pt idx="1254">
                  <c:v>182.9039478302</c:v>
                </c:pt>
                <c:pt idx="1255">
                  <c:v>182.908879637718</c:v>
                </c:pt>
                <c:pt idx="1256">
                  <c:v>182.854740023613</c:v>
                </c:pt>
                <c:pt idx="1257">
                  <c:v>182.863409638405</c:v>
                </c:pt>
                <c:pt idx="1258">
                  <c:v>182.858313441277</c:v>
                </c:pt>
                <c:pt idx="1259">
                  <c:v>182.983145236969</c:v>
                </c:pt>
                <c:pt idx="1260">
                  <c:v>183.081476032734</c:v>
                </c:pt>
                <c:pt idx="1261">
                  <c:v>183.150271654129</c:v>
                </c:pt>
                <c:pt idx="1262">
                  <c:v>183.202729225159</c:v>
                </c:pt>
                <c:pt idx="1263">
                  <c:v>183.301124036312</c:v>
                </c:pt>
                <c:pt idx="1264">
                  <c:v>183.51511991024</c:v>
                </c:pt>
                <c:pt idx="1265">
                  <c:v>183.702749013901</c:v>
                </c:pt>
                <c:pt idx="1266">
                  <c:v>183.910812020302</c:v>
                </c:pt>
                <c:pt idx="1267">
                  <c:v>184.098240017891</c:v>
                </c:pt>
                <c:pt idx="1268">
                  <c:v>184.250510931015</c:v>
                </c:pt>
                <c:pt idx="1269">
                  <c:v>184.382341146469</c:v>
                </c:pt>
                <c:pt idx="1270">
                  <c:v>184.518309533596</c:v>
                </c:pt>
                <c:pt idx="1271">
                  <c:v>184.618249475956</c:v>
                </c:pt>
                <c:pt idx="1272">
                  <c:v>184.689887464046</c:v>
                </c:pt>
                <c:pt idx="1273">
                  <c:v>184.769804358482</c:v>
                </c:pt>
                <c:pt idx="1274">
                  <c:v>184.868449747562</c:v>
                </c:pt>
                <c:pt idx="1275">
                  <c:v>185.108623385429</c:v>
                </c:pt>
                <c:pt idx="1276">
                  <c:v>185.326800584793</c:v>
                </c:pt>
                <c:pt idx="1277">
                  <c:v>185.605310916901</c:v>
                </c:pt>
                <c:pt idx="1278">
                  <c:v>185.877187728882</c:v>
                </c:pt>
                <c:pt idx="1279">
                  <c:v>186.146985054016</c:v>
                </c:pt>
                <c:pt idx="1280">
                  <c:v>186.361137628555</c:v>
                </c:pt>
                <c:pt idx="1281">
                  <c:v>186.472254574299</c:v>
                </c:pt>
                <c:pt idx="1282">
                  <c:v>186.670904994011</c:v>
                </c:pt>
                <c:pt idx="1283">
                  <c:v>186.851778805256</c:v>
                </c:pt>
                <c:pt idx="1284">
                  <c:v>187.034364759922</c:v>
                </c:pt>
                <c:pt idx="1285">
                  <c:v>187.106390893459</c:v>
                </c:pt>
                <c:pt idx="1286">
                  <c:v>187.207104682922</c:v>
                </c:pt>
                <c:pt idx="1287">
                  <c:v>187.332082092762</c:v>
                </c:pt>
                <c:pt idx="1288">
                  <c:v>187.480686068535</c:v>
                </c:pt>
                <c:pt idx="1289">
                  <c:v>187.682978928089</c:v>
                </c:pt>
                <c:pt idx="1290">
                  <c:v>188.019414246082</c:v>
                </c:pt>
                <c:pt idx="1291">
                  <c:v>188.359865486622</c:v>
                </c:pt>
                <c:pt idx="1292">
                  <c:v>188.529892265797</c:v>
                </c:pt>
                <c:pt idx="1293">
                  <c:v>188.79714101553</c:v>
                </c:pt>
                <c:pt idx="1294">
                  <c:v>189.016966998577</c:v>
                </c:pt>
                <c:pt idx="1295">
                  <c:v>189.245595991611</c:v>
                </c:pt>
                <c:pt idx="1296">
                  <c:v>189.522423326969</c:v>
                </c:pt>
                <c:pt idx="1297">
                  <c:v>189.847882509232</c:v>
                </c:pt>
                <c:pt idx="1298">
                  <c:v>190.133873105049</c:v>
                </c:pt>
                <c:pt idx="1299">
                  <c:v>190.357817232609</c:v>
                </c:pt>
                <c:pt idx="1300">
                  <c:v>190.613293707371</c:v>
                </c:pt>
                <c:pt idx="1301">
                  <c:v>190.845004141331</c:v>
                </c:pt>
                <c:pt idx="1302">
                  <c:v>191.058820009232</c:v>
                </c:pt>
                <c:pt idx="1303">
                  <c:v>191.291347742081</c:v>
                </c:pt>
                <c:pt idx="1304">
                  <c:v>191.455684781074</c:v>
                </c:pt>
                <c:pt idx="1305">
                  <c:v>191.622803151607</c:v>
                </c:pt>
                <c:pt idx="1306">
                  <c:v>191.766602277756</c:v>
                </c:pt>
                <c:pt idx="1307">
                  <c:v>191.942666292191</c:v>
                </c:pt>
                <c:pt idx="1308">
                  <c:v>192.170369148254</c:v>
                </c:pt>
                <c:pt idx="1309">
                  <c:v>192.400058567524</c:v>
                </c:pt>
                <c:pt idx="1310">
                  <c:v>192.620565235615</c:v>
                </c:pt>
                <c:pt idx="1311">
                  <c:v>192.876366138458</c:v>
                </c:pt>
                <c:pt idx="1312">
                  <c:v>193.107596993446</c:v>
                </c:pt>
                <c:pt idx="1313">
                  <c:v>193.334221720695</c:v>
                </c:pt>
                <c:pt idx="1314">
                  <c:v>193.498094558716</c:v>
                </c:pt>
                <c:pt idx="1315">
                  <c:v>193.619006633759</c:v>
                </c:pt>
                <c:pt idx="1316">
                  <c:v>193.691316068172</c:v>
                </c:pt>
                <c:pt idx="1317">
                  <c:v>193.825732529163</c:v>
                </c:pt>
                <c:pt idx="1318">
                  <c:v>193.941012263298</c:v>
                </c:pt>
                <c:pt idx="1319">
                  <c:v>194.107104480267</c:v>
                </c:pt>
                <c:pt idx="1320">
                  <c:v>194.295197308063</c:v>
                </c:pt>
                <c:pt idx="1321">
                  <c:v>194.394959449768</c:v>
                </c:pt>
                <c:pt idx="1322">
                  <c:v>194.51719224453</c:v>
                </c:pt>
                <c:pt idx="1323">
                  <c:v>194.701953411102</c:v>
                </c:pt>
                <c:pt idx="1324">
                  <c:v>194.862832844257</c:v>
                </c:pt>
                <c:pt idx="1325">
                  <c:v>195.031861841679</c:v>
                </c:pt>
                <c:pt idx="1326">
                  <c:v>195.1816213727</c:v>
                </c:pt>
                <c:pt idx="1327">
                  <c:v>195.289337098598</c:v>
                </c:pt>
                <c:pt idx="1328">
                  <c:v>195.422151267529</c:v>
                </c:pt>
                <c:pt idx="1329">
                  <c:v>195.551167070866</c:v>
                </c:pt>
                <c:pt idx="1330">
                  <c:v>195.746610581875</c:v>
                </c:pt>
                <c:pt idx="1331">
                  <c:v>195.983288764954</c:v>
                </c:pt>
                <c:pt idx="1332">
                  <c:v>196.23553943634</c:v>
                </c:pt>
                <c:pt idx="1333">
                  <c:v>196.412529408932</c:v>
                </c:pt>
                <c:pt idx="1334">
                  <c:v>196.575286030769</c:v>
                </c:pt>
                <c:pt idx="1335">
                  <c:v>196.67584502697</c:v>
                </c:pt>
                <c:pt idx="1336">
                  <c:v>196.758736133575</c:v>
                </c:pt>
                <c:pt idx="1337">
                  <c:v>196.848543941975</c:v>
                </c:pt>
                <c:pt idx="1338">
                  <c:v>196.935805737972</c:v>
                </c:pt>
                <c:pt idx="1339">
                  <c:v>196.989685595036</c:v>
                </c:pt>
                <c:pt idx="1340">
                  <c:v>196.990146934986</c:v>
                </c:pt>
                <c:pt idx="1341">
                  <c:v>197.066720962524</c:v>
                </c:pt>
                <c:pt idx="1342">
                  <c:v>197.152866184711</c:v>
                </c:pt>
                <c:pt idx="1343">
                  <c:v>197.236901342869</c:v>
                </c:pt>
                <c:pt idx="1344">
                  <c:v>197.250347137451</c:v>
                </c:pt>
                <c:pt idx="1345">
                  <c:v>197.246186375618</c:v>
                </c:pt>
                <c:pt idx="1346">
                  <c:v>197.211313724518</c:v>
                </c:pt>
                <c:pt idx="1347">
                  <c:v>197.275476932526</c:v>
                </c:pt>
                <c:pt idx="1348">
                  <c:v>197.357586979866</c:v>
                </c:pt>
                <c:pt idx="1349">
                  <c:v>197.460225403309</c:v>
                </c:pt>
                <c:pt idx="1350">
                  <c:v>197.569651901722</c:v>
                </c:pt>
                <c:pt idx="1351">
                  <c:v>197.648287951946</c:v>
                </c:pt>
                <c:pt idx="1352">
                  <c:v>197.736357390881</c:v>
                </c:pt>
                <c:pt idx="1353">
                  <c:v>197.818467617035</c:v>
                </c:pt>
                <c:pt idx="1354">
                  <c:v>197.907379508018</c:v>
                </c:pt>
                <c:pt idx="1355">
                  <c:v>198.041877567768</c:v>
                </c:pt>
                <c:pt idx="1356">
                  <c:v>198.155242264271</c:v>
                </c:pt>
                <c:pt idx="1357">
                  <c:v>198.264127671719</c:v>
                </c:pt>
                <c:pt idx="1358">
                  <c:v>198.382765591145</c:v>
                </c:pt>
                <c:pt idx="1359">
                  <c:v>198.43340587616</c:v>
                </c:pt>
                <c:pt idx="1360">
                  <c:v>198.485743165016</c:v>
                </c:pt>
                <c:pt idx="1361">
                  <c:v>198.565741360188</c:v>
                </c:pt>
                <c:pt idx="1362">
                  <c:v>198.645519077778</c:v>
                </c:pt>
                <c:pt idx="1363">
                  <c:v>198.780808985233</c:v>
                </c:pt>
                <c:pt idx="1364">
                  <c:v>198.939542591572</c:v>
                </c:pt>
                <c:pt idx="1365">
                  <c:v>199.064092874527</c:v>
                </c:pt>
                <c:pt idx="1366">
                  <c:v>199.252518594265</c:v>
                </c:pt>
                <c:pt idx="1367">
                  <c:v>199.563375592232</c:v>
                </c:pt>
                <c:pt idx="1368">
                  <c:v>199.95844566822</c:v>
                </c:pt>
                <c:pt idx="1369">
                  <c:v>200.390933454037</c:v>
                </c:pt>
                <c:pt idx="1370">
                  <c:v>200.788157999516</c:v>
                </c:pt>
                <c:pt idx="1371">
                  <c:v>201.146964013576</c:v>
                </c:pt>
                <c:pt idx="1372">
                  <c:v>201.472329437733</c:v>
                </c:pt>
                <c:pt idx="1373">
                  <c:v>201.70173317194</c:v>
                </c:pt>
                <c:pt idx="1374">
                  <c:v>201.902819633484</c:v>
                </c:pt>
                <c:pt idx="1375">
                  <c:v>202.060661137104</c:v>
                </c:pt>
                <c:pt idx="1376">
                  <c:v>202.167082130909</c:v>
                </c:pt>
                <c:pt idx="1377">
                  <c:v>202.282697677612</c:v>
                </c:pt>
                <c:pt idx="1378">
                  <c:v>202.342349052429</c:v>
                </c:pt>
                <c:pt idx="1379">
                  <c:v>202.384054660797</c:v>
                </c:pt>
                <c:pt idx="1380">
                  <c:v>202.438648760319</c:v>
                </c:pt>
                <c:pt idx="1381">
                  <c:v>202.523999929428</c:v>
                </c:pt>
                <c:pt idx="1382">
                  <c:v>202.660453677177</c:v>
                </c:pt>
                <c:pt idx="1383">
                  <c:v>202.825775265694</c:v>
                </c:pt>
                <c:pt idx="1384">
                  <c:v>202.938322007656</c:v>
                </c:pt>
                <c:pt idx="1385">
                  <c:v>202.997835636139</c:v>
                </c:pt>
                <c:pt idx="1386">
                  <c:v>203.039693176746</c:v>
                </c:pt>
                <c:pt idx="1387">
                  <c:v>203.111641585827</c:v>
                </c:pt>
                <c:pt idx="1388">
                  <c:v>203.309483110905</c:v>
                </c:pt>
                <c:pt idx="1389">
                  <c:v>203.358521401882</c:v>
                </c:pt>
                <c:pt idx="1390">
                  <c:v>203.381193041801</c:v>
                </c:pt>
                <c:pt idx="1391">
                  <c:v>203.466402053833</c:v>
                </c:pt>
                <c:pt idx="1392">
                  <c:v>203.689639627933</c:v>
                </c:pt>
                <c:pt idx="1393">
                  <c:v>203.915571510792</c:v>
                </c:pt>
                <c:pt idx="1394">
                  <c:v>204.10266906023</c:v>
                </c:pt>
                <c:pt idx="1395">
                  <c:v>204.276625454426</c:v>
                </c:pt>
                <c:pt idx="1396">
                  <c:v>204.412244260311</c:v>
                </c:pt>
                <c:pt idx="1397">
                  <c:v>204.563673079014</c:v>
                </c:pt>
                <c:pt idx="1398">
                  <c:v>204.657060980797</c:v>
                </c:pt>
                <c:pt idx="1399">
                  <c:v>204.748901426792</c:v>
                </c:pt>
                <c:pt idx="1400">
                  <c:v>204.995458066463</c:v>
                </c:pt>
                <c:pt idx="1401">
                  <c:v>205.263416588306</c:v>
                </c:pt>
                <c:pt idx="1402">
                  <c:v>205.359942018986</c:v>
                </c:pt>
                <c:pt idx="1403">
                  <c:v>205.427768707275</c:v>
                </c:pt>
                <c:pt idx="1404">
                  <c:v>205.440978229046</c:v>
                </c:pt>
                <c:pt idx="1405">
                  <c:v>205.487324774265</c:v>
                </c:pt>
                <c:pt idx="1406">
                  <c:v>205.603013455868</c:v>
                </c:pt>
                <c:pt idx="1407">
                  <c:v>205.738935112953</c:v>
                </c:pt>
                <c:pt idx="1408">
                  <c:v>205.806100845337</c:v>
                </c:pt>
                <c:pt idx="1409">
                  <c:v>205.881468057632</c:v>
                </c:pt>
                <c:pt idx="1410">
                  <c:v>206.053058624268</c:v>
                </c:pt>
                <c:pt idx="1411">
                  <c:v>206.24170166254</c:v>
                </c:pt>
                <c:pt idx="1412">
                  <c:v>206.401796758175</c:v>
                </c:pt>
                <c:pt idx="1413">
                  <c:v>206.474950373173</c:v>
                </c:pt>
                <c:pt idx="1414">
                  <c:v>206.594728767872</c:v>
                </c:pt>
                <c:pt idx="1415">
                  <c:v>206.709659695625</c:v>
                </c:pt>
                <c:pt idx="1416">
                  <c:v>206.795113325119</c:v>
                </c:pt>
                <c:pt idx="1417">
                  <c:v>206.9100035429</c:v>
                </c:pt>
                <c:pt idx="1418">
                  <c:v>206.917146384716</c:v>
                </c:pt>
                <c:pt idx="1419">
                  <c:v>206.998610258102</c:v>
                </c:pt>
                <c:pt idx="1420">
                  <c:v>207.061885356903</c:v>
                </c:pt>
                <c:pt idx="1421">
                  <c:v>207.143916606903</c:v>
                </c:pt>
                <c:pt idx="1422">
                  <c:v>207.28649187088</c:v>
                </c:pt>
                <c:pt idx="1423">
                  <c:v>207.463176131248</c:v>
                </c:pt>
                <c:pt idx="1424">
                  <c:v>207.553677082062</c:v>
                </c:pt>
                <c:pt idx="1425">
                  <c:v>207.688881695271</c:v>
                </c:pt>
                <c:pt idx="1426">
                  <c:v>207.883345544338</c:v>
                </c:pt>
                <c:pt idx="1427">
                  <c:v>208.071411728859</c:v>
                </c:pt>
                <c:pt idx="1428">
                  <c:v>208.352715432644</c:v>
                </c:pt>
                <c:pt idx="1429">
                  <c:v>208.61212015152</c:v>
                </c:pt>
                <c:pt idx="1430">
                  <c:v>208.946963310242</c:v>
                </c:pt>
                <c:pt idx="1431">
                  <c:v>209.187147259712</c:v>
                </c:pt>
                <c:pt idx="1432">
                  <c:v>209.400841057301</c:v>
                </c:pt>
                <c:pt idx="1433">
                  <c:v>209.578781068325</c:v>
                </c:pt>
                <c:pt idx="1434">
                  <c:v>209.682057023048</c:v>
                </c:pt>
                <c:pt idx="1435">
                  <c:v>209.769303977489</c:v>
                </c:pt>
                <c:pt idx="1436">
                  <c:v>209.889171242714</c:v>
                </c:pt>
                <c:pt idx="1437">
                  <c:v>210.038382649422</c:v>
                </c:pt>
                <c:pt idx="1438">
                  <c:v>210.145901679993</c:v>
                </c:pt>
                <c:pt idx="1439">
                  <c:v>210.298542380333</c:v>
                </c:pt>
                <c:pt idx="1440">
                  <c:v>210.402821779251</c:v>
                </c:pt>
                <c:pt idx="1441">
                  <c:v>210.506475448608</c:v>
                </c:pt>
                <c:pt idx="1442">
                  <c:v>210.634887516499</c:v>
                </c:pt>
                <c:pt idx="1443">
                  <c:v>210.769117176533</c:v>
                </c:pt>
                <c:pt idx="1444">
                  <c:v>210.947083055973</c:v>
                </c:pt>
                <c:pt idx="1445">
                  <c:v>211.114607512951</c:v>
                </c:pt>
                <c:pt idx="1446">
                  <c:v>211.259641826153</c:v>
                </c:pt>
                <c:pt idx="1447">
                  <c:v>211.365321040153</c:v>
                </c:pt>
                <c:pt idx="1448">
                  <c:v>211.505045652389</c:v>
                </c:pt>
                <c:pt idx="1449">
                  <c:v>211.631939470768</c:v>
                </c:pt>
                <c:pt idx="1450">
                  <c:v>211.803132236004</c:v>
                </c:pt>
                <c:pt idx="1451">
                  <c:v>211.953648328781</c:v>
                </c:pt>
                <c:pt idx="1452">
                  <c:v>212.089710056782</c:v>
                </c:pt>
                <c:pt idx="1453">
                  <c:v>212.233067452908</c:v>
                </c:pt>
                <c:pt idx="1454">
                  <c:v>212.439317107201</c:v>
                </c:pt>
                <c:pt idx="1455">
                  <c:v>212.567127525806</c:v>
                </c:pt>
                <c:pt idx="1456">
                  <c:v>212.6626521945</c:v>
                </c:pt>
                <c:pt idx="1457">
                  <c:v>212.749488174915</c:v>
                </c:pt>
                <c:pt idx="1458">
                  <c:v>212.892627716064</c:v>
                </c:pt>
                <c:pt idx="1459">
                  <c:v>213.059236645699</c:v>
                </c:pt>
                <c:pt idx="1460">
                  <c:v>213.264821231365</c:v>
                </c:pt>
                <c:pt idx="1461">
                  <c:v>213.427699685097</c:v>
                </c:pt>
                <c:pt idx="1462">
                  <c:v>213.600333988667</c:v>
                </c:pt>
                <c:pt idx="1463">
                  <c:v>213.757410645485</c:v>
                </c:pt>
                <c:pt idx="1464">
                  <c:v>213.941228926182</c:v>
                </c:pt>
                <c:pt idx="1465">
                  <c:v>214.134104967117</c:v>
                </c:pt>
                <c:pt idx="1466">
                  <c:v>214.329974472523</c:v>
                </c:pt>
                <c:pt idx="1467">
                  <c:v>214.480257868767</c:v>
                </c:pt>
                <c:pt idx="1468">
                  <c:v>214.596278309822</c:v>
                </c:pt>
                <c:pt idx="1469">
                  <c:v>214.756257295608</c:v>
                </c:pt>
                <c:pt idx="1470">
                  <c:v>214.924705803394</c:v>
                </c:pt>
                <c:pt idx="1471">
                  <c:v>215.04447132349</c:v>
                </c:pt>
                <c:pt idx="1472">
                  <c:v>215.110804796219</c:v>
                </c:pt>
                <c:pt idx="1473">
                  <c:v>215.199734926224</c:v>
                </c:pt>
                <c:pt idx="1474">
                  <c:v>215.289043784142</c:v>
                </c:pt>
                <c:pt idx="1475">
                  <c:v>215.398612678051</c:v>
                </c:pt>
                <c:pt idx="1476">
                  <c:v>215.524335801601</c:v>
                </c:pt>
                <c:pt idx="1477">
                  <c:v>215.720468938351</c:v>
                </c:pt>
                <c:pt idx="1478">
                  <c:v>215.988645493984</c:v>
                </c:pt>
                <c:pt idx="1479">
                  <c:v>216.207204997539</c:v>
                </c:pt>
                <c:pt idx="1480">
                  <c:v>216.453989982605</c:v>
                </c:pt>
                <c:pt idx="1481">
                  <c:v>216.66008079052</c:v>
                </c:pt>
                <c:pt idx="1482">
                  <c:v>216.922912538052</c:v>
                </c:pt>
                <c:pt idx="1483">
                  <c:v>217.136835277081</c:v>
                </c:pt>
                <c:pt idx="1484">
                  <c:v>217.418404996395</c:v>
                </c:pt>
                <c:pt idx="1485">
                  <c:v>217.659103393555</c:v>
                </c:pt>
                <c:pt idx="1486">
                  <c:v>217.902451515198</c:v>
                </c:pt>
                <c:pt idx="1487">
                  <c:v>218.114085793495</c:v>
                </c:pt>
                <c:pt idx="1488">
                  <c:v>218.272908568382</c:v>
                </c:pt>
                <c:pt idx="1489">
                  <c:v>218.475822508335</c:v>
                </c:pt>
                <c:pt idx="1490">
                  <c:v>218.696335732937</c:v>
                </c:pt>
                <c:pt idx="1491">
                  <c:v>218.888954043388</c:v>
                </c:pt>
                <c:pt idx="1492">
                  <c:v>219.079434990883</c:v>
                </c:pt>
                <c:pt idx="1493">
                  <c:v>219.282690882683</c:v>
                </c:pt>
                <c:pt idx="1494">
                  <c:v>219.408738195896</c:v>
                </c:pt>
                <c:pt idx="1495">
                  <c:v>219.540000855923</c:v>
                </c:pt>
                <c:pt idx="1496">
                  <c:v>219.748840749264</c:v>
                </c:pt>
                <c:pt idx="1497">
                  <c:v>219.955585420132</c:v>
                </c:pt>
                <c:pt idx="1498">
                  <c:v>220.054119408131</c:v>
                </c:pt>
                <c:pt idx="1499">
                  <c:v>220.170382916927</c:v>
                </c:pt>
                <c:pt idx="1500">
                  <c:v>220.27928686142</c:v>
                </c:pt>
                <c:pt idx="1501">
                  <c:v>220.377773880959</c:v>
                </c:pt>
                <c:pt idx="1502">
                  <c:v>220.368781924248</c:v>
                </c:pt>
                <c:pt idx="1503">
                  <c:v>220.367404699326</c:v>
                </c:pt>
                <c:pt idx="1504">
                  <c:v>220.318426012993</c:v>
                </c:pt>
                <c:pt idx="1505">
                  <c:v>220.347033858299</c:v>
                </c:pt>
                <c:pt idx="1506">
                  <c:v>220.320129036903</c:v>
                </c:pt>
                <c:pt idx="1507">
                  <c:v>220.332623898983</c:v>
                </c:pt>
                <c:pt idx="1508">
                  <c:v>220.321385085583</c:v>
                </c:pt>
                <c:pt idx="1509">
                  <c:v>220.240618169308</c:v>
                </c:pt>
                <c:pt idx="1510">
                  <c:v>220.131575286388</c:v>
                </c:pt>
                <c:pt idx="1511">
                  <c:v>220.006037294865</c:v>
                </c:pt>
                <c:pt idx="1512">
                  <c:v>219.882250130177</c:v>
                </c:pt>
                <c:pt idx="1513">
                  <c:v>219.862622201443</c:v>
                </c:pt>
                <c:pt idx="1514">
                  <c:v>219.880753576755</c:v>
                </c:pt>
                <c:pt idx="1515">
                  <c:v>219.78985863924</c:v>
                </c:pt>
                <c:pt idx="1516">
                  <c:v>219.722424447536</c:v>
                </c:pt>
                <c:pt idx="1517">
                  <c:v>219.621516406536</c:v>
                </c:pt>
                <c:pt idx="1518">
                  <c:v>219.594561040401</c:v>
                </c:pt>
                <c:pt idx="1519">
                  <c:v>219.674059450626</c:v>
                </c:pt>
                <c:pt idx="1520">
                  <c:v>219.763796150684</c:v>
                </c:pt>
                <c:pt idx="1521">
                  <c:v>219.800786018372</c:v>
                </c:pt>
                <c:pt idx="1522">
                  <c:v>219.947730898857</c:v>
                </c:pt>
                <c:pt idx="1523">
                  <c:v>220.026705801487</c:v>
                </c:pt>
                <c:pt idx="1524">
                  <c:v>220.178846180439</c:v>
                </c:pt>
                <c:pt idx="1525">
                  <c:v>220.436688244343</c:v>
                </c:pt>
                <c:pt idx="1526">
                  <c:v>220.70911026001</c:v>
                </c:pt>
                <c:pt idx="1527">
                  <c:v>220.914126813412</c:v>
                </c:pt>
                <c:pt idx="1528">
                  <c:v>221.065145134926</c:v>
                </c:pt>
                <c:pt idx="1529">
                  <c:v>221.188243031502</c:v>
                </c:pt>
                <c:pt idx="1530">
                  <c:v>221.354870438576</c:v>
                </c:pt>
                <c:pt idx="1531">
                  <c:v>221.607867121696</c:v>
                </c:pt>
                <c:pt idx="1532">
                  <c:v>221.788922429085</c:v>
                </c:pt>
                <c:pt idx="1533">
                  <c:v>221.989749789238</c:v>
                </c:pt>
                <c:pt idx="1534">
                  <c:v>222.210767388344</c:v>
                </c:pt>
                <c:pt idx="1535">
                  <c:v>222.359279870987</c:v>
                </c:pt>
                <c:pt idx="1536">
                  <c:v>222.502673268318</c:v>
                </c:pt>
                <c:pt idx="1537">
                  <c:v>222.722567915916</c:v>
                </c:pt>
                <c:pt idx="1538">
                  <c:v>222.8931209445</c:v>
                </c:pt>
                <c:pt idx="1539">
                  <c:v>222.996506631374</c:v>
                </c:pt>
                <c:pt idx="1540">
                  <c:v>223.162009596825</c:v>
                </c:pt>
                <c:pt idx="1541">
                  <c:v>223.323079824448</c:v>
                </c:pt>
                <c:pt idx="1542">
                  <c:v>223.536685347557</c:v>
                </c:pt>
                <c:pt idx="1543">
                  <c:v>223.737256646156</c:v>
                </c:pt>
                <c:pt idx="1544">
                  <c:v>223.859334528446</c:v>
                </c:pt>
                <c:pt idx="1545">
                  <c:v>223.95141595602</c:v>
                </c:pt>
                <c:pt idx="1546">
                  <c:v>223.966655492783</c:v>
                </c:pt>
                <c:pt idx="1547">
                  <c:v>223.955290317535</c:v>
                </c:pt>
                <c:pt idx="1548">
                  <c:v>223.921828746796</c:v>
                </c:pt>
                <c:pt idx="1549">
                  <c:v>223.87249147892</c:v>
                </c:pt>
                <c:pt idx="1550">
                  <c:v>223.661439538002</c:v>
                </c:pt>
                <c:pt idx="1551">
                  <c:v>223.431918978691</c:v>
                </c:pt>
                <c:pt idx="1552">
                  <c:v>223.253716111183</c:v>
                </c:pt>
                <c:pt idx="1553">
                  <c:v>223.130586862564</c:v>
                </c:pt>
                <c:pt idx="1554">
                  <c:v>223.030735731125</c:v>
                </c:pt>
                <c:pt idx="1555">
                  <c:v>222.944042086601</c:v>
                </c:pt>
                <c:pt idx="1556">
                  <c:v>222.872055768967</c:v>
                </c:pt>
                <c:pt idx="1557">
                  <c:v>222.813892245293</c:v>
                </c:pt>
                <c:pt idx="1558">
                  <c:v>222.801305413246</c:v>
                </c:pt>
                <c:pt idx="1559">
                  <c:v>222.731140494347</c:v>
                </c:pt>
                <c:pt idx="1560">
                  <c:v>222.628086209297</c:v>
                </c:pt>
                <c:pt idx="1561">
                  <c:v>222.583585500717</c:v>
                </c:pt>
                <c:pt idx="1562">
                  <c:v>222.603929102421</c:v>
                </c:pt>
                <c:pt idx="1563">
                  <c:v>222.690223634243</c:v>
                </c:pt>
                <c:pt idx="1564">
                  <c:v>222.835450232029</c:v>
                </c:pt>
                <c:pt idx="1565">
                  <c:v>223.053682744503</c:v>
                </c:pt>
                <c:pt idx="1566">
                  <c:v>223.233865618706</c:v>
                </c:pt>
                <c:pt idx="1567">
                  <c:v>223.3974827528</c:v>
                </c:pt>
                <c:pt idx="1568">
                  <c:v>223.614272117615</c:v>
                </c:pt>
                <c:pt idx="1569">
                  <c:v>223.808310210705</c:v>
                </c:pt>
                <c:pt idx="1570">
                  <c:v>224.118270933628</c:v>
                </c:pt>
                <c:pt idx="1571">
                  <c:v>224.400009214878</c:v>
                </c:pt>
                <c:pt idx="1572">
                  <c:v>224.6248524189</c:v>
                </c:pt>
                <c:pt idx="1573">
                  <c:v>224.834144175053</c:v>
                </c:pt>
                <c:pt idx="1574">
                  <c:v>225.083823919296</c:v>
                </c:pt>
                <c:pt idx="1575">
                  <c:v>225.28827303648</c:v>
                </c:pt>
                <c:pt idx="1576">
                  <c:v>225.577681779861</c:v>
                </c:pt>
                <c:pt idx="1577">
                  <c:v>225.829925060272</c:v>
                </c:pt>
                <c:pt idx="1578">
                  <c:v>226.07530361414</c:v>
                </c:pt>
                <c:pt idx="1579">
                  <c:v>226.410153210163</c:v>
                </c:pt>
                <c:pt idx="1580">
                  <c:v>226.726585566997</c:v>
                </c:pt>
                <c:pt idx="1581">
                  <c:v>227.098315656185</c:v>
                </c:pt>
                <c:pt idx="1582">
                  <c:v>227.488417327404</c:v>
                </c:pt>
                <c:pt idx="1583">
                  <c:v>227.836352169514</c:v>
                </c:pt>
                <c:pt idx="1584">
                  <c:v>228.190484106541</c:v>
                </c:pt>
                <c:pt idx="1585">
                  <c:v>228.611145555973</c:v>
                </c:pt>
                <c:pt idx="1586">
                  <c:v>229.05366140604</c:v>
                </c:pt>
                <c:pt idx="1587">
                  <c:v>229.551245927811</c:v>
                </c:pt>
                <c:pt idx="1588">
                  <c:v>230.015816926956</c:v>
                </c:pt>
                <c:pt idx="1589">
                  <c:v>230.444483757019</c:v>
                </c:pt>
                <c:pt idx="1590">
                  <c:v>230.853116154671</c:v>
                </c:pt>
                <c:pt idx="1591">
                  <c:v>231.205705344677</c:v>
                </c:pt>
                <c:pt idx="1592">
                  <c:v>231.39038091898</c:v>
                </c:pt>
                <c:pt idx="1593">
                  <c:v>231.47907948494</c:v>
                </c:pt>
                <c:pt idx="1594">
                  <c:v>231.595304071903</c:v>
                </c:pt>
                <c:pt idx="1595">
                  <c:v>231.674079477787</c:v>
                </c:pt>
                <c:pt idx="1596">
                  <c:v>231.795805037022</c:v>
                </c:pt>
                <c:pt idx="1597">
                  <c:v>231.885585606098</c:v>
                </c:pt>
                <c:pt idx="1598">
                  <c:v>231.999521434307</c:v>
                </c:pt>
                <c:pt idx="1599">
                  <c:v>232.127777695656</c:v>
                </c:pt>
                <c:pt idx="1600">
                  <c:v>232.28524684906</c:v>
                </c:pt>
                <c:pt idx="1601">
                  <c:v>232.360526919365</c:v>
                </c:pt>
                <c:pt idx="1602">
                  <c:v>232.586217403412</c:v>
                </c:pt>
                <c:pt idx="1603">
                  <c:v>232.825918316841</c:v>
                </c:pt>
                <c:pt idx="1604">
                  <c:v>232.945505976677</c:v>
                </c:pt>
                <c:pt idx="1605">
                  <c:v>233.095281422138</c:v>
                </c:pt>
                <c:pt idx="1606">
                  <c:v>233.184473931789</c:v>
                </c:pt>
                <c:pt idx="1607">
                  <c:v>233.326225340366</c:v>
                </c:pt>
                <c:pt idx="1608">
                  <c:v>233.508673250675</c:v>
                </c:pt>
                <c:pt idx="1609">
                  <c:v>233.55153298378</c:v>
                </c:pt>
                <c:pt idx="1610">
                  <c:v>233.570249140263</c:v>
                </c:pt>
                <c:pt idx="1611">
                  <c:v>233.614288806915</c:v>
                </c:pt>
                <c:pt idx="1612">
                  <c:v>233.627217531204</c:v>
                </c:pt>
                <c:pt idx="1613">
                  <c:v>233.696627795696</c:v>
                </c:pt>
                <c:pt idx="1614">
                  <c:v>233.800003528595</c:v>
                </c:pt>
                <c:pt idx="1615">
                  <c:v>233.915410637856</c:v>
                </c:pt>
                <c:pt idx="1616">
                  <c:v>234.012436449528</c:v>
                </c:pt>
                <c:pt idx="1617">
                  <c:v>234.125661849976</c:v>
                </c:pt>
                <c:pt idx="1618">
                  <c:v>234.237281620502</c:v>
                </c:pt>
                <c:pt idx="1619">
                  <c:v>234.52208083868</c:v>
                </c:pt>
                <c:pt idx="1620">
                  <c:v>234.795841395855</c:v>
                </c:pt>
                <c:pt idx="1621">
                  <c:v>235.06816381216</c:v>
                </c:pt>
                <c:pt idx="1622">
                  <c:v>235.323196351528</c:v>
                </c:pt>
                <c:pt idx="1623">
                  <c:v>235.617413699627</c:v>
                </c:pt>
                <c:pt idx="1624">
                  <c:v>235.849036872387</c:v>
                </c:pt>
                <c:pt idx="1625">
                  <c:v>236.089831411839</c:v>
                </c:pt>
                <c:pt idx="1626">
                  <c:v>236.312194526195</c:v>
                </c:pt>
                <c:pt idx="1627">
                  <c:v>236.538026928902</c:v>
                </c:pt>
                <c:pt idx="1628">
                  <c:v>236.740446448326</c:v>
                </c:pt>
                <c:pt idx="1629">
                  <c:v>236.867246747017</c:v>
                </c:pt>
                <c:pt idx="1630">
                  <c:v>237.00738543272</c:v>
                </c:pt>
                <c:pt idx="1631">
                  <c:v>237.089937150478</c:v>
                </c:pt>
                <c:pt idx="1632">
                  <c:v>237.110468506813</c:v>
                </c:pt>
                <c:pt idx="1633">
                  <c:v>237.088209033012</c:v>
                </c:pt>
                <c:pt idx="1634">
                  <c:v>237.05351626873</c:v>
                </c:pt>
                <c:pt idx="1635">
                  <c:v>237.070115804672</c:v>
                </c:pt>
                <c:pt idx="1636">
                  <c:v>237.064078569412</c:v>
                </c:pt>
                <c:pt idx="1637">
                  <c:v>236.990177512169</c:v>
                </c:pt>
                <c:pt idx="1638">
                  <c:v>236.975137591362</c:v>
                </c:pt>
                <c:pt idx="1639">
                  <c:v>236.924567103386</c:v>
                </c:pt>
                <c:pt idx="1640">
                  <c:v>236.867678046226</c:v>
                </c:pt>
                <c:pt idx="1641">
                  <c:v>236.918412208557</c:v>
                </c:pt>
                <c:pt idx="1642">
                  <c:v>236.997140288353</c:v>
                </c:pt>
                <c:pt idx="1643">
                  <c:v>237.067143201828</c:v>
                </c:pt>
                <c:pt idx="1644">
                  <c:v>237.111444056034</c:v>
                </c:pt>
                <c:pt idx="1645">
                  <c:v>237.190210819244</c:v>
                </c:pt>
                <c:pt idx="1646">
                  <c:v>237.307494282722</c:v>
                </c:pt>
                <c:pt idx="1647">
                  <c:v>237.378197669983</c:v>
                </c:pt>
                <c:pt idx="1648">
                  <c:v>237.421057403088</c:v>
                </c:pt>
                <c:pt idx="1649">
                  <c:v>237.512372076511</c:v>
                </c:pt>
                <c:pt idx="1650">
                  <c:v>237.596402227879</c:v>
                </c:pt>
                <c:pt idx="1651">
                  <c:v>237.616016566753</c:v>
                </c:pt>
                <c:pt idx="1652">
                  <c:v>237.673997461796</c:v>
                </c:pt>
                <c:pt idx="1653">
                  <c:v>237.737363517284</c:v>
                </c:pt>
                <c:pt idx="1654">
                  <c:v>237.706463754177</c:v>
                </c:pt>
                <c:pt idx="1655">
                  <c:v>237.666671931744</c:v>
                </c:pt>
                <c:pt idx="1656">
                  <c:v>237.581445872784</c:v>
                </c:pt>
                <c:pt idx="1657">
                  <c:v>237.580994307995</c:v>
                </c:pt>
                <c:pt idx="1658">
                  <c:v>237.47249931097</c:v>
                </c:pt>
                <c:pt idx="1659">
                  <c:v>237.34565705061</c:v>
                </c:pt>
                <c:pt idx="1660">
                  <c:v>237.205191910267</c:v>
                </c:pt>
                <c:pt idx="1661">
                  <c:v>237.051343858242</c:v>
                </c:pt>
                <c:pt idx="1662">
                  <c:v>237.012883961201</c:v>
                </c:pt>
                <c:pt idx="1663">
                  <c:v>237.130602657795</c:v>
                </c:pt>
                <c:pt idx="1664">
                  <c:v>237.340749144554</c:v>
                </c:pt>
                <c:pt idx="1665">
                  <c:v>237.471773862839</c:v>
                </c:pt>
                <c:pt idx="1666">
                  <c:v>237.616580486298</c:v>
                </c:pt>
                <c:pt idx="1667">
                  <c:v>237.780755162239</c:v>
                </c:pt>
                <c:pt idx="1668">
                  <c:v>237.976280987263</c:v>
                </c:pt>
                <c:pt idx="1669">
                  <c:v>238.176386356354</c:v>
                </c:pt>
                <c:pt idx="1670">
                  <c:v>238.397809386253</c:v>
                </c:pt>
                <c:pt idx="1671">
                  <c:v>238.596901535988</c:v>
                </c:pt>
                <c:pt idx="1672">
                  <c:v>238.800806462765</c:v>
                </c:pt>
                <c:pt idx="1673">
                  <c:v>238.937640368938</c:v>
                </c:pt>
                <c:pt idx="1674">
                  <c:v>239.069257259369</c:v>
                </c:pt>
                <c:pt idx="1675">
                  <c:v>239.166767537594</c:v>
                </c:pt>
                <c:pt idx="1676">
                  <c:v>239.153242528439</c:v>
                </c:pt>
                <c:pt idx="1677">
                  <c:v>239.288355052471</c:v>
                </c:pt>
                <c:pt idx="1678">
                  <c:v>239.348241150379</c:v>
                </c:pt>
                <c:pt idx="1679">
                  <c:v>239.303130447865</c:v>
                </c:pt>
                <c:pt idx="1680">
                  <c:v>239.246399700642</c:v>
                </c:pt>
                <c:pt idx="1681">
                  <c:v>239.240347087383</c:v>
                </c:pt>
                <c:pt idx="1682">
                  <c:v>239.238429129124</c:v>
                </c:pt>
                <c:pt idx="1683">
                  <c:v>239.176466286182</c:v>
                </c:pt>
                <c:pt idx="1684">
                  <c:v>239.120285928249</c:v>
                </c:pt>
                <c:pt idx="1685">
                  <c:v>239.207588613033</c:v>
                </c:pt>
                <c:pt idx="1686">
                  <c:v>239.418413102627</c:v>
                </c:pt>
                <c:pt idx="1687">
                  <c:v>239.548992455006</c:v>
                </c:pt>
                <c:pt idx="1688">
                  <c:v>239.671089529991</c:v>
                </c:pt>
                <c:pt idx="1689">
                  <c:v>239.766347885132</c:v>
                </c:pt>
                <c:pt idx="1690">
                  <c:v>239.852759301662</c:v>
                </c:pt>
                <c:pt idx="1691">
                  <c:v>239.892340421677</c:v>
                </c:pt>
                <c:pt idx="1692">
                  <c:v>239.987900316715</c:v>
                </c:pt>
                <c:pt idx="1693">
                  <c:v>240.099442541599</c:v>
                </c:pt>
                <c:pt idx="1694">
                  <c:v>240.262346863747</c:v>
                </c:pt>
                <c:pt idx="1695">
                  <c:v>240.471089303493</c:v>
                </c:pt>
                <c:pt idx="1696">
                  <c:v>240.527199268341</c:v>
                </c:pt>
                <c:pt idx="1697">
                  <c:v>240.683592021465</c:v>
                </c:pt>
                <c:pt idx="1698">
                  <c:v>240.940141260624</c:v>
                </c:pt>
                <c:pt idx="1699">
                  <c:v>241.124586820602</c:v>
                </c:pt>
                <c:pt idx="1700">
                  <c:v>241.426415801048</c:v>
                </c:pt>
                <c:pt idx="1701">
                  <c:v>241.75832092762</c:v>
                </c:pt>
                <c:pt idx="1702">
                  <c:v>242.125423491001</c:v>
                </c:pt>
                <c:pt idx="1703">
                  <c:v>242.53284829855</c:v>
                </c:pt>
                <c:pt idx="1704">
                  <c:v>242.839660465717</c:v>
                </c:pt>
                <c:pt idx="1705">
                  <c:v>243.046661436558</c:v>
                </c:pt>
                <c:pt idx="1706">
                  <c:v>243.157128751278</c:v>
                </c:pt>
                <c:pt idx="1707">
                  <c:v>243.2089214921</c:v>
                </c:pt>
                <c:pt idx="1708">
                  <c:v>243.275529026985</c:v>
                </c:pt>
                <c:pt idx="1709">
                  <c:v>243.449478745461</c:v>
                </c:pt>
                <c:pt idx="1710">
                  <c:v>243.563623785973</c:v>
                </c:pt>
                <c:pt idx="1711">
                  <c:v>243.758297026157</c:v>
                </c:pt>
                <c:pt idx="1712">
                  <c:v>243.872032701969</c:v>
                </c:pt>
                <c:pt idx="1713">
                  <c:v>243.914382338524</c:v>
                </c:pt>
                <c:pt idx="1714">
                  <c:v>243.97771024704</c:v>
                </c:pt>
                <c:pt idx="1715">
                  <c:v>244.098773539066</c:v>
                </c:pt>
                <c:pt idx="1716">
                  <c:v>243.986840903759</c:v>
                </c:pt>
                <c:pt idx="1717">
                  <c:v>243.688773930073</c:v>
                </c:pt>
                <c:pt idx="1718">
                  <c:v>243.356649935246</c:v>
                </c:pt>
                <c:pt idx="1719">
                  <c:v>243.191664278507</c:v>
                </c:pt>
                <c:pt idx="1720">
                  <c:v>243.080180943012</c:v>
                </c:pt>
                <c:pt idx="1721">
                  <c:v>243.00300770998</c:v>
                </c:pt>
                <c:pt idx="1722">
                  <c:v>242.879513800144</c:v>
                </c:pt>
                <c:pt idx="1723">
                  <c:v>242.860989034176</c:v>
                </c:pt>
                <c:pt idx="1724">
                  <c:v>242.872042894363</c:v>
                </c:pt>
                <c:pt idx="1725">
                  <c:v>243.184050321579</c:v>
                </c:pt>
                <c:pt idx="1726">
                  <c:v>243.904849290848</c:v>
                </c:pt>
                <c:pt idx="1727">
                  <c:v>244.58927744627</c:v>
                </c:pt>
                <c:pt idx="1728">
                  <c:v>245.414852559566</c:v>
                </c:pt>
                <c:pt idx="1729">
                  <c:v>246.145931184292</c:v>
                </c:pt>
                <c:pt idx="1730">
                  <c:v>246.764291584492</c:v>
                </c:pt>
                <c:pt idx="1731">
                  <c:v>247.254082500935</c:v>
                </c:pt>
                <c:pt idx="1732">
                  <c:v>247.649285018444</c:v>
                </c:pt>
                <c:pt idx="1733">
                  <c:v>247.975973308086</c:v>
                </c:pt>
                <c:pt idx="1734">
                  <c:v>247.967881143093</c:v>
                </c:pt>
                <c:pt idx="1735">
                  <c:v>247.854036152363</c:v>
                </c:pt>
                <c:pt idx="1736">
                  <c:v>247.741184055805</c:v>
                </c:pt>
                <c:pt idx="1737">
                  <c:v>247.940395176411</c:v>
                </c:pt>
                <c:pt idx="1738">
                  <c:v>248.192147314548</c:v>
                </c:pt>
                <c:pt idx="1739">
                  <c:v>248.41449546814</c:v>
                </c:pt>
                <c:pt idx="1740">
                  <c:v>248.660690486431</c:v>
                </c:pt>
                <c:pt idx="1741">
                  <c:v>248.938476145267</c:v>
                </c:pt>
                <c:pt idx="1742">
                  <c:v>249.247154772282</c:v>
                </c:pt>
                <c:pt idx="1743">
                  <c:v>249.502954423428</c:v>
                </c:pt>
                <c:pt idx="1744">
                  <c:v>249.73083204031</c:v>
                </c:pt>
                <c:pt idx="1745">
                  <c:v>249.993311822414</c:v>
                </c:pt>
                <c:pt idx="1746">
                  <c:v>250.190904676914</c:v>
                </c:pt>
                <c:pt idx="1747">
                  <c:v>250.408763587475</c:v>
                </c:pt>
                <c:pt idx="1748">
                  <c:v>250.595196247101</c:v>
                </c:pt>
                <c:pt idx="1749">
                  <c:v>250.823236703873</c:v>
                </c:pt>
                <c:pt idx="1750">
                  <c:v>251.116431236267</c:v>
                </c:pt>
                <c:pt idx="1751">
                  <c:v>251.398765325546</c:v>
                </c:pt>
                <c:pt idx="1752">
                  <c:v>251.742781698704</c:v>
                </c:pt>
                <c:pt idx="1753">
                  <c:v>252.036551654339</c:v>
                </c:pt>
                <c:pt idx="1754">
                  <c:v>252.435184657574</c:v>
                </c:pt>
                <c:pt idx="1755">
                  <c:v>252.733762204647</c:v>
                </c:pt>
                <c:pt idx="1756">
                  <c:v>253.040872573853</c:v>
                </c:pt>
                <c:pt idx="1757">
                  <c:v>253.346319794655</c:v>
                </c:pt>
                <c:pt idx="1758">
                  <c:v>253.65096282959</c:v>
                </c:pt>
                <c:pt idx="1759">
                  <c:v>253.94690489769</c:v>
                </c:pt>
                <c:pt idx="1760">
                  <c:v>254.194047808647</c:v>
                </c:pt>
                <c:pt idx="1761">
                  <c:v>254.390828609467</c:v>
                </c:pt>
                <c:pt idx="1762">
                  <c:v>254.530619561672</c:v>
                </c:pt>
                <c:pt idx="1763">
                  <c:v>254.701600492001</c:v>
                </c:pt>
                <c:pt idx="1764">
                  <c:v>254.910899937153</c:v>
                </c:pt>
                <c:pt idx="1765">
                  <c:v>255.11185580492</c:v>
                </c:pt>
                <c:pt idx="1766">
                  <c:v>255.294040262699</c:v>
                </c:pt>
                <c:pt idx="1767">
                  <c:v>255.462094664574</c:v>
                </c:pt>
                <c:pt idx="1768">
                  <c:v>255.758168935776</c:v>
                </c:pt>
                <c:pt idx="1769">
                  <c:v>256.344830334187</c:v>
                </c:pt>
                <c:pt idx="1770">
                  <c:v>256.726405620575</c:v>
                </c:pt>
                <c:pt idx="1771">
                  <c:v>257.071277320385</c:v>
                </c:pt>
                <c:pt idx="1772">
                  <c:v>257.424860417843</c:v>
                </c:pt>
                <c:pt idx="1773">
                  <c:v>257.767777919769</c:v>
                </c:pt>
                <c:pt idx="1774">
                  <c:v>257.953714370728</c:v>
                </c:pt>
                <c:pt idx="1775">
                  <c:v>258.058357954025</c:v>
                </c:pt>
                <c:pt idx="1776">
                  <c:v>258.175282299519</c:v>
                </c:pt>
                <c:pt idx="1777">
                  <c:v>258.264675199986</c:v>
                </c:pt>
                <c:pt idx="1778">
                  <c:v>258.295668959618</c:v>
                </c:pt>
                <c:pt idx="1779">
                  <c:v>258.29687666893</c:v>
                </c:pt>
                <c:pt idx="1780">
                  <c:v>258.325377464294</c:v>
                </c:pt>
                <c:pt idx="1781">
                  <c:v>258.436829447746</c:v>
                </c:pt>
                <c:pt idx="1782">
                  <c:v>258.621426641941</c:v>
                </c:pt>
                <c:pt idx="1783">
                  <c:v>258.738281667233</c:v>
                </c:pt>
                <c:pt idx="1784">
                  <c:v>258.867370605469</c:v>
                </c:pt>
                <c:pt idx="1785">
                  <c:v>258.997877657413</c:v>
                </c:pt>
                <c:pt idx="1786">
                  <c:v>259.090004503727</c:v>
                </c:pt>
                <c:pt idx="1787">
                  <c:v>259.197879433632</c:v>
                </c:pt>
                <c:pt idx="1788">
                  <c:v>259.334273815155</c:v>
                </c:pt>
                <c:pt idx="1789">
                  <c:v>259.526127457619</c:v>
                </c:pt>
                <c:pt idx="1790">
                  <c:v>259.694730520248</c:v>
                </c:pt>
                <c:pt idx="1791">
                  <c:v>259.860502481461</c:v>
                </c:pt>
                <c:pt idx="1792">
                  <c:v>260.026156842709</c:v>
                </c:pt>
                <c:pt idx="1793">
                  <c:v>260.224128782749</c:v>
                </c:pt>
                <c:pt idx="1794">
                  <c:v>260.462295532227</c:v>
                </c:pt>
                <c:pt idx="1795">
                  <c:v>260.563416540623</c:v>
                </c:pt>
                <c:pt idx="1796">
                  <c:v>260.707934558392</c:v>
                </c:pt>
                <c:pt idx="1797">
                  <c:v>260.832046210766</c:v>
                </c:pt>
                <c:pt idx="1798">
                  <c:v>260.836691379547</c:v>
                </c:pt>
                <c:pt idx="1799">
                  <c:v>260.85148614645</c:v>
                </c:pt>
                <c:pt idx="1800">
                  <c:v>260.834046900272</c:v>
                </c:pt>
                <c:pt idx="1801">
                  <c:v>260.738115608692</c:v>
                </c:pt>
                <c:pt idx="1802">
                  <c:v>260.745627343655</c:v>
                </c:pt>
                <c:pt idx="1803">
                  <c:v>260.94177621603</c:v>
                </c:pt>
                <c:pt idx="1804">
                  <c:v>260.872193396091</c:v>
                </c:pt>
                <c:pt idx="1805">
                  <c:v>260.871550619602</c:v>
                </c:pt>
                <c:pt idx="1806">
                  <c:v>260.953522622585</c:v>
                </c:pt>
                <c:pt idx="1807">
                  <c:v>261.0923615098</c:v>
                </c:pt>
                <c:pt idx="1808">
                  <c:v>261.145923495293</c:v>
                </c:pt>
                <c:pt idx="1809">
                  <c:v>261.280599176884</c:v>
                </c:pt>
                <c:pt idx="1810">
                  <c:v>261.481612622738</c:v>
                </c:pt>
                <c:pt idx="1811">
                  <c:v>261.73818475008</c:v>
                </c:pt>
                <c:pt idx="1812">
                  <c:v>261.989193022251</c:v>
                </c:pt>
                <c:pt idx="1813">
                  <c:v>262.302006542683</c:v>
                </c:pt>
                <c:pt idx="1814">
                  <c:v>262.572547018528</c:v>
                </c:pt>
                <c:pt idx="1815">
                  <c:v>262.693718731403</c:v>
                </c:pt>
                <c:pt idx="1816">
                  <c:v>262.742834806442</c:v>
                </c:pt>
                <c:pt idx="1817">
                  <c:v>262.85934817791</c:v>
                </c:pt>
                <c:pt idx="1818">
                  <c:v>263.013031959534</c:v>
                </c:pt>
                <c:pt idx="1819">
                  <c:v>263.088199913502</c:v>
                </c:pt>
                <c:pt idx="1820">
                  <c:v>263.092898845673</c:v>
                </c:pt>
                <c:pt idx="1821">
                  <c:v>263.147811889648</c:v>
                </c:pt>
                <c:pt idx="1822">
                  <c:v>263.249906241894</c:v>
                </c:pt>
                <c:pt idx="1823">
                  <c:v>263.306806266308</c:v>
                </c:pt>
                <c:pt idx="1824">
                  <c:v>263.477993905544</c:v>
                </c:pt>
                <c:pt idx="1825">
                  <c:v>263.693931221962</c:v>
                </c:pt>
                <c:pt idx="1826">
                  <c:v>263.888800621033</c:v>
                </c:pt>
                <c:pt idx="1827">
                  <c:v>264.069482147694</c:v>
                </c:pt>
                <c:pt idx="1828">
                  <c:v>264.246132671833</c:v>
                </c:pt>
                <c:pt idx="1829">
                  <c:v>264.3687312603</c:v>
                </c:pt>
                <c:pt idx="1830">
                  <c:v>264.504552304745</c:v>
                </c:pt>
                <c:pt idx="1831">
                  <c:v>264.763582289219</c:v>
                </c:pt>
                <c:pt idx="1832">
                  <c:v>264.954053938389</c:v>
                </c:pt>
                <c:pt idx="1833">
                  <c:v>265.163051724434</c:v>
                </c:pt>
                <c:pt idx="1834">
                  <c:v>265.420732975006</c:v>
                </c:pt>
                <c:pt idx="1835">
                  <c:v>265.745553612709</c:v>
                </c:pt>
                <c:pt idx="1836">
                  <c:v>266.038035094738</c:v>
                </c:pt>
                <c:pt idx="1837">
                  <c:v>266.391291201115</c:v>
                </c:pt>
                <c:pt idx="1838">
                  <c:v>266.699848473072</c:v>
                </c:pt>
                <c:pt idx="1839">
                  <c:v>267.083566069603</c:v>
                </c:pt>
                <c:pt idx="1840">
                  <c:v>267.464259386063</c:v>
                </c:pt>
                <c:pt idx="1841">
                  <c:v>267.713343024254</c:v>
                </c:pt>
                <c:pt idx="1842">
                  <c:v>268.028553426266</c:v>
                </c:pt>
                <c:pt idx="1843">
                  <c:v>268.261249601841</c:v>
                </c:pt>
                <c:pt idx="1844">
                  <c:v>268.459228754044</c:v>
                </c:pt>
                <c:pt idx="1845">
                  <c:v>268.63784134388</c:v>
                </c:pt>
                <c:pt idx="1846">
                  <c:v>268.828115224838</c:v>
                </c:pt>
                <c:pt idx="1847">
                  <c:v>269.007268309593</c:v>
                </c:pt>
                <c:pt idx="1848">
                  <c:v>269.196442484856</c:v>
                </c:pt>
                <c:pt idx="1849">
                  <c:v>269.356096148491</c:v>
                </c:pt>
                <c:pt idx="1850">
                  <c:v>269.537796795368</c:v>
                </c:pt>
                <c:pt idx="1851">
                  <c:v>269.777914881706</c:v>
                </c:pt>
                <c:pt idx="1852">
                  <c:v>270.02812230587</c:v>
                </c:pt>
                <c:pt idx="1853">
                  <c:v>270.245904564857</c:v>
                </c:pt>
                <c:pt idx="1854">
                  <c:v>270.380545675755</c:v>
                </c:pt>
                <c:pt idx="1855">
                  <c:v>270.530345082283</c:v>
                </c:pt>
                <c:pt idx="1856">
                  <c:v>270.693119466305</c:v>
                </c:pt>
                <c:pt idx="1857">
                  <c:v>270.799205601215</c:v>
                </c:pt>
                <c:pt idx="1858">
                  <c:v>270.906504094601</c:v>
                </c:pt>
                <c:pt idx="1859">
                  <c:v>270.998117387295</c:v>
                </c:pt>
                <c:pt idx="1860">
                  <c:v>271.068991661072</c:v>
                </c:pt>
                <c:pt idx="1861">
                  <c:v>271.130513310432</c:v>
                </c:pt>
                <c:pt idx="1862">
                  <c:v>271.129964947701</c:v>
                </c:pt>
                <c:pt idx="1863">
                  <c:v>271.187451124191</c:v>
                </c:pt>
                <c:pt idx="1864">
                  <c:v>271.315116465092</c:v>
                </c:pt>
                <c:pt idx="1865">
                  <c:v>271.431112885475</c:v>
                </c:pt>
                <c:pt idx="1866">
                  <c:v>271.55035251379</c:v>
                </c:pt>
                <c:pt idx="1867">
                  <c:v>271.667285859585</c:v>
                </c:pt>
                <c:pt idx="1868">
                  <c:v>271.827841877937</c:v>
                </c:pt>
                <c:pt idx="1869">
                  <c:v>271.959643721581</c:v>
                </c:pt>
                <c:pt idx="1870">
                  <c:v>272.136040329933</c:v>
                </c:pt>
                <c:pt idx="1871">
                  <c:v>272.303849577904</c:v>
                </c:pt>
                <c:pt idx="1872">
                  <c:v>272.349911391735</c:v>
                </c:pt>
                <c:pt idx="1873">
                  <c:v>272.256225049496</c:v>
                </c:pt>
                <c:pt idx="1874">
                  <c:v>272.258578419685</c:v>
                </c:pt>
                <c:pt idx="1875">
                  <c:v>272.29899507761</c:v>
                </c:pt>
                <c:pt idx="1876">
                  <c:v>272.35264146328</c:v>
                </c:pt>
                <c:pt idx="1877">
                  <c:v>272.340331554413</c:v>
                </c:pt>
                <c:pt idx="1878">
                  <c:v>272.234967708588</c:v>
                </c:pt>
                <c:pt idx="1879">
                  <c:v>272.140999078751</c:v>
                </c:pt>
                <c:pt idx="1880">
                  <c:v>272.077385783195</c:v>
                </c:pt>
                <c:pt idx="1881">
                  <c:v>271.926497340202</c:v>
                </c:pt>
                <c:pt idx="1882">
                  <c:v>271.62634062767</c:v>
                </c:pt>
                <c:pt idx="1883">
                  <c:v>271.80357080698</c:v>
                </c:pt>
                <c:pt idx="1884">
                  <c:v>271.798277318478</c:v>
                </c:pt>
                <c:pt idx="1885">
                  <c:v>271.636887967587</c:v>
                </c:pt>
                <c:pt idx="1886">
                  <c:v>271.281024873257</c:v>
                </c:pt>
                <c:pt idx="1887">
                  <c:v>271.089908540249</c:v>
                </c:pt>
                <c:pt idx="1888">
                  <c:v>270.906668007374</c:v>
                </c:pt>
                <c:pt idx="1889">
                  <c:v>270.715318977833</c:v>
                </c:pt>
                <c:pt idx="1890">
                  <c:v>270.548058331013</c:v>
                </c:pt>
                <c:pt idx="1891">
                  <c:v>270.64859110117</c:v>
                </c:pt>
                <c:pt idx="1892">
                  <c:v>270.817751288414</c:v>
                </c:pt>
                <c:pt idx="1893">
                  <c:v>270.777850151062</c:v>
                </c:pt>
                <c:pt idx="1894">
                  <c:v>270.727026581764</c:v>
                </c:pt>
                <c:pt idx="1895">
                  <c:v>270.685320496559</c:v>
                </c:pt>
                <c:pt idx="1896">
                  <c:v>270.660757064819</c:v>
                </c:pt>
                <c:pt idx="1897">
                  <c:v>270.561410903931</c:v>
                </c:pt>
                <c:pt idx="1898">
                  <c:v>270.613645255566</c:v>
                </c:pt>
                <c:pt idx="1899">
                  <c:v>270.686864435673</c:v>
                </c:pt>
                <c:pt idx="1900">
                  <c:v>270.772260725498</c:v>
                </c:pt>
                <c:pt idx="1901">
                  <c:v>270.803968846798</c:v>
                </c:pt>
                <c:pt idx="1902">
                  <c:v>270.917592525482</c:v>
                </c:pt>
                <c:pt idx="1903">
                  <c:v>271.150085449219</c:v>
                </c:pt>
                <c:pt idx="1904">
                  <c:v>271.400460481644</c:v>
                </c:pt>
                <c:pt idx="1905">
                  <c:v>271.592926681042</c:v>
                </c:pt>
                <c:pt idx="1906">
                  <c:v>271.841595470905</c:v>
                </c:pt>
                <c:pt idx="1907">
                  <c:v>272.102526366711</c:v>
                </c:pt>
                <c:pt idx="1908">
                  <c:v>272.402989447117</c:v>
                </c:pt>
                <c:pt idx="1909">
                  <c:v>272.683920681477</c:v>
                </c:pt>
                <c:pt idx="1910">
                  <c:v>272.875973403454</c:v>
                </c:pt>
                <c:pt idx="1911">
                  <c:v>273.015761852264</c:v>
                </c:pt>
                <c:pt idx="1912">
                  <c:v>273.008004426956</c:v>
                </c:pt>
                <c:pt idx="1913">
                  <c:v>272.963678717613</c:v>
                </c:pt>
                <c:pt idx="1914">
                  <c:v>273.065075278282</c:v>
                </c:pt>
                <c:pt idx="1915">
                  <c:v>273.130724430084</c:v>
                </c:pt>
                <c:pt idx="1916">
                  <c:v>273.301795840263</c:v>
                </c:pt>
                <c:pt idx="1917">
                  <c:v>273.506179153919</c:v>
                </c:pt>
                <c:pt idx="1918">
                  <c:v>273.585826575756</c:v>
                </c:pt>
                <c:pt idx="1919">
                  <c:v>273.703047335148</c:v>
                </c:pt>
                <c:pt idx="1920">
                  <c:v>273.824271738529</c:v>
                </c:pt>
                <c:pt idx="1921">
                  <c:v>273.963731646538</c:v>
                </c:pt>
                <c:pt idx="1922">
                  <c:v>274.196545004845</c:v>
                </c:pt>
                <c:pt idx="1923">
                  <c:v>274.514896988869</c:v>
                </c:pt>
                <c:pt idx="1924">
                  <c:v>274.828780889511</c:v>
                </c:pt>
                <c:pt idx="1925">
                  <c:v>275.189206957817</c:v>
                </c:pt>
                <c:pt idx="1926">
                  <c:v>275.444174170494</c:v>
                </c:pt>
                <c:pt idx="1927">
                  <c:v>275.774520158768</c:v>
                </c:pt>
                <c:pt idx="1928">
                  <c:v>276.13826328516</c:v>
                </c:pt>
                <c:pt idx="1929">
                  <c:v>276.518297851086</c:v>
                </c:pt>
                <c:pt idx="1930">
                  <c:v>276.878391027451</c:v>
                </c:pt>
                <c:pt idx="1931">
                  <c:v>277.290302693844</c:v>
                </c:pt>
                <c:pt idx="1932">
                  <c:v>277.677222907543</c:v>
                </c:pt>
                <c:pt idx="1933">
                  <c:v>278.032720983028</c:v>
                </c:pt>
                <c:pt idx="1934">
                  <c:v>278.330568194389</c:v>
                </c:pt>
                <c:pt idx="1935">
                  <c:v>278.707546710968</c:v>
                </c:pt>
                <c:pt idx="1936">
                  <c:v>279.165173411369</c:v>
                </c:pt>
                <c:pt idx="1937">
                  <c:v>279.498046278954</c:v>
                </c:pt>
                <c:pt idx="1938">
                  <c:v>279.782507240772</c:v>
                </c:pt>
                <c:pt idx="1939">
                  <c:v>279.942460358143</c:v>
                </c:pt>
                <c:pt idx="1940">
                  <c:v>280.210174620152</c:v>
                </c:pt>
                <c:pt idx="1941">
                  <c:v>280.466637969017</c:v>
                </c:pt>
                <c:pt idx="1942">
                  <c:v>280.560626864433</c:v>
                </c:pt>
                <c:pt idx="1943">
                  <c:v>280.668964624405</c:v>
                </c:pt>
                <c:pt idx="1944">
                  <c:v>280.844279527664</c:v>
                </c:pt>
                <c:pt idx="1945">
                  <c:v>281.067168235779</c:v>
                </c:pt>
                <c:pt idx="1946">
                  <c:v>281.396884441376</c:v>
                </c:pt>
                <c:pt idx="1947">
                  <c:v>281.530367851257</c:v>
                </c:pt>
                <c:pt idx="1948">
                  <c:v>281.618874549866</c:v>
                </c:pt>
                <c:pt idx="1949">
                  <c:v>281.748188376427</c:v>
                </c:pt>
                <c:pt idx="1950">
                  <c:v>281.860091388226</c:v>
                </c:pt>
                <c:pt idx="1951">
                  <c:v>281.965836584568</c:v>
                </c:pt>
                <c:pt idx="1952">
                  <c:v>282.171011030674</c:v>
                </c:pt>
                <c:pt idx="1953">
                  <c:v>282.305695235729</c:v>
                </c:pt>
                <c:pt idx="1954">
                  <c:v>282.50930172205</c:v>
                </c:pt>
                <c:pt idx="1955">
                  <c:v>282.644684612751</c:v>
                </c:pt>
                <c:pt idx="1956">
                  <c:v>282.704929888248</c:v>
                </c:pt>
                <c:pt idx="1957">
                  <c:v>282.689997851849</c:v>
                </c:pt>
                <c:pt idx="1958">
                  <c:v>282.6403170228</c:v>
                </c:pt>
                <c:pt idx="1959">
                  <c:v>282.578338563442</c:v>
                </c:pt>
                <c:pt idx="1960">
                  <c:v>282.386998593807</c:v>
                </c:pt>
                <c:pt idx="1961">
                  <c:v>282.191781699657</c:v>
                </c:pt>
                <c:pt idx="1962">
                  <c:v>281.947432816029</c:v>
                </c:pt>
                <c:pt idx="1963">
                  <c:v>281.719672501087</c:v>
                </c:pt>
                <c:pt idx="1964">
                  <c:v>281.522044479847</c:v>
                </c:pt>
                <c:pt idx="1965">
                  <c:v>281.432640612125</c:v>
                </c:pt>
                <c:pt idx="1966">
                  <c:v>281.392507970333</c:v>
                </c:pt>
                <c:pt idx="1967">
                  <c:v>281.395639657974</c:v>
                </c:pt>
                <c:pt idx="1968">
                  <c:v>281.390971660614</c:v>
                </c:pt>
                <c:pt idx="1969">
                  <c:v>281.517273128033</c:v>
                </c:pt>
                <c:pt idx="1970">
                  <c:v>281.699849367142</c:v>
                </c:pt>
                <c:pt idx="1971">
                  <c:v>281.773168087006</c:v>
                </c:pt>
                <c:pt idx="1972">
                  <c:v>281.851957499981</c:v>
                </c:pt>
                <c:pt idx="1973">
                  <c:v>281.880084753036</c:v>
                </c:pt>
                <c:pt idx="1974">
                  <c:v>282.033538401127</c:v>
                </c:pt>
                <c:pt idx="1975">
                  <c:v>282.14865976572</c:v>
                </c:pt>
                <c:pt idx="1976">
                  <c:v>282.281904995441</c:v>
                </c:pt>
                <c:pt idx="1977">
                  <c:v>282.424756467342</c:v>
                </c:pt>
                <c:pt idx="1978">
                  <c:v>282.609219551086</c:v>
                </c:pt>
                <c:pt idx="1979">
                  <c:v>282.660180568695</c:v>
                </c:pt>
                <c:pt idx="1980">
                  <c:v>282.655105233192</c:v>
                </c:pt>
                <c:pt idx="1981">
                  <c:v>282.662910461426</c:v>
                </c:pt>
                <c:pt idx="1982">
                  <c:v>282.815766572952</c:v>
                </c:pt>
                <c:pt idx="1983">
                  <c:v>283.122756421566</c:v>
                </c:pt>
                <c:pt idx="1984">
                  <c:v>283.42997688055</c:v>
                </c:pt>
                <c:pt idx="1985">
                  <c:v>283.781517863274</c:v>
                </c:pt>
                <c:pt idx="1986">
                  <c:v>284.162097990513</c:v>
                </c:pt>
                <c:pt idx="1987">
                  <c:v>284.579165101051</c:v>
                </c:pt>
                <c:pt idx="1988">
                  <c:v>284.977699398994</c:v>
                </c:pt>
                <c:pt idx="1989">
                  <c:v>285.482834935188</c:v>
                </c:pt>
                <c:pt idx="1990">
                  <c:v>285.991698145866</c:v>
                </c:pt>
                <c:pt idx="1991">
                  <c:v>286.546011388302</c:v>
                </c:pt>
                <c:pt idx="1992">
                  <c:v>287.063954591751</c:v>
                </c:pt>
                <c:pt idx="1993">
                  <c:v>287.540269672871</c:v>
                </c:pt>
                <c:pt idx="1994">
                  <c:v>287.992130815983</c:v>
                </c:pt>
                <c:pt idx="1995">
                  <c:v>288.41691493988</c:v>
                </c:pt>
                <c:pt idx="1996">
                  <c:v>288.712887525558</c:v>
                </c:pt>
                <c:pt idx="1997">
                  <c:v>288.982108592987</c:v>
                </c:pt>
                <c:pt idx="1998">
                  <c:v>289.187773644924</c:v>
                </c:pt>
                <c:pt idx="1999">
                  <c:v>289.330944478512</c:v>
                </c:pt>
                <c:pt idx="2000">
                  <c:v>289.440465271473</c:v>
                </c:pt>
                <c:pt idx="2001">
                  <c:v>289.545351743698</c:v>
                </c:pt>
                <c:pt idx="2002">
                  <c:v>289.626208662987</c:v>
                </c:pt>
                <c:pt idx="2003">
                  <c:v>289.670469641685</c:v>
                </c:pt>
                <c:pt idx="2004">
                  <c:v>290.101203560829</c:v>
                </c:pt>
                <c:pt idx="2005">
                  <c:v>290.470662355423</c:v>
                </c:pt>
                <c:pt idx="2006">
                  <c:v>290.930686950684</c:v>
                </c:pt>
                <c:pt idx="2007">
                  <c:v>291.224252223968</c:v>
                </c:pt>
                <c:pt idx="2008">
                  <c:v>291.434830963612</c:v>
                </c:pt>
                <c:pt idx="2009">
                  <c:v>291.623021423817</c:v>
                </c:pt>
                <c:pt idx="2010">
                  <c:v>291.887739300728</c:v>
                </c:pt>
                <c:pt idx="2011">
                  <c:v>292.337939977646</c:v>
                </c:pt>
                <c:pt idx="2012">
                  <c:v>292.815358519554</c:v>
                </c:pt>
                <c:pt idx="2013">
                  <c:v>293.194885492325</c:v>
                </c:pt>
                <c:pt idx="2014">
                  <c:v>293.574848175049</c:v>
                </c:pt>
                <c:pt idx="2015">
                  <c:v>293.909538865089</c:v>
                </c:pt>
                <c:pt idx="2016">
                  <c:v>294.13602244854</c:v>
                </c:pt>
                <c:pt idx="2017">
                  <c:v>294.393325090408</c:v>
                </c:pt>
                <c:pt idx="2018">
                  <c:v>294.5409719944</c:v>
                </c:pt>
                <c:pt idx="2019">
                  <c:v>294.690613090992</c:v>
                </c:pt>
                <c:pt idx="2020">
                  <c:v>294.74720698595</c:v>
                </c:pt>
                <c:pt idx="2021">
                  <c:v>294.749926686287</c:v>
                </c:pt>
                <c:pt idx="2022">
                  <c:v>294.783242106438</c:v>
                </c:pt>
                <c:pt idx="2023">
                  <c:v>294.883049845695</c:v>
                </c:pt>
                <c:pt idx="2024">
                  <c:v>295.058362662792</c:v>
                </c:pt>
                <c:pt idx="2025">
                  <c:v>295.247116327286</c:v>
                </c:pt>
                <c:pt idx="2026">
                  <c:v>295.467164993286</c:v>
                </c:pt>
                <c:pt idx="2027">
                  <c:v>295.680952966213</c:v>
                </c:pt>
                <c:pt idx="2028">
                  <c:v>295.984901249409</c:v>
                </c:pt>
                <c:pt idx="2029">
                  <c:v>296.20326334238</c:v>
                </c:pt>
                <c:pt idx="2030">
                  <c:v>296.429883480072</c:v>
                </c:pt>
                <c:pt idx="2031">
                  <c:v>296.655330717564</c:v>
                </c:pt>
                <c:pt idx="2032">
                  <c:v>296.940437495708</c:v>
                </c:pt>
                <c:pt idx="2033">
                  <c:v>297.138327419758</c:v>
                </c:pt>
                <c:pt idx="2034">
                  <c:v>297.309353888035</c:v>
                </c:pt>
                <c:pt idx="2035">
                  <c:v>297.392098426819</c:v>
                </c:pt>
                <c:pt idx="2036">
                  <c:v>297.536513924599</c:v>
                </c:pt>
                <c:pt idx="2037">
                  <c:v>297.683174431324</c:v>
                </c:pt>
                <c:pt idx="2038">
                  <c:v>297.77753585577</c:v>
                </c:pt>
                <c:pt idx="2039">
                  <c:v>297.970558345318</c:v>
                </c:pt>
                <c:pt idx="2040">
                  <c:v>298.041509509087</c:v>
                </c:pt>
                <c:pt idx="2041">
                  <c:v>298.1743953228</c:v>
                </c:pt>
                <c:pt idx="2042">
                  <c:v>298.302352726459</c:v>
                </c:pt>
                <c:pt idx="2043">
                  <c:v>298.524056375027</c:v>
                </c:pt>
                <c:pt idx="2044">
                  <c:v>298.777754426002</c:v>
                </c:pt>
                <c:pt idx="2045">
                  <c:v>299.026554405689</c:v>
                </c:pt>
                <c:pt idx="2046">
                  <c:v>299.233612000942</c:v>
                </c:pt>
                <c:pt idx="2047">
                  <c:v>299.416971743107</c:v>
                </c:pt>
                <c:pt idx="2048">
                  <c:v>299.585926115513</c:v>
                </c:pt>
                <c:pt idx="2049">
                  <c:v>299.686897754669</c:v>
                </c:pt>
                <c:pt idx="2050">
                  <c:v>299.775705575943</c:v>
                </c:pt>
                <c:pt idx="2051">
                  <c:v>299.852610588074</c:v>
                </c:pt>
                <c:pt idx="2052">
                  <c:v>300.031713187694</c:v>
                </c:pt>
                <c:pt idx="2053">
                  <c:v>300.155725717544</c:v>
                </c:pt>
                <c:pt idx="2054">
                  <c:v>300.245180368423</c:v>
                </c:pt>
                <c:pt idx="2055">
                  <c:v>300.430798172951</c:v>
                </c:pt>
                <c:pt idx="2056">
                  <c:v>300.59776109457</c:v>
                </c:pt>
                <c:pt idx="2057">
                  <c:v>300.830981791019</c:v>
                </c:pt>
                <c:pt idx="2058">
                  <c:v>301.10267585516</c:v>
                </c:pt>
                <c:pt idx="2059">
                  <c:v>301.368967711925</c:v>
                </c:pt>
                <c:pt idx="2060">
                  <c:v>301.699888050556</c:v>
                </c:pt>
                <c:pt idx="2061">
                  <c:v>301.994890868664</c:v>
                </c:pt>
                <c:pt idx="2062">
                  <c:v>302.207454681396</c:v>
                </c:pt>
                <c:pt idx="2063">
                  <c:v>302.374062597752</c:v>
                </c:pt>
                <c:pt idx="2064">
                  <c:v>302.535062611103</c:v>
                </c:pt>
                <c:pt idx="2065">
                  <c:v>302.723483264446</c:v>
                </c:pt>
                <c:pt idx="2066">
                  <c:v>302.980517446995</c:v>
                </c:pt>
                <c:pt idx="2067">
                  <c:v>303.239345371723</c:v>
                </c:pt>
                <c:pt idx="2068">
                  <c:v>303.431150555611</c:v>
                </c:pt>
                <c:pt idx="2069">
                  <c:v>303.649074852467</c:v>
                </c:pt>
                <c:pt idx="2070">
                  <c:v>303.767627298832</c:v>
                </c:pt>
                <c:pt idx="2071">
                  <c:v>303.877943396568</c:v>
                </c:pt>
                <c:pt idx="2072">
                  <c:v>304.040329396725</c:v>
                </c:pt>
                <c:pt idx="2073">
                  <c:v>304.193703472614</c:v>
                </c:pt>
                <c:pt idx="2074">
                  <c:v>304.359229207039</c:v>
                </c:pt>
                <c:pt idx="2075">
                  <c:v>304.473165035248</c:v>
                </c:pt>
                <c:pt idx="2076">
                  <c:v>304.626691222191</c:v>
                </c:pt>
                <c:pt idx="2077">
                  <c:v>304.658162117004</c:v>
                </c:pt>
                <c:pt idx="2078">
                  <c:v>304.755973935127</c:v>
                </c:pt>
                <c:pt idx="2079">
                  <c:v>304.812791347504</c:v>
                </c:pt>
                <c:pt idx="2080">
                  <c:v>304.857102632523</c:v>
                </c:pt>
                <c:pt idx="2081">
                  <c:v>304.99705094099</c:v>
                </c:pt>
                <c:pt idx="2082">
                  <c:v>305.026967585087</c:v>
                </c:pt>
                <c:pt idx="2083">
                  <c:v>305.149990975857</c:v>
                </c:pt>
                <c:pt idx="2084">
                  <c:v>305.131339609623</c:v>
                </c:pt>
                <c:pt idx="2085">
                  <c:v>305.052407681942</c:v>
                </c:pt>
                <c:pt idx="2086">
                  <c:v>304.91716247797</c:v>
                </c:pt>
                <c:pt idx="2087">
                  <c:v>304.878830611706</c:v>
                </c:pt>
                <c:pt idx="2088">
                  <c:v>304.900845944881</c:v>
                </c:pt>
                <c:pt idx="2089">
                  <c:v>304.861455857754</c:v>
                </c:pt>
                <c:pt idx="2090">
                  <c:v>304.82837241888</c:v>
                </c:pt>
                <c:pt idx="2091">
                  <c:v>304.821421086788</c:v>
                </c:pt>
                <c:pt idx="2092">
                  <c:v>304.885114848614</c:v>
                </c:pt>
                <c:pt idx="2093">
                  <c:v>304.920444428921</c:v>
                </c:pt>
                <c:pt idx="2094">
                  <c:v>305.005227208137</c:v>
                </c:pt>
                <c:pt idx="2095">
                  <c:v>305.163584947586</c:v>
                </c:pt>
                <c:pt idx="2096">
                  <c:v>305.331995904446</c:v>
                </c:pt>
                <c:pt idx="2097">
                  <c:v>305.475522816181</c:v>
                </c:pt>
                <c:pt idx="2098">
                  <c:v>305.649428665638</c:v>
                </c:pt>
                <c:pt idx="2099">
                  <c:v>305.792530834675</c:v>
                </c:pt>
                <c:pt idx="2100">
                  <c:v>305.990068435669</c:v>
                </c:pt>
                <c:pt idx="2101">
                  <c:v>306.146828472614</c:v>
                </c:pt>
                <c:pt idx="2102">
                  <c:v>306.299020826817</c:v>
                </c:pt>
                <c:pt idx="2103">
                  <c:v>306.461677670479</c:v>
                </c:pt>
                <c:pt idx="2104">
                  <c:v>306.618084788322</c:v>
                </c:pt>
                <c:pt idx="2105">
                  <c:v>306.788889944553</c:v>
                </c:pt>
                <c:pt idx="2106">
                  <c:v>306.891774535179</c:v>
                </c:pt>
                <c:pt idx="2107">
                  <c:v>306.989434480667</c:v>
                </c:pt>
                <c:pt idx="2108">
                  <c:v>307.071389317512</c:v>
                </c:pt>
                <c:pt idx="2109">
                  <c:v>307.129417598247</c:v>
                </c:pt>
                <c:pt idx="2110">
                  <c:v>307.117491662502</c:v>
                </c:pt>
                <c:pt idx="2111">
                  <c:v>307.118982493877</c:v>
                </c:pt>
                <c:pt idx="2112">
                  <c:v>307.114996373653</c:v>
                </c:pt>
                <c:pt idx="2113">
                  <c:v>307.136824727058</c:v>
                </c:pt>
                <c:pt idx="2114">
                  <c:v>307.285945296287</c:v>
                </c:pt>
                <c:pt idx="2115">
                  <c:v>307.435967564583</c:v>
                </c:pt>
                <c:pt idx="2116">
                  <c:v>307.546772897243</c:v>
                </c:pt>
                <c:pt idx="2117">
                  <c:v>307.674962282181</c:v>
                </c:pt>
                <c:pt idx="2118">
                  <c:v>307.947580337524</c:v>
                </c:pt>
                <c:pt idx="2119">
                  <c:v>308.198405504227</c:v>
                </c:pt>
                <c:pt idx="2120">
                  <c:v>308.483121991157</c:v>
                </c:pt>
                <c:pt idx="2121">
                  <c:v>308.713649272919</c:v>
                </c:pt>
                <c:pt idx="2122">
                  <c:v>308.969282507896</c:v>
                </c:pt>
                <c:pt idx="2123">
                  <c:v>309.236619472504</c:v>
                </c:pt>
                <c:pt idx="2124">
                  <c:v>309.453744530678</c:v>
                </c:pt>
                <c:pt idx="2125">
                  <c:v>309.677856147289</c:v>
                </c:pt>
                <c:pt idx="2126">
                  <c:v>309.898434519768</c:v>
                </c:pt>
                <c:pt idx="2127">
                  <c:v>310.148481965065</c:v>
                </c:pt>
                <c:pt idx="2128">
                  <c:v>310.357340931892</c:v>
                </c:pt>
                <c:pt idx="2129">
                  <c:v>310.549679636955</c:v>
                </c:pt>
                <c:pt idx="2130">
                  <c:v>310.704103946686</c:v>
                </c:pt>
                <c:pt idx="2131">
                  <c:v>310.809285283089</c:v>
                </c:pt>
                <c:pt idx="2132">
                  <c:v>310.905520796776</c:v>
                </c:pt>
                <c:pt idx="2133">
                  <c:v>310.906389355659</c:v>
                </c:pt>
                <c:pt idx="2134">
                  <c:v>310.956963777542</c:v>
                </c:pt>
                <c:pt idx="2135">
                  <c:v>311.085860550404</c:v>
                </c:pt>
                <c:pt idx="2136">
                  <c:v>311.213022768497</c:v>
                </c:pt>
                <c:pt idx="2137">
                  <c:v>311.275108754635</c:v>
                </c:pt>
                <c:pt idx="2138">
                  <c:v>311.451657354832</c:v>
                </c:pt>
                <c:pt idx="2139">
                  <c:v>311.681005299091</c:v>
                </c:pt>
                <c:pt idx="2140">
                  <c:v>311.907654583454</c:v>
                </c:pt>
                <c:pt idx="2141">
                  <c:v>312.196062624454</c:v>
                </c:pt>
                <c:pt idx="2142">
                  <c:v>312.418149411678</c:v>
                </c:pt>
                <c:pt idx="2143">
                  <c:v>312.699811398983</c:v>
                </c:pt>
                <c:pt idx="2144">
                  <c:v>312.926812648773</c:v>
                </c:pt>
                <c:pt idx="2145">
                  <c:v>313.118710696697</c:v>
                </c:pt>
                <c:pt idx="2146">
                  <c:v>313.349194049835</c:v>
                </c:pt>
                <c:pt idx="2147">
                  <c:v>313.620145201683</c:v>
                </c:pt>
                <c:pt idx="2148">
                  <c:v>313.906310915947</c:v>
                </c:pt>
                <c:pt idx="2149">
                  <c:v>314.171543240547</c:v>
                </c:pt>
                <c:pt idx="2150">
                  <c:v>314.362190961838</c:v>
                </c:pt>
                <c:pt idx="2151">
                  <c:v>314.510846197605</c:v>
                </c:pt>
                <c:pt idx="2152">
                  <c:v>314.668759167194</c:v>
                </c:pt>
                <c:pt idx="2153">
                  <c:v>314.754317581654</c:v>
                </c:pt>
                <c:pt idx="2154">
                  <c:v>314.828608930111</c:v>
                </c:pt>
                <c:pt idx="2155">
                  <c:v>314.950666069984</c:v>
                </c:pt>
                <c:pt idx="2156">
                  <c:v>315.126050949097</c:v>
                </c:pt>
                <c:pt idx="2157">
                  <c:v>315.224916160107</c:v>
                </c:pt>
                <c:pt idx="2158">
                  <c:v>315.319579958916</c:v>
                </c:pt>
                <c:pt idx="2159">
                  <c:v>315.413523852825</c:v>
                </c:pt>
                <c:pt idx="2160">
                  <c:v>315.517139017582</c:v>
                </c:pt>
                <c:pt idx="2161">
                  <c:v>315.561017692089</c:v>
                </c:pt>
                <c:pt idx="2162">
                  <c:v>315.590341806412</c:v>
                </c:pt>
                <c:pt idx="2163">
                  <c:v>315.572372913361</c:v>
                </c:pt>
                <c:pt idx="2164">
                  <c:v>315.599757254124</c:v>
                </c:pt>
                <c:pt idx="2165">
                  <c:v>315.669004499912</c:v>
                </c:pt>
                <c:pt idx="2166">
                  <c:v>315.662553727627</c:v>
                </c:pt>
                <c:pt idx="2167">
                  <c:v>315.725484848022</c:v>
                </c:pt>
                <c:pt idx="2168">
                  <c:v>315.81556391716</c:v>
                </c:pt>
                <c:pt idx="2169">
                  <c:v>315.937840223312</c:v>
                </c:pt>
                <c:pt idx="2170">
                  <c:v>316.06053519249</c:v>
                </c:pt>
                <c:pt idx="2171">
                  <c:v>316.140579760075</c:v>
                </c:pt>
                <c:pt idx="2172">
                  <c:v>316.214164376259</c:v>
                </c:pt>
                <c:pt idx="2173">
                  <c:v>316.277810335159</c:v>
                </c:pt>
                <c:pt idx="2174">
                  <c:v>316.322078049183</c:v>
                </c:pt>
                <c:pt idx="2175">
                  <c:v>316.368715047836</c:v>
                </c:pt>
                <c:pt idx="2176">
                  <c:v>316.410301446915</c:v>
                </c:pt>
                <c:pt idx="2177">
                  <c:v>316.334730625153</c:v>
                </c:pt>
                <c:pt idx="2178">
                  <c:v>316.253603458404</c:v>
                </c:pt>
                <c:pt idx="2179">
                  <c:v>316.156505942345</c:v>
                </c:pt>
                <c:pt idx="2180">
                  <c:v>316.051583528519</c:v>
                </c:pt>
                <c:pt idx="2181">
                  <c:v>315.936610817909</c:v>
                </c:pt>
                <c:pt idx="2182">
                  <c:v>315.778223872185</c:v>
                </c:pt>
                <c:pt idx="2183">
                  <c:v>315.754020452499</c:v>
                </c:pt>
                <c:pt idx="2184">
                  <c:v>315.671564102173</c:v>
                </c:pt>
                <c:pt idx="2185">
                  <c:v>315.64843916893</c:v>
                </c:pt>
                <c:pt idx="2186">
                  <c:v>315.54876101017</c:v>
                </c:pt>
                <c:pt idx="2187">
                  <c:v>315.526653528213</c:v>
                </c:pt>
                <c:pt idx="2188">
                  <c:v>315.647579371929</c:v>
                </c:pt>
                <c:pt idx="2189">
                  <c:v>315.804358482361</c:v>
                </c:pt>
                <c:pt idx="2190">
                  <c:v>315.988446950912</c:v>
                </c:pt>
                <c:pt idx="2191">
                  <c:v>316.129556953907</c:v>
                </c:pt>
                <c:pt idx="2192">
                  <c:v>316.437254488468</c:v>
                </c:pt>
                <c:pt idx="2193">
                  <c:v>316.698712944984</c:v>
                </c:pt>
                <c:pt idx="2194">
                  <c:v>317.012273669243</c:v>
                </c:pt>
                <c:pt idx="2195">
                  <c:v>317.287023663521</c:v>
                </c:pt>
                <c:pt idx="2196">
                  <c:v>317.511547923088</c:v>
                </c:pt>
                <c:pt idx="2197">
                  <c:v>317.715629220009</c:v>
                </c:pt>
                <c:pt idx="2198">
                  <c:v>317.761130750179</c:v>
                </c:pt>
                <c:pt idx="2199">
                  <c:v>317.839279353619</c:v>
                </c:pt>
                <c:pt idx="2200">
                  <c:v>317.980909049511</c:v>
                </c:pt>
                <c:pt idx="2201">
                  <c:v>318.230603575706</c:v>
                </c:pt>
                <c:pt idx="2202">
                  <c:v>318.347291946411</c:v>
                </c:pt>
                <c:pt idx="2203">
                  <c:v>318.564490735531</c:v>
                </c:pt>
                <c:pt idx="2204">
                  <c:v>318.799337506294</c:v>
                </c:pt>
              </c:numCache>
            </c:numRef>
          </c:val>
          <c:smooth val="0"/>
        </c:ser>
        <c:ser>
          <c:idx val="1"/>
          <c:order val="1"/>
          <c:tx>
            <c:strRef>
              <c:f>Sheet1!$C$1</c:f>
              <c:strCache>
                <c:ptCount val="1"/>
                <c:pt idx="0">
                  <c:v>HI_daily_10days_no_valid</c:v>
                </c:pt>
              </c:strCache>
            </c:strRef>
          </c:tx>
          <c:spPr>
            <a:ln w="28575" cap="rnd">
              <a:solidFill>
                <a:schemeClr val="accent2"/>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Sheet1!$C$2:$C$2206</c:f>
              <c:numCache>
                <c:formatCode>General</c:formatCode>
                <c:ptCount val="2205"/>
                <c:pt idx="0">
                  <c:v>-0.17878949642181</c:v>
                </c:pt>
                <c:pt idx="1">
                  <c:v>-0.27024745941162</c:v>
                </c:pt>
                <c:pt idx="2">
                  <c:v>-0.299880027771</c:v>
                </c:pt>
                <c:pt idx="3">
                  <c:v>-0.259238421916966</c:v>
                </c:pt>
                <c:pt idx="4">
                  <c:v>-0.250979304313664</c:v>
                </c:pt>
                <c:pt idx="5">
                  <c:v>-0.283606529235844</c:v>
                </c:pt>
                <c:pt idx="6">
                  <c:v>-0.245285630226139</c:v>
                </c:pt>
                <c:pt idx="7">
                  <c:v>-0.170998275280003</c:v>
                </c:pt>
                <c:pt idx="8">
                  <c:v>-0.059898436069493</c:v>
                </c:pt>
                <c:pt idx="9">
                  <c:v>0.0164804458618121</c:v>
                </c:pt>
                <c:pt idx="10">
                  <c:v>0.101436316967006</c:v>
                </c:pt>
                <c:pt idx="11">
                  <c:v>0.160427093505855</c:v>
                </c:pt>
                <c:pt idx="12">
                  <c:v>0.175850689411159</c:v>
                </c:pt>
                <c:pt idx="13">
                  <c:v>0.123751103878019</c:v>
                </c:pt>
                <c:pt idx="14">
                  <c:v>0.164771020412443</c:v>
                </c:pt>
                <c:pt idx="15">
                  <c:v>0.24219363927841</c:v>
                </c:pt>
                <c:pt idx="16">
                  <c:v>0.297583401203154</c:v>
                </c:pt>
                <c:pt idx="17">
                  <c:v>0.37587797641754</c:v>
                </c:pt>
                <c:pt idx="18">
                  <c:v>0.409320533275603</c:v>
                </c:pt>
                <c:pt idx="19">
                  <c:v>0.457298398017882</c:v>
                </c:pt>
                <c:pt idx="20">
                  <c:v>0.401686072349552</c:v>
                </c:pt>
                <c:pt idx="21">
                  <c:v>0.462293326854709</c:v>
                </c:pt>
                <c:pt idx="22">
                  <c:v>0.537247300148013</c:v>
                </c:pt>
                <c:pt idx="23">
                  <c:v>0.611315071582797</c:v>
                </c:pt>
                <c:pt idx="24">
                  <c:v>0.796979784965518</c:v>
                </c:pt>
                <c:pt idx="25">
                  <c:v>0.976754128932956</c:v>
                </c:pt>
                <c:pt idx="26">
                  <c:v>1.2364673614502</c:v>
                </c:pt>
                <c:pt idx="27">
                  <c:v>1.55157327651978</c:v>
                </c:pt>
                <c:pt idx="28">
                  <c:v>1.91575092077255</c:v>
                </c:pt>
                <c:pt idx="29">
                  <c:v>2.26842677593231</c:v>
                </c:pt>
                <c:pt idx="30">
                  <c:v>2.68228566646576</c:v>
                </c:pt>
                <c:pt idx="31">
                  <c:v>3.13136041164398</c:v>
                </c:pt>
                <c:pt idx="32">
                  <c:v>3.48749423027039</c:v>
                </c:pt>
                <c:pt idx="33">
                  <c:v>3.77023935317993</c:v>
                </c:pt>
                <c:pt idx="34">
                  <c:v>4.02643686532975</c:v>
                </c:pt>
                <c:pt idx="35">
                  <c:v>4.29451912641526</c:v>
                </c:pt>
                <c:pt idx="36">
                  <c:v>4.54359090328217</c:v>
                </c:pt>
                <c:pt idx="37">
                  <c:v>4.81704205274582</c:v>
                </c:pt>
                <c:pt idx="38">
                  <c:v>4.97359442710877</c:v>
                </c:pt>
                <c:pt idx="39">
                  <c:v>5.10760927200318</c:v>
                </c:pt>
                <c:pt idx="40">
                  <c:v>5.22590434551239</c:v>
                </c:pt>
                <c:pt idx="41">
                  <c:v>5.32412254810334</c:v>
                </c:pt>
                <c:pt idx="42">
                  <c:v>5.44086039066315</c:v>
                </c:pt>
                <c:pt idx="43">
                  <c:v>5.59955072402954</c:v>
                </c:pt>
                <c:pt idx="44">
                  <c:v>5.73634690046311</c:v>
                </c:pt>
                <c:pt idx="45">
                  <c:v>5.79252845048905</c:v>
                </c:pt>
                <c:pt idx="46">
                  <c:v>5.88529580831528</c:v>
                </c:pt>
                <c:pt idx="47">
                  <c:v>5.98129963874817</c:v>
                </c:pt>
                <c:pt idx="48">
                  <c:v>6.18042826652527</c:v>
                </c:pt>
                <c:pt idx="49">
                  <c:v>6.40587759017945</c:v>
                </c:pt>
                <c:pt idx="50">
                  <c:v>6.61995816230774</c:v>
                </c:pt>
                <c:pt idx="51">
                  <c:v>6.82907301187516</c:v>
                </c:pt>
                <c:pt idx="52">
                  <c:v>7.05410331487656</c:v>
                </c:pt>
                <c:pt idx="53">
                  <c:v>7.28025668859482</c:v>
                </c:pt>
                <c:pt idx="54">
                  <c:v>7.49564731121064</c:v>
                </c:pt>
                <c:pt idx="55">
                  <c:v>7.77345156669617</c:v>
                </c:pt>
                <c:pt idx="56">
                  <c:v>8.06078350543976</c:v>
                </c:pt>
                <c:pt idx="57">
                  <c:v>8.35663181543351</c:v>
                </c:pt>
                <c:pt idx="58">
                  <c:v>8.62991696596146</c:v>
                </c:pt>
                <c:pt idx="59">
                  <c:v>8.89057368040085</c:v>
                </c:pt>
                <c:pt idx="60">
                  <c:v>9.10483705997467</c:v>
                </c:pt>
                <c:pt idx="61">
                  <c:v>9.28061962127686</c:v>
                </c:pt>
                <c:pt idx="62">
                  <c:v>9.414186835289</c:v>
                </c:pt>
                <c:pt idx="63">
                  <c:v>9.6093624830246</c:v>
                </c:pt>
                <c:pt idx="64">
                  <c:v>9.81975859403611</c:v>
                </c:pt>
                <c:pt idx="65">
                  <c:v>10.0945616364479</c:v>
                </c:pt>
                <c:pt idx="66">
                  <c:v>10.4077721238136</c:v>
                </c:pt>
                <c:pt idx="67">
                  <c:v>10.7228145003319</c:v>
                </c:pt>
                <c:pt idx="68">
                  <c:v>10.9615254402161</c:v>
                </c:pt>
                <c:pt idx="69">
                  <c:v>11.2298994064331</c:v>
                </c:pt>
                <c:pt idx="70">
                  <c:v>11.4344626069069</c:v>
                </c:pt>
                <c:pt idx="71">
                  <c:v>11.5967852473259</c:v>
                </c:pt>
                <c:pt idx="72">
                  <c:v>11.800211250782</c:v>
                </c:pt>
                <c:pt idx="73">
                  <c:v>11.8805327415466</c:v>
                </c:pt>
                <c:pt idx="74">
                  <c:v>11.9921855926514</c:v>
                </c:pt>
                <c:pt idx="75">
                  <c:v>12.1196168661118</c:v>
                </c:pt>
                <c:pt idx="76">
                  <c:v>12.2808015346527</c:v>
                </c:pt>
                <c:pt idx="77">
                  <c:v>12.4897270202637</c:v>
                </c:pt>
                <c:pt idx="78">
                  <c:v>12.6774299740791</c:v>
                </c:pt>
                <c:pt idx="79">
                  <c:v>12.8351803421974</c:v>
                </c:pt>
                <c:pt idx="80">
                  <c:v>13.0036611557007</c:v>
                </c:pt>
                <c:pt idx="81">
                  <c:v>13.1029372215271</c:v>
                </c:pt>
                <c:pt idx="82">
                  <c:v>13.1421842575073</c:v>
                </c:pt>
                <c:pt idx="83">
                  <c:v>13.0866746902466</c:v>
                </c:pt>
                <c:pt idx="84">
                  <c:v>13.0058345794678</c:v>
                </c:pt>
                <c:pt idx="85">
                  <c:v>13.0235660076141</c:v>
                </c:pt>
                <c:pt idx="86">
                  <c:v>13.0558879971504</c:v>
                </c:pt>
                <c:pt idx="87">
                  <c:v>13.0910883545876</c:v>
                </c:pt>
                <c:pt idx="88">
                  <c:v>13.1702384948731</c:v>
                </c:pt>
                <c:pt idx="89">
                  <c:v>13.2874531149864</c:v>
                </c:pt>
                <c:pt idx="90">
                  <c:v>13.3864454627037</c:v>
                </c:pt>
                <c:pt idx="91">
                  <c:v>13.4760903120041</c:v>
                </c:pt>
                <c:pt idx="92">
                  <c:v>13.5258744359016</c:v>
                </c:pt>
                <c:pt idx="93">
                  <c:v>13.6970407366753</c:v>
                </c:pt>
                <c:pt idx="94">
                  <c:v>13.8882652521133</c:v>
                </c:pt>
                <c:pt idx="95">
                  <c:v>14.0403448939323</c:v>
                </c:pt>
                <c:pt idx="96">
                  <c:v>14.2108037471771</c:v>
                </c:pt>
                <c:pt idx="97">
                  <c:v>14.4785753488541</c:v>
                </c:pt>
                <c:pt idx="98">
                  <c:v>14.9892771840096</c:v>
                </c:pt>
                <c:pt idx="99">
                  <c:v>15.4085053801537</c:v>
                </c:pt>
                <c:pt idx="100">
                  <c:v>15.8806566596031</c:v>
                </c:pt>
                <c:pt idx="101">
                  <c:v>16.2353693842888</c:v>
                </c:pt>
                <c:pt idx="102">
                  <c:v>16.5902189016342</c:v>
                </c:pt>
                <c:pt idx="103">
                  <c:v>16.8788673877716</c:v>
                </c:pt>
                <c:pt idx="104">
                  <c:v>17.0785117149353</c:v>
                </c:pt>
                <c:pt idx="105">
                  <c:v>17.4335119724274</c:v>
                </c:pt>
                <c:pt idx="106">
                  <c:v>17.7028997540474</c:v>
                </c:pt>
                <c:pt idx="107">
                  <c:v>17.818764269352</c:v>
                </c:pt>
                <c:pt idx="108">
                  <c:v>17.8429594635963</c:v>
                </c:pt>
                <c:pt idx="109">
                  <c:v>17.8918521404266</c:v>
                </c:pt>
                <c:pt idx="110">
                  <c:v>17.8951132893562</c:v>
                </c:pt>
                <c:pt idx="111">
                  <c:v>18.0043456554413</c:v>
                </c:pt>
                <c:pt idx="112">
                  <c:v>18.1416894197464</c:v>
                </c:pt>
                <c:pt idx="113">
                  <c:v>18.4400056004524</c:v>
                </c:pt>
                <c:pt idx="114">
                  <c:v>18.7246130108833</c:v>
                </c:pt>
                <c:pt idx="115">
                  <c:v>18.9382476210594</c:v>
                </c:pt>
                <c:pt idx="116">
                  <c:v>19.1121982932091</c:v>
                </c:pt>
                <c:pt idx="117">
                  <c:v>19.2804825305939</c:v>
                </c:pt>
                <c:pt idx="118">
                  <c:v>19.4684253931046</c:v>
                </c:pt>
                <c:pt idx="119">
                  <c:v>19.632462978363</c:v>
                </c:pt>
                <c:pt idx="120">
                  <c:v>19.8592777252197</c:v>
                </c:pt>
                <c:pt idx="121">
                  <c:v>20.1234525442123</c:v>
                </c:pt>
                <c:pt idx="122">
                  <c:v>20.3726831674576</c:v>
                </c:pt>
                <c:pt idx="123">
                  <c:v>20.6333713531494</c:v>
                </c:pt>
                <c:pt idx="124">
                  <c:v>20.8829635381699</c:v>
                </c:pt>
                <c:pt idx="125">
                  <c:v>21.1723593473434</c:v>
                </c:pt>
                <c:pt idx="126">
                  <c:v>21.4908431172371</c:v>
                </c:pt>
                <c:pt idx="127">
                  <c:v>21.787795484066</c:v>
                </c:pt>
                <c:pt idx="128">
                  <c:v>22.0500895380974</c:v>
                </c:pt>
                <c:pt idx="129">
                  <c:v>22.3583839535713</c:v>
                </c:pt>
                <c:pt idx="130">
                  <c:v>22.5417816638947</c:v>
                </c:pt>
                <c:pt idx="131">
                  <c:v>22.6792569160461</c:v>
                </c:pt>
                <c:pt idx="132">
                  <c:v>22.8395074605942</c:v>
                </c:pt>
                <c:pt idx="133">
                  <c:v>22.9828613996506</c:v>
                </c:pt>
                <c:pt idx="134">
                  <c:v>23.1248922348022</c:v>
                </c:pt>
                <c:pt idx="135">
                  <c:v>23.2687017321587</c:v>
                </c:pt>
                <c:pt idx="136">
                  <c:v>23.3856827616692</c:v>
                </c:pt>
                <c:pt idx="137">
                  <c:v>23.5423329472542</c:v>
                </c:pt>
                <c:pt idx="138">
                  <c:v>23.6699188351631</c:v>
                </c:pt>
                <c:pt idx="139">
                  <c:v>23.856508910656</c:v>
                </c:pt>
                <c:pt idx="140">
                  <c:v>24.1417954564095</c:v>
                </c:pt>
                <c:pt idx="141">
                  <c:v>24.389787197113</c:v>
                </c:pt>
                <c:pt idx="142">
                  <c:v>24.7100118398666</c:v>
                </c:pt>
                <c:pt idx="143">
                  <c:v>25.0508735179901</c:v>
                </c:pt>
                <c:pt idx="144">
                  <c:v>25.2368741631508</c:v>
                </c:pt>
                <c:pt idx="145">
                  <c:v>25.4365072846413</c:v>
                </c:pt>
                <c:pt idx="146">
                  <c:v>25.6952466368675</c:v>
                </c:pt>
                <c:pt idx="147">
                  <c:v>25.9387218356133</c:v>
                </c:pt>
                <c:pt idx="148">
                  <c:v>26.2487985491753</c:v>
                </c:pt>
                <c:pt idx="149">
                  <c:v>26.3716967105865</c:v>
                </c:pt>
                <c:pt idx="150">
                  <c:v>26.6111171245575</c:v>
                </c:pt>
                <c:pt idx="151">
                  <c:v>26.7538815736771</c:v>
                </c:pt>
                <c:pt idx="152">
                  <c:v>26.8371567726135</c:v>
                </c:pt>
                <c:pt idx="153">
                  <c:v>26.9018099308014</c:v>
                </c:pt>
                <c:pt idx="154">
                  <c:v>26.837273478508</c:v>
                </c:pt>
                <c:pt idx="155">
                  <c:v>26.7930017709732</c:v>
                </c:pt>
                <c:pt idx="156">
                  <c:v>26.790057182312</c:v>
                </c:pt>
                <c:pt idx="157">
                  <c:v>26.7777978181839</c:v>
                </c:pt>
                <c:pt idx="158">
                  <c:v>26.7912067770958</c:v>
                </c:pt>
                <c:pt idx="159">
                  <c:v>26.8465417027473</c:v>
                </c:pt>
                <c:pt idx="160">
                  <c:v>26.7988302111626</c:v>
                </c:pt>
                <c:pt idx="161">
                  <c:v>26.7650925517082</c:v>
                </c:pt>
                <c:pt idx="162">
                  <c:v>26.7260960936546</c:v>
                </c:pt>
                <c:pt idx="163">
                  <c:v>26.7442348599434</c:v>
                </c:pt>
                <c:pt idx="164">
                  <c:v>26.8988299965858</c:v>
                </c:pt>
                <c:pt idx="165">
                  <c:v>27.0747398734093</c:v>
                </c:pt>
                <c:pt idx="166">
                  <c:v>27.2430696487427</c:v>
                </c:pt>
                <c:pt idx="167">
                  <c:v>27.3868832588196</c:v>
                </c:pt>
                <c:pt idx="168">
                  <c:v>27.5694095492363</c:v>
                </c:pt>
                <c:pt idx="169">
                  <c:v>27.7713906168938</c:v>
                </c:pt>
                <c:pt idx="170">
                  <c:v>28.0725285410881</c:v>
                </c:pt>
                <c:pt idx="171">
                  <c:v>28.3685060143471</c:v>
                </c:pt>
                <c:pt idx="172">
                  <c:v>28.674145758152</c:v>
                </c:pt>
                <c:pt idx="173">
                  <c:v>28.9988253116608</c:v>
                </c:pt>
                <c:pt idx="174">
                  <c:v>29.256559073925</c:v>
                </c:pt>
                <c:pt idx="175">
                  <c:v>29.4935247898102</c:v>
                </c:pt>
                <c:pt idx="176">
                  <c:v>29.7021763920784</c:v>
                </c:pt>
                <c:pt idx="177">
                  <c:v>29.9779886007309</c:v>
                </c:pt>
                <c:pt idx="178">
                  <c:v>30.1784674525261</c:v>
                </c:pt>
                <c:pt idx="179">
                  <c:v>30.3652106523514</c:v>
                </c:pt>
                <c:pt idx="180">
                  <c:v>30.572017788887</c:v>
                </c:pt>
                <c:pt idx="181">
                  <c:v>30.8496714830399</c:v>
                </c:pt>
                <c:pt idx="182">
                  <c:v>31.2117414474487</c:v>
                </c:pt>
                <c:pt idx="183">
                  <c:v>31.5743508338928</c:v>
                </c:pt>
                <c:pt idx="184">
                  <c:v>31.9300842285156</c:v>
                </c:pt>
                <c:pt idx="185">
                  <c:v>32.2934386134148</c:v>
                </c:pt>
                <c:pt idx="186">
                  <c:v>32.6334801316261</c:v>
                </c:pt>
                <c:pt idx="187">
                  <c:v>32.9373645186424</c:v>
                </c:pt>
                <c:pt idx="188">
                  <c:v>33.2250534892082</c:v>
                </c:pt>
                <c:pt idx="189">
                  <c:v>33.5396420359612</c:v>
                </c:pt>
                <c:pt idx="190">
                  <c:v>33.85157340765</c:v>
                </c:pt>
                <c:pt idx="191">
                  <c:v>34.0728541612625</c:v>
                </c:pt>
                <c:pt idx="192">
                  <c:v>34.217238008976</c:v>
                </c:pt>
                <c:pt idx="193">
                  <c:v>34.3482728600502</c:v>
                </c:pt>
                <c:pt idx="194">
                  <c:v>34.4987892508507</c:v>
                </c:pt>
                <c:pt idx="195">
                  <c:v>34.6460756659508</c:v>
                </c:pt>
                <c:pt idx="196">
                  <c:v>34.7780230045319</c:v>
                </c:pt>
                <c:pt idx="197">
                  <c:v>34.9045943021774</c:v>
                </c:pt>
                <c:pt idx="198">
                  <c:v>35.0478886365891</c:v>
                </c:pt>
                <c:pt idx="199">
                  <c:v>35.1699026823044</c:v>
                </c:pt>
                <c:pt idx="200">
                  <c:v>35.3127852678299</c:v>
                </c:pt>
                <c:pt idx="201">
                  <c:v>35.4095528125763</c:v>
                </c:pt>
                <c:pt idx="202">
                  <c:v>35.5488196611404</c:v>
                </c:pt>
                <c:pt idx="203">
                  <c:v>35.7096732258797</c:v>
                </c:pt>
                <c:pt idx="204">
                  <c:v>35.8649697303772</c:v>
                </c:pt>
                <c:pt idx="205">
                  <c:v>36.0312322974205</c:v>
                </c:pt>
                <c:pt idx="206">
                  <c:v>36.293826341629</c:v>
                </c:pt>
                <c:pt idx="207">
                  <c:v>36.6139981746674</c:v>
                </c:pt>
                <c:pt idx="208">
                  <c:v>36.879919230938</c:v>
                </c:pt>
                <c:pt idx="209">
                  <c:v>37.1125448346138</c:v>
                </c:pt>
                <c:pt idx="210">
                  <c:v>37.3770442605019</c:v>
                </c:pt>
                <c:pt idx="211">
                  <c:v>37.5894593596458</c:v>
                </c:pt>
                <c:pt idx="212">
                  <c:v>37.7402569651604</c:v>
                </c:pt>
                <c:pt idx="213">
                  <c:v>37.8516544103622</c:v>
                </c:pt>
                <c:pt idx="214">
                  <c:v>37.9786188602448</c:v>
                </c:pt>
                <c:pt idx="215">
                  <c:v>38.1096291542053</c:v>
                </c:pt>
                <c:pt idx="216">
                  <c:v>38.308518409729</c:v>
                </c:pt>
                <c:pt idx="217">
                  <c:v>38.4821265339851</c:v>
                </c:pt>
                <c:pt idx="218">
                  <c:v>38.6255809664726</c:v>
                </c:pt>
                <c:pt idx="219">
                  <c:v>38.8003884553909</c:v>
                </c:pt>
                <c:pt idx="220">
                  <c:v>38.9924667477608</c:v>
                </c:pt>
                <c:pt idx="221">
                  <c:v>39.1962124705315</c:v>
                </c:pt>
                <c:pt idx="222">
                  <c:v>39.3994417786598</c:v>
                </c:pt>
                <c:pt idx="223">
                  <c:v>39.5704825520515</c:v>
                </c:pt>
                <c:pt idx="224">
                  <c:v>39.7470805644989</c:v>
                </c:pt>
                <c:pt idx="225">
                  <c:v>39.9074745774269</c:v>
                </c:pt>
                <c:pt idx="226">
                  <c:v>40.1503748297691</c:v>
                </c:pt>
                <c:pt idx="227">
                  <c:v>40.2960433959961</c:v>
                </c:pt>
                <c:pt idx="228">
                  <c:v>40.4093284010887</c:v>
                </c:pt>
                <c:pt idx="229">
                  <c:v>40.5092737078667</c:v>
                </c:pt>
                <c:pt idx="230">
                  <c:v>40.5830539464951</c:v>
                </c:pt>
                <c:pt idx="231">
                  <c:v>40.6989874243736</c:v>
                </c:pt>
                <c:pt idx="232">
                  <c:v>40.7792044878006</c:v>
                </c:pt>
                <c:pt idx="233">
                  <c:v>40.8640344142914</c:v>
                </c:pt>
                <c:pt idx="234">
                  <c:v>40.9663928151131</c:v>
                </c:pt>
                <c:pt idx="235">
                  <c:v>41.0953412652016</c:v>
                </c:pt>
                <c:pt idx="236">
                  <c:v>41.1501000523567</c:v>
                </c:pt>
                <c:pt idx="237">
                  <c:v>41.2768800854683</c:v>
                </c:pt>
                <c:pt idx="238">
                  <c:v>41.4669743180275</c:v>
                </c:pt>
                <c:pt idx="239">
                  <c:v>41.6378137469292</c:v>
                </c:pt>
                <c:pt idx="240">
                  <c:v>41.7862105369568</c:v>
                </c:pt>
                <c:pt idx="241">
                  <c:v>41.9199450016022</c:v>
                </c:pt>
                <c:pt idx="242">
                  <c:v>42.0867394804954</c:v>
                </c:pt>
                <c:pt idx="243">
                  <c:v>42.2476590871811</c:v>
                </c:pt>
                <c:pt idx="244">
                  <c:v>42.4227294325828</c:v>
                </c:pt>
                <c:pt idx="245">
                  <c:v>42.6219261288643</c:v>
                </c:pt>
                <c:pt idx="246">
                  <c:v>42.780632019043</c:v>
                </c:pt>
                <c:pt idx="247">
                  <c:v>43.0064877271652</c:v>
                </c:pt>
                <c:pt idx="248">
                  <c:v>43.1895262002945</c:v>
                </c:pt>
                <c:pt idx="249">
                  <c:v>43.3505682349205</c:v>
                </c:pt>
                <c:pt idx="250">
                  <c:v>43.5417656898498</c:v>
                </c:pt>
                <c:pt idx="251">
                  <c:v>43.733162522316</c:v>
                </c:pt>
                <c:pt idx="252">
                  <c:v>43.9780472517013</c:v>
                </c:pt>
                <c:pt idx="253">
                  <c:v>44.2228657603264</c:v>
                </c:pt>
                <c:pt idx="254">
                  <c:v>44.4662976861</c:v>
                </c:pt>
                <c:pt idx="255">
                  <c:v>44.7496274113655</c:v>
                </c:pt>
                <c:pt idx="256">
                  <c:v>44.8729391694069</c:v>
                </c:pt>
                <c:pt idx="257">
                  <c:v>44.9000321626663</c:v>
                </c:pt>
                <c:pt idx="258">
                  <c:v>44.8955327272415</c:v>
                </c:pt>
                <c:pt idx="259">
                  <c:v>44.9011996984482</c:v>
                </c:pt>
                <c:pt idx="260">
                  <c:v>44.9413163661957</c:v>
                </c:pt>
                <c:pt idx="261">
                  <c:v>45.0446066260338</c:v>
                </c:pt>
                <c:pt idx="262">
                  <c:v>45.173879802227</c:v>
                </c:pt>
                <c:pt idx="263">
                  <c:v>45.3938272595406</c:v>
                </c:pt>
                <c:pt idx="264">
                  <c:v>45.585523545742</c:v>
                </c:pt>
                <c:pt idx="265">
                  <c:v>45.7649798989296</c:v>
                </c:pt>
                <c:pt idx="266">
                  <c:v>45.9244946837425</c:v>
                </c:pt>
                <c:pt idx="267">
                  <c:v>46.0430703163147</c:v>
                </c:pt>
                <c:pt idx="268">
                  <c:v>46.1656395196915</c:v>
                </c:pt>
                <c:pt idx="269">
                  <c:v>46.380356669426</c:v>
                </c:pt>
                <c:pt idx="270">
                  <c:v>46.8248398303986</c:v>
                </c:pt>
                <c:pt idx="271">
                  <c:v>47.2926679849625</c:v>
                </c:pt>
                <c:pt idx="272">
                  <c:v>47.7124925255775</c:v>
                </c:pt>
                <c:pt idx="273">
                  <c:v>48.0608102083206</c:v>
                </c:pt>
                <c:pt idx="274">
                  <c:v>48.2999210953712</c:v>
                </c:pt>
                <c:pt idx="275">
                  <c:v>48.4300675988197</c:v>
                </c:pt>
                <c:pt idx="276">
                  <c:v>48.5840094685555</c:v>
                </c:pt>
                <c:pt idx="277">
                  <c:v>48.614802479744</c:v>
                </c:pt>
                <c:pt idx="278">
                  <c:v>48.6879364848137</c:v>
                </c:pt>
                <c:pt idx="279">
                  <c:v>48.5850411057472</c:v>
                </c:pt>
                <c:pt idx="280">
                  <c:v>48.5425385832786</c:v>
                </c:pt>
                <c:pt idx="281">
                  <c:v>48.5159203410149</c:v>
                </c:pt>
                <c:pt idx="282">
                  <c:v>48.549501657486</c:v>
                </c:pt>
                <c:pt idx="283">
                  <c:v>48.5838735699654</c:v>
                </c:pt>
                <c:pt idx="284">
                  <c:v>48.6841266155243</c:v>
                </c:pt>
                <c:pt idx="285">
                  <c:v>48.7723399996758</c:v>
                </c:pt>
                <c:pt idx="286">
                  <c:v>48.967008292675</c:v>
                </c:pt>
                <c:pt idx="287">
                  <c:v>49.1360632181168</c:v>
                </c:pt>
                <c:pt idx="288">
                  <c:v>49.3730329275131</c:v>
                </c:pt>
                <c:pt idx="289">
                  <c:v>49.6159609556198</c:v>
                </c:pt>
                <c:pt idx="290">
                  <c:v>49.8439834117889</c:v>
                </c:pt>
                <c:pt idx="291">
                  <c:v>50.1353632807732</c:v>
                </c:pt>
                <c:pt idx="292">
                  <c:v>50.4769479632378</c:v>
                </c:pt>
                <c:pt idx="293">
                  <c:v>50.8102566003799</c:v>
                </c:pt>
                <c:pt idx="294">
                  <c:v>51.0763870477676</c:v>
                </c:pt>
                <c:pt idx="295">
                  <c:v>51.2726110219955</c:v>
                </c:pt>
                <c:pt idx="296">
                  <c:v>51.4925498962402</c:v>
                </c:pt>
                <c:pt idx="297">
                  <c:v>51.6943773031235</c:v>
                </c:pt>
                <c:pt idx="298">
                  <c:v>52.1607550382614</c:v>
                </c:pt>
                <c:pt idx="299">
                  <c:v>52.5432960987091</c:v>
                </c:pt>
                <c:pt idx="300">
                  <c:v>52.8658326864243</c:v>
                </c:pt>
                <c:pt idx="301">
                  <c:v>53.1214747428894</c:v>
                </c:pt>
                <c:pt idx="302">
                  <c:v>53.2306888103485</c:v>
                </c:pt>
                <c:pt idx="303">
                  <c:v>53.3354405164719</c:v>
                </c:pt>
                <c:pt idx="304">
                  <c:v>53.4428980946541</c:v>
                </c:pt>
                <c:pt idx="305">
                  <c:v>53.5923829078674</c:v>
                </c:pt>
                <c:pt idx="306">
                  <c:v>53.7398724555969</c:v>
                </c:pt>
                <c:pt idx="307">
                  <c:v>53.9777326583862</c:v>
                </c:pt>
                <c:pt idx="308">
                  <c:v>54.1576806902885</c:v>
                </c:pt>
                <c:pt idx="309">
                  <c:v>54.2824846506119</c:v>
                </c:pt>
                <c:pt idx="310">
                  <c:v>54.4299980401993</c:v>
                </c:pt>
                <c:pt idx="311">
                  <c:v>54.5723157525062</c:v>
                </c:pt>
                <c:pt idx="312">
                  <c:v>54.7918838262558</c:v>
                </c:pt>
                <c:pt idx="313">
                  <c:v>55.0069178342819</c:v>
                </c:pt>
                <c:pt idx="314">
                  <c:v>55.2382129430771</c:v>
                </c:pt>
                <c:pt idx="315">
                  <c:v>55.4094642400742</c:v>
                </c:pt>
                <c:pt idx="316">
                  <c:v>55.6555635333061</c:v>
                </c:pt>
                <c:pt idx="317">
                  <c:v>55.8547481298447</c:v>
                </c:pt>
                <c:pt idx="318">
                  <c:v>56.0468294620514</c:v>
                </c:pt>
                <c:pt idx="319">
                  <c:v>56.2737381458282</c:v>
                </c:pt>
                <c:pt idx="320">
                  <c:v>56.4970007538795</c:v>
                </c:pt>
                <c:pt idx="321">
                  <c:v>56.6270698308945</c:v>
                </c:pt>
                <c:pt idx="322">
                  <c:v>56.7372066378593</c:v>
                </c:pt>
                <c:pt idx="323">
                  <c:v>56.8526681661606</c:v>
                </c:pt>
                <c:pt idx="324">
                  <c:v>57.0198546051979</c:v>
                </c:pt>
                <c:pt idx="325">
                  <c:v>57.2215455174446</c:v>
                </c:pt>
                <c:pt idx="326">
                  <c:v>57.4248456954956</c:v>
                </c:pt>
                <c:pt idx="327">
                  <c:v>57.602133333683</c:v>
                </c:pt>
                <c:pt idx="328">
                  <c:v>57.7263898253441</c:v>
                </c:pt>
                <c:pt idx="329">
                  <c:v>57.8925287723541</c:v>
                </c:pt>
                <c:pt idx="330">
                  <c:v>58.0149458050728</c:v>
                </c:pt>
                <c:pt idx="331">
                  <c:v>58.1660340428352</c:v>
                </c:pt>
                <c:pt idx="332">
                  <c:v>58.3585621714592</c:v>
                </c:pt>
                <c:pt idx="333">
                  <c:v>58.564129948616</c:v>
                </c:pt>
                <c:pt idx="334">
                  <c:v>58.7895669937134</c:v>
                </c:pt>
                <c:pt idx="335">
                  <c:v>59.0568298101425</c:v>
                </c:pt>
                <c:pt idx="336">
                  <c:v>59.2983866930008</c:v>
                </c:pt>
                <c:pt idx="337">
                  <c:v>59.5429494976997</c:v>
                </c:pt>
                <c:pt idx="338">
                  <c:v>59.8250982165337</c:v>
                </c:pt>
                <c:pt idx="339">
                  <c:v>60.0718042254448</c:v>
                </c:pt>
                <c:pt idx="340">
                  <c:v>60.275577545166</c:v>
                </c:pt>
                <c:pt idx="341">
                  <c:v>60.4344574213028</c:v>
                </c:pt>
                <c:pt idx="342">
                  <c:v>60.5955595374107</c:v>
                </c:pt>
                <c:pt idx="343">
                  <c:v>60.7303729057312</c:v>
                </c:pt>
                <c:pt idx="344">
                  <c:v>60.8521730899811</c:v>
                </c:pt>
                <c:pt idx="345">
                  <c:v>60.934669137001</c:v>
                </c:pt>
                <c:pt idx="346">
                  <c:v>61.0512511730194</c:v>
                </c:pt>
                <c:pt idx="347">
                  <c:v>61.2250675559044</c:v>
                </c:pt>
                <c:pt idx="348">
                  <c:v>61.4215397834778</c:v>
                </c:pt>
                <c:pt idx="349">
                  <c:v>61.627926826477</c:v>
                </c:pt>
                <c:pt idx="350">
                  <c:v>61.819705426693</c:v>
                </c:pt>
                <c:pt idx="351">
                  <c:v>62.0017370581627</c:v>
                </c:pt>
                <c:pt idx="352">
                  <c:v>62.1358769536018</c:v>
                </c:pt>
                <c:pt idx="353">
                  <c:v>62.3406265377998</c:v>
                </c:pt>
                <c:pt idx="354">
                  <c:v>62.5299683213234</c:v>
                </c:pt>
                <c:pt idx="355">
                  <c:v>62.8094604611397</c:v>
                </c:pt>
                <c:pt idx="356">
                  <c:v>63.0646613240242</c:v>
                </c:pt>
                <c:pt idx="357">
                  <c:v>63.3818419575691</c:v>
                </c:pt>
                <c:pt idx="358">
                  <c:v>63.6654552817345</c:v>
                </c:pt>
                <c:pt idx="359">
                  <c:v>63.9225032925606</c:v>
                </c:pt>
                <c:pt idx="360">
                  <c:v>64.0700662136078</c:v>
                </c:pt>
                <c:pt idx="361">
                  <c:v>64.140451669693</c:v>
                </c:pt>
                <c:pt idx="362">
                  <c:v>64.1814954280853</c:v>
                </c:pt>
                <c:pt idx="363">
                  <c:v>64.2382291555405</c:v>
                </c:pt>
                <c:pt idx="364">
                  <c:v>64.3406734466553</c:v>
                </c:pt>
                <c:pt idx="365">
                  <c:v>64.490247130394</c:v>
                </c:pt>
                <c:pt idx="366">
                  <c:v>64.698699593544</c:v>
                </c:pt>
                <c:pt idx="367">
                  <c:v>64.8430250287056</c:v>
                </c:pt>
                <c:pt idx="368">
                  <c:v>65.0170415043831</c:v>
                </c:pt>
                <c:pt idx="369">
                  <c:v>65.2011979818344</c:v>
                </c:pt>
                <c:pt idx="370">
                  <c:v>65.441059589386</c:v>
                </c:pt>
                <c:pt idx="371">
                  <c:v>65.7238397598267</c:v>
                </c:pt>
                <c:pt idx="372">
                  <c:v>66.0968689322472</c:v>
                </c:pt>
                <c:pt idx="373">
                  <c:v>66.4071855545044</c:v>
                </c:pt>
                <c:pt idx="374">
                  <c:v>66.7406399250031</c:v>
                </c:pt>
                <c:pt idx="375">
                  <c:v>67.0883007049561</c:v>
                </c:pt>
                <c:pt idx="376">
                  <c:v>67.4541223049164</c:v>
                </c:pt>
                <c:pt idx="377">
                  <c:v>67.7943670749664</c:v>
                </c:pt>
                <c:pt idx="378">
                  <c:v>68.0891162157059</c:v>
                </c:pt>
                <c:pt idx="379">
                  <c:v>68.45953810215</c:v>
                </c:pt>
                <c:pt idx="380">
                  <c:v>68.7385255098343</c:v>
                </c:pt>
                <c:pt idx="381">
                  <c:v>69.0282770991325</c:v>
                </c:pt>
                <c:pt idx="382">
                  <c:v>69.2980495095253</c:v>
                </c:pt>
                <c:pt idx="383">
                  <c:v>69.5156378149986</c:v>
                </c:pt>
                <c:pt idx="384">
                  <c:v>69.7119047045708</c:v>
                </c:pt>
                <c:pt idx="385">
                  <c:v>69.7532041668892</c:v>
                </c:pt>
                <c:pt idx="386">
                  <c:v>69.8321307301521</c:v>
                </c:pt>
                <c:pt idx="387">
                  <c:v>70.037241756916</c:v>
                </c:pt>
                <c:pt idx="388">
                  <c:v>70.2243567109108</c:v>
                </c:pt>
                <c:pt idx="389">
                  <c:v>70.4552460312843</c:v>
                </c:pt>
                <c:pt idx="390">
                  <c:v>70.704173386097</c:v>
                </c:pt>
                <c:pt idx="391">
                  <c:v>70.9701805710793</c:v>
                </c:pt>
                <c:pt idx="392">
                  <c:v>71.2038786411285</c:v>
                </c:pt>
                <c:pt idx="393">
                  <c:v>71.4013557434082</c:v>
                </c:pt>
                <c:pt idx="394">
                  <c:v>71.6074787378311</c:v>
                </c:pt>
                <c:pt idx="395">
                  <c:v>71.8311566114426</c:v>
                </c:pt>
                <c:pt idx="396">
                  <c:v>72.0997309684753</c:v>
                </c:pt>
                <c:pt idx="397">
                  <c:v>72.3587672114372</c:v>
                </c:pt>
                <c:pt idx="398">
                  <c:v>72.5659018158913</c:v>
                </c:pt>
                <c:pt idx="399">
                  <c:v>72.7039071917534</c:v>
                </c:pt>
                <c:pt idx="400">
                  <c:v>72.8678734302521</c:v>
                </c:pt>
                <c:pt idx="401">
                  <c:v>73.0409460067749</c:v>
                </c:pt>
                <c:pt idx="402">
                  <c:v>73.1976627111435</c:v>
                </c:pt>
                <c:pt idx="403">
                  <c:v>73.3154053092003</c:v>
                </c:pt>
                <c:pt idx="404">
                  <c:v>73.48012393713</c:v>
                </c:pt>
                <c:pt idx="405">
                  <c:v>73.6220373511314</c:v>
                </c:pt>
                <c:pt idx="406">
                  <c:v>73.7530636787415</c:v>
                </c:pt>
                <c:pt idx="407">
                  <c:v>73.8133325576782</c:v>
                </c:pt>
                <c:pt idx="408">
                  <c:v>73.850196659565</c:v>
                </c:pt>
                <c:pt idx="409">
                  <c:v>73.8528368473053</c:v>
                </c:pt>
                <c:pt idx="410">
                  <c:v>73.8259460926056</c:v>
                </c:pt>
                <c:pt idx="411">
                  <c:v>73.8763437867164</c:v>
                </c:pt>
                <c:pt idx="412">
                  <c:v>74.0033517479896</c:v>
                </c:pt>
                <c:pt idx="413">
                  <c:v>74.1293125748634</c:v>
                </c:pt>
                <c:pt idx="414">
                  <c:v>74.2724284529686</c:v>
                </c:pt>
                <c:pt idx="415">
                  <c:v>74.4130850434303</c:v>
                </c:pt>
                <c:pt idx="416">
                  <c:v>74.5971606373787</c:v>
                </c:pt>
                <c:pt idx="417">
                  <c:v>74.8416197299957</c:v>
                </c:pt>
                <c:pt idx="418">
                  <c:v>75.0888916254043</c:v>
                </c:pt>
                <c:pt idx="419">
                  <c:v>75.3059218525886</c:v>
                </c:pt>
                <c:pt idx="420">
                  <c:v>75.4936609268188</c:v>
                </c:pt>
                <c:pt idx="421">
                  <c:v>75.6062521934509</c:v>
                </c:pt>
                <c:pt idx="422">
                  <c:v>75.7767429947853</c:v>
                </c:pt>
                <c:pt idx="423">
                  <c:v>75.8793948292732</c:v>
                </c:pt>
                <c:pt idx="424">
                  <c:v>75.988509118557</c:v>
                </c:pt>
                <c:pt idx="425">
                  <c:v>76.1392556428909</c:v>
                </c:pt>
                <c:pt idx="426">
                  <c:v>76.2370183467865</c:v>
                </c:pt>
                <c:pt idx="427">
                  <c:v>76.3448075652122</c:v>
                </c:pt>
                <c:pt idx="428">
                  <c:v>76.5079196095466</c:v>
                </c:pt>
                <c:pt idx="429">
                  <c:v>76.6582788825035</c:v>
                </c:pt>
                <c:pt idx="430">
                  <c:v>76.7936080098152</c:v>
                </c:pt>
                <c:pt idx="431">
                  <c:v>76.9106677770614</c:v>
                </c:pt>
                <c:pt idx="432">
                  <c:v>77.1448696255684</c:v>
                </c:pt>
                <c:pt idx="433">
                  <c:v>77.3568912744522</c:v>
                </c:pt>
                <c:pt idx="434">
                  <c:v>77.5997229218483</c:v>
                </c:pt>
                <c:pt idx="435">
                  <c:v>77.8610777258873</c:v>
                </c:pt>
                <c:pt idx="436">
                  <c:v>78.142757833004</c:v>
                </c:pt>
                <c:pt idx="437">
                  <c:v>78.4245586395264</c:v>
                </c:pt>
                <c:pt idx="438">
                  <c:v>78.6431177258491</c:v>
                </c:pt>
                <c:pt idx="439">
                  <c:v>78.8124788403511</c:v>
                </c:pt>
                <c:pt idx="440">
                  <c:v>79.0193268060684</c:v>
                </c:pt>
                <c:pt idx="441">
                  <c:v>79.2551178336143</c:v>
                </c:pt>
                <c:pt idx="442">
                  <c:v>79.5094348788261</c:v>
                </c:pt>
                <c:pt idx="443">
                  <c:v>79.8606971502304</c:v>
                </c:pt>
                <c:pt idx="444">
                  <c:v>80.2203496694565</c:v>
                </c:pt>
                <c:pt idx="445">
                  <c:v>80.5154522657394</c:v>
                </c:pt>
                <c:pt idx="446">
                  <c:v>80.7722374200821</c:v>
                </c:pt>
                <c:pt idx="447">
                  <c:v>80.9900543093681</c:v>
                </c:pt>
                <c:pt idx="448">
                  <c:v>81.1450652480125</c:v>
                </c:pt>
                <c:pt idx="449">
                  <c:v>81.2343936562538</c:v>
                </c:pt>
                <c:pt idx="450">
                  <c:v>81.3685910105705</c:v>
                </c:pt>
                <c:pt idx="451">
                  <c:v>81.4434975981712</c:v>
                </c:pt>
                <c:pt idx="452">
                  <c:v>81.602000772953</c:v>
                </c:pt>
                <c:pt idx="453">
                  <c:v>81.8090563416481</c:v>
                </c:pt>
                <c:pt idx="454">
                  <c:v>82.0141191482544</c:v>
                </c:pt>
                <c:pt idx="455">
                  <c:v>82.2617919445038</c:v>
                </c:pt>
                <c:pt idx="456">
                  <c:v>82.615384221077</c:v>
                </c:pt>
                <c:pt idx="457">
                  <c:v>82.9880132079124</c:v>
                </c:pt>
                <c:pt idx="458">
                  <c:v>83.3692173957825</c:v>
                </c:pt>
                <c:pt idx="459">
                  <c:v>83.7603982686996</c:v>
                </c:pt>
                <c:pt idx="460">
                  <c:v>84.1533869504928</c:v>
                </c:pt>
                <c:pt idx="461">
                  <c:v>84.5075809955597</c:v>
                </c:pt>
                <c:pt idx="462">
                  <c:v>84.8579813241958</c:v>
                </c:pt>
                <c:pt idx="463">
                  <c:v>85.1117820739746</c:v>
                </c:pt>
                <c:pt idx="464">
                  <c:v>85.3403953313827</c:v>
                </c:pt>
                <c:pt idx="465">
                  <c:v>85.5507266521454</c:v>
                </c:pt>
                <c:pt idx="466">
                  <c:v>85.7449898123741</c:v>
                </c:pt>
                <c:pt idx="467">
                  <c:v>85.9012855887413</c:v>
                </c:pt>
                <c:pt idx="468">
                  <c:v>86.0165205597877</c:v>
                </c:pt>
                <c:pt idx="469">
                  <c:v>86.2217843532562</c:v>
                </c:pt>
                <c:pt idx="470">
                  <c:v>86.3604227304458</c:v>
                </c:pt>
                <c:pt idx="471">
                  <c:v>86.3900628089905</c:v>
                </c:pt>
                <c:pt idx="472">
                  <c:v>86.4201875925064</c:v>
                </c:pt>
                <c:pt idx="473">
                  <c:v>86.4663833975792</c:v>
                </c:pt>
                <c:pt idx="474">
                  <c:v>86.5375984311104</c:v>
                </c:pt>
                <c:pt idx="475">
                  <c:v>86.5661113858223</c:v>
                </c:pt>
                <c:pt idx="476">
                  <c:v>86.6609175801277</c:v>
                </c:pt>
                <c:pt idx="477">
                  <c:v>86.7779099345207</c:v>
                </c:pt>
                <c:pt idx="478">
                  <c:v>86.9460116028786</c:v>
                </c:pt>
                <c:pt idx="479">
                  <c:v>87.0985005497932</c:v>
                </c:pt>
                <c:pt idx="480">
                  <c:v>87.2054294943809</c:v>
                </c:pt>
                <c:pt idx="481">
                  <c:v>87.3643853664398</c:v>
                </c:pt>
                <c:pt idx="482">
                  <c:v>87.4961255192757</c:v>
                </c:pt>
                <c:pt idx="483">
                  <c:v>87.6267794966698</c:v>
                </c:pt>
                <c:pt idx="484">
                  <c:v>87.8707086443901</c:v>
                </c:pt>
                <c:pt idx="485">
                  <c:v>88.0822779536247</c:v>
                </c:pt>
                <c:pt idx="486">
                  <c:v>88.2114115953445</c:v>
                </c:pt>
                <c:pt idx="487">
                  <c:v>88.3440192341804</c:v>
                </c:pt>
                <c:pt idx="488">
                  <c:v>88.5533881187439</c:v>
                </c:pt>
                <c:pt idx="489">
                  <c:v>88.7289800643921</c:v>
                </c:pt>
                <c:pt idx="490">
                  <c:v>88.9659977555275</c:v>
                </c:pt>
                <c:pt idx="491">
                  <c:v>89.231052339077</c:v>
                </c:pt>
                <c:pt idx="492">
                  <c:v>89.4471946358681</c:v>
                </c:pt>
                <c:pt idx="493">
                  <c:v>89.7089760899544</c:v>
                </c:pt>
                <c:pt idx="494">
                  <c:v>89.9979030489921</c:v>
                </c:pt>
                <c:pt idx="495">
                  <c:v>90.3148281574249</c:v>
                </c:pt>
                <c:pt idx="496">
                  <c:v>90.6326072216034</c:v>
                </c:pt>
                <c:pt idx="497">
                  <c:v>91.0068168640137</c:v>
                </c:pt>
                <c:pt idx="498">
                  <c:v>91.389466881752</c:v>
                </c:pt>
                <c:pt idx="499">
                  <c:v>91.7483427524567</c:v>
                </c:pt>
                <c:pt idx="500">
                  <c:v>92.041958451271</c:v>
                </c:pt>
                <c:pt idx="501">
                  <c:v>92.3268965482712</c:v>
                </c:pt>
                <c:pt idx="502">
                  <c:v>92.6597353219986</c:v>
                </c:pt>
                <c:pt idx="503">
                  <c:v>92.9761015772819</c:v>
                </c:pt>
                <c:pt idx="504">
                  <c:v>93.2387117743492</c:v>
                </c:pt>
                <c:pt idx="505">
                  <c:v>93.40344363451</c:v>
                </c:pt>
                <c:pt idx="506">
                  <c:v>93.4484292864799</c:v>
                </c:pt>
                <c:pt idx="507">
                  <c:v>93.3619584441185</c:v>
                </c:pt>
                <c:pt idx="508">
                  <c:v>93.1470604538917</c:v>
                </c:pt>
                <c:pt idx="509">
                  <c:v>92.8645802140236</c:v>
                </c:pt>
                <c:pt idx="510">
                  <c:v>92.5259166359901</c:v>
                </c:pt>
                <c:pt idx="511">
                  <c:v>92.2766568064689</c:v>
                </c:pt>
                <c:pt idx="512">
                  <c:v>92.1258166432381</c:v>
                </c:pt>
                <c:pt idx="513">
                  <c:v>92.0799060463905</c:v>
                </c:pt>
                <c:pt idx="514">
                  <c:v>92.1148872375488</c:v>
                </c:pt>
                <c:pt idx="515">
                  <c:v>92.1661723256111</c:v>
                </c:pt>
                <c:pt idx="516">
                  <c:v>92.2331281304359</c:v>
                </c:pt>
                <c:pt idx="517">
                  <c:v>92.3227489590645</c:v>
                </c:pt>
                <c:pt idx="518">
                  <c:v>92.4392709732056</c:v>
                </c:pt>
                <c:pt idx="519">
                  <c:v>92.6049103736877</c:v>
                </c:pt>
                <c:pt idx="520">
                  <c:v>92.6906732916832</c:v>
                </c:pt>
                <c:pt idx="521">
                  <c:v>92.7904732227325</c:v>
                </c:pt>
                <c:pt idx="522">
                  <c:v>92.831049144268</c:v>
                </c:pt>
                <c:pt idx="523">
                  <c:v>92.8915145397186</c:v>
                </c:pt>
                <c:pt idx="524">
                  <c:v>92.9318323731422</c:v>
                </c:pt>
                <c:pt idx="525">
                  <c:v>93.0715045332908</c:v>
                </c:pt>
                <c:pt idx="526">
                  <c:v>93.2605391144752</c:v>
                </c:pt>
                <c:pt idx="527">
                  <c:v>93.449930369854</c:v>
                </c:pt>
                <c:pt idx="528">
                  <c:v>93.6418061256409</c:v>
                </c:pt>
                <c:pt idx="529">
                  <c:v>93.7831013202667</c:v>
                </c:pt>
                <c:pt idx="530">
                  <c:v>94.0810980796814</c:v>
                </c:pt>
                <c:pt idx="531">
                  <c:v>94.2853109836578</c:v>
                </c:pt>
                <c:pt idx="532">
                  <c:v>94.5363183617592</c:v>
                </c:pt>
                <c:pt idx="533">
                  <c:v>94.7547534108162</c:v>
                </c:pt>
                <c:pt idx="534">
                  <c:v>95.0263358354568</c:v>
                </c:pt>
                <c:pt idx="535">
                  <c:v>95.2387688159942</c:v>
                </c:pt>
                <c:pt idx="536">
                  <c:v>95.4232570528984</c:v>
                </c:pt>
                <c:pt idx="537">
                  <c:v>95.6366921067238</c:v>
                </c:pt>
                <c:pt idx="538">
                  <c:v>95.8896650671959</c:v>
                </c:pt>
                <c:pt idx="539">
                  <c:v>96.1466485857963</c:v>
                </c:pt>
                <c:pt idx="540">
                  <c:v>96.3822222352028</c:v>
                </c:pt>
                <c:pt idx="541">
                  <c:v>96.5720204114914</c:v>
                </c:pt>
                <c:pt idx="542">
                  <c:v>96.779553592205</c:v>
                </c:pt>
                <c:pt idx="543">
                  <c:v>97.0058713555336</c:v>
                </c:pt>
                <c:pt idx="544">
                  <c:v>97.166426718235</c:v>
                </c:pt>
                <c:pt idx="545">
                  <c:v>97.3291302919388</c:v>
                </c:pt>
                <c:pt idx="546">
                  <c:v>97.5256926417351</c:v>
                </c:pt>
                <c:pt idx="547">
                  <c:v>97.7026197910309</c:v>
                </c:pt>
                <c:pt idx="548">
                  <c:v>97.8493482470512</c:v>
                </c:pt>
                <c:pt idx="549">
                  <c:v>98.0126997828483</c:v>
                </c:pt>
                <c:pt idx="550">
                  <c:v>98.1865898370743</c:v>
                </c:pt>
                <c:pt idx="551">
                  <c:v>98.3901636004448</c:v>
                </c:pt>
                <c:pt idx="552">
                  <c:v>98.5559079647064</c:v>
                </c:pt>
                <c:pt idx="553">
                  <c:v>98.7159022092819</c:v>
                </c:pt>
                <c:pt idx="554">
                  <c:v>98.9149613380432</c:v>
                </c:pt>
                <c:pt idx="555">
                  <c:v>99.1215748786926</c:v>
                </c:pt>
                <c:pt idx="556">
                  <c:v>99.3995558023453</c:v>
                </c:pt>
                <c:pt idx="557">
                  <c:v>99.7164977192879</c:v>
                </c:pt>
                <c:pt idx="558">
                  <c:v>100.064087092876</c:v>
                </c:pt>
                <c:pt idx="559">
                  <c:v>100.447864711285</c:v>
                </c:pt>
                <c:pt idx="560">
                  <c:v>100.818180978298</c:v>
                </c:pt>
                <c:pt idx="561">
                  <c:v>101.183341801167</c:v>
                </c:pt>
                <c:pt idx="562">
                  <c:v>101.560262739658</c:v>
                </c:pt>
                <c:pt idx="563">
                  <c:v>101.913683354855</c:v>
                </c:pt>
                <c:pt idx="564">
                  <c:v>102.203060925007</c:v>
                </c:pt>
                <c:pt idx="565">
                  <c:v>102.407958209515</c:v>
                </c:pt>
                <c:pt idx="566">
                  <c:v>102.586431443691</c:v>
                </c:pt>
                <c:pt idx="567">
                  <c:v>102.685421228409</c:v>
                </c:pt>
                <c:pt idx="568">
                  <c:v>102.769769191742</c:v>
                </c:pt>
                <c:pt idx="569">
                  <c:v>102.852582573891</c:v>
                </c:pt>
                <c:pt idx="570">
                  <c:v>102.867447316647</c:v>
                </c:pt>
                <c:pt idx="571">
                  <c:v>102.942555129528</c:v>
                </c:pt>
                <c:pt idx="572">
                  <c:v>103.058315038681</c:v>
                </c:pt>
                <c:pt idx="573">
                  <c:v>103.165970146656</c:v>
                </c:pt>
                <c:pt idx="574">
                  <c:v>103.332192063332</c:v>
                </c:pt>
                <c:pt idx="575">
                  <c:v>103.491251766682</c:v>
                </c:pt>
                <c:pt idx="576">
                  <c:v>103.66953253746</c:v>
                </c:pt>
                <c:pt idx="577">
                  <c:v>103.699607372284</c:v>
                </c:pt>
                <c:pt idx="578">
                  <c:v>103.725763976574</c:v>
                </c:pt>
                <c:pt idx="579">
                  <c:v>103.793536603451</c:v>
                </c:pt>
                <c:pt idx="580">
                  <c:v>103.83983784914</c:v>
                </c:pt>
                <c:pt idx="581">
                  <c:v>103.891436576843</c:v>
                </c:pt>
                <c:pt idx="582">
                  <c:v>103.869271636009</c:v>
                </c:pt>
                <c:pt idx="583">
                  <c:v>103.802330136299</c:v>
                </c:pt>
                <c:pt idx="584">
                  <c:v>103.786293745041</c:v>
                </c:pt>
                <c:pt idx="585">
                  <c:v>103.790398716927</c:v>
                </c:pt>
                <c:pt idx="586">
                  <c:v>103.841626942158</c:v>
                </c:pt>
                <c:pt idx="587">
                  <c:v>103.919285714626</c:v>
                </c:pt>
                <c:pt idx="588">
                  <c:v>104.021588623524</c:v>
                </c:pt>
                <c:pt idx="589">
                  <c:v>104.185401439667</c:v>
                </c:pt>
                <c:pt idx="590">
                  <c:v>104.387696921825</c:v>
                </c:pt>
                <c:pt idx="591">
                  <c:v>104.553043603897</c:v>
                </c:pt>
                <c:pt idx="592">
                  <c:v>104.708874583244</c:v>
                </c:pt>
                <c:pt idx="593">
                  <c:v>104.92789375782</c:v>
                </c:pt>
                <c:pt idx="594">
                  <c:v>105.160499095917</c:v>
                </c:pt>
                <c:pt idx="595">
                  <c:v>105.373163163662</c:v>
                </c:pt>
                <c:pt idx="596">
                  <c:v>105.570929586887</c:v>
                </c:pt>
                <c:pt idx="597">
                  <c:v>105.830555856228</c:v>
                </c:pt>
                <c:pt idx="598">
                  <c:v>106.06980484724</c:v>
                </c:pt>
                <c:pt idx="599">
                  <c:v>106.328184187412</c:v>
                </c:pt>
                <c:pt idx="600">
                  <c:v>106.635416984558</c:v>
                </c:pt>
                <c:pt idx="601">
                  <c:v>106.967596411705</c:v>
                </c:pt>
                <c:pt idx="602">
                  <c:v>107.287200212479</c:v>
                </c:pt>
                <c:pt idx="603">
                  <c:v>107.558547973633</c:v>
                </c:pt>
                <c:pt idx="604">
                  <c:v>107.865798890591</c:v>
                </c:pt>
                <c:pt idx="605">
                  <c:v>108.147093951702</c:v>
                </c:pt>
                <c:pt idx="606">
                  <c:v>108.465136826038</c:v>
                </c:pt>
                <c:pt idx="607">
                  <c:v>108.739782691002</c:v>
                </c:pt>
                <c:pt idx="608">
                  <c:v>108.937576830387</c:v>
                </c:pt>
                <c:pt idx="609">
                  <c:v>109.154374420643</c:v>
                </c:pt>
                <c:pt idx="610">
                  <c:v>109.382085561752</c:v>
                </c:pt>
                <c:pt idx="611">
                  <c:v>109.651872634888</c:v>
                </c:pt>
                <c:pt idx="612">
                  <c:v>109.880670845509</c:v>
                </c:pt>
                <c:pt idx="613">
                  <c:v>110.030899465084</c:v>
                </c:pt>
                <c:pt idx="614">
                  <c:v>110.147460222244</c:v>
                </c:pt>
                <c:pt idx="615">
                  <c:v>110.251128792763</c:v>
                </c:pt>
                <c:pt idx="616">
                  <c:v>110.413500845432</c:v>
                </c:pt>
                <c:pt idx="617">
                  <c:v>110.60878187418</c:v>
                </c:pt>
                <c:pt idx="618">
                  <c:v>110.863976716995</c:v>
                </c:pt>
                <c:pt idx="619">
                  <c:v>111.070211291313</c:v>
                </c:pt>
                <c:pt idx="620">
                  <c:v>111.26011121273</c:v>
                </c:pt>
                <c:pt idx="621">
                  <c:v>111.254592776299</c:v>
                </c:pt>
                <c:pt idx="622">
                  <c:v>111.395058333874</c:v>
                </c:pt>
                <c:pt idx="623">
                  <c:v>111.597242891788</c:v>
                </c:pt>
                <c:pt idx="624">
                  <c:v>111.793842017651</c:v>
                </c:pt>
                <c:pt idx="625">
                  <c:v>111.983078420162</c:v>
                </c:pt>
                <c:pt idx="626">
                  <c:v>112.163275361061</c:v>
                </c:pt>
                <c:pt idx="627">
                  <c:v>112.386251747608</c:v>
                </c:pt>
                <c:pt idx="628">
                  <c:v>112.583644092083</c:v>
                </c:pt>
                <c:pt idx="629">
                  <c:v>112.790824234486</c:v>
                </c:pt>
                <c:pt idx="630">
                  <c:v>113.015063345432</c:v>
                </c:pt>
                <c:pt idx="631">
                  <c:v>113.237938761711</c:v>
                </c:pt>
                <c:pt idx="632">
                  <c:v>113.333214402199</c:v>
                </c:pt>
                <c:pt idx="633">
                  <c:v>113.414008140564</c:v>
                </c:pt>
                <c:pt idx="634">
                  <c:v>113.439794182777</c:v>
                </c:pt>
                <c:pt idx="635">
                  <c:v>113.456987738609</c:v>
                </c:pt>
                <c:pt idx="636">
                  <c:v>113.480900526047</c:v>
                </c:pt>
                <c:pt idx="637">
                  <c:v>113.471290826797</c:v>
                </c:pt>
                <c:pt idx="638">
                  <c:v>113.4389128685</c:v>
                </c:pt>
                <c:pt idx="639">
                  <c:v>113.383582353592</c:v>
                </c:pt>
                <c:pt idx="640">
                  <c:v>113.38271856308</c:v>
                </c:pt>
                <c:pt idx="641">
                  <c:v>113.451348483562</c:v>
                </c:pt>
                <c:pt idx="642">
                  <c:v>113.570866346359</c:v>
                </c:pt>
                <c:pt idx="643">
                  <c:v>113.717236280441</c:v>
                </c:pt>
                <c:pt idx="644">
                  <c:v>113.825800359249</c:v>
                </c:pt>
                <c:pt idx="645">
                  <c:v>113.958971560001</c:v>
                </c:pt>
                <c:pt idx="646">
                  <c:v>114.065405726433</c:v>
                </c:pt>
                <c:pt idx="647">
                  <c:v>114.083978116512</c:v>
                </c:pt>
                <c:pt idx="648">
                  <c:v>114.126711249351</c:v>
                </c:pt>
                <c:pt idx="649">
                  <c:v>114.108798980713</c:v>
                </c:pt>
                <c:pt idx="650">
                  <c:v>114.157776176929</c:v>
                </c:pt>
                <c:pt idx="651">
                  <c:v>114.09364181757</c:v>
                </c:pt>
                <c:pt idx="652">
                  <c:v>114.064010679722</c:v>
                </c:pt>
                <c:pt idx="653">
                  <c:v>114.032029926777</c:v>
                </c:pt>
                <c:pt idx="654">
                  <c:v>114.070512413979</c:v>
                </c:pt>
                <c:pt idx="655">
                  <c:v>114.112433850765</c:v>
                </c:pt>
                <c:pt idx="656">
                  <c:v>114.256085038185</c:v>
                </c:pt>
                <c:pt idx="657">
                  <c:v>114.512836098671</c:v>
                </c:pt>
                <c:pt idx="658">
                  <c:v>114.852256536484</c:v>
                </c:pt>
                <c:pt idx="659">
                  <c:v>115.164822936058</c:v>
                </c:pt>
                <c:pt idx="660">
                  <c:v>115.516060769558</c:v>
                </c:pt>
                <c:pt idx="661">
                  <c:v>115.811095416546</c:v>
                </c:pt>
                <c:pt idx="662">
                  <c:v>116.08910626173</c:v>
                </c:pt>
                <c:pt idx="663">
                  <c:v>116.424966692924</c:v>
                </c:pt>
                <c:pt idx="664">
                  <c:v>116.736798107624</c:v>
                </c:pt>
                <c:pt idx="665">
                  <c:v>117.077952921391</c:v>
                </c:pt>
                <c:pt idx="666">
                  <c:v>117.440966486931</c:v>
                </c:pt>
                <c:pt idx="667">
                  <c:v>117.752051651478</c:v>
                </c:pt>
                <c:pt idx="668">
                  <c:v>117.968787789345</c:v>
                </c:pt>
                <c:pt idx="669">
                  <c:v>118.155328214169</c:v>
                </c:pt>
                <c:pt idx="670">
                  <c:v>118.311380386353</c:v>
                </c:pt>
                <c:pt idx="671">
                  <c:v>118.500371217728</c:v>
                </c:pt>
                <c:pt idx="672">
                  <c:v>118.734244763851</c:v>
                </c:pt>
                <c:pt idx="673">
                  <c:v>118.992588937283</c:v>
                </c:pt>
                <c:pt idx="674">
                  <c:v>119.227064311504</c:v>
                </c:pt>
                <c:pt idx="675">
                  <c:v>119.406571447849</c:v>
                </c:pt>
                <c:pt idx="676">
                  <c:v>119.570076167583</c:v>
                </c:pt>
                <c:pt idx="677">
                  <c:v>119.71855121851</c:v>
                </c:pt>
                <c:pt idx="678">
                  <c:v>119.932850182056</c:v>
                </c:pt>
                <c:pt idx="679">
                  <c:v>120.144788563251</c:v>
                </c:pt>
                <c:pt idx="680">
                  <c:v>120.342042028904</c:v>
                </c:pt>
                <c:pt idx="681">
                  <c:v>120.532795488834</c:v>
                </c:pt>
                <c:pt idx="682">
                  <c:v>120.760571658611</c:v>
                </c:pt>
                <c:pt idx="683">
                  <c:v>120.935698628426</c:v>
                </c:pt>
                <c:pt idx="684">
                  <c:v>121.10220348835</c:v>
                </c:pt>
                <c:pt idx="685">
                  <c:v>121.294600725174</c:v>
                </c:pt>
                <c:pt idx="686">
                  <c:v>121.453765451908</c:v>
                </c:pt>
                <c:pt idx="687">
                  <c:v>121.611998140812</c:v>
                </c:pt>
                <c:pt idx="688">
                  <c:v>121.751867473125</c:v>
                </c:pt>
                <c:pt idx="689">
                  <c:v>121.892941772938</c:v>
                </c:pt>
                <c:pt idx="690">
                  <c:v>122.039748191833</c:v>
                </c:pt>
                <c:pt idx="691">
                  <c:v>122.144212186337</c:v>
                </c:pt>
                <c:pt idx="692">
                  <c:v>122.250183403492</c:v>
                </c:pt>
                <c:pt idx="693">
                  <c:v>122.354557454586</c:v>
                </c:pt>
                <c:pt idx="694">
                  <c:v>122.463515102863</c:v>
                </c:pt>
                <c:pt idx="695">
                  <c:v>122.675622284412</c:v>
                </c:pt>
                <c:pt idx="696">
                  <c:v>122.923232257366</c:v>
                </c:pt>
                <c:pt idx="697">
                  <c:v>123.128741323948</c:v>
                </c:pt>
                <c:pt idx="698">
                  <c:v>123.350563168526</c:v>
                </c:pt>
                <c:pt idx="699">
                  <c:v>123.497853636742</c:v>
                </c:pt>
                <c:pt idx="700">
                  <c:v>123.620754539967</c:v>
                </c:pt>
                <c:pt idx="701">
                  <c:v>123.799692571163</c:v>
                </c:pt>
                <c:pt idx="702">
                  <c:v>123.955805420876</c:v>
                </c:pt>
                <c:pt idx="703">
                  <c:v>124.034127533436</c:v>
                </c:pt>
                <c:pt idx="704">
                  <c:v>124.082294464111</c:v>
                </c:pt>
                <c:pt idx="705">
                  <c:v>124.322818040848</c:v>
                </c:pt>
                <c:pt idx="706">
                  <c:v>124.482487440109</c:v>
                </c:pt>
                <c:pt idx="707">
                  <c:v>124.45125412941</c:v>
                </c:pt>
                <c:pt idx="708">
                  <c:v>124.342102169991</c:v>
                </c:pt>
                <c:pt idx="709">
                  <c:v>124.191808104515</c:v>
                </c:pt>
                <c:pt idx="710">
                  <c:v>123.97219991684</c:v>
                </c:pt>
                <c:pt idx="711">
                  <c:v>123.748087048531</c:v>
                </c:pt>
                <c:pt idx="712">
                  <c:v>123.505383372307</c:v>
                </c:pt>
                <c:pt idx="713">
                  <c:v>123.281908631325</c:v>
                </c:pt>
                <c:pt idx="714">
                  <c:v>123.20560157299</c:v>
                </c:pt>
                <c:pt idx="715">
                  <c:v>123.30501294136</c:v>
                </c:pt>
                <c:pt idx="716">
                  <c:v>123.412117958069</c:v>
                </c:pt>
                <c:pt idx="717">
                  <c:v>123.553041577339</c:v>
                </c:pt>
                <c:pt idx="718">
                  <c:v>123.672736525536</c:v>
                </c:pt>
                <c:pt idx="719">
                  <c:v>123.781989514828</c:v>
                </c:pt>
                <c:pt idx="720">
                  <c:v>124.009453952312</c:v>
                </c:pt>
                <c:pt idx="721">
                  <c:v>124.276434659958</c:v>
                </c:pt>
                <c:pt idx="722">
                  <c:v>124.556923210621</c:v>
                </c:pt>
                <c:pt idx="723">
                  <c:v>124.83169490099</c:v>
                </c:pt>
                <c:pt idx="724">
                  <c:v>125.081898629665</c:v>
                </c:pt>
                <c:pt idx="725">
                  <c:v>125.253780543804</c:v>
                </c:pt>
                <c:pt idx="726">
                  <c:v>125.356769382954</c:v>
                </c:pt>
                <c:pt idx="727">
                  <c:v>125.451620578766</c:v>
                </c:pt>
                <c:pt idx="728">
                  <c:v>125.580214560032</c:v>
                </c:pt>
                <c:pt idx="729">
                  <c:v>125.648095369339</c:v>
                </c:pt>
                <c:pt idx="730">
                  <c:v>125.60544013977</c:v>
                </c:pt>
                <c:pt idx="731">
                  <c:v>125.559213876724</c:v>
                </c:pt>
                <c:pt idx="732">
                  <c:v>125.501816391945</c:v>
                </c:pt>
                <c:pt idx="733">
                  <c:v>125.500557541847</c:v>
                </c:pt>
                <c:pt idx="734">
                  <c:v>125.532700300217</c:v>
                </c:pt>
                <c:pt idx="735">
                  <c:v>125.63291323185</c:v>
                </c:pt>
                <c:pt idx="736">
                  <c:v>125.733266353607</c:v>
                </c:pt>
                <c:pt idx="737">
                  <c:v>125.846586823463</c:v>
                </c:pt>
                <c:pt idx="738">
                  <c:v>125.982522666454</c:v>
                </c:pt>
                <c:pt idx="739">
                  <c:v>126.131647109985</c:v>
                </c:pt>
                <c:pt idx="740">
                  <c:v>126.226158082485</c:v>
                </c:pt>
                <c:pt idx="741">
                  <c:v>126.294437229633</c:v>
                </c:pt>
                <c:pt idx="742">
                  <c:v>126.365417897701</c:v>
                </c:pt>
                <c:pt idx="743">
                  <c:v>126.410636723042</c:v>
                </c:pt>
                <c:pt idx="744">
                  <c:v>126.43838429451</c:v>
                </c:pt>
                <c:pt idx="745">
                  <c:v>126.333235263824</c:v>
                </c:pt>
                <c:pt idx="746">
                  <c:v>126.196730256081</c:v>
                </c:pt>
                <c:pt idx="747">
                  <c:v>126.175228714943</c:v>
                </c:pt>
                <c:pt idx="748">
                  <c:v>126.433337509632</c:v>
                </c:pt>
                <c:pt idx="749">
                  <c:v>126.297926485538</c:v>
                </c:pt>
                <c:pt idx="750">
                  <c:v>126.531467676163</c:v>
                </c:pt>
                <c:pt idx="751">
                  <c:v>126.740896344185</c:v>
                </c:pt>
                <c:pt idx="752">
                  <c:v>126.947142243385</c:v>
                </c:pt>
                <c:pt idx="753">
                  <c:v>127.064843058586</c:v>
                </c:pt>
                <c:pt idx="754">
                  <c:v>127.055470108986</c:v>
                </c:pt>
                <c:pt idx="755">
                  <c:v>127.242836952209</c:v>
                </c:pt>
                <c:pt idx="756">
                  <c:v>127.420403897762</c:v>
                </c:pt>
                <c:pt idx="757">
                  <c:v>127.52093154192</c:v>
                </c:pt>
                <c:pt idx="758">
                  <c:v>127.673448681831</c:v>
                </c:pt>
                <c:pt idx="759">
                  <c:v>127.855962216854</c:v>
                </c:pt>
                <c:pt idx="760">
                  <c:v>128.034209668636</c:v>
                </c:pt>
                <c:pt idx="761">
                  <c:v>128.2579241395</c:v>
                </c:pt>
                <c:pt idx="762">
                  <c:v>128.502281904221</c:v>
                </c:pt>
                <c:pt idx="763">
                  <c:v>128.743534505367</c:v>
                </c:pt>
                <c:pt idx="764">
                  <c:v>129.151417911053</c:v>
                </c:pt>
                <c:pt idx="765">
                  <c:v>129.4207072258</c:v>
                </c:pt>
                <c:pt idx="766">
                  <c:v>129.671356916428</c:v>
                </c:pt>
                <c:pt idx="767">
                  <c:v>130.009054541588</c:v>
                </c:pt>
                <c:pt idx="768">
                  <c:v>130.402626574039</c:v>
                </c:pt>
                <c:pt idx="769">
                  <c:v>130.772592842579</c:v>
                </c:pt>
                <c:pt idx="770">
                  <c:v>131.100593149662</c:v>
                </c:pt>
                <c:pt idx="771">
                  <c:v>131.3611997962</c:v>
                </c:pt>
                <c:pt idx="772">
                  <c:v>131.58973801136</c:v>
                </c:pt>
                <c:pt idx="773">
                  <c:v>131.875000417233</c:v>
                </c:pt>
                <c:pt idx="774">
                  <c:v>132.1962210536</c:v>
                </c:pt>
                <c:pt idx="775">
                  <c:v>132.471221327782</c:v>
                </c:pt>
                <c:pt idx="776">
                  <c:v>132.781002104282</c:v>
                </c:pt>
                <c:pt idx="777">
                  <c:v>133.110274195671</c:v>
                </c:pt>
                <c:pt idx="778">
                  <c:v>133.384841561317</c:v>
                </c:pt>
                <c:pt idx="779">
                  <c:v>133.594334125519</c:v>
                </c:pt>
                <c:pt idx="780">
                  <c:v>133.852676451206</c:v>
                </c:pt>
                <c:pt idx="781">
                  <c:v>134.07068413496</c:v>
                </c:pt>
                <c:pt idx="782">
                  <c:v>134.360431373119</c:v>
                </c:pt>
                <c:pt idx="783">
                  <c:v>134.551406443119</c:v>
                </c:pt>
                <c:pt idx="784">
                  <c:v>134.740802288055</c:v>
                </c:pt>
                <c:pt idx="785">
                  <c:v>134.920323908329</c:v>
                </c:pt>
                <c:pt idx="786">
                  <c:v>135.134139955044</c:v>
                </c:pt>
                <c:pt idx="787">
                  <c:v>135.297895610332</c:v>
                </c:pt>
                <c:pt idx="788">
                  <c:v>135.500611484051</c:v>
                </c:pt>
                <c:pt idx="789">
                  <c:v>135.711012601852</c:v>
                </c:pt>
                <c:pt idx="790">
                  <c:v>135.852730333805</c:v>
                </c:pt>
                <c:pt idx="791">
                  <c:v>135.998130977154</c:v>
                </c:pt>
                <c:pt idx="792">
                  <c:v>136.129584014416</c:v>
                </c:pt>
                <c:pt idx="793">
                  <c:v>136.294488251209</c:v>
                </c:pt>
                <c:pt idx="794">
                  <c:v>136.442857563496</c:v>
                </c:pt>
                <c:pt idx="795">
                  <c:v>136.649987876415</c:v>
                </c:pt>
                <c:pt idx="796">
                  <c:v>136.843422234058</c:v>
                </c:pt>
                <c:pt idx="797">
                  <c:v>137.046861588955</c:v>
                </c:pt>
                <c:pt idx="798">
                  <c:v>137.254508912563</c:v>
                </c:pt>
                <c:pt idx="799">
                  <c:v>137.495651066303</c:v>
                </c:pt>
                <c:pt idx="800">
                  <c:v>137.778623521328</c:v>
                </c:pt>
                <c:pt idx="801">
                  <c:v>137.976994454861</c:v>
                </c:pt>
                <c:pt idx="802">
                  <c:v>138.200069725513</c:v>
                </c:pt>
                <c:pt idx="803">
                  <c:v>138.457249224186</c:v>
                </c:pt>
                <c:pt idx="804">
                  <c:v>138.722912013531</c:v>
                </c:pt>
                <c:pt idx="805">
                  <c:v>138.989550590515</c:v>
                </c:pt>
                <c:pt idx="806">
                  <c:v>139.260251998901</c:v>
                </c:pt>
                <c:pt idx="807">
                  <c:v>139.43051469326</c:v>
                </c:pt>
                <c:pt idx="808">
                  <c:v>139.511969685554</c:v>
                </c:pt>
                <c:pt idx="809">
                  <c:v>139.595543622971</c:v>
                </c:pt>
                <c:pt idx="810">
                  <c:v>139.713236808777</c:v>
                </c:pt>
                <c:pt idx="811">
                  <c:v>139.836069762707</c:v>
                </c:pt>
                <c:pt idx="812">
                  <c:v>139.930558383465</c:v>
                </c:pt>
                <c:pt idx="813">
                  <c:v>139.967772960663</c:v>
                </c:pt>
                <c:pt idx="814">
                  <c:v>139.97076189518</c:v>
                </c:pt>
                <c:pt idx="815">
                  <c:v>140.012279987335</c:v>
                </c:pt>
                <c:pt idx="816">
                  <c:v>140.057866573334</c:v>
                </c:pt>
                <c:pt idx="817">
                  <c:v>140.072764277458</c:v>
                </c:pt>
                <c:pt idx="818">
                  <c:v>140.136402249336</c:v>
                </c:pt>
                <c:pt idx="819">
                  <c:v>140.294738233089</c:v>
                </c:pt>
                <c:pt idx="820">
                  <c:v>140.365536749363</c:v>
                </c:pt>
                <c:pt idx="821">
                  <c:v>140.458236336708</c:v>
                </c:pt>
                <c:pt idx="822">
                  <c:v>140.592352151871</c:v>
                </c:pt>
                <c:pt idx="823">
                  <c:v>140.774504959583</c:v>
                </c:pt>
                <c:pt idx="824">
                  <c:v>140.900849580765</c:v>
                </c:pt>
                <c:pt idx="825">
                  <c:v>141.043796956539</c:v>
                </c:pt>
                <c:pt idx="826">
                  <c:v>141.19248431921</c:v>
                </c:pt>
                <c:pt idx="827">
                  <c:v>141.293839156628</c:v>
                </c:pt>
                <c:pt idx="828">
                  <c:v>141.355605006218</c:v>
                </c:pt>
                <c:pt idx="829">
                  <c:v>141.467280209064</c:v>
                </c:pt>
                <c:pt idx="830">
                  <c:v>141.591596961021</c:v>
                </c:pt>
                <c:pt idx="831">
                  <c:v>141.756319880486</c:v>
                </c:pt>
                <c:pt idx="832">
                  <c:v>141.887552857399</c:v>
                </c:pt>
                <c:pt idx="833">
                  <c:v>142.016677320004</c:v>
                </c:pt>
                <c:pt idx="834">
                  <c:v>142.111940085888</c:v>
                </c:pt>
                <c:pt idx="835">
                  <c:v>142.207505464554</c:v>
                </c:pt>
                <c:pt idx="836">
                  <c:v>142.327708125114</c:v>
                </c:pt>
                <c:pt idx="837">
                  <c:v>142.463393807411</c:v>
                </c:pt>
                <c:pt idx="838">
                  <c:v>142.598185181618</c:v>
                </c:pt>
                <c:pt idx="839">
                  <c:v>142.730425775051</c:v>
                </c:pt>
                <c:pt idx="840">
                  <c:v>142.855609238148</c:v>
                </c:pt>
                <c:pt idx="841">
                  <c:v>142.996335446835</c:v>
                </c:pt>
                <c:pt idx="842">
                  <c:v>143.092705011368</c:v>
                </c:pt>
                <c:pt idx="843">
                  <c:v>143.102106571198</c:v>
                </c:pt>
                <c:pt idx="844">
                  <c:v>143.15731304884</c:v>
                </c:pt>
                <c:pt idx="845">
                  <c:v>143.092782914639</c:v>
                </c:pt>
                <c:pt idx="846">
                  <c:v>142.990886628628</c:v>
                </c:pt>
                <c:pt idx="847">
                  <c:v>142.833497822285</c:v>
                </c:pt>
                <c:pt idx="848">
                  <c:v>142.724600255489</c:v>
                </c:pt>
                <c:pt idx="849">
                  <c:v>142.730515062809</c:v>
                </c:pt>
                <c:pt idx="850">
                  <c:v>142.797525703907</c:v>
                </c:pt>
                <c:pt idx="851">
                  <c:v>142.897834837437</c:v>
                </c:pt>
                <c:pt idx="852">
                  <c:v>142.997061431408</c:v>
                </c:pt>
                <c:pt idx="853">
                  <c:v>143.102807760239</c:v>
                </c:pt>
                <c:pt idx="854">
                  <c:v>143.210520386696</c:v>
                </c:pt>
                <c:pt idx="855">
                  <c:v>143.341117918491</c:v>
                </c:pt>
                <c:pt idx="856">
                  <c:v>143.60522544384</c:v>
                </c:pt>
                <c:pt idx="857">
                  <c:v>143.902976036072</c:v>
                </c:pt>
                <c:pt idx="858">
                  <c:v>144.123317360878</c:v>
                </c:pt>
                <c:pt idx="859">
                  <c:v>144.236144900322</c:v>
                </c:pt>
                <c:pt idx="860">
                  <c:v>144.259301900864</c:v>
                </c:pt>
                <c:pt idx="861">
                  <c:v>144.3356153965</c:v>
                </c:pt>
                <c:pt idx="862">
                  <c:v>144.383382916451</c:v>
                </c:pt>
                <c:pt idx="863">
                  <c:v>144.390634655952</c:v>
                </c:pt>
                <c:pt idx="864">
                  <c:v>144.406040847301</c:v>
                </c:pt>
                <c:pt idx="865">
                  <c:v>144.423913776875</c:v>
                </c:pt>
                <c:pt idx="866">
                  <c:v>144.377290308475</c:v>
                </c:pt>
                <c:pt idx="867">
                  <c:v>144.383123159409</c:v>
                </c:pt>
                <c:pt idx="868">
                  <c:v>144.467645287514</c:v>
                </c:pt>
                <c:pt idx="869">
                  <c:v>144.631610453129</c:v>
                </c:pt>
                <c:pt idx="870">
                  <c:v>144.82586234808</c:v>
                </c:pt>
                <c:pt idx="871">
                  <c:v>145.088740646839</c:v>
                </c:pt>
                <c:pt idx="872">
                  <c:v>145.366395294666</c:v>
                </c:pt>
                <c:pt idx="873">
                  <c:v>145.574508309364</c:v>
                </c:pt>
                <c:pt idx="874">
                  <c:v>145.86037003994</c:v>
                </c:pt>
                <c:pt idx="875">
                  <c:v>146.203232586384</c:v>
                </c:pt>
                <c:pt idx="876">
                  <c:v>146.558910548687</c:v>
                </c:pt>
                <c:pt idx="877">
                  <c:v>146.848159372807</c:v>
                </c:pt>
                <c:pt idx="878">
                  <c:v>147.14432311058</c:v>
                </c:pt>
                <c:pt idx="879">
                  <c:v>147.447656869888</c:v>
                </c:pt>
                <c:pt idx="880">
                  <c:v>147.751011550426</c:v>
                </c:pt>
                <c:pt idx="881">
                  <c:v>148.032389104366</c:v>
                </c:pt>
                <c:pt idx="882">
                  <c:v>148.34334474802</c:v>
                </c:pt>
                <c:pt idx="883">
                  <c:v>148.653245985508</c:v>
                </c:pt>
                <c:pt idx="884">
                  <c:v>148.89987963438</c:v>
                </c:pt>
                <c:pt idx="885">
                  <c:v>149.137714445591</c:v>
                </c:pt>
                <c:pt idx="886">
                  <c:v>149.328946471214</c:v>
                </c:pt>
                <c:pt idx="887">
                  <c:v>149.505858838558</c:v>
                </c:pt>
                <c:pt idx="888">
                  <c:v>149.629270851612</c:v>
                </c:pt>
                <c:pt idx="889">
                  <c:v>149.735199570656</c:v>
                </c:pt>
                <c:pt idx="890">
                  <c:v>149.941168189049</c:v>
                </c:pt>
                <c:pt idx="891">
                  <c:v>150.143684625626</c:v>
                </c:pt>
                <c:pt idx="892">
                  <c:v>150.294400036335</c:v>
                </c:pt>
                <c:pt idx="893">
                  <c:v>150.424057126045</c:v>
                </c:pt>
                <c:pt idx="894">
                  <c:v>150.606017947197</c:v>
                </c:pt>
                <c:pt idx="895">
                  <c:v>150.719432175159</c:v>
                </c:pt>
                <c:pt idx="896">
                  <c:v>150.85589069128</c:v>
                </c:pt>
                <c:pt idx="897">
                  <c:v>150.981382250786</c:v>
                </c:pt>
                <c:pt idx="898">
                  <c:v>151.1003023386</c:v>
                </c:pt>
                <c:pt idx="899">
                  <c:v>151.210058808327</c:v>
                </c:pt>
                <c:pt idx="900">
                  <c:v>151.324200093746</c:v>
                </c:pt>
                <c:pt idx="901">
                  <c:v>151.388852536678</c:v>
                </c:pt>
                <c:pt idx="902">
                  <c:v>151.284416019917</c:v>
                </c:pt>
                <c:pt idx="903">
                  <c:v>151.210032522678</c:v>
                </c:pt>
                <c:pt idx="904">
                  <c:v>151.164872586727</c:v>
                </c:pt>
                <c:pt idx="905">
                  <c:v>151.16027110815</c:v>
                </c:pt>
                <c:pt idx="906">
                  <c:v>151.205049097538</c:v>
                </c:pt>
                <c:pt idx="907">
                  <c:v>151.313659131527</c:v>
                </c:pt>
                <c:pt idx="908">
                  <c:v>151.509248197079</c:v>
                </c:pt>
                <c:pt idx="909">
                  <c:v>151.64521086216</c:v>
                </c:pt>
                <c:pt idx="910">
                  <c:v>151.804929852486</c:v>
                </c:pt>
                <c:pt idx="911">
                  <c:v>151.926421523094</c:v>
                </c:pt>
                <c:pt idx="912">
                  <c:v>152.029825270176</c:v>
                </c:pt>
                <c:pt idx="913">
                  <c:v>152.010974705219</c:v>
                </c:pt>
                <c:pt idx="914">
                  <c:v>151.929710328579</c:v>
                </c:pt>
                <c:pt idx="915">
                  <c:v>151.894336163998</c:v>
                </c:pt>
                <c:pt idx="916">
                  <c:v>151.974424242973</c:v>
                </c:pt>
                <c:pt idx="917">
                  <c:v>152.083426833153</c:v>
                </c:pt>
                <c:pt idx="918">
                  <c:v>152.15856307745</c:v>
                </c:pt>
                <c:pt idx="919">
                  <c:v>152.241524159908</c:v>
                </c:pt>
                <c:pt idx="920">
                  <c:v>152.360626280308</c:v>
                </c:pt>
                <c:pt idx="921">
                  <c:v>152.553897440433</c:v>
                </c:pt>
                <c:pt idx="922">
                  <c:v>152.740420281887</c:v>
                </c:pt>
                <c:pt idx="923">
                  <c:v>152.923046410084</c:v>
                </c:pt>
                <c:pt idx="924">
                  <c:v>153.16208165884</c:v>
                </c:pt>
                <c:pt idx="925">
                  <c:v>153.380274951458</c:v>
                </c:pt>
                <c:pt idx="926">
                  <c:v>153.536348044872</c:v>
                </c:pt>
                <c:pt idx="927">
                  <c:v>153.665992558002</c:v>
                </c:pt>
                <c:pt idx="928">
                  <c:v>153.793452322483</c:v>
                </c:pt>
                <c:pt idx="929">
                  <c:v>153.923176109791</c:v>
                </c:pt>
                <c:pt idx="930">
                  <c:v>153.951674103737</c:v>
                </c:pt>
                <c:pt idx="931">
                  <c:v>153.962410211563</c:v>
                </c:pt>
                <c:pt idx="932">
                  <c:v>154.143309533596</c:v>
                </c:pt>
                <c:pt idx="933">
                  <c:v>154.303118765354</c:v>
                </c:pt>
                <c:pt idx="934">
                  <c:v>154.518801867962</c:v>
                </c:pt>
                <c:pt idx="935">
                  <c:v>154.627982020378</c:v>
                </c:pt>
                <c:pt idx="936">
                  <c:v>154.863860368729</c:v>
                </c:pt>
                <c:pt idx="937">
                  <c:v>155.065205693245</c:v>
                </c:pt>
                <c:pt idx="938">
                  <c:v>155.182405650616</c:v>
                </c:pt>
                <c:pt idx="939">
                  <c:v>155.328262805939</c:v>
                </c:pt>
                <c:pt idx="940">
                  <c:v>155.460227429867</c:v>
                </c:pt>
                <c:pt idx="941">
                  <c:v>155.609801769257</c:v>
                </c:pt>
                <c:pt idx="942">
                  <c:v>155.751235485077</c:v>
                </c:pt>
                <c:pt idx="943">
                  <c:v>155.906697034836</c:v>
                </c:pt>
                <c:pt idx="944">
                  <c:v>156.081922054291</c:v>
                </c:pt>
                <c:pt idx="945">
                  <c:v>156.237130582333</c:v>
                </c:pt>
                <c:pt idx="946">
                  <c:v>156.398993968964</c:v>
                </c:pt>
                <c:pt idx="947">
                  <c:v>156.559324204922</c:v>
                </c:pt>
                <c:pt idx="948">
                  <c:v>156.737916707993</c:v>
                </c:pt>
                <c:pt idx="949">
                  <c:v>156.872332274914</c:v>
                </c:pt>
                <c:pt idx="950">
                  <c:v>157.000071823597</c:v>
                </c:pt>
                <c:pt idx="951">
                  <c:v>157.073025166988</c:v>
                </c:pt>
                <c:pt idx="952">
                  <c:v>157.189077138901</c:v>
                </c:pt>
                <c:pt idx="953">
                  <c:v>157.331200480461</c:v>
                </c:pt>
                <c:pt idx="954">
                  <c:v>157.442698419094</c:v>
                </c:pt>
                <c:pt idx="955">
                  <c:v>157.590350449085</c:v>
                </c:pt>
                <c:pt idx="956">
                  <c:v>157.710766136646</c:v>
                </c:pt>
                <c:pt idx="957">
                  <c:v>157.860509574413</c:v>
                </c:pt>
                <c:pt idx="958">
                  <c:v>158.030599296093</c:v>
                </c:pt>
                <c:pt idx="959">
                  <c:v>158.200547516346</c:v>
                </c:pt>
                <c:pt idx="960">
                  <c:v>158.387597620487</c:v>
                </c:pt>
                <c:pt idx="961">
                  <c:v>158.598339498043</c:v>
                </c:pt>
                <c:pt idx="962">
                  <c:v>158.791910886764</c:v>
                </c:pt>
                <c:pt idx="963">
                  <c:v>158.992914319038</c:v>
                </c:pt>
                <c:pt idx="964">
                  <c:v>159.140841007233</c:v>
                </c:pt>
                <c:pt idx="965">
                  <c:v>159.292159199715</c:v>
                </c:pt>
                <c:pt idx="966">
                  <c:v>159.498341023922</c:v>
                </c:pt>
                <c:pt idx="967">
                  <c:v>159.737512409687</c:v>
                </c:pt>
                <c:pt idx="968">
                  <c:v>159.986956715584</c:v>
                </c:pt>
                <c:pt idx="969">
                  <c:v>160.233522951603</c:v>
                </c:pt>
                <c:pt idx="970">
                  <c:v>160.429543912411</c:v>
                </c:pt>
                <c:pt idx="971">
                  <c:v>160.609569132328</c:v>
                </c:pt>
                <c:pt idx="972">
                  <c:v>160.778829336166</c:v>
                </c:pt>
                <c:pt idx="973">
                  <c:v>161.012757897377</c:v>
                </c:pt>
                <c:pt idx="974">
                  <c:v>161.232393145561</c:v>
                </c:pt>
                <c:pt idx="975">
                  <c:v>161.439570069313</c:v>
                </c:pt>
                <c:pt idx="976">
                  <c:v>161.655437886715</c:v>
                </c:pt>
                <c:pt idx="977">
                  <c:v>161.906173050404</c:v>
                </c:pt>
                <c:pt idx="978">
                  <c:v>162.135002434254</c:v>
                </c:pt>
                <c:pt idx="979">
                  <c:v>162.337034642696</c:v>
                </c:pt>
                <c:pt idx="980">
                  <c:v>162.435440719128</c:v>
                </c:pt>
                <c:pt idx="981">
                  <c:v>162.60604006052</c:v>
                </c:pt>
                <c:pt idx="982">
                  <c:v>162.806226670742</c:v>
                </c:pt>
                <c:pt idx="983">
                  <c:v>162.970989048481</c:v>
                </c:pt>
                <c:pt idx="984">
                  <c:v>163.147767245769</c:v>
                </c:pt>
                <c:pt idx="985">
                  <c:v>163.327045202255</c:v>
                </c:pt>
                <c:pt idx="986">
                  <c:v>163.571911513805</c:v>
                </c:pt>
                <c:pt idx="987">
                  <c:v>163.78280121088</c:v>
                </c:pt>
                <c:pt idx="988">
                  <c:v>163.984102547169</c:v>
                </c:pt>
                <c:pt idx="989">
                  <c:v>164.180231511593</c:v>
                </c:pt>
                <c:pt idx="990">
                  <c:v>164.349655270576</c:v>
                </c:pt>
                <c:pt idx="991">
                  <c:v>164.47610616684</c:v>
                </c:pt>
                <c:pt idx="992">
                  <c:v>164.61482656002</c:v>
                </c:pt>
                <c:pt idx="993">
                  <c:v>164.73707985878</c:v>
                </c:pt>
                <c:pt idx="994">
                  <c:v>164.800599098206</c:v>
                </c:pt>
                <c:pt idx="995">
                  <c:v>164.754688024521</c:v>
                </c:pt>
                <c:pt idx="996">
                  <c:v>164.724113106728</c:v>
                </c:pt>
                <c:pt idx="997">
                  <c:v>164.743891000748</c:v>
                </c:pt>
                <c:pt idx="998">
                  <c:v>164.80538803339</c:v>
                </c:pt>
                <c:pt idx="999">
                  <c:v>164.89911288023</c:v>
                </c:pt>
                <c:pt idx="1000">
                  <c:v>164.943342983723</c:v>
                </c:pt>
                <c:pt idx="1001">
                  <c:v>164.962784767151</c:v>
                </c:pt>
                <c:pt idx="1002">
                  <c:v>164.895978927612</c:v>
                </c:pt>
                <c:pt idx="1003">
                  <c:v>164.860425114632</c:v>
                </c:pt>
                <c:pt idx="1004">
                  <c:v>164.86487787962</c:v>
                </c:pt>
                <c:pt idx="1005">
                  <c:v>165.008351564407</c:v>
                </c:pt>
                <c:pt idx="1006">
                  <c:v>165.157719314098</c:v>
                </c:pt>
                <c:pt idx="1007">
                  <c:v>165.269351482391</c:v>
                </c:pt>
                <c:pt idx="1008">
                  <c:v>165.449443161488</c:v>
                </c:pt>
                <c:pt idx="1009">
                  <c:v>165.571228682995</c:v>
                </c:pt>
                <c:pt idx="1010">
                  <c:v>165.735967457294</c:v>
                </c:pt>
                <c:pt idx="1011">
                  <c:v>165.870154321194</c:v>
                </c:pt>
                <c:pt idx="1012">
                  <c:v>166.013216793537</c:v>
                </c:pt>
                <c:pt idx="1013">
                  <c:v>166.073989212513</c:v>
                </c:pt>
                <c:pt idx="1014">
                  <c:v>166.178198456764</c:v>
                </c:pt>
                <c:pt idx="1015">
                  <c:v>166.232061266899</c:v>
                </c:pt>
                <c:pt idx="1016">
                  <c:v>166.359406232834</c:v>
                </c:pt>
                <c:pt idx="1017">
                  <c:v>166.570086658001</c:v>
                </c:pt>
                <c:pt idx="1018">
                  <c:v>166.804995834827</c:v>
                </c:pt>
                <c:pt idx="1019">
                  <c:v>166.982263147831</c:v>
                </c:pt>
                <c:pt idx="1020">
                  <c:v>167.154417455196</c:v>
                </c:pt>
                <c:pt idx="1021">
                  <c:v>167.339356839657</c:v>
                </c:pt>
                <c:pt idx="1022">
                  <c:v>167.486461937428</c:v>
                </c:pt>
                <c:pt idx="1023">
                  <c:v>167.645166516304</c:v>
                </c:pt>
                <c:pt idx="1024">
                  <c:v>167.805906891823</c:v>
                </c:pt>
                <c:pt idx="1025">
                  <c:v>167.993952155113</c:v>
                </c:pt>
                <c:pt idx="1026">
                  <c:v>168.116008579731</c:v>
                </c:pt>
                <c:pt idx="1027">
                  <c:v>168.370526254177</c:v>
                </c:pt>
                <c:pt idx="1028">
                  <c:v>168.598144352436</c:v>
                </c:pt>
                <c:pt idx="1029">
                  <c:v>168.790961384773</c:v>
                </c:pt>
                <c:pt idx="1030">
                  <c:v>168.97846353054</c:v>
                </c:pt>
                <c:pt idx="1031">
                  <c:v>169.19211179018</c:v>
                </c:pt>
                <c:pt idx="1032">
                  <c:v>169.369024753571</c:v>
                </c:pt>
                <c:pt idx="1033">
                  <c:v>169.542324244976</c:v>
                </c:pt>
                <c:pt idx="1034">
                  <c:v>169.701175928116</c:v>
                </c:pt>
                <c:pt idx="1035">
                  <c:v>169.868124961853</c:v>
                </c:pt>
                <c:pt idx="1036">
                  <c:v>170.098872661591</c:v>
                </c:pt>
                <c:pt idx="1037">
                  <c:v>170.289282202721</c:v>
                </c:pt>
                <c:pt idx="1038">
                  <c:v>170.470764815807</c:v>
                </c:pt>
                <c:pt idx="1039">
                  <c:v>170.67941826582</c:v>
                </c:pt>
                <c:pt idx="1040">
                  <c:v>170.899129927158</c:v>
                </c:pt>
                <c:pt idx="1041">
                  <c:v>171.123731851578</c:v>
                </c:pt>
                <c:pt idx="1042">
                  <c:v>171.305680394173</c:v>
                </c:pt>
                <c:pt idx="1043">
                  <c:v>171.489534020424</c:v>
                </c:pt>
                <c:pt idx="1044">
                  <c:v>171.619111180305</c:v>
                </c:pt>
                <c:pt idx="1045">
                  <c:v>171.736542344093</c:v>
                </c:pt>
                <c:pt idx="1046">
                  <c:v>171.812131762505</c:v>
                </c:pt>
                <c:pt idx="1047">
                  <c:v>171.91670280695</c:v>
                </c:pt>
                <c:pt idx="1048">
                  <c:v>171.994569838047</c:v>
                </c:pt>
                <c:pt idx="1049">
                  <c:v>172.081451654434</c:v>
                </c:pt>
                <c:pt idx="1050">
                  <c:v>172.125075995922</c:v>
                </c:pt>
                <c:pt idx="1051">
                  <c:v>172.143547415733</c:v>
                </c:pt>
                <c:pt idx="1052">
                  <c:v>172.094946980476</c:v>
                </c:pt>
                <c:pt idx="1053">
                  <c:v>171.997857570648</c:v>
                </c:pt>
                <c:pt idx="1054">
                  <c:v>171.94647872448</c:v>
                </c:pt>
                <c:pt idx="1055">
                  <c:v>171.931827902794</c:v>
                </c:pt>
                <c:pt idx="1056">
                  <c:v>171.957700788975</c:v>
                </c:pt>
                <c:pt idx="1057">
                  <c:v>171.974735856056</c:v>
                </c:pt>
                <c:pt idx="1058">
                  <c:v>171.96515917778</c:v>
                </c:pt>
                <c:pt idx="1059">
                  <c:v>171.920922756195</c:v>
                </c:pt>
                <c:pt idx="1060">
                  <c:v>171.881727933884</c:v>
                </c:pt>
                <c:pt idx="1061">
                  <c:v>171.81280040741</c:v>
                </c:pt>
                <c:pt idx="1062">
                  <c:v>171.780988097191</c:v>
                </c:pt>
                <c:pt idx="1063">
                  <c:v>171.801122963428</c:v>
                </c:pt>
                <c:pt idx="1064">
                  <c:v>171.852851212025</c:v>
                </c:pt>
                <c:pt idx="1065">
                  <c:v>171.96919131279</c:v>
                </c:pt>
                <c:pt idx="1066">
                  <c:v>172.063627064228</c:v>
                </c:pt>
                <c:pt idx="1067">
                  <c:v>172.153207480907</c:v>
                </c:pt>
                <c:pt idx="1068">
                  <c:v>172.278950333595</c:v>
                </c:pt>
                <c:pt idx="1069">
                  <c:v>172.393611431122</c:v>
                </c:pt>
                <c:pt idx="1070">
                  <c:v>172.496445417404</c:v>
                </c:pt>
                <c:pt idx="1071">
                  <c:v>172.662485837936</c:v>
                </c:pt>
                <c:pt idx="1072">
                  <c:v>172.883159458637</c:v>
                </c:pt>
                <c:pt idx="1073">
                  <c:v>173.082132995129</c:v>
                </c:pt>
                <c:pt idx="1074">
                  <c:v>173.294207036495</c:v>
                </c:pt>
                <c:pt idx="1075">
                  <c:v>173.422141671181</c:v>
                </c:pt>
                <c:pt idx="1076">
                  <c:v>173.511654555798</c:v>
                </c:pt>
                <c:pt idx="1077">
                  <c:v>173.613904356956</c:v>
                </c:pt>
                <c:pt idx="1078">
                  <c:v>173.757965385914</c:v>
                </c:pt>
                <c:pt idx="1079">
                  <c:v>173.895368754864</c:v>
                </c:pt>
                <c:pt idx="1080">
                  <c:v>174.071765840054</c:v>
                </c:pt>
                <c:pt idx="1081">
                  <c:v>174.197074949741</c:v>
                </c:pt>
                <c:pt idx="1082">
                  <c:v>174.3993678689</c:v>
                </c:pt>
                <c:pt idx="1083">
                  <c:v>174.536425888538</c:v>
                </c:pt>
                <c:pt idx="1084">
                  <c:v>174.619435489178</c:v>
                </c:pt>
                <c:pt idx="1085">
                  <c:v>174.754330694675</c:v>
                </c:pt>
                <c:pt idx="1086">
                  <c:v>174.892148435116</c:v>
                </c:pt>
                <c:pt idx="1087">
                  <c:v>175.017006039619</c:v>
                </c:pt>
                <c:pt idx="1088">
                  <c:v>175.128637373447</c:v>
                </c:pt>
                <c:pt idx="1089">
                  <c:v>175.254173636436</c:v>
                </c:pt>
                <c:pt idx="1090">
                  <c:v>175.373834013939</c:v>
                </c:pt>
                <c:pt idx="1091">
                  <c:v>175.461038053036</c:v>
                </c:pt>
                <c:pt idx="1092">
                  <c:v>175.549239516258</c:v>
                </c:pt>
                <c:pt idx="1093">
                  <c:v>175.719274163246</c:v>
                </c:pt>
                <c:pt idx="1094">
                  <c:v>175.853471577168</c:v>
                </c:pt>
                <c:pt idx="1095">
                  <c:v>175.96864169836</c:v>
                </c:pt>
                <c:pt idx="1096">
                  <c:v>176.103297114372</c:v>
                </c:pt>
                <c:pt idx="1097">
                  <c:v>176.19744849205</c:v>
                </c:pt>
                <c:pt idx="1098">
                  <c:v>176.280007600784</c:v>
                </c:pt>
                <c:pt idx="1099">
                  <c:v>176.3843562603</c:v>
                </c:pt>
                <c:pt idx="1100">
                  <c:v>176.547852754593</c:v>
                </c:pt>
                <c:pt idx="1101">
                  <c:v>176.752771854401</c:v>
                </c:pt>
                <c:pt idx="1102">
                  <c:v>176.97063356638</c:v>
                </c:pt>
                <c:pt idx="1103">
                  <c:v>177.147570252419</c:v>
                </c:pt>
                <c:pt idx="1104">
                  <c:v>177.351725876331</c:v>
                </c:pt>
                <c:pt idx="1105">
                  <c:v>177.553490638733</c:v>
                </c:pt>
                <c:pt idx="1106">
                  <c:v>177.692834615707</c:v>
                </c:pt>
                <c:pt idx="1107">
                  <c:v>177.878942906857</c:v>
                </c:pt>
                <c:pt idx="1108">
                  <c:v>178.05238699913</c:v>
                </c:pt>
                <c:pt idx="1109">
                  <c:v>178.19908207655</c:v>
                </c:pt>
                <c:pt idx="1110">
                  <c:v>178.279941022396</c:v>
                </c:pt>
                <c:pt idx="1111">
                  <c:v>178.417890965939</c:v>
                </c:pt>
                <c:pt idx="1112">
                  <c:v>178.563741624355</c:v>
                </c:pt>
                <c:pt idx="1113">
                  <c:v>178.684088110924</c:v>
                </c:pt>
                <c:pt idx="1114">
                  <c:v>178.807780146599</c:v>
                </c:pt>
                <c:pt idx="1115">
                  <c:v>178.879896461964</c:v>
                </c:pt>
                <c:pt idx="1116">
                  <c:v>179.004205703735</c:v>
                </c:pt>
                <c:pt idx="1117">
                  <c:v>179.109710872173</c:v>
                </c:pt>
                <c:pt idx="1118">
                  <c:v>179.170262217522</c:v>
                </c:pt>
                <c:pt idx="1119">
                  <c:v>179.247735381126</c:v>
                </c:pt>
                <c:pt idx="1120">
                  <c:v>179.354365706444</c:v>
                </c:pt>
                <c:pt idx="1121">
                  <c:v>179.504057884216</c:v>
                </c:pt>
                <c:pt idx="1122">
                  <c:v>179.674014031887</c:v>
                </c:pt>
                <c:pt idx="1123">
                  <c:v>179.868007600307</c:v>
                </c:pt>
                <c:pt idx="1124">
                  <c:v>180.02576893568</c:v>
                </c:pt>
                <c:pt idx="1125">
                  <c:v>180.160685539246</c:v>
                </c:pt>
                <c:pt idx="1126">
                  <c:v>180.282561004162</c:v>
                </c:pt>
                <c:pt idx="1127">
                  <c:v>180.410343647003</c:v>
                </c:pt>
                <c:pt idx="1128">
                  <c:v>180.532397687435</c:v>
                </c:pt>
                <c:pt idx="1129">
                  <c:v>180.686809539795</c:v>
                </c:pt>
                <c:pt idx="1130">
                  <c:v>180.851098895073</c:v>
                </c:pt>
                <c:pt idx="1131">
                  <c:v>181.042907714844</c:v>
                </c:pt>
                <c:pt idx="1132">
                  <c:v>181.196668446064</c:v>
                </c:pt>
                <c:pt idx="1133">
                  <c:v>181.363261401653</c:v>
                </c:pt>
                <c:pt idx="1134">
                  <c:v>181.540790081024</c:v>
                </c:pt>
                <c:pt idx="1135">
                  <c:v>181.755762577057</c:v>
                </c:pt>
                <c:pt idx="1136">
                  <c:v>181.851651132107</c:v>
                </c:pt>
                <c:pt idx="1137">
                  <c:v>181.960937857628</c:v>
                </c:pt>
                <c:pt idx="1138">
                  <c:v>182.072248399258</c:v>
                </c:pt>
                <c:pt idx="1139">
                  <c:v>182.153022289276</c:v>
                </c:pt>
                <c:pt idx="1140">
                  <c:v>182.271078765392</c:v>
                </c:pt>
                <c:pt idx="1141">
                  <c:v>182.419903576374</c:v>
                </c:pt>
                <c:pt idx="1142">
                  <c:v>182.563624203205</c:v>
                </c:pt>
                <c:pt idx="1143">
                  <c:v>182.745818674564</c:v>
                </c:pt>
                <c:pt idx="1144">
                  <c:v>182.952883958817</c:v>
                </c:pt>
                <c:pt idx="1145">
                  <c:v>183.205111861229</c:v>
                </c:pt>
                <c:pt idx="1146">
                  <c:v>183.435283899307</c:v>
                </c:pt>
                <c:pt idx="1147">
                  <c:v>183.701098442078</c:v>
                </c:pt>
                <c:pt idx="1148">
                  <c:v>183.892249703407</c:v>
                </c:pt>
                <c:pt idx="1149">
                  <c:v>184.035636484623</c:v>
                </c:pt>
                <c:pt idx="1150">
                  <c:v>184.085797488689</c:v>
                </c:pt>
                <c:pt idx="1151">
                  <c:v>184.215773642063</c:v>
                </c:pt>
                <c:pt idx="1152">
                  <c:v>184.28648930788</c:v>
                </c:pt>
                <c:pt idx="1153">
                  <c:v>184.380238473415</c:v>
                </c:pt>
                <c:pt idx="1154">
                  <c:v>184.387896060944</c:v>
                </c:pt>
                <c:pt idx="1155">
                  <c:v>184.45206952095</c:v>
                </c:pt>
                <c:pt idx="1156">
                  <c:v>184.53894007206</c:v>
                </c:pt>
                <c:pt idx="1157">
                  <c:v>184.547997176647</c:v>
                </c:pt>
                <c:pt idx="1158">
                  <c:v>184.58444750309</c:v>
                </c:pt>
                <c:pt idx="1159">
                  <c:v>184.736064612865</c:v>
                </c:pt>
                <c:pt idx="1160">
                  <c:v>184.911101996899</c:v>
                </c:pt>
                <c:pt idx="1161">
                  <c:v>185.011435568333</c:v>
                </c:pt>
                <c:pt idx="1162">
                  <c:v>185.066410303116</c:v>
                </c:pt>
                <c:pt idx="1163">
                  <c:v>185.059239029884</c:v>
                </c:pt>
                <c:pt idx="1164">
                  <c:v>185.124748647213</c:v>
                </c:pt>
                <c:pt idx="1165">
                  <c:v>185.221825778484</c:v>
                </c:pt>
                <c:pt idx="1166">
                  <c:v>185.3107842803</c:v>
                </c:pt>
                <c:pt idx="1167">
                  <c:v>185.340227127075</c:v>
                </c:pt>
                <c:pt idx="1168">
                  <c:v>185.348878920078</c:v>
                </c:pt>
                <c:pt idx="1169">
                  <c:v>185.341541349888</c:v>
                </c:pt>
                <c:pt idx="1170">
                  <c:v>185.242157042026</c:v>
                </c:pt>
                <c:pt idx="1171">
                  <c:v>185.123623430729</c:v>
                </c:pt>
                <c:pt idx="1172">
                  <c:v>185.030251562595</c:v>
                </c:pt>
                <c:pt idx="1173">
                  <c:v>184.964536964893</c:v>
                </c:pt>
                <c:pt idx="1174">
                  <c:v>184.926405370235</c:v>
                </c:pt>
                <c:pt idx="1175">
                  <c:v>184.829962313175</c:v>
                </c:pt>
                <c:pt idx="1176">
                  <c:v>184.801771461964</c:v>
                </c:pt>
                <c:pt idx="1177">
                  <c:v>184.741065323353</c:v>
                </c:pt>
                <c:pt idx="1178">
                  <c:v>184.692660987377</c:v>
                </c:pt>
                <c:pt idx="1179">
                  <c:v>184.620751678944</c:v>
                </c:pt>
                <c:pt idx="1180">
                  <c:v>184.572972118854</c:v>
                </c:pt>
                <c:pt idx="1181">
                  <c:v>184.595971226692</c:v>
                </c:pt>
                <c:pt idx="1182">
                  <c:v>184.58659517765</c:v>
                </c:pt>
                <c:pt idx="1183">
                  <c:v>184.56565284729</c:v>
                </c:pt>
                <c:pt idx="1184">
                  <c:v>184.642811775207</c:v>
                </c:pt>
                <c:pt idx="1185">
                  <c:v>184.649050354958</c:v>
                </c:pt>
                <c:pt idx="1186">
                  <c:v>184.676805198193</c:v>
                </c:pt>
                <c:pt idx="1187">
                  <c:v>184.6802495718</c:v>
                </c:pt>
                <c:pt idx="1188">
                  <c:v>184.745264410973</c:v>
                </c:pt>
                <c:pt idx="1189">
                  <c:v>184.858252584934</c:v>
                </c:pt>
                <c:pt idx="1190">
                  <c:v>184.949197292328</c:v>
                </c:pt>
                <c:pt idx="1191">
                  <c:v>185.019374847412</c:v>
                </c:pt>
                <c:pt idx="1192">
                  <c:v>185.103573262691</c:v>
                </c:pt>
                <c:pt idx="1193">
                  <c:v>185.199293971062</c:v>
                </c:pt>
                <c:pt idx="1194">
                  <c:v>185.292434453964</c:v>
                </c:pt>
                <c:pt idx="1195">
                  <c:v>185.351568341255</c:v>
                </c:pt>
                <c:pt idx="1196">
                  <c:v>185.41308093071</c:v>
                </c:pt>
                <c:pt idx="1197">
                  <c:v>185.452659606934</c:v>
                </c:pt>
                <c:pt idx="1198">
                  <c:v>185.547290146351</c:v>
                </c:pt>
                <c:pt idx="1199">
                  <c:v>185.654534041882</c:v>
                </c:pt>
                <c:pt idx="1200">
                  <c:v>185.82051473856</c:v>
                </c:pt>
                <c:pt idx="1201">
                  <c:v>186.014488816261</c:v>
                </c:pt>
                <c:pt idx="1202">
                  <c:v>186.221327006817</c:v>
                </c:pt>
                <c:pt idx="1203">
                  <c:v>186.510122001171</c:v>
                </c:pt>
                <c:pt idx="1204">
                  <c:v>186.819348394871</c:v>
                </c:pt>
                <c:pt idx="1205">
                  <c:v>187.138854444027</c:v>
                </c:pt>
                <c:pt idx="1206">
                  <c:v>187.463311970234</c:v>
                </c:pt>
                <c:pt idx="1207">
                  <c:v>187.7790107131</c:v>
                </c:pt>
                <c:pt idx="1208">
                  <c:v>187.97647768259</c:v>
                </c:pt>
                <c:pt idx="1209">
                  <c:v>188.229281842709</c:v>
                </c:pt>
                <c:pt idx="1210">
                  <c:v>188.494355857372</c:v>
                </c:pt>
                <c:pt idx="1211">
                  <c:v>188.766505122185</c:v>
                </c:pt>
                <c:pt idx="1212">
                  <c:v>188.951685249805</c:v>
                </c:pt>
                <c:pt idx="1213">
                  <c:v>189.156738996506</c:v>
                </c:pt>
                <c:pt idx="1214">
                  <c:v>189.414483428001</c:v>
                </c:pt>
                <c:pt idx="1215">
                  <c:v>189.679606199264</c:v>
                </c:pt>
                <c:pt idx="1216">
                  <c:v>189.932444393635</c:v>
                </c:pt>
                <c:pt idx="1217">
                  <c:v>190.139607012272</c:v>
                </c:pt>
                <c:pt idx="1218">
                  <c:v>190.358706474304</c:v>
                </c:pt>
                <c:pt idx="1219">
                  <c:v>190.499566793442</c:v>
                </c:pt>
                <c:pt idx="1220">
                  <c:v>190.69898223877</c:v>
                </c:pt>
                <c:pt idx="1221">
                  <c:v>190.880712151527</c:v>
                </c:pt>
                <c:pt idx="1222">
                  <c:v>191.065563082695</c:v>
                </c:pt>
                <c:pt idx="1223">
                  <c:v>191.302324533462</c:v>
                </c:pt>
                <c:pt idx="1224">
                  <c:v>191.543455421925</c:v>
                </c:pt>
                <c:pt idx="1225">
                  <c:v>191.829253852367</c:v>
                </c:pt>
                <c:pt idx="1226">
                  <c:v>192.143912017345</c:v>
                </c:pt>
                <c:pt idx="1227">
                  <c:v>192.505627274513</c:v>
                </c:pt>
                <c:pt idx="1228">
                  <c:v>192.917756080627</c:v>
                </c:pt>
                <c:pt idx="1229">
                  <c:v>193.236133575439</c:v>
                </c:pt>
                <c:pt idx="1230">
                  <c:v>193.513354182243</c:v>
                </c:pt>
                <c:pt idx="1231">
                  <c:v>193.694401979446</c:v>
                </c:pt>
                <c:pt idx="1232">
                  <c:v>193.862974882126</c:v>
                </c:pt>
                <c:pt idx="1233">
                  <c:v>193.84746837616</c:v>
                </c:pt>
                <c:pt idx="1234">
                  <c:v>193.902958869934</c:v>
                </c:pt>
                <c:pt idx="1235">
                  <c:v>193.861590623856</c:v>
                </c:pt>
                <c:pt idx="1236">
                  <c:v>193.80088186264</c:v>
                </c:pt>
                <c:pt idx="1237">
                  <c:v>193.765602350235</c:v>
                </c:pt>
                <c:pt idx="1238">
                  <c:v>193.81050735712</c:v>
                </c:pt>
                <c:pt idx="1239">
                  <c:v>193.920350849628</c:v>
                </c:pt>
                <c:pt idx="1240">
                  <c:v>193.921442806721</c:v>
                </c:pt>
                <c:pt idx="1241">
                  <c:v>193.917017281055</c:v>
                </c:pt>
                <c:pt idx="1242">
                  <c:v>193.940089285374</c:v>
                </c:pt>
                <c:pt idx="1243">
                  <c:v>193.943141818047</c:v>
                </c:pt>
                <c:pt idx="1244">
                  <c:v>193.958692729473</c:v>
                </c:pt>
                <c:pt idx="1245">
                  <c:v>194.039649128914</c:v>
                </c:pt>
                <c:pt idx="1246">
                  <c:v>194.092197299004</c:v>
                </c:pt>
                <c:pt idx="1247">
                  <c:v>194.18234872818</c:v>
                </c:pt>
                <c:pt idx="1248">
                  <c:v>194.279112815857</c:v>
                </c:pt>
                <c:pt idx="1249">
                  <c:v>194.399081885815</c:v>
                </c:pt>
                <c:pt idx="1250">
                  <c:v>194.526955842972</c:v>
                </c:pt>
                <c:pt idx="1251">
                  <c:v>194.581738531589</c:v>
                </c:pt>
                <c:pt idx="1252">
                  <c:v>194.634181857109</c:v>
                </c:pt>
                <c:pt idx="1253">
                  <c:v>194.672966659069</c:v>
                </c:pt>
                <c:pt idx="1254">
                  <c:v>194.685715079308</c:v>
                </c:pt>
                <c:pt idx="1255">
                  <c:v>194.682548880577</c:v>
                </c:pt>
                <c:pt idx="1256">
                  <c:v>194.663697719574</c:v>
                </c:pt>
                <c:pt idx="1257">
                  <c:v>194.672031223774</c:v>
                </c:pt>
                <c:pt idx="1258">
                  <c:v>194.67679977417</c:v>
                </c:pt>
                <c:pt idx="1259">
                  <c:v>194.831586420536</c:v>
                </c:pt>
                <c:pt idx="1260">
                  <c:v>194.917497694492</c:v>
                </c:pt>
                <c:pt idx="1261">
                  <c:v>194.986011326313</c:v>
                </c:pt>
                <c:pt idx="1262">
                  <c:v>195.027533948421</c:v>
                </c:pt>
                <c:pt idx="1263">
                  <c:v>195.072734892368</c:v>
                </c:pt>
                <c:pt idx="1264">
                  <c:v>195.241373181343</c:v>
                </c:pt>
                <c:pt idx="1265">
                  <c:v>195.354254424572</c:v>
                </c:pt>
                <c:pt idx="1266">
                  <c:v>195.502867519855</c:v>
                </c:pt>
                <c:pt idx="1267">
                  <c:v>195.654066205025</c:v>
                </c:pt>
                <c:pt idx="1268">
                  <c:v>195.800234079361</c:v>
                </c:pt>
                <c:pt idx="1269">
                  <c:v>195.9172347188</c:v>
                </c:pt>
                <c:pt idx="1270">
                  <c:v>196.055296301842</c:v>
                </c:pt>
                <c:pt idx="1271">
                  <c:v>196.169653654098</c:v>
                </c:pt>
                <c:pt idx="1272">
                  <c:v>196.32280510664</c:v>
                </c:pt>
                <c:pt idx="1273">
                  <c:v>196.460482418537</c:v>
                </c:pt>
                <c:pt idx="1274">
                  <c:v>196.586493909359</c:v>
                </c:pt>
                <c:pt idx="1275">
                  <c:v>196.865033686161</c:v>
                </c:pt>
                <c:pt idx="1276">
                  <c:v>197.089198768139</c:v>
                </c:pt>
                <c:pt idx="1277">
                  <c:v>197.356445610523</c:v>
                </c:pt>
                <c:pt idx="1278">
                  <c:v>197.666049301624</c:v>
                </c:pt>
                <c:pt idx="1279">
                  <c:v>197.898421645164</c:v>
                </c:pt>
                <c:pt idx="1280">
                  <c:v>197.984908401966</c:v>
                </c:pt>
                <c:pt idx="1281">
                  <c:v>197.983519852161</c:v>
                </c:pt>
                <c:pt idx="1282">
                  <c:v>198.153760492802</c:v>
                </c:pt>
                <c:pt idx="1283">
                  <c:v>198.307076275349</c:v>
                </c:pt>
                <c:pt idx="1284">
                  <c:v>198.451290547848</c:v>
                </c:pt>
                <c:pt idx="1285">
                  <c:v>198.473596870899</c:v>
                </c:pt>
                <c:pt idx="1286">
                  <c:v>198.547173023224</c:v>
                </c:pt>
                <c:pt idx="1287">
                  <c:v>198.635186731815</c:v>
                </c:pt>
                <c:pt idx="1288">
                  <c:v>198.783657491207</c:v>
                </c:pt>
                <c:pt idx="1289">
                  <c:v>198.993953227997</c:v>
                </c:pt>
                <c:pt idx="1290">
                  <c:v>199.338601589203</c:v>
                </c:pt>
                <c:pt idx="1291">
                  <c:v>199.697910666466</c:v>
                </c:pt>
                <c:pt idx="1292">
                  <c:v>199.918534457684</c:v>
                </c:pt>
                <c:pt idx="1293">
                  <c:v>200.213280916214</c:v>
                </c:pt>
                <c:pt idx="1294">
                  <c:v>200.471190810204</c:v>
                </c:pt>
                <c:pt idx="1295">
                  <c:v>200.729323327541</c:v>
                </c:pt>
                <c:pt idx="1296">
                  <c:v>201.023361980915</c:v>
                </c:pt>
                <c:pt idx="1297">
                  <c:v>201.373659610748</c:v>
                </c:pt>
                <c:pt idx="1298">
                  <c:v>201.647861242294</c:v>
                </c:pt>
                <c:pt idx="1299">
                  <c:v>201.883344173431</c:v>
                </c:pt>
                <c:pt idx="1300">
                  <c:v>202.103718161583</c:v>
                </c:pt>
                <c:pt idx="1301">
                  <c:v>202.270823955536</c:v>
                </c:pt>
                <c:pt idx="1302">
                  <c:v>202.457381010056</c:v>
                </c:pt>
                <c:pt idx="1303">
                  <c:v>202.646031618118</c:v>
                </c:pt>
                <c:pt idx="1304">
                  <c:v>202.823403537273</c:v>
                </c:pt>
                <c:pt idx="1305">
                  <c:v>203.06091094017</c:v>
                </c:pt>
                <c:pt idx="1306">
                  <c:v>203.292077183723</c:v>
                </c:pt>
                <c:pt idx="1307">
                  <c:v>203.517814040184</c:v>
                </c:pt>
                <c:pt idx="1308">
                  <c:v>203.781367897987</c:v>
                </c:pt>
                <c:pt idx="1309">
                  <c:v>203.983859300613</c:v>
                </c:pt>
                <c:pt idx="1310">
                  <c:v>204.180173456669</c:v>
                </c:pt>
                <c:pt idx="1311">
                  <c:v>204.414797902107</c:v>
                </c:pt>
                <c:pt idx="1312">
                  <c:v>204.610756039619</c:v>
                </c:pt>
                <c:pt idx="1313">
                  <c:v>204.786600708961</c:v>
                </c:pt>
                <c:pt idx="1314">
                  <c:v>204.905440032482</c:v>
                </c:pt>
                <c:pt idx="1315">
                  <c:v>205.00672018528</c:v>
                </c:pt>
                <c:pt idx="1316">
                  <c:v>205.073040544987</c:v>
                </c:pt>
                <c:pt idx="1317">
                  <c:v>205.18930208683</c:v>
                </c:pt>
                <c:pt idx="1318">
                  <c:v>205.301017045975</c:v>
                </c:pt>
                <c:pt idx="1319">
                  <c:v>205.471624732017</c:v>
                </c:pt>
                <c:pt idx="1320">
                  <c:v>205.608299851418</c:v>
                </c:pt>
                <c:pt idx="1321">
                  <c:v>205.691165268421</c:v>
                </c:pt>
                <c:pt idx="1322">
                  <c:v>205.813458740711</c:v>
                </c:pt>
                <c:pt idx="1323">
                  <c:v>205.993031680584</c:v>
                </c:pt>
                <c:pt idx="1324">
                  <c:v>206.149801254272</c:v>
                </c:pt>
                <c:pt idx="1325">
                  <c:v>206.30678331852</c:v>
                </c:pt>
                <c:pt idx="1326">
                  <c:v>206.437713027</c:v>
                </c:pt>
                <c:pt idx="1327">
                  <c:v>206.561859309673</c:v>
                </c:pt>
                <c:pt idx="1328">
                  <c:v>206.686776101589</c:v>
                </c:pt>
                <c:pt idx="1329">
                  <c:v>206.812381744385</c:v>
                </c:pt>
                <c:pt idx="1330">
                  <c:v>206.990616321564</c:v>
                </c:pt>
                <c:pt idx="1331">
                  <c:v>207.221056342125</c:v>
                </c:pt>
                <c:pt idx="1332">
                  <c:v>207.488265395164</c:v>
                </c:pt>
                <c:pt idx="1333">
                  <c:v>207.68112385273</c:v>
                </c:pt>
                <c:pt idx="1334">
                  <c:v>207.86143040657</c:v>
                </c:pt>
                <c:pt idx="1335">
                  <c:v>207.990106880665</c:v>
                </c:pt>
                <c:pt idx="1336">
                  <c:v>208.098279595375</c:v>
                </c:pt>
                <c:pt idx="1337">
                  <c:v>208.227632522583</c:v>
                </c:pt>
                <c:pt idx="1338">
                  <c:v>208.350456416607</c:v>
                </c:pt>
                <c:pt idx="1339">
                  <c:v>208.43059939146</c:v>
                </c:pt>
                <c:pt idx="1340">
                  <c:v>208.458929717541</c:v>
                </c:pt>
                <c:pt idx="1341">
                  <c:v>208.552570521831</c:v>
                </c:pt>
                <c:pt idx="1342">
                  <c:v>208.659113526344</c:v>
                </c:pt>
                <c:pt idx="1343">
                  <c:v>208.74984973669</c:v>
                </c:pt>
                <c:pt idx="1344">
                  <c:v>208.776553928852</c:v>
                </c:pt>
                <c:pt idx="1345">
                  <c:v>208.776193797588</c:v>
                </c:pt>
                <c:pt idx="1346">
                  <c:v>208.753909647465</c:v>
                </c:pt>
                <c:pt idx="1347">
                  <c:v>208.811673045158</c:v>
                </c:pt>
                <c:pt idx="1348">
                  <c:v>208.872902572155</c:v>
                </c:pt>
                <c:pt idx="1349">
                  <c:v>208.943548440933</c:v>
                </c:pt>
                <c:pt idx="1350">
                  <c:v>209.027593135834</c:v>
                </c:pt>
                <c:pt idx="1351">
                  <c:v>209.078596115112</c:v>
                </c:pt>
                <c:pt idx="1352">
                  <c:v>209.153565943241</c:v>
                </c:pt>
                <c:pt idx="1353">
                  <c:v>209.213360369205</c:v>
                </c:pt>
                <c:pt idx="1354">
                  <c:v>209.293432474136</c:v>
                </c:pt>
                <c:pt idx="1355">
                  <c:v>209.42909771204</c:v>
                </c:pt>
                <c:pt idx="1356">
                  <c:v>209.548228025436</c:v>
                </c:pt>
                <c:pt idx="1357">
                  <c:v>209.670676589012</c:v>
                </c:pt>
                <c:pt idx="1358">
                  <c:v>209.737350463867</c:v>
                </c:pt>
                <c:pt idx="1359">
                  <c:v>209.840004444122</c:v>
                </c:pt>
                <c:pt idx="1360">
                  <c:v>209.894868552685</c:v>
                </c:pt>
                <c:pt idx="1361">
                  <c:v>209.956628084183</c:v>
                </c:pt>
                <c:pt idx="1362">
                  <c:v>210.039664208889</c:v>
                </c:pt>
                <c:pt idx="1363">
                  <c:v>210.143395125866</c:v>
                </c:pt>
                <c:pt idx="1364">
                  <c:v>210.251405417919</c:v>
                </c:pt>
                <c:pt idx="1365">
                  <c:v>210.34629458189</c:v>
                </c:pt>
                <c:pt idx="1366">
                  <c:v>210.533912837505</c:v>
                </c:pt>
                <c:pt idx="1367">
                  <c:v>210.866181969643</c:v>
                </c:pt>
                <c:pt idx="1368">
                  <c:v>211.250996053219</c:v>
                </c:pt>
                <c:pt idx="1369">
                  <c:v>211.694770753384</c:v>
                </c:pt>
                <c:pt idx="1370">
                  <c:v>212.060917079449</c:v>
                </c:pt>
                <c:pt idx="1371">
                  <c:v>212.444308817387</c:v>
                </c:pt>
                <c:pt idx="1372">
                  <c:v>212.840252876282</c:v>
                </c:pt>
                <c:pt idx="1373">
                  <c:v>213.075526237488</c:v>
                </c:pt>
                <c:pt idx="1374">
                  <c:v>213.247326731682</c:v>
                </c:pt>
                <c:pt idx="1375">
                  <c:v>213.401725649834</c:v>
                </c:pt>
                <c:pt idx="1376">
                  <c:v>213.526339232922</c:v>
                </c:pt>
                <c:pt idx="1377">
                  <c:v>213.626587331295</c:v>
                </c:pt>
                <c:pt idx="1378">
                  <c:v>213.566281139851</c:v>
                </c:pt>
                <c:pt idx="1379">
                  <c:v>213.560817301273</c:v>
                </c:pt>
                <c:pt idx="1380">
                  <c:v>213.537935554981</c:v>
                </c:pt>
                <c:pt idx="1381">
                  <c:v>213.586494207382</c:v>
                </c:pt>
                <c:pt idx="1382">
                  <c:v>213.684113919735</c:v>
                </c:pt>
                <c:pt idx="1383">
                  <c:v>213.740167915821</c:v>
                </c:pt>
                <c:pt idx="1384">
                  <c:v>213.719474494457</c:v>
                </c:pt>
                <c:pt idx="1385">
                  <c:v>213.724509894848</c:v>
                </c:pt>
                <c:pt idx="1386">
                  <c:v>213.758332312107</c:v>
                </c:pt>
                <c:pt idx="1387">
                  <c:v>213.813059270382</c:v>
                </c:pt>
                <c:pt idx="1388">
                  <c:v>213.982662498951</c:v>
                </c:pt>
                <c:pt idx="1389">
                  <c:v>214.021352231503</c:v>
                </c:pt>
                <c:pt idx="1390">
                  <c:v>214.026497960091</c:v>
                </c:pt>
                <c:pt idx="1391">
                  <c:v>214.069348335266</c:v>
                </c:pt>
                <c:pt idx="1392">
                  <c:v>214.255144417286</c:v>
                </c:pt>
                <c:pt idx="1393">
                  <c:v>214.413554012775</c:v>
                </c:pt>
                <c:pt idx="1394">
                  <c:v>214.59413844347</c:v>
                </c:pt>
                <c:pt idx="1395">
                  <c:v>214.711215019226</c:v>
                </c:pt>
                <c:pt idx="1396">
                  <c:v>214.80461192131</c:v>
                </c:pt>
                <c:pt idx="1397">
                  <c:v>214.961933612823</c:v>
                </c:pt>
                <c:pt idx="1398">
                  <c:v>215.051846921444</c:v>
                </c:pt>
                <c:pt idx="1399">
                  <c:v>215.158604025841</c:v>
                </c:pt>
                <c:pt idx="1400">
                  <c:v>215.415092468262</c:v>
                </c:pt>
                <c:pt idx="1401">
                  <c:v>215.704584121704</c:v>
                </c:pt>
                <c:pt idx="1402">
                  <c:v>215.858655452728</c:v>
                </c:pt>
                <c:pt idx="1403">
                  <c:v>216.001598060131</c:v>
                </c:pt>
                <c:pt idx="1404">
                  <c:v>216.153985142708</c:v>
                </c:pt>
                <c:pt idx="1405">
                  <c:v>216.428827404976</c:v>
                </c:pt>
                <c:pt idx="1406">
                  <c:v>216.705315113068</c:v>
                </c:pt>
                <c:pt idx="1407">
                  <c:v>216.943848490715</c:v>
                </c:pt>
                <c:pt idx="1408">
                  <c:v>217.134884297848</c:v>
                </c:pt>
                <c:pt idx="1409">
                  <c:v>217.228717565536</c:v>
                </c:pt>
                <c:pt idx="1410">
                  <c:v>217.348084926605</c:v>
                </c:pt>
                <c:pt idx="1411">
                  <c:v>217.513203978538</c:v>
                </c:pt>
                <c:pt idx="1412">
                  <c:v>217.62015157938</c:v>
                </c:pt>
                <c:pt idx="1413">
                  <c:v>217.623144507408</c:v>
                </c:pt>
                <c:pt idx="1414">
                  <c:v>217.641719222069</c:v>
                </c:pt>
                <c:pt idx="1415">
                  <c:v>217.872121691704</c:v>
                </c:pt>
                <c:pt idx="1416">
                  <c:v>218.061092555523</c:v>
                </c:pt>
                <c:pt idx="1417">
                  <c:v>218.206216275692</c:v>
                </c:pt>
                <c:pt idx="1418">
                  <c:v>218.175630390644</c:v>
                </c:pt>
                <c:pt idx="1419">
                  <c:v>218.146719992161</c:v>
                </c:pt>
                <c:pt idx="1420">
                  <c:v>218.159529566765</c:v>
                </c:pt>
                <c:pt idx="1421">
                  <c:v>218.242706239223</c:v>
                </c:pt>
                <c:pt idx="1422">
                  <c:v>218.407738626003</c:v>
                </c:pt>
                <c:pt idx="1423">
                  <c:v>218.602089583874</c:v>
                </c:pt>
                <c:pt idx="1424">
                  <c:v>218.751392543316</c:v>
                </c:pt>
                <c:pt idx="1425">
                  <c:v>218.934766590595</c:v>
                </c:pt>
                <c:pt idx="1426">
                  <c:v>219.166785061359</c:v>
                </c:pt>
                <c:pt idx="1427">
                  <c:v>219.402966678143</c:v>
                </c:pt>
                <c:pt idx="1428">
                  <c:v>219.716329276562</c:v>
                </c:pt>
                <c:pt idx="1429">
                  <c:v>220.028391301632</c:v>
                </c:pt>
                <c:pt idx="1430">
                  <c:v>220.432948410511</c:v>
                </c:pt>
                <c:pt idx="1431">
                  <c:v>220.71536308527</c:v>
                </c:pt>
                <c:pt idx="1432">
                  <c:v>220.989698827267</c:v>
                </c:pt>
                <c:pt idx="1433">
                  <c:v>221.215464830399</c:v>
                </c:pt>
                <c:pt idx="1434">
                  <c:v>221.348565638065</c:v>
                </c:pt>
                <c:pt idx="1435">
                  <c:v>221.464667797089</c:v>
                </c:pt>
                <c:pt idx="1436">
                  <c:v>221.608573675156</c:v>
                </c:pt>
                <c:pt idx="1437">
                  <c:v>221.773645043373</c:v>
                </c:pt>
                <c:pt idx="1438">
                  <c:v>221.901594400406</c:v>
                </c:pt>
                <c:pt idx="1439">
                  <c:v>222.064919710159</c:v>
                </c:pt>
                <c:pt idx="1440">
                  <c:v>222.185281395912</c:v>
                </c:pt>
                <c:pt idx="1441">
                  <c:v>222.33073502779</c:v>
                </c:pt>
                <c:pt idx="1442">
                  <c:v>222.49530851841</c:v>
                </c:pt>
                <c:pt idx="1443">
                  <c:v>222.665882706642</c:v>
                </c:pt>
                <c:pt idx="1444">
                  <c:v>222.883847415447</c:v>
                </c:pt>
                <c:pt idx="1445">
                  <c:v>223.044258654118</c:v>
                </c:pt>
                <c:pt idx="1446">
                  <c:v>223.193036317825</c:v>
                </c:pt>
                <c:pt idx="1447">
                  <c:v>223.34342366457</c:v>
                </c:pt>
                <c:pt idx="1448">
                  <c:v>223.515871942043</c:v>
                </c:pt>
                <c:pt idx="1449">
                  <c:v>223.689063608646</c:v>
                </c:pt>
                <c:pt idx="1450">
                  <c:v>223.870760858059</c:v>
                </c:pt>
                <c:pt idx="1451">
                  <c:v>224.002536892891</c:v>
                </c:pt>
                <c:pt idx="1452">
                  <c:v>224.111659944057</c:v>
                </c:pt>
                <c:pt idx="1453">
                  <c:v>224.22988820076</c:v>
                </c:pt>
                <c:pt idx="1454">
                  <c:v>224.408902645111</c:v>
                </c:pt>
                <c:pt idx="1455">
                  <c:v>224.567361831665</c:v>
                </c:pt>
                <c:pt idx="1456">
                  <c:v>224.684643149376</c:v>
                </c:pt>
                <c:pt idx="1457">
                  <c:v>224.801543295383</c:v>
                </c:pt>
                <c:pt idx="1458">
                  <c:v>224.988750994205</c:v>
                </c:pt>
                <c:pt idx="1459">
                  <c:v>225.156036913395</c:v>
                </c:pt>
                <c:pt idx="1460">
                  <c:v>225.300969660282</c:v>
                </c:pt>
                <c:pt idx="1461">
                  <c:v>225.406010210514</c:v>
                </c:pt>
                <c:pt idx="1462">
                  <c:v>225.571777403355</c:v>
                </c:pt>
                <c:pt idx="1463">
                  <c:v>225.758418381214</c:v>
                </c:pt>
                <c:pt idx="1464">
                  <c:v>225.965232133865</c:v>
                </c:pt>
                <c:pt idx="1465">
                  <c:v>226.194548249245</c:v>
                </c:pt>
                <c:pt idx="1466">
                  <c:v>226.425096154213</c:v>
                </c:pt>
                <c:pt idx="1467">
                  <c:v>226.579978585243</c:v>
                </c:pt>
                <c:pt idx="1468">
                  <c:v>226.679648935795</c:v>
                </c:pt>
                <c:pt idx="1469">
                  <c:v>226.808174729347</c:v>
                </c:pt>
                <c:pt idx="1470">
                  <c:v>226.870524406433</c:v>
                </c:pt>
                <c:pt idx="1471">
                  <c:v>226.88992524147</c:v>
                </c:pt>
                <c:pt idx="1472">
                  <c:v>226.867382645607</c:v>
                </c:pt>
                <c:pt idx="1473">
                  <c:v>226.889799118042</c:v>
                </c:pt>
                <c:pt idx="1474">
                  <c:v>226.958485841751</c:v>
                </c:pt>
                <c:pt idx="1475">
                  <c:v>227.039347708225</c:v>
                </c:pt>
                <c:pt idx="1476">
                  <c:v>227.115982353687</c:v>
                </c:pt>
                <c:pt idx="1477">
                  <c:v>227.283519685268</c:v>
                </c:pt>
                <c:pt idx="1478">
                  <c:v>227.540508329868</c:v>
                </c:pt>
                <c:pt idx="1479">
                  <c:v>227.765599012375</c:v>
                </c:pt>
                <c:pt idx="1480">
                  <c:v>228.039718925953</c:v>
                </c:pt>
                <c:pt idx="1481">
                  <c:v>228.267110288143</c:v>
                </c:pt>
                <c:pt idx="1482">
                  <c:v>228.554692924023</c:v>
                </c:pt>
                <c:pt idx="1483">
                  <c:v>228.791022002697</c:v>
                </c:pt>
                <c:pt idx="1484">
                  <c:v>229.096984028816</c:v>
                </c:pt>
                <c:pt idx="1485">
                  <c:v>229.369080066681</c:v>
                </c:pt>
                <c:pt idx="1486">
                  <c:v>229.632466316223</c:v>
                </c:pt>
                <c:pt idx="1487">
                  <c:v>229.851353168488</c:v>
                </c:pt>
                <c:pt idx="1488">
                  <c:v>230.017258167267</c:v>
                </c:pt>
                <c:pt idx="1489">
                  <c:v>230.221275866032</c:v>
                </c:pt>
                <c:pt idx="1490">
                  <c:v>230.444679558277</c:v>
                </c:pt>
                <c:pt idx="1491">
                  <c:v>230.636729478836</c:v>
                </c:pt>
                <c:pt idx="1492">
                  <c:v>230.837497532368</c:v>
                </c:pt>
                <c:pt idx="1493">
                  <c:v>231.043609917164</c:v>
                </c:pt>
                <c:pt idx="1494">
                  <c:v>231.199926674366</c:v>
                </c:pt>
                <c:pt idx="1495">
                  <c:v>231.318925380707</c:v>
                </c:pt>
                <c:pt idx="1496">
                  <c:v>231.526913166046</c:v>
                </c:pt>
                <c:pt idx="1497">
                  <c:v>231.728887438774</c:v>
                </c:pt>
                <c:pt idx="1498">
                  <c:v>231.837288320065</c:v>
                </c:pt>
                <c:pt idx="1499">
                  <c:v>231.986432135105</c:v>
                </c:pt>
                <c:pt idx="1500">
                  <c:v>232.122514128685</c:v>
                </c:pt>
                <c:pt idx="1501">
                  <c:v>232.266441762447</c:v>
                </c:pt>
                <c:pt idx="1502">
                  <c:v>232.315240502357</c:v>
                </c:pt>
                <c:pt idx="1503">
                  <c:v>232.390774428844</c:v>
                </c:pt>
                <c:pt idx="1504">
                  <c:v>232.425059258938</c:v>
                </c:pt>
                <c:pt idx="1505">
                  <c:v>232.528211534023</c:v>
                </c:pt>
                <c:pt idx="1506">
                  <c:v>232.56307464838</c:v>
                </c:pt>
                <c:pt idx="1507">
                  <c:v>232.658548176289</c:v>
                </c:pt>
                <c:pt idx="1508">
                  <c:v>232.715053081512</c:v>
                </c:pt>
                <c:pt idx="1509">
                  <c:v>232.711441159248</c:v>
                </c:pt>
                <c:pt idx="1510">
                  <c:v>232.713090479374</c:v>
                </c:pt>
                <c:pt idx="1511">
                  <c:v>232.647614300251</c:v>
                </c:pt>
                <c:pt idx="1512">
                  <c:v>232.56234151125</c:v>
                </c:pt>
                <c:pt idx="1513">
                  <c:v>232.57913851738</c:v>
                </c:pt>
                <c:pt idx="1514">
                  <c:v>232.641529619694</c:v>
                </c:pt>
                <c:pt idx="1515">
                  <c:v>232.610121548176</c:v>
                </c:pt>
                <c:pt idx="1516">
                  <c:v>232.657468557358</c:v>
                </c:pt>
                <c:pt idx="1517">
                  <c:v>232.671707510948</c:v>
                </c:pt>
                <c:pt idx="1518">
                  <c:v>232.736036300659</c:v>
                </c:pt>
                <c:pt idx="1519">
                  <c:v>232.845012426376</c:v>
                </c:pt>
                <c:pt idx="1520">
                  <c:v>232.973156750202</c:v>
                </c:pt>
                <c:pt idx="1521">
                  <c:v>233.096472501755</c:v>
                </c:pt>
                <c:pt idx="1522">
                  <c:v>233.299179017544</c:v>
                </c:pt>
                <c:pt idx="1523">
                  <c:v>233.459213554859</c:v>
                </c:pt>
                <c:pt idx="1524">
                  <c:v>233.691750764847</c:v>
                </c:pt>
                <c:pt idx="1525">
                  <c:v>233.969779014587</c:v>
                </c:pt>
                <c:pt idx="1526">
                  <c:v>234.277820408344</c:v>
                </c:pt>
                <c:pt idx="1527">
                  <c:v>234.528430521488</c:v>
                </c:pt>
                <c:pt idx="1528">
                  <c:v>234.726134777069</c:v>
                </c:pt>
                <c:pt idx="1529">
                  <c:v>234.941484034061</c:v>
                </c:pt>
                <c:pt idx="1530">
                  <c:v>235.190699577332</c:v>
                </c:pt>
                <c:pt idx="1531">
                  <c:v>235.482987999916</c:v>
                </c:pt>
                <c:pt idx="1532">
                  <c:v>235.636157572269</c:v>
                </c:pt>
                <c:pt idx="1533">
                  <c:v>235.805491089821</c:v>
                </c:pt>
                <c:pt idx="1534">
                  <c:v>235.947087824345</c:v>
                </c:pt>
                <c:pt idx="1535">
                  <c:v>236.048736155033</c:v>
                </c:pt>
                <c:pt idx="1536">
                  <c:v>236.142834186554</c:v>
                </c:pt>
                <c:pt idx="1537">
                  <c:v>236.332330584526</c:v>
                </c:pt>
                <c:pt idx="1538">
                  <c:v>236.474895358086</c:v>
                </c:pt>
                <c:pt idx="1539">
                  <c:v>236.599248945713</c:v>
                </c:pt>
                <c:pt idx="1540">
                  <c:v>236.774693727493</c:v>
                </c:pt>
                <c:pt idx="1541">
                  <c:v>236.917786180973</c:v>
                </c:pt>
                <c:pt idx="1542">
                  <c:v>236.92684084177</c:v>
                </c:pt>
                <c:pt idx="1543">
                  <c:v>236.967647910118</c:v>
                </c:pt>
                <c:pt idx="1544">
                  <c:v>236.954211235046</c:v>
                </c:pt>
                <c:pt idx="1545">
                  <c:v>236.989143371582</c:v>
                </c:pt>
                <c:pt idx="1546">
                  <c:v>236.896906971931</c:v>
                </c:pt>
                <c:pt idx="1547">
                  <c:v>236.760179281235</c:v>
                </c:pt>
                <c:pt idx="1548">
                  <c:v>236.620399832725</c:v>
                </c:pt>
                <c:pt idx="1549">
                  <c:v>236.520885109901</c:v>
                </c:pt>
                <c:pt idx="1550">
                  <c:v>236.359198927879</c:v>
                </c:pt>
                <c:pt idx="1551">
                  <c:v>236.171225905418</c:v>
                </c:pt>
                <c:pt idx="1552">
                  <c:v>236.018841862678</c:v>
                </c:pt>
                <c:pt idx="1553">
                  <c:v>235.897466897964</c:v>
                </c:pt>
                <c:pt idx="1554">
                  <c:v>235.748407483101</c:v>
                </c:pt>
                <c:pt idx="1555">
                  <c:v>235.625675559044</c:v>
                </c:pt>
                <c:pt idx="1556">
                  <c:v>235.496392130852</c:v>
                </c:pt>
                <c:pt idx="1557">
                  <c:v>235.397236585617</c:v>
                </c:pt>
                <c:pt idx="1558">
                  <c:v>235.371202349663</c:v>
                </c:pt>
                <c:pt idx="1559">
                  <c:v>235.304928898811</c:v>
                </c:pt>
                <c:pt idx="1560">
                  <c:v>235.233217358589</c:v>
                </c:pt>
                <c:pt idx="1561">
                  <c:v>235.289925992489</c:v>
                </c:pt>
                <c:pt idx="1562">
                  <c:v>235.350684702396</c:v>
                </c:pt>
                <c:pt idx="1563">
                  <c:v>235.430162668228</c:v>
                </c:pt>
                <c:pt idx="1564">
                  <c:v>235.576928853989</c:v>
                </c:pt>
                <c:pt idx="1565">
                  <c:v>235.776020765305</c:v>
                </c:pt>
                <c:pt idx="1566">
                  <c:v>235.976235449314</c:v>
                </c:pt>
                <c:pt idx="1567">
                  <c:v>236.191944539547</c:v>
                </c:pt>
                <c:pt idx="1568">
                  <c:v>236.411983191967</c:v>
                </c:pt>
                <c:pt idx="1569">
                  <c:v>236.617174327373</c:v>
                </c:pt>
                <c:pt idx="1570">
                  <c:v>236.935143768787</c:v>
                </c:pt>
                <c:pt idx="1571">
                  <c:v>237.217143833637</c:v>
                </c:pt>
                <c:pt idx="1572">
                  <c:v>237.268438279629</c:v>
                </c:pt>
                <c:pt idx="1573">
                  <c:v>237.256599366665</c:v>
                </c:pt>
                <c:pt idx="1574">
                  <c:v>237.362891793251</c:v>
                </c:pt>
                <c:pt idx="1575">
                  <c:v>237.436006426811</c:v>
                </c:pt>
                <c:pt idx="1576">
                  <c:v>237.669047117233</c:v>
                </c:pt>
                <c:pt idx="1577">
                  <c:v>237.942265331745</c:v>
                </c:pt>
                <c:pt idx="1578">
                  <c:v>238.190337359905</c:v>
                </c:pt>
                <c:pt idx="1579">
                  <c:v>238.500245511532</c:v>
                </c:pt>
                <c:pt idx="1580">
                  <c:v>238.825178563595</c:v>
                </c:pt>
                <c:pt idx="1581">
                  <c:v>239.196344316006</c:v>
                </c:pt>
                <c:pt idx="1582">
                  <c:v>239.57258784771</c:v>
                </c:pt>
                <c:pt idx="1583">
                  <c:v>239.932014346123</c:v>
                </c:pt>
                <c:pt idx="1584">
                  <c:v>240.298696994781</c:v>
                </c:pt>
                <c:pt idx="1585">
                  <c:v>240.715651929378</c:v>
                </c:pt>
                <c:pt idx="1586">
                  <c:v>241.112189590931</c:v>
                </c:pt>
                <c:pt idx="1587">
                  <c:v>241.578828513622</c:v>
                </c:pt>
                <c:pt idx="1588">
                  <c:v>241.986906409264</c:v>
                </c:pt>
                <c:pt idx="1589">
                  <c:v>242.375353693962</c:v>
                </c:pt>
                <c:pt idx="1590">
                  <c:v>242.698988199234</c:v>
                </c:pt>
                <c:pt idx="1591">
                  <c:v>242.87711340189</c:v>
                </c:pt>
                <c:pt idx="1592">
                  <c:v>242.925509274006</c:v>
                </c:pt>
                <c:pt idx="1593">
                  <c:v>242.908399641514</c:v>
                </c:pt>
                <c:pt idx="1594">
                  <c:v>242.899154484272</c:v>
                </c:pt>
                <c:pt idx="1595">
                  <c:v>242.969904005527</c:v>
                </c:pt>
                <c:pt idx="1596">
                  <c:v>243.058018267155</c:v>
                </c:pt>
                <c:pt idx="1597">
                  <c:v>243.140428543091</c:v>
                </c:pt>
                <c:pt idx="1598">
                  <c:v>243.346642613411</c:v>
                </c:pt>
                <c:pt idx="1599">
                  <c:v>243.525096178055</c:v>
                </c:pt>
                <c:pt idx="1600">
                  <c:v>243.679508328438</c:v>
                </c:pt>
                <c:pt idx="1601">
                  <c:v>243.819577515125</c:v>
                </c:pt>
                <c:pt idx="1602">
                  <c:v>244.051813006401</c:v>
                </c:pt>
                <c:pt idx="1603">
                  <c:v>244.30995953083</c:v>
                </c:pt>
                <c:pt idx="1604">
                  <c:v>244.49233096838</c:v>
                </c:pt>
                <c:pt idx="1605">
                  <c:v>244.678638696671</c:v>
                </c:pt>
                <c:pt idx="1606">
                  <c:v>244.829445064068</c:v>
                </c:pt>
                <c:pt idx="1607">
                  <c:v>245.0144328475</c:v>
                </c:pt>
                <c:pt idx="1608">
                  <c:v>245.24311029911</c:v>
                </c:pt>
                <c:pt idx="1609">
                  <c:v>245.357737123966</c:v>
                </c:pt>
                <c:pt idx="1610">
                  <c:v>245.512329757214</c:v>
                </c:pt>
                <c:pt idx="1611">
                  <c:v>245.638924181461</c:v>
                </c:pt>
                <c:pt idx="1612">
                  <c:v>245.712795436382</c:v>
                </c:pt>
                <c:pt idx="1613">
                  <c:v>245.797574996948</c:v>
                </c:pt>
                <c:pt idx="1614">
                  <c:v>245.885709404945</c:v>
                </c:pt>
                <c:pt idx="1615">
                  <c:v>245.98217779398</c:v>
                </c:pt>
                <c:pt idx="1616">
                  <c:v>246.062083780766</c:v>
                </c:pt>
                <c:pt idx="1617">
                  <c:v>246.239840149879</c:v>
                </c:pt>
                <c:pt idx="1618">
                  <c:v>246.360139548779</c:v>
                </c:pt>
                <c:pt idx="1619">
                  <c:v>246.546189367771</c:v>
                </c:pt>
                <c:pt idx="1620">
                  <c:v>246.75628644228</c:v>
                </c:pt>
                <c:pt idx="1621">
                  <c:v>246.981584072113</c:v>
                </c:pt>
                <c:pt idx="1622">
                  <c:v>247.180180430412</c:v>
                </c:pt>
                <c:pt idx="1623">
                  <c:v>247.462541103363</c:v>
                </c:pt>
                <c:pt idx="1624">
                  <c:v>247.694892644882</c:v>
                </c:pt>
                <c:pt idx="1625">
                  <c:v>247.934865176678</c:v>
                </c:pt>
                <c:pt idx="1626">
                  <c:v>248.147194683552</c:v>
                </c:pt>
                <c:pt idx="1627">
                  <c:v>248.304988324642</c:v>
                </c:pt>
                <c:pt idx="1628">
                  <c:v>248.526073873043</c:v>
                </c:pt>
                <c:pt idx="1629">
                  <c:v>248.691171228886</c:v>
                </c:pt>
                <c:pt idx="1630">
                  <c:v>248.844475924969</c:v>
                </c:pt>
                <c:pt idx="1631">
                  <c:v>248.961834847927</c:v>
                </c:pt>
                <c:pt idx="1632">
                  <c:v>248.999501407146</c:v>
                </c:pt>
                <c:pt idx="1633">
                  <c:v>248.984998166561</c:v>
                </c:pt>
                <c:pt idx="1634">
                  <c:v>248.977222383022</c:v>
                </c:pt>
                <c:pt idx="1635">
                  <c:v>248.996242046356</c:v>
                </c:pt>
                <c:pt idx="1636">
                  <c:v>248.930040121078</c:v>
                </c:pt>
                <c:pt idx="1637">
                  <c:v>248.849234580994</c:v>
                </c:pt>
                <c:pt idx="1638">
                  <c:v>248.824742555618</c:v>
                </c:pt>
                <c:pt idx="1639">
                  <c:v>248.799368858337</c:v>
                </c:pt>
                <c:pt idx="1640">
                  <c:v>248.751827120781</c:v>
                </c:pt>
                <c:pt idx="1641">
                  <c:v>248.828089058399</c:v>
                </c:pt>
                <c:pt idx="1642">
                  <c:v>248.941206991672</c:v>
                </c:pt>
                <c:pt idx="1643">
                  <c:v>249.078156471252</c:v>
                </c:pt>
                <c:pt idx="1644">
                  <c:v>249.145439267158</c:v>
                </c:pt>
                <c:pt idx="1645">
                  <c:v>249.247578442097</c:v>
                </c:pt>
                <c:pt idx="1646">
                  <c:v>249.341461539268</c:v>
                </c:pt>
                <c:pt idx="1647">
                  <c:v>249.419641852379</c:v>
                </c:pt>
                <c:pt idx="1648">
                  <c:v>249.483554720879</c:v>
                </c:pt>
                <c:pt idx="1649">
                  <c:v>249.575443983078</c:v>
                </c:pt>
                <c:pt idx="1650">
                  <c:v>249.662854075432</c:v>
                </c:pt>
                <c:pt idx="1651">
                  <c:v>249.627558112144</c:v>
                </c:pt>
                <c:pt idx="1652">
                  <c:v>249.593302965164</c:v>
                </c:pt>
                <c:pt idx="1653">
                  <c:v>249.545962333679</c:v>
                </c:pt>
                <c:pt idx="1654">
                  <c:v>249.517589092255</c:v>
                </c:pt>
                <c:pt idx="1655">
                  <c:v>249.476283311844</c:v>
                </c:pt>
                <c:pt idx="1656">
                  <c:v>249.459164738655</c:v>
                </c:pt>
                <c:pt idx="1657">
                  <c:v>249.522547662258</c:v>
                </c:pt>
                <c:pt idx="1658">
                  <c:v>249.462765514851</c:v>
                </c:pt>
                <c:pt idx="1659">
                  <c:v>249.324409425259</c:v>
                </c:pt>
                <c:pt idx="1660">
                  <c:v>249.168747246265</c:v>
                </c:pt>
                <c:pt idx="1661">
                  <c:v>249.035655677319</c:v>
                </c:pt>
                <c:pt idx="1662">
                  <c:v>249.023854672909</c:v>
                </c:pt>
                <c:pt idx="1663">
                  <c:v>249.147615432739</c:v>
                </c:pt>
                <c:pt idx="1664">
                  <c:v>249.337531208992</c:v>
                </c:pt>
                <c:pt idx="1665">
                  <c:v>249.45327603817</c:v>
                </c:pt>
                <c:pt idx="1666">
                  <c:v>249.611125528812</c:v>
                </c:pt>
                <c:pt idx="1667">
                  <c:v>249.774708867073</c:v>
                </c:pt>
                <c:pt idx="1668">
                  <c:v>249.984794437885</c:v>
                </c:pt>
                <c:pt idx="1669">
                  <c:v>250.173989236355</c:v>
                </c:pt>
                <c:pt idx="1670">
                  <c:v>250.41342395544</c:v>
                </c:pt>
                <c:pt idx="1671">
                  <c:v>250.625203490257</c:v>
                </c:pt>
                <c:pt idx="1672">
                  <c:v>250.816612303257</c:v>
                </c:pt>
                <c:pt idx="1673">
                  <c:v>250.898205637932</c:v>
                </c:pt>
                <c:pt idx="1674">
                  <c:v>250.99303239584</c:v>
                </c:pt>
                <c:pt idx="1675">
                  <c:v>251.008795082569</c:v>
                </c:pt>
                <c:pt idx="1676">
                  <c:v>251.010668694973</c:v>
                </c:pt>
                <c:pt idx="1677">
                  <c:v>251.204650700092</c:v>
                </c:pt>
                <c:pt idx="1678">
                  <c:v>251.275810837746</c:v>
                </c:pt>
                <c:pt idx="1679">
                  <c:v>251.255171179771</c:v>
                </c:pt>
                <c:pt idx="1680">
                  <c:v>251.259383976459</c:v>
                </c:pt>
                <c:pt idx="1681">
                  <c:v>251.319105029106</c:v>
                </c:pt>
                <c:pt idx="1682">
                  <c:v>251.385236442089</c:v>
                </c:pt>
                <c:pt idx="1683">
                  <c:v>251.377025187015</c:v>
                </c:pt>
                <c:pt idx="1684">
                  <c:v>251.40679705143</c:v>
                </c:pt>
                <c:pt idx="1685">
                  <c:v>251.556601405144</c:v>
                </c:pt>
                <c:pt idx="1686">
                  <c:v>251.778654634952</c:v>
                </c:pt>
                <c:pt idx="1687">
                  <c:v>251.934933483601</c:v>
                </c:pt>
                <c:pt idx="1688">
                  <c:v>252.089017093182</c:v>
                </c:pt>
                <c:pt idx="1689">
                  <c:v>252.194084584713</c:v>
                </c:pt>
                <c:pt idx="1690">
                  <c:v>252.239603638649</c:v>
                </c:pt>
                <c:pt idx="1691">
                  <c:v>252.258201181889</c:v>
                </c:pt>
                <c:pt idx="1692">
                  <c:v>252.309501409531</c:v>
                </c:pt>
                <c:pt idx="1693">
                  <c:v>252.348311245441</c:v>
                </c:pt>
                <c:pt idx="1694">
                  <c:v>252.391100168228</c:v>
                </c:pt>
                <c:pt idx="1695">
                  <c:v>252.477171778679</c:v>
                </c:pt>
                <c:pt idx="1696">
                  <c:v>252.575281620026</c:v>
                </c:pt>
                <c:pt idx="1697">
                  <c:v>252.790878772736</c:v>
                </c:pt>
                <c:pt idx="1698">
                  <c:v>253.050789833069</c:v>
                </c:pt>
                <c:pt idx="1699">
                  <c:v>253.261021971703</c:v>
                </c:pt>
                <c:pt idx="1700">
                  <c:v>253.645947813988</c:v>
                </c:pt>
                <c:pt idx="1701">
                  <c:v>254.07221609354</c:v>
                </c:pt>
                <c:pt idx="1702">
                  <c:v>254.487873613834</c:v>
                </c:pt>
                <c:pt idx="1703">
                  <c:v>254.911733448505</c:v>
                </c:pt>
                <c:pt idx="1704">
                  <c:v>255.250966370106</c:v>
                </c:pt>
                <c:pt idx="1705">
                  <c:v>255.471691131592</c:v>
                </c:pt>
                <c:pt idx="1706">
                  <c:v>255.588394701481</c:v>
                </c:pt>
                <c:pt idx="1707">
                  <c:v>255.581596314907</c:v>
                </c:pt>
                <c:pt idx="1708">
                  <c:v>255.629345536232</c:v>
                </c:pt>
                <c:pt idx="1709">
                  <c:v>255.825486063957</c:v>
                </c:pt>
                <c:pt idx="1710">
                  <c:v>255.977498233318</c:v>
                </c:pt>
                <c:pt idx="1711">
                  <c:v>256.124709665775</c:v>
                </c:pt>
                <c:pt idx="1712">
                  <c:v>256.248579025268</c:v>
                </c:pt>
                <c:pt idx="1713">
                  <c:v>256.216213941574</c:v>
                </c:pt>
                <c:pt idx="1714">
                  <c:v>256.353013753891</c:v>
                </c:pt>
                <c:pt idx="1715">
                  <c:v>256.501620590687</c:v>
                </c:pt>
                <c:pt idx="1716">
                  <c:v>256.412795484066</c:v>
                </c:pt>
                <c:pt idx="1717">
                  <c:v>256.278184592724</c:v>
                </c:pt>
                <c:pt idx="1718">
                  <c:v>256.092591702938</c:v>
                </c:pt>
                <c:pt idx="1719">
                  <c:v>256.01221626997</c:v>
                </c:pt>
                <c:pt idx="1720">
                  <c:v>255.772604644298</c:v>
                </c:pt>
                <c:pt idx="1721">
                  <c:v>255.585098445415</c:v>
                </c:pt>
                <c:pt idx="1722">
                  <c:v>255.301957309246</c:v>
                </c:pt>
                <c:pt idx="1723">
                  <c:v>255.195865094662</c:v>
                </c:pt>
                <c:pt idx="1724">
                  <c:v>255.169991791248</c:v>
                </c:pt>
                <c:pt idx="1725">
                  <c:v>255.449297130108</c:v>
                </c:pt>
                <c:pt idx="1726">
                  <c:v>256.191205739975</c:v>
                </c:pt>
                <c:pt idx="1727">
                  <c:v>256.919605016708</c:v>
                </c:pt>
                <c:pt idx="1728">
                  <c:v>257.785857260227</c:v>
                </c:pt>
                <c:pt idx="1729">
                  <c:v>258.544232487678</c:v>
                </c:pt>
                <c:pt idx="1730">
                  <c:v>259.172098577022</c:v>
                </c:pt>
                <c:pt idx="1731">
                  <c:v>259.65771228075</c:v>
                </c:pt>
                <c:pt idx="1732">
                  <c:v>260.070258677006</c:v>
                </c:pt>
                <c:pt idx="1733">
                  <c:v>260.359319031238</c:v>
                </c:pt>
                <c:pt idx="1734">
                  <c:v>260.374987185001</c:v>
                </c:pt>
                <c:pt idx="1735">
                  <c:v>260.359398782253</c:v>
                </c:pt>
                <c:pt idx="1736">
                  <c:v>260.378311932087</c:v>
                </c:pt>
                <c:pt idx="1737">
                  <c:v>260.841825306416</c:v>
                </c:pt>
                <c:pt idx="1738">
                  <c:v>261.176873147488</c:v>
                </c:pt>
                <c:pt idx="1739">
                  <c:v>261.463532865047</c:v>
                </c:pt>
                <c:pt idx="1740">
                  <c:v>261.817000329494</c:v>
                </c:pt>
                <c:pt idx="1741">
                  <c:v>262.280208051205</c:v>
                </c:pt>
                <c:pt idx="1742">
                  <c:v>262.755775630474</c:v>
                </c:pt>
                <c:pt idx="1743">
                  <c:v>263.203510820866</c:v>
                </c:pt>
                <c:pt idx="1744">
                  <c:v>263.534476935863</c:v>
                </c:pt>
                <c:pt idx="1745">
                  <c:v>263.748752653599</c:v>
                </c:pt>
                <c:pt idx="1746">
                  <c:v>263.841283559799</c:v>
                </c:pt>
                <c:pt idx="1747">
                  <c:v>263.943365931511</c:v>
                </c:pt>
                <c:pt idx="1748">
                  <c:v>264.027739524841</c:v>
                </c:pt>
                <c:pt idx="1749">
                  <c:v>264.212029099464</c:v>
                </c:pt>
                <c:pt idx="1750">
                  <c:v>264.428636908531</c:v>
                </c:pt>
                <c:pt idx="1751">
                  <c:v>264.675184130669</c:v>
                </c:pt>
                <c:pt idx="1752">
                  <c:v>265.020273804665</c:v>
                </c:pt>
                <c:pt idx="1753">
                  <c:v>265.404809713364</c:v>
                </c:pt>
                <c:pt idx="1754">
                  <c:v>265.782450556755</c:v>
                </c:pt>
                <c:pt idx="1755">
                  <c:v>265.94924145937</c:v>
                </c:pt>
                <c:pt idx="1756">
                  <c:v>266.11948299408</c:v>
                </c:pt>
                <c:pt idx="1757">
                  <c:v>266.291218698025</c:v>
                </c:pt>
                <c:pt idx="1758">
                  <c:v>266.316910266876</c:v>
                </c:pt>
                <c:pt idx="1759">
                  <c:v>266.486718654633</c:v>
                </c:pt>
                <c:pt idx="1760">
                  <c:v>266.648931145668</c:v>
                </c:pt>
                <c:pt idx="1761">
                  <c:v>266.849998950958</c:v>
                </c:pt>
                <c:pt idx="1762">
                  <c:v>267.045808196068</c:v>
                </c:pt>
                <c:pt idx="1763">
                  <c:v>267.19219905138</c:v>
                </c:pt>
                <c:pt idx="1764">
                  <c:v>267.350263535976</c:v>
                </c:pt>
                <c:pt idx="1765">
                  <c:v>267.626966536045</c:v>
                </c:pt>
                <c:pt idx="1766">
                  <c:v>267.822554886341</c:v>
                </c:pt>
                <c:pt idx="1767">
                  <c:v>268.079697549343</c:v>
                </c:pt>
                <c:pt idx="1768">
                  <c:v>268.458774149418</c:v>
                </c:pt>
                <c:pt idx="1769">
                  <c:v>268.921155273914</c:v>
                </c:pt>
                <c:pt idx="1770">
                  <c:v>269.29967290163</c:v>
                </c:pt>
                <c:pt idx="1771">
                  <c:v>269.609910368919</c:v>
                </c:pt>
                <c:pt idx="1772">
                  <c:v>269.991207838058</c:v>
                </c:pt>
                <c:pt idx="1773">
                  <c:v>270.43547296524</c:v>
                </c:pt>
                <c:pt idx="1774">
                  <c:v>270.693838119507</c:v>
                </c:pt>
                <c:pt idx="1775">
                  <c:v>270.710218429565</c:v>
                </c:pt>
                <c:pt idx="1776">
                  <c:v>270.787955522537</c:v>
                </c:pt>
                <c:pt idx="1777">
                  <c:v>270.827584266663</c:v>
                </c:pt>
                <c:pt idx="1778">
                  <c:v>270.81251680851</c:v>
                </c:pt>
                <c:pt idx="1779">
                  <c:v>270.856059670448</c:v>
                </c:pt>
                <c:pt idx="1780">
                  <c:v>270.856957316399</c:v>
                </c:pt>
                <c:pt idx="1781">
                  <c:v>270.865611493587</c:v>
                </c:pt>
                <c:pt idx="1782">
                  <c:v>270.962714731693</c:v>
                </c:pt>
                <c:pt idx="1783">
                  <c:v>270.996001839638</c:v>
                </c:pt>
                <c:pt idx="1784">
                  <c:v>271.076029479504</c:v>
                </c:pt>
                <c:pt idx="1785">
                  <c:v>271.230831801891</c:v>
                </c:pt>
                <c:pt idx="1786">
                  <c:v>271.28278529644</c:v>
                </c:pt>
                <c:pt idx="1787">
                  <c:v>271.363034844398</c:v>
                </c:pt>
                <c:pt idx="1788">
                  <c:v>271.352491497993</c:v>
                </c:pt>
                <c:pt idx="1789">
                  <c:v>271.406434237957</c:v>
                </c:pt>
                <c:pt idx="1790">
                  <c:v>271.427799642086</c:v>
                </c:pt>
                <c:pt idx="1791">
                  <c:v>271.405916750431</c:v>
                </c:pt>
                <c:pt idx="1792">
                  <c:v>271.361972987652</c:v>
                </c:pt>
                <c:pt idx="1793">
                  <c:v>271.309753000736</c:v>
                </c:pt>
                <c:pt idx="1794">
                  <c:v>271.330388844013</c:v>
                </c:pt>
                <c:pt idx="1795">
                  <c:v>271.350360095501</c:v>
                </c:pt>
                <c:pt idx="1796">
                  <c:v>271.409608721733</c:v>
                </c:pt>
                <c:pt idx="1797">
                  <c:v>271.443960189819</c:v>
                </c:pt>
                <c:pt idx="1798">
                  <c:v>271.415644884109</c:v>
                </c:pt>
                <c:pt idx="1799">
                  <c:v>271.375044822693</c:v>
                </c:pt>
                <c:pt idx="1800">
                  <c:v>271.260148406029</c:v>
                </c:pt>
                <c:pt idx="1801">
                  <c:v>271.259797930717</c:v>
                </c:pt>
                <c:pt idx="1802">
                  <c:v>271.312587440014</c:v>
                </c:pt>
                <c:pt idx="1803">
                  <c:v>271.555102825165</c:v>
                </c:pt>
                <c:pt idx="1804">
                  <c:v>271.50427544117</c:v>
                </c:pt>
                <c:pt idx="1805">
                  <c:v>271.560091376305</c:v>
                </c:pt>
                <c:pt idx="1806">
                  <c:v>271.71950429678</c:v>
                </c:pt>
                <c:pt idx="1807">
                  <c:v>271.89562690258</c:v>
                </c:pt>
                <c:pt idx="1808">
                  <c:v>272.080291390419</c:v>
                </c:pt>
                <c:pt idx="1809">
                  <c:v>272.272118270397</c:v>
                </c:pt>
                <c:pt idx="1810">
                  <c:v>272.458943367004</c:v>
                </c:pt>
                <c:pt idx="1811">
                  <c:v>272.688128709793</c:v>
                </c:pt>
                <c:pt idx="1812">
                  <c:v>272.892845630646</c:v>
                </c:pt>
                <c:pt idx="1813">
                  <c:v>273.177866697311</c:v>
                </c:pt>
                <c:pt idx="1814">
                  <c:v>273.423179507255</c:v>
                </c:pt>
                <c:pt idx="1815">
                  <c:v>273.601243436336</c:v>
                </c:pt>
                <c:pt idx="1816">
                  <c:v>273.796081602573</c:v>
                </c:pt>
                <c:pt idx="1817">
                  <c:v>273.966995120048</c:v>
                </c:pt>
                <c:pt idx="1818">
                  <c:v>274.135280191898</c:v>
                </c:pt>
                <c:pt idx="1819">
                  <c:v>274.2371083498</c:v>
                </c:pt>
                <c:pt idx="1820">
                  <c:v>274.233402967453</c:v>
                </c:pt>
                <c:pt idx="1821">
                  <c:v>274.236311733723</c:v>
                </c:pt>
                <c:pt idx="1822">
                  <c:v>274.235477149486</c:v>
                </c:pt>
                <c:pt idx="1823">
                  <c:v>274.254180312157</c:v>
                </c:pt>
                <c:pt idx="1824">
                  <c:v>274.347048938274</c:v>
                </c:pt>
                <c:pt idx="1825">
                  <c:v>274.443023741245</c:v>
                </c:pt>
                <c:pt idx="1826">
                  <c:v>274.531529605389</c:v>
                </c:pt>
                <c:pt idx="1827">
                  <c:v>274.635440587997</c:v>
                </c:pt>
                <c:pt idx="1828">
                  <c:v>274.734597086906</c:v>
                </c:pt>
                <c:pt idx="1829">
                  <c:v>274.791661739349</c:v>
                </c:pt>
                <c:pt idx="1830">
                  <c:v>274.921730875969</c:v>
                </c:pt>
                <c:pt idx="1831">
                  <c:v>275.245250463486</c:v>
                </c:pt>
                <c:pt idx="1832">
                  <c:v>275.518029332161</c:v>
                </c:pt>
                <c:pt idx="1833">
                  <c:v>275.764263391495</c:v>
                </c:pt>
                <c:pt idx="1834">
                  <c:v>275.987259984016</c:v>
                </c:pt>
                <c:pt idx="1835">
                  <c:v>276.244749069214</c:v>
                </c:pt>
                <c:pt idx="1836">
                  <c:v>276.507488369942</c:v>
                </c:pt>
                <c:pt idx="1837">
                  <c:v>276.825993001461</c:v>
                </c:pt>
                <c:pt idx="1838">
                  <c:v>277.12161564827</c:v>
                </c:pt>
                <c:pt idx="1839">
                  <c:v>277.455989480019</c:v>
                </c:pt>
                <c:pt idx="1840">
                  <c:v>277.834662556648</c:v>
                </c:pt>
                <c:pt idx="1841">
                  <c:v>278.09274739027</c:v>
                </c:pt>
                <c:pt idx="1842">
                  <c:v>278.438296854496</c:v>
                </c:pt>
                <c:pt idx="1843">
                  <c:v>278.721942543983</c:v>
                </c:pt>
                <c:pt idx="1844">
                  <c:v>278.954806685448</c:v>
                </c:pt>
                <c:pt idx="1845">
                  <c:v>279.178917646408</c:v>
                </c:pt>
                <c:pt idx="1846">
                  <c:v>279.401048600674</c:v>
                </c:pt>
                <c:pt idx="1847">
                  <c:v>279.598646879196</c:v>
                </c:pt>
                <c:pt idx="1848">
                  <c:v>279.807104229927</c:v>
                </c:pt>
                <c:pt idx="1849">
                  <c:v>279.9568759799</c:v>
                </c:pt>
                <c:pt idx="1850">
                  <c:v>280.191768527031</c:v>
                </c:pt>
                <c:pt idx="1851">
                  <c:v>280.461731374264</c:v>
                </c:pt>
                <c:pt idx="1852">
                  <c:v>280.729228794575</c:v>
                </c:pt>
                <c:pt idx="1853">
                  <c:v>280.920746386051</c:v>
                </c:pt>
                <c:pt idx="1854">
                  <c:v>281.051998138428</c:v>
                </c:pt>
                <c:pt idx="1855">
                  <c:v>281.163822412491</c:v>
                </c:pt>
                <c:pt idx="1856">
                  <c:v>281.315766990185</c:v>
                </c:pt>
                <c:pt idx="1857">
                  <c:v>281.369470119476</c:v>
                </c:pt>
                <c:pt idx="1858">
                  <c:v>281.44931781292</c:v>
                </c:pt>
                <c:pt idx="1859">
                  <c:v>281.542629659176</c:v>
                </c:pt>
                <c:pt idx="1860">
                  <c:v>281.538194477558</c:v>
                </c:pt>
                <c:pt idx="1861">
                  <c:v>281.543871760368</c:v>
                </c:pt>
                <c:pt idx="1862">
                  <c:v>281.576647698879</c:v>
                </c:pt>
                <c:pt idx="1863">
                  <c:v>281.665975809097</c:v>
                </c:pt>
                <c:pt idx="1864">
                  <c:v>281.766852915287</c:v>
                </c:pt>
                <c:pt idx="1865">
                  <c:v>281.858248829842</c:v>
                </c:pt>
                <c:pt idx="1866">
                  <c:v>281.940683364868</c:v>
                </c:pt>
                <c:pt idx="1867">
                  <c:v>282.020247161388</c:v>
                </c:pt>
                <c:pt idx="1868">
                  <c:v>282.104722142219</c:v>
                </c:pt>
                <c:pt idx="1869">
                  <c:v>282.168924629688</c:v>
                </c:pt>
                <c:pt idx="1870">
                  <c:v>282.289385735989</c:v>
                </c:pt>
                <c:pt idx="1871">
                  <c:v>282.317208349705</c:v>
                </c:pt>
                <c:pt idx="1872">
                  <c:v>282.272002398968</c:v>
                </c:pt>
                <c:pt idx="1873">
                  <c:v>282.102741897106</c:v>
                </c:pt>
                <c:pt idx="1874">
                  <c:v>282.049351751804</c:v>
                </c:pt>
                <c:pt idx="1875">
                  <c:v>282.048186004162</c:v>
                </c:pt>
                <c:pt idx="1876">
                  <c:v>282.110033333301</c:v>
                </c:pt>
                <c:pt idx="1877">
                  <c:v>282.118653357029</c:v>
                </c:pt>
                <c:pt idx="1878">
                  <c:v>282.057290494442</c:v>
                </c:pt>
                <c:pt idx="1879">
                  <c:v>281.989837348461</c:v>
                </c:pt>
                <c:pt idx="1880">
                  <c:v>281.941891372204</c:v>
                </c:pt>
                <c:pt idx="1881">
                  <c:v>281.721976101398</c:v>
                </c:pt>
                <c:pt idx="1882">
                  <c:v>281.459787428379</c:v>
                </c:pt>
                <c:pt idx="1883">
                  <c:v>281.632696986198</c:v>
                </c:pt>
                <c:pt idx="1884">
                  <c:v>281.67741304636</c:v>
                </c:pt>
                <c:pt idx="1885">
                  <c:v>281.675104558468</c:v>
                </c:pt>
                <c:pt idx="1886">
                  <c:v>281.489492356777</c:v>
                </c:pt>
                <c:pt idx="1887">
                  <c:v>281.34862858057</c:v>
                </c:pt>
                <c:pt idx="1888">
                  <c:v>281.20782405138</c:v>
                </c:pt>
                <c:pt idx="1889">
                  <c:v>281.06739372015</c:v>
                </c:pt>
                <c:pt idx="1890">
                  <c:v>280.904247581959</c:v>
                </c:pt>
                <c:pt idx="1891">
                  <c:v>281.031780660152</c:v>
                </c:pt>
                <c:pt idx="1892">
                  <c:v>281.221305906773</c:v>
                </c:pt>
                <c:pt idx="1893">
                  <c:v>281.240953683853</c:v>
                </c:pt>
                <c:pt idx="1894">
                  <c:v>281.200997948646</c:v>
                </c:pt>
                <c:pt idx="1895">
                  <c:v>281.140241265297</c:v>
                </c:pt>
                <c:pt idx="1896">
                  <c:v>281.093394517899</c:v>
                </c:pt>
                <c:pt idx="1897">
                  <c:v>280.924947023392</c:v>
                </c:pt>
                <c:pt idx="1898">
                  <c:v>280.897718548775</c:v>
                </c:pt>
                <c:pt idx="1899">
                  <c:v>280.900593101978</c:v>
                </c:pt>
                <c:pt idx="1900">
                  <c:v>280.967987239361</c:v>
                </c:pt>
                <c:pt idx="1901">
                  <c:v>280.953543126583</c:v>
                </c:pt>
                <c:pt idx="1902">
                  <c:v>281.084503531456</c:v>
                </c:pt>
                <c:pt idx="1903">
                  <c:v>281.336393356323</c:v>
                </c:pt>
                <c:pt idx="1904">
                  <c:v>281.594196677208</c:v>
                </c:pt>
                <c:pt idx="1905">
                  <c:v>281.800882458687</c:v>
                </c:pt>
                <c:pt idx="1906">
                  <c:v>282.085973143578</c:v>
                </c:pt>
                <c:pt idx="1907">
                  <c:v>282.407873630524</c:v>
                </c:pt>
                <c:pt idx="1908">
                  <c:v>282.753624677658</c:v>
                </c:pt>
                <c:pt idx="1909">
                  <c:v>283.064608752727</c:v>
                </c:pt>
                <c:pt idx="1910">
                  <c:v>283.309294641018</c:v>
                </c:pt>
                <c:pt idx="1911">
                  <c:v>283.501398742199</c:v>
                </c:pt>
                <c:pt idx="1912">
                  <c:v>283.48173302412</c:v>
                </c:pt>
                <c:pt idx="1913">
                  <c:v>283.475357234478</c:v>
                </c:pt>
                <c:pt idx="1914">
                  <c:v>283.60537725687</c:v>
                </c:pt>
                <c:pt idx="1915">
                  <c:v>283.730728089809</c:v>
                </c:pt>
                <c:pt idx="1916">
                  <c:v>283.931008815765</c:v>
                </c:pt>
                <c:pt idx="1917">
                  <c:v>284.166720032692</c:v>
                </c:pt>
                <c:pt idx="1918">
                  <c:v>284.250055730343</c:v>
                </c:pt>
                <c:pt idx="1919">
                  <c:v>284.404836475849</c:v>
                </c:pt>
                <c:pt idx="1920">
                  <c:v>284.533550143242</c:v>
                </c:pt>
                <c:pt idx="1921">
                  <c:v>284.701750278473</c:v>
                </c:pt>
                <c:pt idx="1922">
                  <c:v>284.954750776291</c:v>
                </c:pt>
                <c:pt idx="1923">
                  <c:v>285.29235637188</c:v>
                </c:pt>
                <c:pt idx="1924">
                  <c:v>285.617853760719</c:v>
                </c:pt>
                <c:pt idx="1925">
                  <c:v>285.98534321785</c:v>
                </c:pt>
                <c:pt idx="1926">
                  <c:v>286.25217628479</c:v>
                </c:pt>
                <c:pt idx="1927">
                  <c:v>286.570624709129</c:v>
                </c:pt>
                <c:pt idx="1928">
                  <c:v>286.942391633987</c:v>
                </c:pt>
                <c:pt idx="1929">
                  <c:v>287.338349580765</c:v>
                </c:pt>
                <c:pt idx="1930">
                  <c:v>287.671856641769</c:v>
                </c:pt>
                <c:pt idx="1931">
                  <c:v>288.085620880127</c:v>
                </c:pt>
                <c:pt idx="1932">
                  <c:v>288.44528901577</c:v>
                </c:pt>
                <c:pt idx="1933">
                  <c:v>288.768370091915</c:v>
                </c:pt>
                <c:pt idx="1934">
                  <c:v>289.084896147251</c:v>
                </c:pt>
                <c:pt idx="1935">
                  <c:v>289.494399249554</c:v>
                </c:pt>
                <c:pt idx="1936">
                  <c:v>289.982974469662</c:v>
                </c:pt>
                <c:pt idx="1937">
                  <c:v>290.422778785229</c:v>
                </c:pt>
                <c:pt idx="1938">
                  <c:v>290.785444796085</c:v>
                </c:pt>
                <c:pt idx="1939">
                  <c:v>291.077009379864</c:v>
                </c:pt>
                <c:pt idx="1940">
                  <c:v>291.443271517754</c:v>
                </c:pt>
                <c:pt idx="1941">
                  <c:v>291.763333201408</c:v>
                </c:pt>
                <c:pt idx="1942">
                  <c:v>292.059550344944</c:v>
                </c:pt>
                <c:pt idx="1943">
                  <c:v>292.353010416031</c:v>
                </c:pt>
                <c:pt idx="1944">
                  <c:v>292.634825050831</c:v>
                </c:pt>
                <c:pt idx="1945">
                  <c:v>292.928096115589</c:v>
                </c:pt>
                <c:pt idx="1946">
                  <c:v>293.155802726746</c:v>
                </c:pt>
                <c:pt idx="1947">
                  <c:v>293.294852852821</c:v>
                </c:pt>
                <c:pt idx="1948">
                  <c:v>293.354854643345</c:v>
                </c:pt>
                <c:pt idx="1949">
                  <c:v>293.542376577854</c:v>
                </c:pt>
                <c:pt idx="1950">
                  <c:v>293.597021281719</c:v>
                </c:pt>
                <c:pt idx="1951">
                  <c:v>293.733618438244</c:v>
                </c:pt>
                <c:pt idx="1952">
                  <c:v>293.952679693699</c:v>
                </c:pt>
                <c:pt idx="1953">
                  <c:v>294.137564063072</c:v>
                </c:pt>
                <c:pt idx="1954">
                  <c:v>294.037924647331</c:v>
                </c:pt>
                <c:pt idx="1955">
                  <c:v>293.85612487793</c:v>
                </c:pt>
                <c:pt idx="1956">
                  <c:v>293.654359340668</c:v>
                </c:pt>
                <c:pt idx="1957">
                  <c:v>293.421345233917</c:v>
                </c:pt>
                <c:pt idx="1958">
                  <c:v>293.244199514389</c:v>
                </c:pt>
                <c:pt idx="1959">
                  <c:v>293.125660300255</c:v>
                </c:pt>
                <c:pt idx="1960">
                  <c:v>292.84421813488</c:v>
                </c:pt>
                <c:pt idx="1961">
                  <c:v>292.655600786209</c:v>
                </c:pt>
                <c:pt idx="1962">
                  <c:v>292.329831123352</c:v>
                </c:pt>
                <c:pt idx="1963">
                  <c:v>292.070392370224</c:v>
                </c:pt>
                <c:pt idx="1964">
                  <c:v>291.820385813713</c:v>
                </c:pt>
                <c:pt idx="1965">
                  <c:v>291.700422167778</c:v>
                </c:pt>
                <c:pt idx="1966">
                  <c:v>291.566912889481</c:v>
                </c:pt>
                <c:pt idx="1967">
                  <c:v>291.484239339828</c:v>
                </c:pt>
                <c:pt idx="1968">
                  <c:v>291.472987771034</c:v>
                </c:pt>
                <c:pt idx="1969">
                  <c:v>291.571102559566</c:v>
                </c:pt>
                <c:pt idx="1970">
                  <c:v>291.740950703621</c:v>
                </c:pt>
                <c:pt idx="1971">
                  <c:v>291.784676611423</c:v>
                </c:pt>
                <c:pt idx="1972">
                  <c:v>291.83343154192</c:v>
                </c:pt>
                <c:pt idx="1973">
                  <c:v>291.828435957432</c:v>
                </c:pt>
                <c:pt idx="1974">
                  <c:v>291.967230856418</c:v>
                </c:pt>
                <c:pt idx="1975">
                  <c:v>292.069242179394</c:v>
                </c:pt>
                <c:pt idx="1976">
                  <c:v>292.184868752956</c:v>
                </c:pt>
                <c:pt idx="1977">
                  <c:v>292.318646013737</c:v>
                </c:pt>
                <c:pt idx="1978">
                  <c:v>292.519691288471</c:v>
                </c:pt>
                <c:pt idx="1979">
                  <c:v>292.577742636204</c:v>
                </c:pt>
                <c:pt idx="1980">
                  <c:v>292.576152741909</c:v>
                </c:pt>
                <c:pt idx="1981">
                  <c:v>292.559544742107</c:v>
                </c:pt>
                <c:pt idx="1982">
                  <c:v>292.705991148949</c:v>
                </c:pt>
                <c:pt idx="1983">
                  <c:v>292.968818306923</c:v>
                </c:pt>
                <c:pt idx="1984">
                  <c:v>293.219629645347</c:v>
                </c:pt>
                <c:pt idx="1985">
                  <c:v>293.518689513206</c:v>
                </c:pt>
                <c:pt idx="1986">
                  <c:v>293.874814212322</c:v>
                </c:pt>
                <c:pt idx="1987">
                  <c:v>294.288599491119</c:v>
                </c:pt>
                <c:pt idx="1988">
                  <c:v>294.657145738602</c:v>
                </c:pt>
                <c:pt idx="1989">
                  <c:v>295.145763516426</c:v>
                </c:pt>
                <c:pt idx="1990">
                  <c:v>295.664487481117</c:v>
                </c:pt>
                <c:pt idx="1991">
                  <c:v>296.204878151417</c:v>
                </c:pt>
                <c:pt idx="1992">
                  <c:v>296.714531779289</c:v>
                </c:pt>
                <c:pt idx="1993">
                  <c:v>297.200046777725</c:v>
                </c:pt>
                <c:pt idx="1994">
                  <c:v>297.562589645386</c:v>
                </c:pt>
                <c:pt idx="1995">
                  <c:v>297.898937225342</c:v>
                </c:pt>
                <c:pt idx="1996">
                  <c:v>298.182807803154</c:v>
                </c:pt>
                <c:pt idx="1997">
                  <c:v>298.46435791254</c:v>
                </c:pt>
                <c:pt idx="1998">
                  <c:v>298.680348813534</c:v>
                </c:pt>
                <c:pt idx="1999">
                  <c:v>298.849478662014</c:v>
                </c:pt>
                <c:pt idx="2000">
                  <c:v>299.019063711166</c:v>
                </c:pt>
                <c:pt idx="2001">
                  <c:v>299.164639830589</c:v>
                </c:pt>
                <c:pt idx="2002">
                  <c:v>299.313677549362</c:v>
                </c:pt>
                <c:pt idx="2003">
                  <c:v>299.404911875725</c:v>
                </c:pt>
                <c:pt idx="2004">
                  <c:v>299.85375213623</c:v>
                </c:pt>
                <c:pt idx="2005">
                  <c:v>300.251077771187</c:v>
                </c:pt>
                <c:pt idx="2006">
                  <c:v>300.699174523353</c:v>
                </c:pt>
                <c:pt idx="2007">
                  <c:v>300.781615376472</c:v>
                </c:pt>
                <c:pt idx="2008">
                  <c:v>300.763827323913</c:v>
                </c:pt>
                <c:pt idx="2009">
                  <c:v>300.729768872261</c:v>
                </c:pt>
                <c:pt idx="2010">
                  <c:v>300.712975144386</c:v>
                </c:pt>
                <c:pt idx="2011">
                  <c:v>300.977609753609</c:v>
                </c:pt>
                <c:pt idx="2012">
                  <c:v>301.209851443767</c:v>
                </c:pt>
                <c:pt idx="2013">
                  <c:v>301.334135830402</c:v>
                </c:pt>
                <c:pt idx="2014">
                  <c:v>301.377267420292</c:v>
                </c:pt>
                <c:pt idx="2015">
                  <c:v>301.508315145969</c:v>
                </c:pt>
                <c:pt idx="2016">
                  <c:v>301.49928098917</c:v>
                </c:pt>
                <c:pt idx="2017">
                  <c:v>301.582946777344</c:v>
                </c:pt>
                <c:pt idx="2018">
                  <c:v>301.548492074013</c:v>
                </c:pt>
                <c:pt idx="2019">
                  <c:v>301.580734193325</c:v>
                </c:pt>
                <c:pt idx="2020">
                  <c:v>301.510087668896</c:v>
                </c:pt>
                <c:pt idx="2021">
                  <c:v>301.483849108219</c:v>
                </c:pt>
                <c:pt idx="2022">
                  <c:v>301.600292444229</c:v>
                </c:pt>
                <c:pt idx="2023">
                  <c:v>301.790717124939</c:v>
                </c:pt>
                <c:pt idx="2024">
                  <c:v>302.072483241558</c:v>
                </c:pt>
                <c:pt idx="2025">
                  <c:v>302.312437951565</c:v>
                </c:pt>
                <c:pt idx="2026">
                  <c:v>302.589414894581</c:v>
                </c:pt>
                <c:pt idx="2027">
                  <c:v>302.847262382507</c:v>
                </c:pt>
                <c:pt idx="2028">
                  <c:v>303.166534602642</c:v>
                </c:pt>
                <c:pt idx="2029">
                  <c:v>303.355754315853</c:v>
                </c:pt>
                <c:pt idx="2030">
                  <c:v>303.614113688469</c:v>
                </c:pt>
                <c:pt idx="2031">
                  <c:v>303.866066515446</c:v>
                </c:pt>
                <c:pt idx="2032">
                  <c:v>304.146401286125</c:v>
                </c:pt>
                <c:pt idx="2033">
                  <c:v>304.310602903366</c:v>
                </c:pt>
                <c:pt idx="2034">
                  <c:v>304.452291369438</c:v>
                </c:pt>
                <c:pt idx="2035">
                  <c:v>304.47428894043</c:v>
                </c:pt>
                <c:pt idx="2036">
                  <c:v>304.577427148819</c:v>
                </c:pt>
                <c:pt idx="2037">
                  <c:v>304.66587471962</c:v>
                </c:pt>
                <c:pt idx="2038">
                  <c:v>304.70292454958</c:v>
                </c:pt>
                <c:pt idx="2039">
                  <c:v>304.875044167042</c:v>
                </c:pt>
                <c:pt idx="2040">
                  <c:v>304.878669857979</c:v>
                </c:pt>
                <c:pt idx="2041">
                  <c:v>304.952418088913</c:v>
                </c:pt>
                <c:pt idx="2042">
                  <c:v>305.031390309334</c:v>
                </c:pt>
                <c:pt idx="2043">
                  <c:v>305.213313579559</c:v>
                </c:pt>
                <c:pt idx="2044">
                  <c:v>305.424863755703</c:v>
                </c:pt>
                <c:pt idx="2045">
                  <c:v>305.625492632389</c:v>
                </c:pt>
                <c:pt idx="2046">
                  <c:v>305.766474723816</c:v>
                </c:pt>
                <c:pt idx="2047">
                  <c:v>305.877724409103</c:v>
                </c:pt>
                <c:pt idx="2048">
                  <c:v>306.005233585834</c:v>
                </c:pt>
                <c:pt idx="2049">
                  <c:v>306.027100920677</c:v>
                </c:pt>
                <c:pt idx="2050">
                  <c:v>306.061939239502</c:v>
                </c:pt>
                <c:pt idx="2051">
                  <c:v>306.112195909023</c:v>
                </c:pt>
                <c:pt idx="2052">
                  <c:v>306.254773914814</c:v>
                </c:pt>
                <c:pt idx="2053">
                  <c:v>306.340469241142</c:v>
                </c:pt>
                <c:pt idx="2054">
                  <c:v>306.386860907078</c:v>
                </c:pt>
                <c:pt idx="2055">
                  <c:v>306.551163136959</c:v>
                </c:pt>
                <c:pt idx="2056">
                  <c:v>306.713968575001</c:v>
                </c:pt>
                <c:pt idx="2057">
                  <c:v>306.971358597278</c:v>
                </c:pt>
                <c:pt idx="2058">
                  <c:v>307.266255319118</c:v>
                </c:pt>
                <c:pt idx="2059">
                  <c:v>307.535235285759</c:v>
                </c:pt>
                <c:pt idx="2060">
                  <c:v>307.868558645248</c:v>
                </c:pt>
                <c:pt idx="2061">
                  <c:v>308.16284173727</c:v>
                </c:pt>
                <c:pt idx="2062">
                  <c:v>308.339251339435</c:v>
                </c:pt>
                <c:pt idx="2063">
                  <c:v>308.471957147121</c:v>
                </c:pt>
                <c:pt idx="2064">
                  <c:v>308.600518524647</c:v>
                </c:pt>
                <c:pt idx="2065">
                  <c:v>308.733648300171</c:v>
                </c:pt>
                <c:pt idx="2066">
                  <c:v>308.971464991569</c:v>
                </c:pt>
                <c:pt idx="2067">
                  <c:v>309.20073902607</c:v>
                </c:pt>
                <c:pt idx="2068">
                  <c:v>309.356797575951</c:v>
                </c:pt>
                <c:pt idx="2069">
                  <c:v>309.52168482542</c:v>
                </c:pt>
                <c:pt idx="2070">
                  <c:v>309.615408837795</c:v>
                </c:pt>
                <c:pt idx="2071">
                  <c:v>309.690922498703</c:v>
                </c:pt>
                <c:pt idx="2072">
                  <c:v>309.835770308971</c:v>
                </c:pt>
                <c:pt idx="2073">
                  <c:v>310.00861287117</c:v>
                </c:pt>
                <c:pt idx="2074">
                  <c:v>310.182711720467</c:v>
                </c:pt>
                <c:pt idx="2075">
                  <c:v>310.270710945129</c:v>
                </c:pt>
                <c:pt idx="2076">
                  <c:v>310.346096158028</c:v>
                </c:pt>
                <c:pt idx="2077">
                  <c:v>310.338276982307</c:v>
                </c:pt>
                <c:pt idx="2078">
                  <c:v>310.366985797882</c:v>
                </c:pt>
                <c:pt idx="2079">
                  <c:v>310.42428779602</c:v>
                </c:pt>
                <c:pt idx="2080">
                  <c:v>310.484195888042</c:v>
                </c:pt>
                <c:pt idx="2081">
                  <c:v>310.612309575081</c:v>
                </c:pt>
                <c:pt idx="2082">
                  <c:v>310.644662380218</c:v>
                </c:pt>
                <c:pt idx="2083">
                  <c:v>310.747259497642</c:v>
                </c:pt>
                <c:pt idx="2084">
                  <c:v>310.760028421879</c:v>
                </c:pt>
                <c:pt idx="2085">
                  <c:v>310.699003875255</c:v>
                </c:pt>
                <c:pt idx="2086">
                  <c:v>310.585788547993</c:v>
                </c:pt>
                <c:pt idx="2087">
                  <c:v>310.555177152157</c:v>
                </c:pt>
                <c:pt idx="2088">
                  <c:v>310.585278689861</c:v>
                </c:pt>
                <c:pt idx="2089">
                  <c:v>310.555109798908</c:v>
                </c:pt>
                <c:pt idx="2090">
                  <c:v>310.518621504307</c:v>
                </c:pt>
                <c:pt idx="2091">
                  <c:v>310.506858289242</c:v>
                </c:pt>
                <c:pt idx="2092">
                  <c:v>310.554584026337</c:v>
                </c:pt>
                <c:pt idx="2093">
                  <c:v>310.578945934772</c:v>
                </c:pt>
                <c:pt idx="2094">
                  <c:v>310.663357257843</c:v>
                </c:pt>
                <c:pt idx="2095">
                  <c:v>310.831243813038</c:v>
                </c:pt>
                <c:pt idx="2096">
                  <c:v>310.978409588337</c:v>
                </c:pt>
                <c:pt idx="2097">
                  <c:v>311.133219540119</c:v>
                </c:pt>
                <c:pt idx="2098">
                  <c:v>311.313542425632</c:v>
                </c:pt>
                <c:pt idx="2099">
                  <c:v>311.467169880867</c:v>
                </c:pt>
                <c:pt idx="2100">
                  <c:v>311.654879271984</c:v>
                </c:pt>
                <c:pt idx="2101">
                  <c:v>311.801702082157</c:v>
                </c:pt>
                <c:pt idx="2102">
                  <c:v>311.940082728863</c:v>
                </c:pt>
                <c:pt idx="2103">
                  <c:v>311.996395230293</c:v>
                </c:pt>
                <c:pt idx="2104">
                  <c:v>312.023032367229</c:v>
                </c:pt>
                <c:pt idx="2105">
                  <c:v>312.050667345524</c:v>
                </c:pt>
                <c:pt idx="2106">
                  <c:v>312.156708240509</c:v>
                </c:pt>
                <c:pt idx="2107">
                  <c:v>312.237864136696</c:v>
                </c:pt>
                <c:pt idx="2108">
                  <c:v>312.419650197029</c:v>
                </c:pt>
                <c:pt idx="2109">
                  <c:v>312.553444981575</c:v>
                </c:pt>
                <c:pt idx="2110">
                  <c:v>312.621767640114</c:v>
                </c:pt>
                <c:pt idx="2111">
                  <c:v>312.716703355312</c:v>
                </c:pt>
                <c:pt idx="2112">
                  <c:v>312.822273731232</c:v>
                </c:pt>
                <c:pt idx="2113">
                  <c:v>312.945030033588</c:v>
                </c:pt>
                <c:pt idx="2114">
                  <c:v>313.148538351059</c:v>
                </c:pt>
                <c:pt idx="2115">
                  <c:v>313.318896472454</c:v>
                </c:pt>
                <c:pt idx="2116">
                  <c:v>313.466444373131</c:v>
                </c:pt>
                <c:pt idx="2117">
                  <c:v>313.589297354221</c:v>
                </c:pt>
                <c:pt idx="2118">
                  <c:v>313.850704431534</c:v>
                </c:pt>
                <c:pt idx="2119">
                  <c:v>314.050959944725</c:v>
                </c:pt>
                <c:pt idx="2120">
                  <c:v>314.2859172225</c:v>
                </c:pt>
                <c:pt idx="2121">
                  <c:v>314.476722002029</c:v>
                </c:pt>
                <c:pt idx="2122">
                  <c:v>314.724393963814</c:v>
                </c:pt>
                <c:pt idx="2123">
                  <c:v>314.998054623604</c:v>
                </c:pt>
                <c:pt idx="2124">
                  <c:v>315.146232128143</c:v>
                </c:pt>
                <c:pt idx="2125">
                  <c:v>315.351155638695</c:v>
                </c:pt>
                <c:pt idx="2126">
                  <c:v>315.619648039341</c:v>
                </c:pt>
                <c:pt idx="2127">
                  <c:v>315.916824221611</c:v>
                </c:pt>
                <c:pt idx="2128">
                  <c:v>316.140192866325</c:v>
                </c:pt>
                <c:pt idx="2129">
                  <c:v>316.349425137043</c:v>
                </c:pt>
                <c:pt idx="2130">
                  <c:v>316.529431521892</c:v>
                </c:pt>
                <c:pt idx="2131">
                  <c:v>316.650556564331</c:v>
                </c:pt>
                <c:pt idx="2132">
                  <c:v>316.776289224625</c:v>
                </c:pt>
                <c:pt idx="2133">
                  <c:v>316.860660672188</c:v>
                </c:pt>
                <c:pt idx="2134">
                  <c:v>316.938494324684</c:v>
                </c:pt>
                <c:pt idx="2135">
                  <c:v>317.077916383743</c:v>
                </c:pt>
                <c:pt idx="2136">
                  <c:v>317.219905495644</c:v>
                </c:pt>
                <c:pt idx="2137">
                  <c:v>317.277224361896</c:v>
                </c:pt>
                <c:pt idx="2138">
                  <c:v>317.479871332645</c:v>
                </c:pt>
                <c:pt idx="2139">
                  <c:v>317.759392082691</c:v>
                </c:pt>
                <c:pt idx="2140">
                  <c:v>318.041184604168</c:v>
                </c:pt>
                <c:pt idx="2141">
                  <c:v>318.404821097851</c:v>
                </c:pt>
                <c:pt idx="2142">
                  <c:v>318.677927136421</c:v>
                </c:pt>
                <c:pt idx="2143">
                  <c:v>319.011460900307</c:v>
                </c:pt>
                <c:pt idx="2144">
                  <c:v>319.29744374752</c:v>
                </c:pt>
                <c:pt idx="2145">
                  <c:v>319.527572154999</c:v>
                </c:pt>
                <c:pt idx="2146">
                  <c:v>319.769082486629</c:v>
                </c:pt>
                <c:pt idx="2147">
                  <c:v>320.082023441791</c:v>
                </c:pt>
                <c:pt idx="2148">
                  <c:v>320.389364659786</c:v>
                </c:pt>
                <c:pt idx="2149">
                  <c:v>320.694805324077</c:v>
                </c:pt>
                <c:pt idx="2150">
                  <c:v>320.94156652689</c:v>
                </c:pt>
                <c:pt idx="2151">
                  <c:v>321.134315013885</c:v>
                </c:pt>
                <c:pt idx="2152">
                  <c:v>321.382436156273</c:v>
                </c:pt>
                <c:pt idx="2153">
                  <c:v>321.516892910004</c:v>
                </c:pt>
                <c:pt idx="2154">
                  <c:v>321.645619571209</c:v>
                </c:pt>
                <c:pt idx="2155">
                  <c:v>321.76254850626</c:v>
                </c:pt>
                <c:pt idx="2156">
                  <c:v>321.934791147709</c:v>
                </c:pt>
                <c:pt idx="2157">
                  <c:v>322.044066190719</c:v>
                </c:pt>
                <c:pt idx="2158">
                  <c:v>322.206937253475</c:v>
                </c:pt>
                <c:pt idx="2159">
                  <c:v>322.311772286892</c:v>
                </c:pt>
                <c:pt idx="2160">
                  <c:v>322.356121599674</c:v>
                </c:pt>
                <c:pt idx="2161">
                  <c:v>322.365905106068</c:v>
                </c:pt>
                <c:pt idx="2162">
                  <c:v>322.320855677128</c:v>
                </c:pt>
                <c:pt idx="2163">
                  <c:v>322.252193391323</c:v>
                </c:pt>
                <c:pt idx="2164">
                  <c:v>322.243508517742</c:v>
                </c:pt>
                <c:pt idx="2165">
                  <c:v>322.271751284599</c:v>
                </c:pt>
                <c:pt idx="2166">
                  <c:v>322.264482975006</c:v>
                </c:pt>
                <c:pt idx="2167">
                  <c:v>322.289437353611</c:v>
                </c:pt>
                <c:pt idx="2168">
                  <c:v>322.343183159828</c:v>
                </c:pt>
                <c:pt idx="2169">
                  <c:v>322.44790148735</c:v>
                </c:pt>
                <c:pt idx="2170">
                  <c:v>322.543380916119</c:v>
                </c:pt>
                <c:pt idx="2171">
                  <c:v>322.597354233265</c:v>
                </c:pt>
                <c:pt idx="2172">
                  <c:v>322.637188434601</c:v>
                </c:pt>
                <c:pt idx="2173">
                  <c:v>322.720726490021</c:v>
                </c:pt>
                <c:pt idx="2174">
                  <c:v>322.738255798817</c:v>
                </c:pt>
                <c:pt idx="2175">
                  <c:v>322.786126613617</c:v>
                </c:pt>
                <c:pt idx="2176">
                  <c:v>322.828517973423</c:v>
                </c:pt>
                <c:pt idx="2177">
                  <c:v>322.769640982151</c:v>
                </c:pt>
                <c:pt idx="2178">
                  <c:v>322.697625815868</c:v>
                </c:pt>
                <c:pt idx="2179">
                  <c:v>322.600542008877</c:v>
                </c:pt>
                <c:pt idx="2180">
                  <c:v>322.500264465809</c:v>
                </c:pt>
                <c:pt idx="2181">
                  <c:v>322.390841543674</c:v>
                </c:pt>
                <c:pt idx="2182">
                  <c:v>322.228333055973</c:v>
                </c:pt>
                <c:pt idx="2183">
                  <c:v>322.217587292194</c:v>
                </c:pt>
                <c:pt idx="2184">
                  <c:v>322.144918739796</c:v>
                </c:pt>
                <c:pt idx="2185">
                  <c:v>322.123858869076</c:v>
                </c:pt>
                <c:pt idx="2186">
                  <c:v>322.016887128353</c:v>
                </c:pt>
                <c:pt idx="2187">
                  <c:v>321.962839305401</c:v>
                </c:pt>
                <c:pt idx="2188">
                  <c:v>322.062384784222</c:v>
                </c:pt>
                <c:pt idx="2189">
                  <c:v>322.217212200165</c:v>
                </c:pt>
                <c:pt idx="2190">
                  <c:v>322.400096416473</c:v>
                </c:pt>
                <c:pt idx="2191">
                  <c:v>322.557628810406</c:v>
                </c:pt>
                <c:pt idx="2192">
                  <c:v>322.873927116394</c:v>
                </c:pt>
                <c:pt idx="2193">
                  <c:v>323.113742232323</c:v>
                </c:pt>
                <c:pt idx="2194">
                  <c:v>323.35378819704</c:v>
                </c:pt>
                <c:pt idx="2195">
                  <c:v>323.366402387619</c:v>
                </c:pt>
                <c:pt idx="2196">
                  <c:v>323.596980810165</c:v>
                </c:pt>
                <c:pt idx="2197">
                  <c:v>323.802971959114</c:v>
                </c:pt>
                <c:pt idx="2198">
                  <c:v>323.904401421547</c:v>
                </c:pt>
                <c:pt idx="2199">
                  <c:v>323.992494225502</c:v>
                </c:pt>
                <c:pt idx="2200">
                  <c:v>324.117242336273</c:v>
                </c:pt>
                <c:pt idx="2201">
                  <c:v>324.331574440002</c:v>
                </c:pt>
                <c:pt idx="2202">
                  <c:v>324.410782933235</c:v>
                </c:pt>
                <c:pt idx="2203">
                  <c:v>324.552254199982</c:v>
                </c:pt>
                <c:pt idx="2204">
                  <c:v>324.714256644249</c:v>
                </c:pt>
              </c:numCache>
            </c:numRef>
          </c:val>
          <c:smooth val="0"/>
        </c:ser>
        <c:ser>
          <c:idx val="2"/>
          <c:order val="2"/>
          <c:tx>
            <c:strRef>
              <c:f>Sheet1!$D$1</c:f>
              <c:strCache>
                <c:ptCount val="1"/>
                <c:pt idx="0">
                  <c:v>HI_daily_20days</c:v>
                </c:pt>
              </c:strCache>
            </c:strRef>
          </c:tx>
          <c:spPr>
            <a:ln w="28575" cap="rnd">
              <a:solidFill>
                <a:schemeClr val="accent3"/>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Sheet1!$D$2:$D$2206</c:f>
              <c:numCache>
                <c:formatCode>General</c:formatCode>
                <c:ptCount val="2205"/>
                <c:pt idx="0">
                  <c:v>-0.05527675151825</c:v>
                </c:pt>
                <c:pt idx="1">
                  <c:v>-0.14605748653412</c:v>
                </c:pt>
                <c:pt idx="2">
                  <c:v>-0.081960201263429</c:v>
                </c:pt>
                <c:pt idx="3">
                  <c:v>0.024704337120055</c:v>
                </c:pt>
                <c:pt idx="4">
                  <c:v>0.0483821630477891</c:v>
                </c:pt>
                <c:pt idx="5">
                  <c:v>0.102783560752867</c:v>
                </c:pt>
                <c:pt idx="6">
                  <c:v>0.190737605094908</c:v>
                </c:pt>
                <c:pt idx="7">
                  <c:v>0.25563061237335</c:v>
                </c:pt>
                <c:pt idx="8">
                  <c:v>0.313739061355589</c:v>
                </c:pt>
                <c:pt idx="9">
                  <c:v>0.340121090412138</c:v>
                </c:pt>
                <c:pt idx="10">
                  <c:v>0.570479571819304</c:v>
                </c:pt>
                <c:pt idx="11">
                  <c:v>0.743074476718901</c:v>
                </c:pt>
                <c:pt idx="12">
                  <c:v>0.991054713726042</c:v>
                </c:pt>
                <c:pt idx="13">
                  <c:v>1.25404888391495</c:v>
                </c:pt>
                <c:pt idx="14">
                  <c:v>1.4735255241394</c:v>
                </c:pt>
                <c:pt idx="15">
                  <c:v>1.68935495615005</c:v>
                </c:pt>
                <c:pt idx="16">
                  <c:v>1.92098718881607</c:v>
                </c:pt>
                <c:pt idx="17">
                  <c:v>2.12567859888077</c:v>
                </c:pt>
                <c:pt idx="18">
                  <c:v>2.30123573541641</c:v>
                </c:pt>
                <c:pt idx="19">
                  <c:v>2.56786006689072</c:v>
                </c:pt>
                <c:pt idx="20">
                  <c:v>2.84337300062179</c:v>
                </c:pt>
                <c:pt idx="21">
                  <c:v>3.2047529220581</c:v>
                </c:pt>
                <c:pt idx="22">
                  <c:v>3.50819396972656</c:v>
                </c:pt>
                <c:pt idx="23">
                  <c:v>3.796122610569</c:v>
                </c:pt>
                <c:pt idx="24">
                  <c:v>4.14884585142136</c:v>
                </c:pt>
                <c:pt idx="25">
                  <c:v>4.48378545045853</c:v>
                </c:pt>
                <c:pt idx="26">
                  <c:v>4.83262830972671</c:v>
                </c:pt>
                <c:pt idx="27">
                  <c:v>5.18858128786087</c:v>
                </c:pt>
                <c:pt idx="28">
                  <c:v>5.5785111784935</c:v>
                </c:pt>
                <c:pt idx="29">
                  <c:v>5.96428364515304</c:v>
                </c:pt>
                <c:pt idx="30">
                  <c:v>6.28868013620376</c:v>
                </c:pt>
                <c:pt idx="31">
                  <c:v>6.56636464595794</c:v>
                </c:pt>
                <c:pt idx="32">
                  <c:v>6.79565823078155</c:v>
                </c:pt>
                <c:pt idx="33">
                  <c:v>6.96830397844314</c:v>
                </c:pt>
                <c:pt idx="34">
                  <c:v>7.11958813667297</c:v>
                </c:pt>
                <c:pt idx="35">
                  <c:v>7.2387238740921</c:v>
                </c:pt>
                <c:pt idx="36">
                  <c:v>7.37168073654175</c:v>
                </c:pt>
                <c:pt idx="37">
                  <c:v>7.48473364114761</c:v>
                </c:pt>
                <c:pt idx="38">
                  <c:v>7.59979653358459</c:v>
                </c:pt>
                <c:pt idx="39">
                  <c:v>7.70464158058166</c:v>
                </c:pt>
                <c:pt idx="40">
                  <c:v>7.80952799320221</c:v>
                </c:pt>
                <c:pt idx="41">
                  <c:v>7.9266095161438</c:v>
                </c:pt>
                <c:pt idx="42">
                  <c:v>8.05561333894729</c:v>
                </c:pt>
                <c:pt idx="43">
                  <c:v>8.20520848035812</c:v>
                </c:pt>
                <c:pt idx="44">
                  <c:v>8.34023523330688</c:v>
                </c:pt>
                <c:pt idx="45">
                  <c:v>8.51519501209259</c:v>
                </c:pt>
                <c:pt idx="46">
                  <c:v>8.69111609458923</c:v>
                </c:pt>
                <c:pt idx="47">
                  <c:v>8.89292252063751</c:v>
                </c:pt>
                <c:pt idx="48">
                  <c:v>9.12978547811508</c:v>
                </c:pt>
                <c:pt idx="49">
                  <c:v>9.42112284898758</c:v>
                </c:pt>
                <c:pt idx="50">
                  <c:v>9.71589523553848</c:v>
                </c:pt>
                <c:pt idx="51">
                  <c:v>9.98961895704269</c:v>
                </c:pt>
                <c:pt idx="52">
                  <c:v>10.2842325568199</c:v>
                </c:pt>
                <c:pt idx="53">
                  <c:v>10.5896394252777</c:v>
                </c:pt>
                <c:pt idx="54">
                  <c:v>10.8847205638885</c:v>
                </c:pt>
                <c:pt idx="55">
                  <c:v>11.174877166748</c:v>
                </c:pt>
                <c:pt idx="56">
                  <c:v>11.4523492455482</c:v>
                </c:pt>
                <c:pt idx="57">
                  <c:v>11.7456260323524</c:v>
                </c:pt>
                <c:pt idx="58">
                  <c:v>11.9503331780434</c:v>
                </c:pt>
                <c:pt idx="59">
                  <c:v>12.0557711720467</c:v>
                </c:pt>
                <c:pt idx="60">
                  <c:v>12.1674359440803</c:v>
                </c:pt>
                <c:pt idx="61">
                  <c:v>12.3173347115517</c:v>
                </c:pt>
                <c:pt idx="62">
                  <c:v>12.4413831233978</c:v>
                </c:pt>
                <c:pt idx="63">
                  <c:v>12.6498929262161</c:v>
                </c:pt>
                <c:pt idx="64">
                  <c:v>12.857960164547</c:v>
                </c:pt>
                <c:pt idx="65">
                  <c:v>13.0502741932869</c:v>
                </c:pt>
                <c:pt idx="66">
                  <c:v>13.2699584364891</c:v>
                </c:pt>
                <c:pt idx="67">
                  <c:v>13.4645289778709</c:v>
                </c:pt>
                <c:pt idx="68">
                  <c:v>13.5482798218727</c:v>
                </c:pt>
                <c:pt idx="69">
                  <c:v>13.6472297906876</c:v>
                </c:pt>
                <c:pt idx="70">
                  <c:v>13.69294911623</c:v>
                </c:pt>
                <c:pt idx="71">
                  <c:v>13.7568128108978</c:v>
                </c:pt>
                <c:pt idx="72">
                  <c:v>13.769679248333</c:v>
                </c:pt>
                <c:pt idx="73">
                  <c:v>13.7380973696709</c:v>
                </c:pt>
                <c:pt idx="74">
                  <c:v>13.6968976855278</c:v>
                </c:pt>
                <c:pt idx="75">
                  <c:v>13.6070157885551</c:v>
                </c:pt>
                <c:pt idx="76">
                  <c:v>13.51357203722</c:v>
                </c:pt>
                <c:pt idx="77">
                  <c:v>13.4065827727318</c:v>
                </c:pt>
                <c:pt idx="78">
                  <c:v>13.2100774645805</c:v>
                </c:pt>
                <c:pt idx="79">
                  <c:v>12.9960629343986</c:v>
                </c:pt>
                <c:pt idx="80">
                  <c:v>12.8132494091988</c:v>
                </c:pt>
                <c:pt idx="81">
                  <c:v>12.669306576252</c:v>
                </c:pt>
                <c:pt idx="82">
                  <c:v>12.5569655299187</c:v>
                </c:pt>
                <c:pt idx="83">
                  <c:v>12.4334359765053</c:v>
                </c:pt>
                <c:pt idx="84">
                  <c:v>12.3336772322655</c:v>
                </c:pt>
                <c:pt idx="85">
                  <c:v>12.2288003563881</c:v>
                </c:pt>
                <c:pt idx="86">
                  <c:v>12.2184084057808</c:v>
                </c:pt>
                <c:pt idx="87">
                  <c:v>12.2914025783539</c:v>
                </c:pt>
                <c:pt idx="88">
                  <c:v>12.3722807765007</c:v>
                </c:pt>
                <c:pt idx="89">
                  <c:v>12.4063653349876</c:v>
                </c:pt>
                <c:pt idx="90">
                  <c:v>12.4563724398613</c:v>
                </c:pt>
                <c:pt idx="91">
                  <c:v>12.5090239048004</c:v>
                </c:pt>
                <c:pt idx="92">
                  <c:v>12.6431382298469</c:v>
                </c:pt>
                <c:pt idx="93">
                  <c:v>12.8656632900238</c:v>
                </c:pt>
                <c:pt idx="94">
                  <c:v>13.064107298851</c:v>
                </c:pt>
                <c:pt idx="95">
                  <c:v>13.3023939728737</c:v>
                </c:pt>
                <c:pt idx="96">
                  <c:v>13.5422058105469</c:v>
                </c:pt>
                <c:pt idx="97">
                  <c:v>13.7229959964752</c:v>
                </c:pt>
                <c:pt idx="98">
                  <c:v>14.0951167345047</c:v>
                </c:pt>
                <c:pt idx="99">
                  <c:v>14.4242296814918</c:v>
                </c:pt>
                <c:pt idx="100">
                  <c:v>14.7540438771248</c:v>
                </c:pt>
                <c:pt idx="101">
                  <c:v>15.0784843564033</c:v>
                </c:pt>
                <c:pt idx="102">
                  <c:v>15.3348644375801</c:v>
                </c:pt>
                <c:pt idx="103">
                  <c:v>15.6260623931885</c:v>
                </c:pt>
                <c:pt idx="104">
                  <c:v>15.9355362653732</c:v>
                </c:pt>
                <c:pt idx="105">
                  <c:v>16.3000042438507</c:v>
                </c:pt>
                <c:pt idx="106">
                  <c:v>16.5144231319427</c:v>
                </c:pt>
                <c:pt idx="107">
                  <c:v>16.6479602456093</c:v>
                </c:pt>
                <c:pt idx="108">
                  <c:v>16.7119324803352</c:v>
                </c:pt>
                <c:pt idx="109">
                  <c:v>16.7280052900314</c:v>
                </c:pt>
                <c:pt idx="110">
                  <c:v>16.5925089120865</c:v>
                </c:pt>
                <c:pt idx="111">
                  <c:v>16.4855115413666</c:v>
                </c:pt>
                <c:pt idx="112">
                  <c:v>16.406747341156</c:v>
                </c:pt>
                <c:pt idx="113">
                  <c:v>16.3795266151428</c:v>
                </c:pt>
                <c:pt idx="114">
                  <c:v>16.4091141819954</c:v>
                </c:pt>
                <c:pt idx="115">
                  <c:v>16.4130858778953</c:v>
                </c:pt>
                <c:pt idx="116">
                  <c:v>16.4864518046379</c:v>
                </c:pt>
                <c:pt idx="117">
                  <c:v>16.6155118942261</c:v>
                </c:pt>
                <c:pt idx="118">
                  <c:v>16.7632222175598</c:v>
                </c:pt>
                <c:pt idx="119">
                  <c:v>16.9158711433411</c:v>
                </c:pt>
                <c:pt idx="120">
                  <c:v>17.0720176696777</c:v>
                </c:pt>
                <c:pt idx="121">
                  <c:v>17.2558863162994</c:v>
                </c:pt>
                <c:pt idx="122">
                  <c:v>17.3891822695732</c:v>
                </c:pt>
                <c:pt idx="123">
                  <c:v>17.5092843770981</c:v>
                </c:pt>
                <c:pt idx="124">
                  <c:v>17.6462242603302</c:v>
                </c:pt>
                <c:pt idx="125">
                  <c:v>17.7549097537994</c:v>
                </c:pt>
                <c:pt idx="126">
                  <c:v>17.9074868559837</c:v>
                </c:pt>
                <c:pt idx="127">
                  <c:v>18.0387132167816</c:v>
                </c:pt>
                <c:pt idx="128">
                  <c:v>18.1778910756111</c:v>
                </c:pt>
                <c:pt idx="129">
                  <c:v>18.3335465788841</c:v>
                </c:pt>
                <c:pt idx="130">
                  <c:v>18.6433060765266</c:v>
                </c:pt>
                <c:pt idx="131">
                  <c:v>18.9007464051247</c:v>
                </c:pt>
                <c:pt idx="132">
                  <c:v>19.2289270162582</c:v>
                </c:pt>
                <c:pt idx="133">
                  <c:v>19.499985575676</c:v>
                </c:pt>
                <c:pt idx="134">
                  <c:v>19.7995995283127</c:v>
                </c:pt>
                <c:pt idx="135">
                  <c:v>20.0305739045143</c:v>
                </c:pt>
                <c:pt idx="136">
                  <c:v>20.2136192321777</c:v>
                </c:pt>
                <c:pt idx="137">
                  <c:v>20.452411532402</c:v>
                </c:pt>
                <c:pt idx="138">
                  <c:v>20.6295404434204</c:v>
                </c:pt>
                <c:pt idx="139">
                  <c:v>20.8673242330551</c:v>
                </c:pt>
                <c:pt idx="140">
                  <c:v>21.1876635551453</c:v>
                </c:pt>
                <c:pt idx="141">
                  <c:v>21.4422651529312</c:v>
                </c:pt>
                <c:pt idx="142">
                  <c:v>21.7133250236511</c:v>
                </c:pt>
                <c:pt idx="143">
                  <c:v>21.9562205076218</c:v>
                </c:pt>
                <c:pt idx="144">
                  <c:v>22.1344283819199</c:v>
                </c:pt>
                <c:pt idx="145">
                  <c:v>22.3735484480858</c:v>
                </c:pt>
                <c:pt idx="146">
                  <c:v>22.5922366380691</c:v>
                </c:pt>
                <c:pt idx="147">
                  <c:v>22.8271361589432</c:v>
                </c:pt>
                <c:pt idx="148">
                  <c:v>23.0797941684723</c:v>
                </c:pt>
                <c:pt idx="149">
                  <c:v>23.2956488132477</c:v>
                </c:pt>
                <c:pt idx="150">
                  <c:v>23.4416732192039</c:v>
                </c:pt>
                <c:pt idx="151">
                  <c:v>23.5053339004516</c:v>
                </c:pt>
                <c:pt idx="152">
                  <c:v>23.4942355155945</c:v>
                </c:pt>
                <c:pt idx="153">
                  <c:v>23.5087151527405</c:v>
                </c:pt>
                <c:pt idx="154">
                  <c:v>23.5716760754585</c:v>
                </c:pt>
                <c:pt idx="155">
                  <c:v>23.6207919716835</c:v>
                </c:pt>
                <c:pt idx="156">
                  <c:v>23.7079017162323</c:v>
                </c:pt>
                <c:pt idx="157">
                  <c:v>23.7351837158203</c:v>
                </c:pt>
                <c:pt idx="158">
                  <c:v>23.8041383624077</c:v>
                </c:pt>
                <c:pt idx="159">
                  <c:v>23.869999051094</c:v>
                </c:pt>
                <c:pt idx="160">
                  <c:v>23.9480774402618</c:v>
                </c:pt>
                <c:pt idx="161">
                  <c:v>24.0216678380966</c:v>
                </c:pt>
                <c:pt idx="162">
                  <c:v>24.113677740097</c:v>
                </c:pt>
                <c:pt idx="163">
                  <c:v>24.2572983503342</c:v>
                </c:pt>
                <c:pt idx="164">
                  <c:v>24.4313023686409</c:v>
                </c:pt>
                <c:pt idx="165">
                  <c:v>24.6077148914337</c:v>
                </c:pt>
                <c:pt idx="166">
                  <c:v>24.770109474659</c:v>
                </c:pt>
                <c:pt idx="167">
                  <c:v>24.9936482310295</c:v>
                </c:pt>
                <c:pt idx="168">
                  <c:v>25.2179046273231</c:v>
                </c:pt>
                <c:pt idx="169">
                  <c:v>25.4470392465591</c:v>
                </c:pt>
                <c:pt idx="170">
                  <c:v>25.7631161212921</c:v>
                </c:pt>
                <c:pt idx="171">
                  <c:v>26.0932338237762</c:v>
                </c:pt>
                <c:pt idx="172">
                  <c:v>26.4606026411056</c:v>
                </c:pt>
                <c:pt idx="173">
                  <c:v>26.8560659885406</c:v>
                </c:pt>
                <c:pt idx="174">
                  <c:v>27.1608753204346</c:v>
                </c:pt>
                <c:pt idx="175">
                  <c:v>27.4793171882629</c:v>
                </c:pt>
                <c:pt idx="176">
                  <c:v>27.7707781791687</c:v>
                </c:pt>
                <c:pt idx="177">
                  <c:v>28.1090188026428</c:v>
                </c:pt>
                <c:pt idx="178">
                  <c:v>28.4176597595215</c:v>
                </c:pt>
                <c:pt idx="179">
                  <c:v>28.7044880986214</c:v>
                </c:pt>
                <c:pt idx="180">
                  <c:v>28.9155407547951</c:v>
                </c:pt>
                <c:pt idx="181">
                  <c:v>29.1351918578148</c:v>
                </c:pt>
                <c:pt idx="182">
                  <c:v>29.4327930808067</c:v>
                </c:pt>
                <c:pt idx="183">
                  <c:v>29.6930504441261</c:v>
                </c:pt>
                <c:pt idx="184">
                  <c:v>29.9854140877724</c:v>
                </c:pt>
                <c:pt idx="185">
                  <c:v>30.233074426651</c:v>
                </c:pt>
                <c:pt idx="186">
                  <c:v>30.4438947439194</c:v>
                </c:pt>
                <c:pt idx="187">
                  <c:v>30.6391279697418</c:v>
                </c:pt>
                <c:pt idx="188">
                  <c:v>30.8367682695389</c:v>
                </c:pt>
                <c:pt idx="189">
                  <c:v>30.9712817668915</c:v>
                </c:pt>
                <c:pt idx="190">
                  <c:v>31.0954841971397</c:v>
                </c:pt>
                <c:pt idx="191">
                  <c:v>31.2195891737938</c:v>
                </c:pt>
                <c:pt idx="192">
                  <c:v>31.3066475391388</c:v>
                </c:pt>
                <c:pt idx="193">
                  <c:v>31.3991667628288</c:v>
                </c:pt>
                <c:pt idx="194">
                  <c:v>31.4942433238029</c:v>
                </c:pt>
                <c:pt idx="195">
                  <c:v>31.6189101338386</c:v>
                </c:pt>
                <c:pt idx="196">
                  <c:v>31.7423344254494</c:v>
                </c:pt>
                <c:pt idx="197">
                  <c:v>31.828493475914</c:v>
                </c:pt>
                <c:pt idx="198">
                  <c:v>31.989805161953</c:v>
                </c:pt>
                <c:pt idx="199">
                  <c:v>32.1692962646484</c:v>
                </c:pt>
                <c:pt idx="200">
                  <c:v>32.1870672702789</c:v>
                </c:pt>
                <c:pt idx="201">
                  <c:v>32.2784781455994</c:v>
                </c:pt>
                <c:pt idx="202">
                  <c:v>32.4649814963341</c:v>
                </c:pt>
                <c:pt idx="203">
                  <c:v>32.6902711987495</c:v>
                </c:pt>
                <c:pt idx="204">
                  <c:v>32.9070212244987</c:v>
                </c:pt>
                <c:pt idx="205">
                  <c:v>33.145224571228</c:v>
                </c:pt>
                <c:pt idx="206">
                  <c:v>33.4210714697838</c:v>
                </c:pt>
                <c:pt idx="207">
                  <c:v>33.6925624012947</c:v>
                </c:pt>
                <c:pt idx="208">
                  <c:v>33.9625101685524</c:v>
                </c:pt>
                <c:pt idx="209">
                  <c:v>34.1532139182091</c:v>
                </c:pt>
                <c:pt idx="210">
                  <c:v>34.3450970053673</c:v>
                </c:pt>
                <c:pt idx="211">
                  <c:v>34.5361983776092</c:v>
                </c:pt>
                <c:pt idx="212">
                  <c:v>34.7030186057091</c:v>
                </c:pt>
                <c:pt idx="213">
                  <c:v>34.8108618855476</c:v>
                </c:pt>
                <c:pt idx="214">
                  <c:v>34.9034262895584</c:v>
                </c:pt>
                <c:pt idx="215">
                  <c:v>34.9810833930969</c:v>
                </c:pt>
                <c:pt idx="216">
                  <c:v>35.2028823494911</c:v>
                </c:pt>
                <c:pt idx="217">
                  <c:v>35.3611322045326</c:v>
                </c:pt>
                <c:pt idx="218">
                  <c:v>35.500202357769</c:v>
                </c:pt>
                <c:pt idx="219">
                  <c:v>35.5874482393265</c:v>
                </c:pt>
                <c:pt idx="220">
                  <c:v>35.6165521740913</c:v>
                </c:pt>
                <c:pt idx="221">
                  <c:v>35.6202900409698</c:v>
                </c:pt>
                <c:pt idx="222">
                  <c:v>35.6397864222526</c:v>
                </c:pt>
                <c:pt idx="223">
                  <c:v>35.6327193379402</c:v>
                </c:pt>
                <c:pt idx="224">
                  <c:v>35.6310961842537</c:v>
                </c:pt>
                <c:pt idx="225">
                  <c:v>35.7005307078361</c:v>
                </c:pt>
                <c:pt idx="226">
                  <c:v>35.9835434556007</c:v>
                </c:pt>
                <c:pt idx="227">
                  <c:v>36.203705906868</c:v>
                </c:pt>
                <c:pt idx="228">
                  <c:v>36.4197961688042</c:v>
                </c:pt>
                <c:pt idx="229">
                  <c:v>36.5408800840378</c:v>
                </c:pt>
                <c:pt idx="230">
                  <c:v>36.629749417305</c:v>
                </c:pt>
                <c:pt idx="231">
                  <c:v>36.7145060300827</c:v>
                </c:pt>
                <c:pt idx="232">
                  <c:v>36.8322539925575</c:v>
                </c:pt>
                <c:pt idx="233">
                  <c:v>36.9441294670105</c:v>
                </c:pt>
                <c:pt idx="234">
                  <c:v>36.9285979270935</c:v>
                </c:pt>
                <c:pt idx="235">
                  <c:v>36.9102454185486</c:v>
                </c:pt>
                <c:pt idx="236">
                  <c:v>36.9178090691566</c:v>
                </c:pt>
                <c:pt idx="237">
                  <c:v>37.0096719264984</c:v>
                </c:pt>
                <c:pt idx="238">
                  <c:v>37.1582479476929</c:v>
                </c:pt>
                <c:pt idx="239">
                  <c:v>37.3149095773697</c:v>
                </c:pt>
                <c:pt idx="240">
                  <c:v>37.5502650737762</c:v>
                </c:pt>
                <c:pt idx="241">
                  <c:v>37.7625817060471</c:v>
                </c:pt>
                <c:pt idx="242">
                  <c:v>37.9465429186821</c:v>
                </c:pt>
                <c:pt idx="243">
                  <c:v>38.1102488040924</c:v>
                </c:pt>
                <c:pt idx="244">
                  <c:v>38.2217792868614</c:v>
                </c:pt>
                <c:pt idx="245">
                  <c:v>38.3461265563965</c:v>
                </c:pt>
                <c:pt idx="246">
                  <c:v>38.3881334066391</c:v>
                </c:pt>
                <c:pt idx="247">
                  <c:v>38.3471081256866</c:v>
                </c:pt>
                <c:pt idx="248">
                  <c:v>38.2384656667709</c:v>
                </c:pt>
                <c:pt idx="249">
                  <c:v>38.1926090717316</c:v>
                </c:pt>
                <c:pt idx="250">
                  <c:v>38.1257767677307</c:v>
                </c:pt>
                <c:pt idx="251">
                  <c:v>38.1930223703384</c:v>
                </c:pt>
                <c:pt idx="252">
                  <c:v>38.3024008274078</c:v>
                </c:pt>
                <c:pt idx="253">
                  <c:v>38.56695997715</c:v>
                </c:pt>
                <c:pt idx="254">
                  <c:v>38.799941778183</c:v>
                </c:pt>
                <c:pt idx="255">
                  <c:v>39.0396651625633</c:v>
                </c:pt>
                <c:pt idx="256">
                  <c:v>39.2825979590416</c:v>
                </c:pt>
                <c:pt idx="257">
                  <c:v>39.4542019367218</c:v>
                </c:pt>
                <c:pt idx="258">
                  <c:v>39.6466304063797</c:v>
                </c:pt>
                <c:pt idx="259">
                  <c:v>39.7925968766212</c:v>
                </c:pt>
                <c:pt idx="260">
                  <c:v>39.9134272933006</c:v>
                </c:pt>
                <c:pt idx="261">
                  <c:v>40.0628754496574</c:v>
                </c:pt>
                <c:pt idx="262">
                  <c:v>40.1848414540291</c:v>
                </c:pt>
                <c:pt idx="263">
                  <c:v>40.3106771111488</c:v>
                </c:pt>
                <c:pt idx="264">
                  <c:v>40.3948891758919</c:v>
                </c:pt>
                <c:pt idx="265">
                  <c:v>40.4827785491943</c:v>
                </c:pt>
                <c:pt idx="266">
                  <c:v>40.6066281795502</c:v>
                </c:pt>
                <c:pt idx="267">
                  <c:v>40.7048882842064</c:v>
                </c:pt>
                <c:pt idx="268">
                  <c:v>41.0015822649002</c:v>
                </c:pt>
                <c:pt idx="269">
                  <c:v>41.3725626468658</c:v>
                </c:pt>
                <c:pt idx="270">
                  <c:v>41.9452059268951</c:v>
                </c:pt>
                <c:pt idx="271">
                  <c:v>42.5195615887642</c:v>
                </c:pt>
                <c:pt idx="272">
                  <c:v>43.0169994831085</c:v>
                </c:pt>
                <c:pt idx="273">
                  <c:v>43.5350307822227</c:v>
                </c:pt>
                <c:pt idx="274">
                  <c:v>44.0073965787888</c:v>
                </c:pt>
                <c:pt idx="275">
                  <c:v>44.4905861020088</c:v>
                </c:pt>
                <c:pt idx="276">
                  <c:v>44.9934629797935</c:v>
                </c:pt>
                <c:pt idx="277">
                  <c:v>45.4872294068336</c:v>
                </c:pt>
                <c:pt idx="278">
                  <c:v>45.7669442296028</c:v>
                </c:pt>
                <c:pt idx="279">
                  <c:v>45.989664375782</c:v>
                </c:pt>
                <c:pt idx="280">
                  <c:v>46.2646123170853</c:v>
                </c:pt>
                <c:pt idx="281">
                  <c:v>46.5811998844147</c:v>
                </c:pt>
                <c:pt idx="282">
                  <c:v>46.904482960701</c:v>
                </c:pt>
                <c:pt idx="283">
                  <c:v>47.2704105377197</c:v>
                </c:pt>
                <c:pt idx="284">
                  <c:v>47.6166133284569</c:v>
                </c:pt>
                <c:pt idx="285">
                  <c:v>47.9184383153915</c:v>
                </c:pt>
                <c:pt idx="286">
                  <c:v>48.2147089838982</c:v>
                </c:pt>
                <c:pt idx="287">
                  <c:v>48.4646673202515</c:v>
                </c:pt>
                <c:pt idx="288">
                  <c:v>48.687872171402</c:v>
                </c:pt>
                <c:pt idx="289">
                  <c:v>48.9215918779373</c:v>
                </c:pt>
                <c:pt idx="290">
                  <c:v>49.1828576922417</c:v>
                </c:pt>
                <c:pt idx="291">
                  <c:v>49.4845888018608</c:v>
                </c:pt>
                <c:pt idx="292">
                  <c:v>49.7896793484688</c:v>
                </c:pt>
                <c:pt idx="293">
                  <c:v>50.0603519082069</c:v>
                </c:pt>
                <c:pt idx="294">
                  <c:v>50.3264021873474</c:v>
                </c:pt>
                <c:pt idx="295">
                  <c:v>50.5270590782166</c:v>
                </c:pt>
                <c:pt idx="296">
                  <c:v>50.7737646102905</c:v>
                </c:pt>
                <c:pt idx="297">
                  <c:v>50.9995704889297</c:v>
                </c:pt>
                <c:pt idx="298">
                  <c:v>51.3577268719673</c:v>
                </c:pt>
                <c:pt idx="299">
                  <c:v>51.6630132198334</c:v>
                </c:pt>
                <c:pt idx="300">
                  <c:v>51.916109919548</c:v>
                </c:pt>
                <c:pt idx="301">
                  <c:v>52.1029340028763</c:v>
                </c:pt>
                <c:pt idx="302">
                  <c:v>52.3077458739281</c:v>
                </c:pt>
                <c:pt idx="303">
                  <c:v>52.4984042644501</c:v>
                </c:pt>
                <c:pt idx="304">
                  <c:v>52.70232462883</c:v>
                </c:pt>
                <c:pt idx="305">
                  <c:v>52.8904460668564</c:v>
                </c:pt>
                <c:pt idx="306">
                  <c:v>53.0518312454224</c:v>
                </c:pt>
                <c:pt idx="307">
                  <c:v>53.2419558763504</c:v>
                </c:pt>
                <c:pt idx="308">
                  <c:v>53.4460597038269</c:v>
                </c:pt>
                <c:pt idx="309">
                  <c:v>53.677619099617</c:v>
                </c:pt>
                <c:pt idx="310">
                  <c:v>53.8995614051819</c:v>
                </c:pt>
                <c:pt idx="311">
                  <c:v>54.0968464016914</c:v>
                </c:pt>
                <c:pt idx="312">
                  <c:v>54.2938794493675</c:v>
                </c:pt>
                <c:pt idx="313">
                  <c:v>54.5166451334953</c:v>
                </c:pt>
                <c:pt idx="314">
                  <c:v>54.7110745310783</c:v>
                </c:pt>
                <c:pt idx="315">
                  <c:v>54.8759799599648</c:v>
                </c:pt>
                <c:pt idx="316">
                  <c:v>55.0452016592026</c:v>
                </c:pt>
                <c:pt idx="317">
                  <c:v>55.1632861495018</c:v>
                </c:pt>
                <c:pt idx="318">
                  <c:v>55.292051076889</c:v>
                </c:pt>
                <c:pt idx="319">
                  <c:v>55.3935045599937</c:v>
                </c:pt>
                <c:pt idx="320">
                  <c:v>55.4861954450607</c:v>
                </c:pt>
                <c:pt idx="321">
                  <c:v>55.5367349982262</c:v>
                </c:pt>
                <c:pt idx="322">
                  <c:v>55.6303698420525</c:v>
                </c:pt>
                <c:pt idx="323">
                  <c:v>55.8095822930336</c:v>
                </c:pt>
                <c:pt idx="324">
                  <c:v>55.9716495275497</c:v>
                </c:pt>
                <c:pt idx="325">
                  <c:v>56.2129731178284</c:v>
                </c:pt>
                <c:pt idx="326">
                  <c:v>56.460181593895</c:v>
                </c:pt>
                <c:pt idx="327">
                  <c:v>56.7161812186241</c:v>
                </c:pt>
                <c:pt idx="328">
                  <c:v>56.9663794636726</c:v>
                </c:pt>
                <c:pt idx="329">
                  <c:v>57.1977303028107</c:v>
                </c:pt>
                <c:pt idx="330">
                  <c:v>57.3737105131149</c:v>
                </c:pt>
                <c:pt idx="331">
                  <c:v>57.5818768143654</c:v>
                </c:pt>
                <c:pt idx="332">
                  <c:v>57.7674717307091</c:v>
                </c:pt>
                <c:pt idx="333">
                  <c:v>57.9553270339966</c:v>
                </c:pt>
                <c:pt idx="334">
                  <c:v>58.1708877086639</c:v>
                </c:pt>
                <c:pt idx="335">
                  <c:v>58.4438658952713</c:v>
                </c:pt>
                <c:pt idx="336">
                  <c:v>58.7002463340759</c:v>
                </c:pt>
                <c:pt idx="337">
                  <c:v>58.976352930069</c:v>
                </c:pt>
                <c:pt idx="338">
                  <c:v>59.2257963418961</c:v>
                </c:pt>
                <c:pt idx="339">
                  <c:v>59.4730746150017</c:v>
                </c:pt>
                <c:pt idx="340">
                  <c:v>59.6701757311821</c:v>
                </c:pt>
                <c:pt idx="341">
                  <c:v>59.8146686553955</c:v>
                </c:pt>
                <c:pt idx="342">
                  <c:v>59.9523571133614</c:v>
                </c:pt>
                <c:pt idx="343">
                  <c:v>60.0162574648857</c:v>
                </c:pt>
                <c:pt idx="344">
                  <c:v>60.0789243578911</c:v>
                </c:pt>
                <c:pt idx="345">
                  <c:v>60.0327184796333</c:v>
                </c:pt>
                <c:pt idx="346">
                  <c:v>60.0512421131134</c:v>
                </c:pt>
                <c:pt idx="347">
                  <c:v>60.1112033724785</c:v>
                </c:pt>
                <c:pt idx="348">
                  <c:v>60.1474440097809</c:v>
                </c:pt>
                <c:pt idx="349">
                  <c:v>60.1973988413811</c:v>
                </c:pt>
                <c:pt idx="350">
                  <c:v>60.1999668478966</c:v>
                </c:pt>
                <c:pt idx="351">
                  <c:v>60.257691860199</c:v>
                </c:pt>
                <c:pt idx="352">
                  <c:v>60.2833783626556</c:v>
                </c:pt>
                <c:pt idx="353">
                  <c:v>60.3157553672791</c:v>
                </c:pt>
                <c:pt idx="354">
                  <c:v>60.3453285694122</c:v>
                </c:pt>
                <c:pt idx="355">
                  <c:v>60.5356967449188</c:v>
                </c:pt>
                <c:pt idx="356">
                  <c:v>60.7344614267349</c:v>
                </c:pt>
                <c:pt idx="357">
                  <c:v>61.0195916891098</c:v>
                </c:pt>
                <c:pt idx="358">
                  <c:v>61.2613614201546</c:v>
                </c:pt>
                <c:pt idx="359">
                  <c:v>61.5206833481789</c:v>
                </c:pt>
                <c:pt idx="360">
                  <c:v>61.7563770413399</c:v>
                </c:pt>
                <c:pt idx="361">
                  <c:v>62.0061365962029</c:v>
                </c:pt>
                <c:pt idx="362">
                  <c:v>62.3118497729301</c:v>
                </c:pt>
                <c:pt idx="363">
                  <c:v>62.5560263395309</c:v>
                </c:pt>
                <c:pt idx="364">
                  <c:v>62.765615940094</c:v>
                </c:pt>
                <c:pt idx="365">
                  <c:v>62.908839225769</c:v>
                </c:pt>
                <c:pt idx="366">
                  <c:v>63.0418029427528</c:v>
                </c:pt>
                <c:pt idx="367">
                  <c:v>63.1555791497231</c:v>
                </c:pt>
                <c:pt idx="368">
                  <c:v>63.2486723065376</c:v>
                </c:pt>
                <c:pt idx="369">
                  <c:v>63.3478520512581</c:v>
                </c:pt>
                <c:pt idx="370">
                  <c:v>63.5158088803291</c:v>
                </c:pt>
                <c:pt idx="371">
                  <c:v>63.7601002454758</c:v>
                </c:pt>
                <c:pt idx="372">
                  <c:v>64.0002172589302</c:v>
                </c:pt>
                <c:pt idx="373">
                  <c:v>64.2360548377037</c:v>
                </c:pt>
                <c:pt idx="374">
                  <c:v>64.4701638817787</c:v>
                </c:pt>
                <c:pt idx="375">
                  <c:v>64.7031468749046</c:v>
                </c:pt>
                <c:pt idx="376">
                  <c:v>64.9289872050285</c:v>
                </c:pt>
                <c:pt idx="377">
                  <c:v>65.1801203489304</c:v>
                </c:pt>
                <c:pt idx="378">
                  <c:v>65.2965109944344</c:v>
                </c:pt>
                <c:pt idx="379">
                  <c:v>65.4515234827995</c:v>
                </c:pt>
                <c:pt idx="380">
                  <c:v>65.6027709841728</c:v>
                </c:pt>
                <c:pt idx="381">
                  <c:v>65.8349121809006</c:v>
                </c:pt>
                <c:pt idx="382">
                  <c:v>66.0708738565445</c:v>
                </c:pt>
                <c:pt idx="383">
                  <c:v>66.3009576797485</c:v>
                </c:pt>
                <c:pt idx="384">
                  <c:v>66.4965982437134</c:v>
                </c:pt>
                <c:pt idx="385">
                  <c:v>66.6610219478607</c:v>
                </c:pt>
                <c:pt idx="386">
                  <c:v>66.8691635131836</c:v>
                </c:pt>
                <c:pt idx="387">
                  <c:v>67.1271718740463</c:v>
                </c:pt>
                <c:pt idx="388">
                  <c:v>67.3587085008621</c:v>
                </c:pt>
                <c:pt idx="389">
                  <c:v>67.5616316199303</c:v>
                </c:pt>
                <c:pt idx="390">
                  <c:v>67.784592628479</c:v>
                </c:pt>
                <c:pt idx="391">
                  <c:v>68.0297040343285</c:v>
                </c:pt>
                <c:pt idx="392">
                  <c:v>68.2359736561775</c:v>
                </c:pt>
                <c:pt idx="393">
                  <c:v>68.4129031896591</c:v>
                </c:pt>
                <c:pt idx="394">
                  <c:v>68.5987749099731</c:v>
                </c:pt>
                <c:pt idx="395">
                  <c:v>68.7412993907928</c:v>
                </c:pt>
                <c:pt idx="396">
                  <c:v>68.8881558775902</c:v>
                </c:pt>
                <c:pt idx="397">
                  <c:v>69.0287628769875</c:v>
                </c:pt>
                <c:pt idx="398">
                  <c:v>69.1422678828239</c:v>
                </c:pt>
                <c:pt idx="399">
                  <c:v>69.2330426573753</c:v>
                </c:pt>
                <c:pt idx="400">
                  <c:v>69.3506554961205</c:v>
                </c:pt>
                <c:pt idx="401">
                  <c:v>69.4717993140221</c:v>
                </c:pt>
                <c:pt idx="402">
                  <c:v>69.5814170241356</c:v>
                </c:pt>
                <c:pt idx="403">
                  <c:v>69.6685789227486</c:v>
                </c:pt>
                <c:pt idx="404">
                  <c:v>69.7834845781326</c:v>
                </c:pt>
                <c:pt idx="405">
                  <c:v>69.8965554833412</c:v>
                </c:pt>
                <c:pt idx="406">
                  <c:v>70.011852145195</c:v>
                </c:pt>
                <c:pt idx="407">
                  <c:v>70.1116713881493</c:v>
                </c:pt>
                <c:pt idx="408">
                  <c:v>70.1887360811234</c:v>
                </c:pt>
                <c:pt idx="409">
                  <c:v>70.3174220323563</c:v>
                </c:pt>
                <c:pt idx="410">
                  <c:v>70.4546066522598</c:v>
                </c:pt>
                <c:pt idx="411">
                  <c:v>70.565531373024</c:v>
                </c:pt>
                <c:pt idx="412">
                  <c:v>70.697939991951</c:v>
                </c:pt>
                <c:pt idx="413">
                  <c:v>70.8211727142334</c:v>
                </c:pt>
                <c:pt idx="414">
                  <c:v>70.9339111447334</c:v>
                </c:pt>
                <c:pt idx="415">
                  <c:v>70.9920535087585</c:v>
                </c:pt>
                <c:pt idx="416">
                  <c:v>71.0930271744728</c:v>
                </c:pt>
                <c:pt idx="417">
                  <c:v>71.211598098278</c:v>
                </c:pt>
                <c:pt idx="418">
                  <c:v>71.3574808239937</c:v>
                </c:pt>
                <c:pt idx="419">
                  <c:v>71.5520104765892</c:v>
                </c:pt>
                <c:pt idx="420">
                  <c:v>71.7105862498283</c:v>
                </c:pt>
                <c:pt idx="421">
                  <c:v>71.8874033689499</c:v>
                </c:pt>
                <c:pt idx="422">
                  <c:v>72.0410867929459</c:v>
                </c:pt>
                <c:pt idx="423">
                  <c:v>72.1464672684669</c:v>
                </c:pt>
                <c:pt idx="424">
                  <c:v>72.2425363063812</c:v>
                </c:pt>
                <c:pt idx="425">
                  <c:v>72.3665148019791</c:v>
                </c:pt>
                <c:pt idx="426">
                  <c:v>72.4962181448936</c:v>
                </c:pt>
                <c:pt idx="427">
                  <c:v>72.6126471757889</c:v>
                </c:pt>
                <c:pt idx="428">
                  <c:v>72.7322237491608</c:v>
                </c:pt>
                <c:pt idx="429">
                  <c:v>72.8668991923332</c:v>
                </c:pt>
                <c:pt idx="430">
                  <c:v>72.997305393219</c:v>
                </c:pt>
                <c:pt idx="431">
                  <c:v>73.0642967224121</c:v>
                </c:pt>
                <c:pt idx="432">
                  <c:v>73.3717021942139</c:v>
                </c:pt>
                <c:pt idx="433">
                  <c:v>73.7263190746307</c:v>
                </c:pt>
                <c:pt idx="434">
                  <c:v>74.1410712003708</c:v>
                </c:pt>
                <c:pt idx="435">
                  <c:v>74.51721316576</c:v>
                </c:pt>
                <c:pt idx="436">
                  <c:v>74.9335941672325</c:v>
                </c:pt>
                <c:pt idx="437">
                  <c:v>75.3196788430214</c:v>
                </c:pt>
                <c:pt idx="438">
                  <c:v>75.6501784920692</c:v>
                </c:pt>
                <c:pt idx="439">
                  <c:v>76.0152194499969</c:v>
                </c:pt>
                <c:pt idx="440">
                  <c:v>76.3649257421494</c:v>
                </c:pt>
                <c:pt idx="441">
                  <c:v>76.7504677176476</c:v>
                </c:pt>
                <c:pt idx="442">
                  <c:v>77.0616005063057</c:v>
                </c:pt>
                <c:pt idx="443">
                  <c:v>77.3894190192223</c:v>
                </c:pt>
                <c:pt idx="444">
                  <c:v>77.7238220572472</c:v>
                </c:pt>
                <c:pt idx="445">
                  <c:v>78.0531462430954</c:v>
                </c:pt>
                <c:pt idx="446">
                  <c:v>78.3386466503143</c:v>
                </c:pt>
                <c:pt idx="447">
                  <c:v>78.6275557279587</c:v>
                </c:pt>
                <c:pt idx="448">
                  <c:v>78.8814562559128</c:v>
                </c:pt>
                <c:pt idx="449">
                  <c:v>79.0639552474022</c:v>
                </c:pt>
                <c:pt idx="450">
                  <c:v>79.2925866246223</c:v>
                </c:pt>
                <c:pt idx="451">
                  <c:v>79.5510707497597</c:v>
                </c:pt>
                <c:pt idx="452">
                  <c:v>79.8048347234726</c:v>
                </c:pt>
                <c:pt idx="453">
                  <c:v>80.0663619637489</c:v>
                </c:pt>
                <c:pt idx="454">
                  <c:v>80.3240308761597</c:v>
                </c:pt>
                <c:pt idx="455">
                  <c:v>80.5929552912712</c:v>
                </c:pt>
                <c:pt idx="456">
                  <c:v>80.9158436059952</c:v>
                </c:pt>
                <c:pt idx="457">
                  <c:v>81.2540484070778</c:v>
                </c:pt>
                <c:pt idx="458">
                  <c:v>81.4782412052155</c:v>
                </c:pt>
                <c:pt idx="459">
                  <c:v>81.7417988181114</c:v>
                </c:pt>
                <c:pt idx="460">
                  <c:v>81.9687123894691</c:v>
                </c:pt>
                <c:pt idx="461">
                  <c:v>82.1296092867851</c:v>
                </c:pt>
                <c:pt idx="462">
                  <c:v>82.2932025790215</c:v>
                </c:pt>
                <c:pt idx="463">
                  <c:v>82.3897013068199</c:v>
                </c:pt>
                <c:pt idx="464">
                  <c:v>82.4649948477745</c:v>
                </c:pt>
                <c:pt idx="465">
                  <c:v>82.5014377832413</c:v>
                </c:pt>
                <c:pt idx="466">
                  <c:v>82.5272983312607</c:v>
                </c:pt>
                <c:pt idx="467">
                  <c:v>82.5808920860291</c:v>
                </c:pt>
                <c:pt idx="468">
                  <c:v>82.6727939844131</c:v>
                </c:pt>
                <c:pt idx="469">
                  <c:v>82.8726617693901</c:v>
                </c:pt>
                <c:pt idx="470">
                  <c:v>82.9897231459618</c:v>
                </c:pt>
                <c:pt idx="471">
                  <c:v>83.1056342720985</c:v>
                </c:pt>
                <c:pt idx="472">
                  <c:v>83.2332243323326</c:v>
                </c:pt>
                <c:pt idx="473">
                  <c:v>83.3160119652748</c:v>
                </c:pt>
                <c:pt idx="474">
                  <c:v>83.4330657124519</c:v>
                </c:pt>
                <c:pt idx="475">
                  <c:v>83.5269708633423</c:v>
                </c:pt>
                <c:pt idx="476">
                  <c:v>83.6389576196671</c:v>
                </c:pt>
                <c:pt idx="477">
                  <c:v>83.759938120842</c:v>
                </c:pt>
                <c:pt idx="478">
                  <c:v>83.910936653614</c:v>
                </c:pt>
                <c:pt idx="479">
                  <c:v>84.0424509048462</c:v>
                </c:pt>
                <c:pt idx="480">
                  <c:v>84.1758588552475</c:v>
                </c:pt>
                <c:pt idx="481">
                  <c:v>84.340451836586</c:v>
                </c:pt>
                <c:pt idx="482">
                  <c:v>84.4839611053467</c:v>
                </c:pt>
                <c:pt idx="483">
                  <c:v>84.6188413500786</c:v>
                </c:pt>
                <c:pt idx="484">
                  <c:v>84.7774389386177</c:v>
                </c:pt>
                <c:pt idx="485">
                  <c:v>84.9531717300415</c:v>
                </c:pt>
                <c:pt idx="486">
                  <c:v>85.1021265983582</c:v>
                </c:pt>
                <c:pt idx="487">
                  <c:v>85.2631517648697</c:v>
                </c:pt>
                <c:pt idx="488">
                  <c:v>85.459635078907</c:v>
                </c:pt>
                <c:pt idx="489">
                  <c:v>85.665606200695</c:v>
                </c:pt>
                <c:pt idx="490">
                  <c:v>85.9320507645607</c:v>
                </c:pt>
                <c:pt idx="491">
                  <c:v>86.1781052947044</c:v>
                </c:pt>
                <c:pt idx="492">
                  <c:v>86.4506089091301</c:v>
                </c:pt>
                <c:pt idx="493">
                  <c:v>86.7122815847397</c:v>
                </c:pt>
                <c:pt idx="494">
                  <c:v>86.9584179520607</c:v>
                </c:pt>
                <c:pt idx="495">
                  <c:v>87.1889026761055</c:v>
                </c:pt>
                <c:pt idx="496">
                  <c:v>87.3637391924858</c:v>
                </c:pt>
                <c:pt idx="497">
                  <c:v>87.5191437005997</c:v>
                </c:pt>
                <c:pt idx="498">
                  <c:v>87.6701391935349</c:v>
                </c:pt>
                <c:pt idx="499">
                  <c:v>87.8061271905899</c:v>
                </c:pt>
                <c:pt idx="500">
                  <c:v>87.832915186882</c:v>
                </c:pt>
                <c:pt idx="501">
                  <c:v>87.8388172984123</c:v>
                </c:pt>
                <c:pt idx="502">
                  <c:v>87.8981918692589</c:v>
                </c:pt>
                <c:pt idx="503">
                  <c:v>87.9228244423866</c:v>
                </c:pt>
                <c:pt idx="504">
                  <c:v>87.9528456330299</c:v>
                </c:pt>
                <c:pt idx="505">
                  <c:v>87.9405010342598</c:v>
                </c:pt>
                <c:pt idx="506">
                  <c:v>87.8771321177483</c:v>
                </c:pt>
                <c:pt idx="507">
                  <c:v>87.7549515366554</c:v>
                </c:pt>
                <c:pt idx="508">
                  <c:v>87.6171538233757</c:v>
                </c:pt>
                <c:pt idx="509">
                  <c:v>87.6430503726006</c:v>
                </c:pt>
                <c:pt idx="510">
                  <c:v>87.6468554139137</c:v>
                </c:pt>
                <c:pt idx="511">
                  <c:v>87.705770611763</c:v>
                </c:pt>
                <c:pt idx="512">
                  <c:v>87.8327163457871</c:v>
                </c:pt>
                <c:pt idx="513">
                  <c:v>88.0004753470421</c:v>
                </c:pt>
                <c:pt idx="514">
                  <c:v>88.0521854162216</c:v>
                </c:pt>
                <c:pt idx="515">
                  <c:v>88.1332467198372</c:v>
                </c:pt>
                <c:pt idx="516">
                  <c:v>88.173944413662</c:v>
                </c:pt>
                <c:pt idx="517">
                  <c:v>88.2401697635651</c:v>
                </c:pt>
                <c:pt idx="518">
                  <c:v>88.3465650081635</c:v>
                </c:pt>
                <c:pt idx="519">
                  <c:v>88.4610558152199</c:v>
                </c:pt>
                <c:pt idx="520">
                  <c:v>88.6160472035408</c:v>
                </c:pt>
                <c:pt idx="521">
                  <c:v>88.7514748573303</c:v>
                </c:pt>
                <c:pt idx="522">
                  <c:v>88.9005472064018</c:v>
                </c:pt>
                <c:pt idx="523">
                  <c:v>89.0497366786003</c:v>
                </c:pt>
                <c:pt idx="524">
                  <c:v>89.1858701705933</c:v>
                </c:pt>
                <c:pt idx="525">
                  <c:v>89.3329418301582</c:v>
                </c:pt>
                <c:pt idx="526">
                  <c:v>89.4766358733177</c:v>
                </c:pt>
                <c:pt idx="527">
                  <c:v>89.6567977666855</c:v>
                </c:pt>
                <c:pt idx="528">
                  <c:v>89.8395963907242</c:v>
                </c:pt>
                <c:pt idx="529">
                  <c:v>90.0334018468857</c:v>
                </c:pt>
                <c:pt idx="530">
                  <c:v>90.2903463840485</c:v>
                </c:pt>
                <c:pt idx="531">
                  <c:v>90.5322538018227</c:v>
                </c:pt>
                <c:pt idx="532">
                  <c:v>90.816926419735</c:v>
                </c:pt>
                <c:pt idx="533">
                  <c:v>91.0911991596222</c:v>
                </c:pt>
                <c:pt idx="534">
                  <c:v>91.3202918767929</c:v>
                </c:pt>
                <c:pt idx="535">
                  <c:v>91.5238890647888</c:v>
                </c:pt>
                <c:pt idx="536">
                  <c:v>91.6861657500267</c:v>
                </c:pt>
                <c:pt idx="537">
                  <c:v>91.8774385452271</c:v>
                </c:pt>
                <c:pt idx="538">
                  <c:v>92.0918002128601</c:v>
                </c:pt>
                <c:pt idx="539">
                  <c:v>92.3058529496193</c:v>
                </c:pt>
                <c:pt idx="540">
                  <c:v>92.5202978253365</c:v>
                </c:pt>
                <c:pt idx="541">
                  <c:v>92.7299004197121</c:v>
                </c:pt>
                <c:pt idx="542">
                  <c:v>92.9269742965698</c:v>
                </c:pt>
                <c:pt idx="543">
                  <c:v>93.1884760260582</c:v>
                </c:pt>
                <c:pt idx="544">
                  <c:v>93.4211856722832</c:v>
                </c:pt>
                <c:pt idx="545">
                  <c:v>93.6883535981178</c:v>
                </c:pt>
                <c:pt idx="546">
                  <c:v>93.9987352490425</c:v>
                </c:pt>
                <c:pt idx="547">
                  <c:v>94.3317802548409</c:v>
                </c:pt>
                <c:pt idx="548">
                  <c:v>94.6313834786415</c:v>
                </c:pt>
                <c:pt idx="549">
                  <c:v>94.9118763208389</c:v>
                </c:pt>
                <c:pt idx="550">
                  <c:v>95.2087386846542</c:v>
                </c:pt>
                <c:pt idx="551">
                  <c:v>95.4991062879563</c:v>
                </c:pt>
                <c:pt idx="552">
                  <c:v>95.7502200007439</c:v>
                </c:pt>
                <c:pt idx="553">
                  <c:v>95.9795979261398</c:v>
                </c:pt>
                <c:pt idx="554">
                  <c:v>96.1891738772392</c:v>
                </c:pt>
                <c:pt idx="555">
                  <c:v>96.4283726811409</c:v>
                </c:pt>
                <c:pt idx="556">
                  <c:v>96.7344967126846</c:v>
                </c:pt>
                <c:pt idx="557">
                  <c:v>97.0351147651673</c:v>
                </c:pt>
                <c:pt idx="558">
                  <c:v>97.3217844963074</c:v>
                </c:pt>
                <c:pt idx="559">
                  <c:v>97.6225942969322</c:v>
                </c:pt>
                <c:pt idx="560">
                  <c:v>97.948724269867</c:v>
                </c:pt>
                <c:pt idx="561">
                  <c:v>98.3005084991455</c:v>
                </c:pt>
                <c:pt idx="562">
                  <c:v>98.6477429270744</c:v>
                </c:pt>
                <c:pt idx="563">
                  <c:v>98.9496036171913</c:v>
                </c:pt>
                <c:pt idx="564">
                  <c:v>99.2143732905388</c:v>
                </c:pt>
                <c:pt idx="565">
                  <c:v>99.4127785563469</c:v>
                </c:pt>
                <c:pt idx="566">
                  <c:v>99.5511941313744</c:v>
                </c:pt>
                <c:pt idx="567">
                  <c:v>99.7349494099617</c:v>
                </c:pt>
                <c:pt idx="568">
                  <c:v>99.91784542799</c:v>
                </c:pt>
                <c:pt idx="569">
                  <c:v>100.099194288254</c:v>
                </c:pt>
                <c:pt idx="570">
                  <c:v>100.183466613293</c:v>
                </c:pt>
                <c:pt idx="571">
                  <c:v>100.27727919817</c:v>
                </c:pt>
                <c:pt idx="572">
                  <c:v>100.397760212421</c:v>
                </c:pt>
                <c:pt idx="573">
                  <c:v>100.483071923256</c:v>
                </c:pt>
                <c:pt idx="574">
                  <c:v>100.683993697166</c:v>
                </c:pt>
                <c:pt idx="575">
                  <c:v>100.915490925312</c:v>
                </c:pt>
                <c:pt idx="576">
                  <c:v>101.050582051277</c:v>
                </c:pt>
                <c:pt idx="577">
                  <c:v>101.069281578064</c:v>
                </c:pt>
                <c:pt idx="578">
                  <c:v>101.124843597412</c:v>
                </c:pt>
                <c:pt idx="579">
                  <c:v>101.244648635387</c:v>
                </c:pt>
                <c:pt idx="580">
                  <c:v>101.391890227795</c:v>
                </c:pt>
                <c:pt idx="581">
                  <c:v>101.494787871838</c:v>
                </c:pt>
                <c:pt idx="582">
                  <c:v>101.541365087032</c:v>
                </c:pt>
                <c:pt idx="583">
                  <c:v>101.649924516678</c:v>
                </c:pt>
                <c:pt idx="584">
                  <c:v>101.769371747971</c:v>
                </c:pt>
                <c:pt idx="585">
                  <c:v>101.845009744167</c:v>
                </c:pt>
                <c:pt idx="586">
                  <c:v>101.975384891033</c:v>
                </c:pt>
                <c:pt idx="587">
                  <c:v>102.133745312691</c:v>
                </c:pt>
                <c:pt idx="588">
                  <c:v>102.281850516796</c:v>
                </c:pt>
                <c:pt idx="589">
                  <c:v>102.456807494164</c:v>
                </c:pt>
                <c:pt idx="590">
                  <c:v>102.680970311165</c:v>
                </c:pt>
                <c:pt idx="591">
                  <c:v>102.83317387104</c:v>
                </c:pt>
                <c:pt idx="592">
                  <c:v>102.968491971493</c:v>
                </c:pt>
                <c:pt idx="593">
                  <c:v>103.137383639812</c:v>
                </c:pt>
                <c:pt idx="594">
                  <c:v>103.294654607773</c:v>
                </c:pt>
                <c:pt idx="595">
                  <c:v>103.426187694073</c:v>
                </c:pt>
                <c:pt idx="596">
                  <c:v>103.561345756054</c:v>
                </c:pt>
                <c:pt idx="597">
                  <c:v>103.697942435741</c:v>
                </c:pt>
                <c:pt idx="598">
                  <c:v>103.85469263792</c:v>
                </c:pt>
                <c:pt idx="599">
                  <c:v>103.972823321819</c:v>
                </c:pt>
                <c:pt idx="600">
                  <c:v>104.109317719936</c:v>
                </c:pt>
                <c:pt idx="601">
                  <c:v>104.320629060268</c:v>
                </c:pt>
                <c:pt idx="602">
                  <c:v>104.528604269028</c:v>
                </c:pt>
                <c:pt idx="603">
                  <c:v>104.669438481331</c:v>
                </c:pt>
                <c:pt idx="604">
                  <c:v>104.823437988758</c:v>
                </c:pt>
                <c:pt idx="605">
                  <c:v>104.984318256378</c:v>
                </c:pt>
                <c:pt idx="606">
                  <c:v>105.177794933319</c:v>
                </c:pt>
                <c:pt idx="607">
                  <c:v>105.369520068169</c:v>
                </c:pt>
                <c:pt idx="608">
                  <c:v>105.575559079647</c:v>
                </c:pt>
                <c:pt idx="609">
                  <c:v>105.749152421951</c:v>
                </c:pt>
                <c:pt idx="610">
                  <c:v>105.913856863976</c:v>
                </c:pt>
                <c:pt idx="611">
                  <c:v>106.05682015419</c:v>
                </c:pt>
                <c:pt idx="612">
                  <c:v>106.214001059532</c:v>
                </c:pt>
                <c:pt idx="613">
                  <c:v>106.373114168644</c:v>
                </c:pt>
                <c:pt idx="614">
                  <c:v>106.513021886349</c:v>
                </c:pt>
                <c:pt idx="615">
                  <c:v>106.661945223808</c:v>
                </c:pt>
                <c:pt idx="616">
                  <c:v>106.823448300362</c:v>
                </c:pt>
                <c:pt idx="617">
                  <c:v>106.993262767792</c:v>
                </c:pt>
                <c:pt idx="618">
                  <c:v>107.1652764678</c:v>
                </c:pt>
                <c:pt idx="619">
                  <c:v>107.367409348488</c:v>
                </c:pt>
                <c:pt idx="620">
                  <c:v>107.510771036148</c:v>
                </c:pt>
                <c:pt idx="621">
                  <c:v>107.65893304348</c:v>
                </c:pt>
                <c:pt idx="622">
                  <c:v>107.760590612888</c:v>
                </c:pt>
                <c:pt idx="623">
                  <c:v>107.862806797028</c:v>
                </c:pt>
                <c:pt idx="624">
                  <c:v>107.971331417561</c:v>
                </c:pt>
                <c:pt idx="625">
                  <c:v>108.099974691868</c:v>
                </c:pt>
                <c:pt idx="626">
                  <c:v>108.247830450535</c:v>
                </c:pt>
                <c:pt idx="627">
                  <c:v>108.381512343884</c:v>
                </c:pt>
                <c:pt idx="628">
                  <c:v>108.490314304829</c:v>
                </c:pt>
                <c:pt idx="629">
                  <c:v>108.624927341938</c:v>
                </c:pt>
                <c:pt idx="630">
                  <c:v>108.80218654871</c:v>
                </c:pt>
                <c:pt idx="631">
                  <c:v>108.999187350273</c:v>
                </c:pt>
                <c:pt idx="632">
                  <c:v>109.201835155487</c:v>
                </c:pt>
                <c:pt idx="633">
                  <c:v>109.434155404568</c:v>
                </c:pt>
                <c:pt idx="634">
                  <c:v>109.639816582203</c:v>
                </c:pt>
                <c:pt idx="635">
                  <c:v>109.868194520473</c:v>
                </c:pt>
                <c:pt idx="636">
                  <c:v>109.998048007488</c:v>
                </c:pt>
                <c:pt idx="637">
                  <c:v>110.172209382057</c:v>
                </c:pt>
                <c:pt idx="638">
                  <c:v>110.305240094662</c:v>
                </c:pt>
                <c:pt idx="639">
                  <c:v>110.432626307011</c:v>
                </c:pt>
                <c:pt idx="640">
                  <c:v>110.472064256668</c:v>
                </c:pt>
                <c:pt idx="641">
                  <c:v>110.504109919071</c:v>
                </c:pt>
                <c:pt idx="642">
                  <c:v>110.581244587898</c:v>
                </c:pt>
                <c:pt idx="643">
                  <c:v>110.603006958962</c:v>
                </c:pt>
                <c:pt idx="644">
                  <c:v>110.673645317554</c:v>
                </c:pt>
                <c:pt idx="645">
                  <c:v>110.709464430809</c:v>
                </c:pt>
                <c:pt idx="646">
                  <c:v>110.727455198765</c:v>
                </c:pt>
                <c:pt idx="647">
                  <c:v>110.777456700802</c:v>
                </c:pt>
                <c:pt idx="648">
                  <c:v>110.893071532249</c:v>
                </c:pt>
                <c:pt idx="649">
                  <c:v>111.007203876972</c:v>
                </c:pt>
                <c:pt idx="650">
                  <c:v>111.148507416248</c:v>
                </c:pt>
                <c:pt idx="651">
                  <c:v>111.28403031826</c:v>
                </c:pt>
                <c:pt idx="652">
                  <c:v>111.464298009872</c:v>
                </c:pt>
                <c:pt idx="653">
                  <c:v>111.670916616917</c:v>
                </c:pt>
                <c:pt idx="654">
                  <c:v>111.929502904415</c:v>
                </c:pt>
                <c:pt idx="655">
                  <c:v>112.180548608303</c:v>
                </c:pt>
                <c:pt idx="656">
                  <c:v>112.506705284119</c:v>
                </c:pt>
                <c:pt idx="657">
                  <c:v>112.833484232426</c:v>
                </c:pt>
                <c:pt idx="658">
                  <c:v>113.144831478596</c:v>
                </c:pt>
                <c:pt idx="659">
                  <c:v>113.461931288242</c:v>
                </c:pt>
                <c:pt idx="660">
                  <c:v>113.789794623852</c:v>
                </c:pt>
                <c:pt idx="661">
                  <c:v>114.097182095051</c:v>
                </c:pt>
                <c:pt idx="662">
                  <c:v>114.43388146162</c:v>
                </c:pt>
                <c:pt idx="663">
                  <c:v>114.777693271637</c:v>
                </c:pt>
                <c:pt idx="664">
                  <c:v>115.127135038376</c:v>
                </c:pt>
                <c:pt idx="665">
                  <c:v>115.449593305588</c:v>
                </c:pt>
                <c:pt idx="666">
                  <c:v>115.777192115784</c:v>
                </c:pt>
                <c:pt idx="667">
                  <c:v>116.070697307587</c:v>
                </c:pt>
                <c:pt idx="668">
                  <c:v>116.32239574194</c:v>
                </c:pt>
                <c:pt idx="669">
                  <c:v>116.553204059601</c:v>
                </c:pt>
                <c:pt idx="670">
                  <c:v>116.776024699211</c:v>
                </c:pt>
                <c:pt idx="671">
                  <c:v>117.019164204597</c:v>
                </c:pt>
                <c:pt idx="672">
                  <c:v>117.270402610302</c:v>
                </c:pt>
                <c:pt idx="673">
                  <c:v>117.512314736843</c:v>
                </c:pt>
                <c:pt idx="674">
                  <c:v>117.733996152878</c:v>
                </c:pt>
                <c:pt idx="675">
                  <c:v>117.967327296734</c:v>
                </c:pt>
                <c:pt idx="676">
                  <c:v>118.136918723583</c:v>
                </c:pt>
                <c:pt idx="677">
                  <c:v>118.294055223465</c:v>
                </c:pt>
                <c:pt idx="678">
                  <c:v>118.448007106781</c:v>
                </c:pt>
                <c:pt idx="679">
                  <c:v>118.584835767746</c:v>
                </c:pt>
                <c:pt idx="680">
                  <c:v>118.717699408531</c:v>
                </c:pt>
                <c:pt idx="681">
                  <c:v>118.798273205757</c:v>
                </c:pt>
                <c:pt idx="682">
                  <c:v>118.879988729954</c:v>
                </c:pt>
                <c:pt idx="683">
                  <c:v>118.968785047531</c:v>
                </c:pt>
                <c:pt idx="684">
                  <c:v>119.08990329504</c:v>
                </c:pt>
                <c:pt idx="685">
                  <c:v>119.251477539539</c:v>
                </c:pt>
                <c:pt idx="686">
                  <c:v>119.423112332821</c:v>
                </c:pt>
                <c:pt idx="687">
                  <c:v>119.608173549175</c:v>
                </c:pt>
                <c:pt idx="688">
                  <c:v>119.786884963512</c:v>
                </c:pt>
                <c:pt idx="689">
                  <c:v>119.964513123035</c:v>
                </c:pt>
                <c:pt idx="690">
                  <c:v>120.146600663662</c:v>
                </c:pt>
                <c:pt idx="691">
                  <c:v>120.331255376339</c:v>
                </c:pt>
                <c:pt idx="692">
                  <c:v>120.491242468357</c:v>
                </c:pt>
                <c:pt idx="693">
                  <c:v>120.65125387907</c:v>
                </c:pt>
                <c:pt idx="694">
                  <c:v>120.787669718266</c:v>
                </c:pt>
                <c:pt idx="695">
                  <c:v>120.917547285557</c:v>
                </c:pt>
                <c:pt idx="696">
                  <c:v>121.082821667194</c:v>
                </c:pt>
                <c:pt idx="697">
                  <c:v>121.211201190949</c:v>
                </c:pt>
                <c:pt idx="698">
                  <c:v>121.324069321156</c:v>
                </c:pt>
                <c:pt idx="699">
                  <c:v>121.409245848656</c:v>
                </c:pt>
                <c:pt idx="700">
                  <c:v>121.469850718975</c:v>
                </c:pt>
                <c:pt idx="701">
                  <c:v>121.547519564629</c:v>
                </c:pt>
                <c:pt idx="702">
                  <c:v>121.629659354687</c:v>
                </c:pt>
                <c:pt idx="703">
                  <c:v>121.673065543175</c:v>
                </c:pt>
                <c:pt idx="704">
                  <c:v>121.728144407272</c:v>
                </c:pt>
                <c:pt idx="705">
                  <c:v>121.929890632629</c:v>
                </c:pt>
                <c:pt idx="706">
                  <c:v>122.041767537594</c:v>
                </c:pt>
                <c:pt idx="707">
                  <c:v>122.126744329929</c:v>
                </c:pt>
                <c:pt idx="708">
                  <c:v>122.205173134804</c:v>
                </c:pt>
                <c:pt idx="709">
                  <c:v>122.284120202065</c:v>
                </c:pt>
                <c:pt idx="710">
                  <c:v>122.354719817638</c:v>
                </c:pt>
                <c:pt idx="711">
                  <c:v>122.416774570942</c:v>
                </c:pt>
                <c:pt idx="712">
                  <c:v>122.463706791401</c:v>
                </c:pt>
                <c:pt idx="713">
                  <c:v>122.548942327499</c:v>
                </c:pt>
                <c:pt idx="714">
                  <c:v>122.648641824722</c:v>
                </c:pt>
                <c:pt idx="715">
                  <c:v>122.788760960102</c:v>
                </c:pt>
                <c:pt idx="716">
                  <c:v>122.970901846886</c:v>
                </c:pt>
                <c:pt idx="717">
                  <c:v>123.15526008606</c:v>
                </c:pt>
                <c:pt idx="718">
                  <c:v>123.295827388763</c:v>
                </c:pt>
                <c:pt idx="719">
                  <c:v>123.426884293556</c:v>
                </c:pt>
                <c:pt idx="720">
                  <c:v>123.575620055199</c:v>
                </c:pt>
                <c:pt idx="721">
                  <c:v>123.71500146389</c:v>
                </c:pt>
                <c:pt idx="722">
                  <c:v>123.870779037476</c:v>
                </c:pt>
                <c:pt idx="723">
                  <c:v>124.008627295494</c:v>
                </c:pt>
                <c:pt idx="724">
                  <c:v>124.12656056881</c:v>
                </c:pt>
                <c:pt idx="725">
                  <c:v>124.216316699982</c:v>
                </c:pt>
                <c:pt idx="726">
                  <c:v>124.295052528381</c:v>
                </c:pt>
                <c:pt idx="727">
                  <c:v>124.43794041872</c:v>
                </c:pt>
                <c:pt idx="728">
                  <c:v>124.5625680089</c:v>
                </c:pt>
                <c:pt idx="729">
                  <c:v>124.710620105267</c:v>
                </c:pt>
                <c:pt idx="730">
                  <c:v>124.808787167072</c:v>
                </c:pt>
                <c:pt idx="731">
                  <c:v>124.808813810349</c:v>
                </c:pt>
                <c:pt idx="732">
                  <c:v>124.806991457939</c:v>
                </c:pt>
                <c:pt idx="733">
                  <c:v>124.816302120686</c:v>
                </c:pt>
                <c:pt idx="734">
                  <c:v>124.867092728615</c:v>
                </c:pt>
                <c:pt idx="735">
                  <c:v>124.898625016212</c:v>
                </c:pt>
                <c:pt idx="736">
                  <c:v>124.934607505798</c:v>
                </c:pt>
                <c:pt idx="737">
                  <c:v>124.929539442062</c:v>
                </c:pt>
                <c:pt idx="738">
                  <c:v>124.905358195305</c:v>
                </c:pt>
                <c:pt idx="739">
                  <c:v>124.843879699707</c:v>
                </c:pt>
                <c:pt idx="740">
                  <c:v>124.751133680344</c:v>
                </c:pt>
                <c:pt idx="741">
                  <c:v>124.664307236671</c:v>
                </c:pt>
                <c:pt idx="742">
                  <c:v>124.545978426933</c:v>
                </c:pt>
                <c:pt idx="743">
                  <c:v>124.376330256462</c:v>
                </c:pt>
                <c:pt idx="744">
                  <c:v>124.143035888672</c:v>
                </c:pt>
                <c:pt idx="745">
                  <c:v>123.986677050591</c:v>
                </c:pt>
                <c:pt idx="746">
                  <c:v>123.833654046059</c:v>
                </c:pt>
                <c:pt idx="747">
                  <c:v>123.8238260746</c:v>
                </c:pt>
                <c:pt idx="748">
                  <c:v>124.022072136402</c:v>
                </c:pt>
                <c:pt idx="749">
                  <c:v>124.235576331615</c:v>
                </c:pt>
                <c:pt idx="750">
                  <c:v>124.528680622578</c:v>
                </c:pt>
                <c:pt idx="751">
                  <c:v>124.911798894405</c:v>
                </c:pt>
                <c:pt idx="752">
                  <c:v>125.27672880888</c:v>
                </c:pt>
                <c:pt idx="753">
                  <c:v>125.548815488815</c:v>
                </c:pt>
                <c:pt idx="754">
                  <c:v>125.756290376186</c:v>
                </c:pt>
                <c:pt idx="755">
                  <c:v>126.009590446949</c:v>
                </c:pt>
                <c:pt idx="756">
                  <c:v>126.279188513756</c:v>
                </c:pt>
                <c:pt idx="757">
                  <c:v>126.556485533714</c:v>
                </c:pt>
                <c:pt idx="758">
                  <c:v>126.893612146378</c:v>
                </c:pt>
                <c:pt idx="759">
                  <c:v>127.251754760742</c:v>
                </c:pt>
                <c:pt idx="760">
                  <c:v>127.568283736706</c:v>
                </c:pt>
                <c:pt idx="761">
                  <c:v>127.852035820484</c:v>
                </c:pt>
                <c:pt idx="762">
                  <c:v>128.167942285538</c:v>
                </c:pt>
                <c:pt idx="763">
                  <c:v>128.503809630871</c:v>
                </c:pt>
                <c:pt idx="764">
                  <c:v>128.864748418331</c:v>
                </c:pt>
                <c:pt idx="765">
                  <c:v>129.180595397949</c:v>
                </c:pt>
                <c:pt idx="766">
                  <c:v>129.507915377617</c:v>
                </c:pt>
                <c:pt idx="767">
                  <c:v>129.817167580128</c:v>
                </c:pt>
                <c:pt idx="768">
                  <c:v>130.173346102238</c:v>
                </c:pt>
                <c:pt idx="769">
                  <c:v>130.546751618385</c:v>
                </c:pt>
                <c:pt idx="770">
                  <c:v>130.92681646347</c:v>
                </c:pt>
                <c:pt idx="771">
                  <c:v>131.289773523808</c:v>
                </c:pt>
                <c:pt idx="772">
                  <c:v>131.651063859463</c:v>
                </c:pt>
                <c:pt idx="773">
                  <c:v>131.941333353519</c:v>
                </c:pt>
                <c:pt idx="774">
                  <c:v>132.286257684231</c:v>
                </c:pt>
                <c:pt idx="775">
                  <c:v>132.600201189518</c:v>
                </c:pt>
                <c:pt idx="776">
                  <c:v>132.961000621319</c:v>
                </c:pt>
                <c:pt idx="777">
                  <c:v>133.315000891685</c:v>
                </c:pt>
                <c:pt idx="778">
                  <c:v>133.623477458954</c:v>
                </c:pt>
                <c:pt idx="779">
                  <c:v>133.838966488838</c:v>
                </c:pt>
                <c:pt idx="780">
                  <c:v>134.099833369255</c:v>
                </c:pt>
                <c:pt idx="781">
                  <c:v>134.329183757305</c:v>
                </c:pt>
                <c:pt idx="782">
                  <c:v>134.587381660938</c:v>
                </c:pt>
                <c:pt idx="783">
                  <c:v>134.820770323277</c:v>
                </c:pt>
                <c:pt idx="784">
                  <c:v>135.043234288692</c:v>
                </c:pt>
                <c:pt idx="785">
                  <c:v>135.264757931232</c:v>
                </c:pt>
                <c:pt idx="786">
                  <c:v>135.493211865425</c:v>
                </c:pt>
                <c:pt idx="787">
                  <c:v>135.658808410168</c:v>
                </c:pt>
                <c:pt idx="788">
                  <c:v>135.876186668873</c:v>
                </c:pt>
                <c:pt idx="789">
                  <c:v>136.114009559155</c:v>
                </c:pt>
                <c:pt idx="790">
                  <c:v>136.314873278141</c:v>
                </c:pt>
                <c:pt idx="791">
                  <c:v>136.490569293499</c:v>
                </c:pt>
                <c:pt idx="792">
                  <c:v>136.71290075779</c:v>
                </c:pt>
                <c:pt idx="793">
                  <c:v>136.96948993206</c:v>
                </c:pt>
                <c:pt idx="794">
                  <c:v>137.206255614758</c:v>
                </c:pt>
                <c:pt idx="795">
                  <c:v>137.450984179974</c:v>
                </c:pt>
                <c:pt idx="796">
                  <c:v>137.689558565617</c:v>
                </c:pt>
                <c:pt idx="797">
                  <c:v>137.966704428196</c:v>
                </c:pt>
                <c:pt idx="798">
                  <c:v>138.224651396275</c:v>
                </c:pt>
                <c:pt idx="799">
                  <c:v>138.473143041134</c:v>
                </c:pt>
                <c:pt idx="800">
                  <c:v>138.729764521122</c:v>
                </c:pt>
                <c:pt idx="801">
                  <c:v>138.942179620266</c:v>
                </c:pt>
                <c:pt idx="802">
                  <c:v>139.142434298992</c:v>
                </c:pt>
                <c:pt idx="803">
                  <c:v>139.340332448483</c:v>
                </c:pt>
                <c:pt idx="804">
                  <c:v>139.540761888027</c:v>
                </c:pt>
                <c:pt idx="805">
                  <c:v>139.757262051105</c:v>
                </c:pt>
                <c:pt idx="806">
                  <c:v>139.94032484293</c:v>
                </c:pt>
                <c:pt idx="807">
                  <c:v>140.057249248028</c:v>
                </c:pt>
                <c:pt idx="808">
                  <c:v>140.126623690128</c:v>
                </c:pt>
                <c:pt idx="809">
                  <c:v>140.23301756382</c:v>
                </c:pt>
                <c:pt idx="810">
                  <c:v>140.348599076271</c:v>
                </c:pt>
                <c:pt idx="811">
                  <c:v>140.476894855499</c:v>
                </c:pt>
                <c:pt idx="812">
                  <c:v>140.642718791962</c:v>
                </c:pt>
                <c:pt idx="813">
                  <c:v>140.788821458817</c:v>
                </c:pt>
                <c:pt idx="814">
                  <c:v>140.96130412817</c:v>
                </c:pt>
                <c:pt idx="815">
                  <c:v>141.117850959301</c:v>
                </c:pt>
                <c:pt idx="816">
                  <c:v>141.273889183998</c:v>
                </c:pt>
                <c:pt idx="817">
                  <c:v>141.437011480331</c:v>
                </c:pt>
                <c:pt idx="818">
                  <c:v>141.592258810997</c:v>
                </c:pt>
                <c:pt idx="819">
                  <c:v>141.740832328796</c:v>
                </c:pt>
                <c:pt idx="820">
                  <c:v>141.903376221657</c:v>
                </c:pt>
                <c:pt idx="821">
                  <c:v>142.074111044407</c:v>
                </c:pt>
                <c:pt idx="822">
                  <c:v>142.23774933815</c:v>
                </c:pt>
                <c:pt idx="823">
                  <c:v>142.480672001839</c:v>
                </c:pt>
                <c:pt idx="824">
                  <c:v>142.729845881462</c:v>
                </c:pt>
                <c:pt idx="825">
                  <c:v>142.972404956818</c:v>
                </c:pt>
                <c:pt idx="826">
                  <c:v>143.203570663929</c:v>
                </c:pt>
                <c:pt idx="827">
                  <c:v>143.417367637157</c:v>
                </c:pt>
                <c:pt idx="828">
                  <c:v>143.596084952354</c:v>
                </c:pt>
                <c:pt idx="829">
                  <c:v>143.74603420496</c:v>
                </c:pt>
                <c:pt idx="830">
                  <c:v>143.890646696091</c:v>
                </c:pt>
                <c:pt idx="831">
                  <c:v>144.067675828934</c:v>
                </c:pt>
                <c:pt idx="832">
                  <c:v>144.204455673695</c:v>
                </c:pt>
                <c:pt idx="833">
                  <c:v>144.275472164154</c:v>
                </c:pt>
                <c:pt idx="834">
                  <c:v>144.318695604801</c:v>
                </c:pt>
                <c:pt idx="835">
                  <c:v>144.310325801373</c:v>
                </c:pt>
                <c:pt idx="836">
                  <c:v>144.280175149441</c:v>
                </c:pt>
                <c:pt idx="837">
                  <c:v>144.205501496792</c:v>
                </c:pt>
                <c:pt idx="838">
                  <c:v>144.150279223919</c:v>
                </c:pt>
                <c:pt idx="839">
                  <c:v>144.183172106743</c:v>
                </c:pt>
                <c:pt idx="840">
                  <c:v>144.277569174767</c:v>
                </c:pt>
                <c:pt idx="841">
                  <c:v>144.385267853737</c:v>
                </c:pt>
                <c:pt idx="842">
                  <c:v>144.497977495193</c:v>
                </c:pt>
                <c:pt idx="843">
                  <c:v>144.593705356121</c:v>
                </c:pt>
                <c:pt idx="844">
                  <c:v>144.709470272064</c:v>
                </c:pt>
                <c:pt idx="845">
                  <c:v>144.82782638073</c:v>
                </c:pt>
                <c:pt idx="846">
                  <c:v>144.967337369919</c:v>
                </c:pt>
                <c:pt idx="847">
                  <c:v>145.106563687325</c:v>
                </c:pt>
                <c:pt idx="848">
                  <c:v>145.265907645226</c:v>
                </c:pt>
                <c:pt idx="849">
                  <c:v>145.411716580391</c:v>
                </c:pt>
                <c:pt idx="850">
                  <c:v>145.566202044487</c:v>
                </c:pt>
                <c:pt idx="851">
                  <c:v>145.711980819702</c:v>
                </c:pt>
                <c:pt idx="852">
                  <c:v>145.803016960621</c:v>
                </c:pt>
                <c:pt idx="853">
                  <c:v>145.94924300909</c:v>
                </c:pt>
                <c:pt idx="854">
                  <c:v>146.086403846741</c:v>
                </c:pt>
                <c:pt idx="855">
                  <c:v>146.29445207119</c:v>
                </c:pt>
                <c:pt idx="856">
                  <c:v>146.519765436649</c:v>
                </c:pt>
                <c:pt idx="857">
                  <c:v>146.823882043362</c:v>
                </c:pt>
                <c:pt idx="858">
                  <c:v>147.087341845036</c:v>
                </c:pt>
                <c:pt idx="859">
                  <c:v>147.323369204998</c:v>
                </c:pt>
                <c:pt idx="860">
                  <c:v>147.510927021503</c:v>
                </c:pt>
                <c:pt idx="861">
                  <c:v>147.679614961147</c:v>
                </c:pt>
                <c:pt idx="862">
                  <c:v>147.722278654575</c:v>
                </c:pt>
                <c:pt idx="863">
                  <c:v>147.675946176052</c:v>
                </c:pt>
                <c:pt idx="864">
                  <c:v>147.671664059162</c:v>
                </c:pt>
                <c:pt idx="865">
                  <c:v>147.748304486275</c:v>
                </c:pt>
                <c:pt idx="866">
                  <c:v>147.793354690075</c:v>
                </c:pt>
                <c:pt idx="867">
                  <c:v>147.898485302925</c:v>
                </c:pt>
                <c:pt idx="868">
                  <c:v>148.068806827068</c:v>
                </c:pt>
                <c:pt idx="869">
                  <c:v>148.285754144192</c:v>
                </c:pt>
                <c:pt idx="870">
                  <c:v>148.558145821095</c:v>
                </c:pt>
                <c:pt idx="871">
                  <c:v>148.85414147377</c:v>
                </c:pt>
                <c:pt idx="872">
                  <c:v>149.148654341698</c:v>
                </c:pt>
                <c:pt idx="873">
                  <c:v>149.415483415127</c:v>
                </c:pt>
                <c:pt idx="874">
                  <c:v>149.73836761713</c:v>
                </c:pt>
                <c:pt idx="875">
                  <c:v>150.075328171253</c:v>
                </c:pt>
                <c:pt idx="876">
                  <c:v>150.387932598591</c:v>
                </c:pt>
                <c:pt idx="877">
                  <c:v>150.711839258671</c:v>
                </c:pt>
                <c:pt idx="878">
                  <c:v>151.007759749889</c:v>
                </c:pt>
                <c:pt idx="879">
                  <c:v>151.323210656643</c:v>
                </c:pt>
                <c:pt idx="880">
                  <c:v>151.656709253788</c:v>
                </c:pt>
                <c:pt idx="881">
                  <c:v>151.986451566219</c:v>
                </c:pt>
                <c:pt idx="882">
                  <c:v>152.328399777412</c:v>
                </c:pt>
                <c:pt idx="883">
                  <c:v>152.666766762733</c:v>
                </c:pt>
                <c:pt idx="884">
                  <c:v>152.981909096241</c:v>
                </c:pt>
                <c:pt idx="885">
                  <c:v>153.283401548862</c:v>
                </c:pt>
                <c:pt idx="886">
                  <c:v>153.536724090576</c:v>
                </c:pt>
                <c:pt idx="887">
                  <c:v>153.730345487595</c:v>
                </c:pt>
                <c:pt idx="888">
                  <c:v>153.902983307838</c:v>
                </c:pt>
                <c:pt idx="889">
                  <c:v>153.979917287827</c:v>
                </c:pt>
                <c:pt idx="890">
                  <c:v>154.091107606888</c:v>
                </c:pt>
                <c:pt idx="891">
                  <c:v>154.212796986103</c:v>
                </c:pt>
                <c:pt idx="892">
                  <c:v>154.395786464214</c:v>
                </c:pt>
                <c:pt idx="893">
                  <c:v>154.565350711346</c:v>
                </c:pt>
                <c:pt idx="894">
                  <c:v>154.718373000622</c:v>
                </c:pt>
                <c:pt idx="895">
                  <c:v>154.784485936165</c:v>
                </c:pt>
                <c:pt idx="896">
                  <c:v>154.827872395515</c:v>
                </c:pt>
                <c:pt idx="897">
                  <c:v>154.85635393858</c:v>
                </c:pt>
                <c:pt idx="898">
                  <c:v>154.922164082527</c:v>
                </c:pt>
                <c:pt idx="899">
                  <c:v>155.025037765503</c:v>
                </c:pt>
                <c:pt idx="900">
                  <c:v>155.285259723663</c:v>
                </c:pt>
                <c:pt idx="901">
                  <c:v>155.53075927496</c:v>
                </c:pt>
                <c:pt idx="902">
                  <c:v>155.749183833599</c:v>
                </c:pt>
                <c:pt idx="903">
                  <c:v>155.928017497063</c:v>
                </c:pt>
                <c:pt idx="904">
                  <c:v>156.117721676827</c:v>
                </c:pt>
                <c:pt idx="905">
                  <c:v>156.211456418037</c:v>
                </c:pt>
                <c:pt idx="906">
                  <c:v>156.33947712183</c:v>
                </c:pt>
                <c:pt idx="907">
                  <c:v>156.470775425434</c:v>
                </c:pt>
                <c:pt idx="908">
                  <c:v>156.608092904091</c:v>
                </c:pt>
                <c:pt idx="909">
                  <c:v>156.690613925457</c:v>
                </c:pt>
                <c:pt idx="910">
                  <c:v>156.794461965561</c:v>
                </c:pt>
                <c:pt idx="911">
                  <c:v>156.873865246773</c:v>
                </c:pt>
                <c:pt idx="912">
                  <c:v>156.97789901495</c:v>
                </c:pt>
                <c:pt idx="913">
                  <c:v>157.050253689289</c:v>
                </c:pt>
                <c:pt idx="914">
                  <c:v>157.122011840344</c:v>
                </c:pt>
                <c:pt idx="915">
                  <c:v>157.160993993282</c:v>
                </c:pt>
                <c:pt idx="916">
                  <c:v>157.253878474236</c:v>
                </c:pt>
                <c:pt idx="917">
                  <c:v>157.287022650242</c:v>
                </c:pt>
                <c:pt idx="918">
                  <c:v>157.233332693577</c:v>
                </c:pt>
                <c:pt idx="919">
                  <c:v>157.227039277554</c:v>
                </c:pt>
                <c:pt idx="920">
                  <c:v>157.268827497959</c:v>
                </c:pt>
                <c:pt idx="921">
                  <c:v>157.310885548592</c:v>
                </c:pt>
                <c:pt idx="922">
                  <c:v>157.292000412941</c:v>
                </c:pt>
                <c:pt idx="923">
                  <c:v>157.275847673416</c:v>
                </c:pt>
                <c:pt idx="924">
                  <c:v>157.273971199989</c:v>
                </c:pt>
                <c:pt idx="925">
                  <c:v>157.333809733391</c:v>
                </c:pt>
                <c:pt idx="926">
                  <c:v>157.369154453278</c:v>
                </c:pt>
                <c:pt idx="927">
                  <c:v>157.368745565414</c:v>
                </c:pt>
                <c:pt idx="928">
                  <c:v>157.369719922543</c:v>
                </c:pt>
                <c:pt idx="929">
                  <c:v>157.377256929874</c:v>
                </c:pt>
                <c:pt idx="930">
                  <c:v>157.337701976299</c:v>
                </c:pt>
                <c:pt idx="931">
                  <c:v>157.279644548893</c:v>
                </c:pt>
                <c:pt idx="932">
                  <c:v>157.281013071537</c:v>
                </c:pt>
                <c:pt idx="933">
                  <c:v>157.321784257889</c:v>
                </c:pt>
                <c:pt idx="934">
                  <c:v>157.435643672943</c:v>
                </c:pt>
                <c:pt idx="935">
                  <c:v>157.516429781914</c:v>
                </c:pt>
                <c:pt idx="936">
                  <c:v>157.743526697159</c:v>
                </c:pt>
                <c:pt idx="937">
                  <c:v>157.949079394341</c:v>
                </c:pt>
                <c:pt idx="938">
                  <c:v>158.125757336617</c:v>
                </c:pt>
                <c:pt idx="939">
                  <c:v>158.266146123409</c:v>
                </c:pt>
                <c:pt idx="940">
                  <c:v>158.368538200855</c:v>
                </c:pt>
                <c:pt idx="941">
                  <c:v>158.501830160618</c:v>
                </c:pt>
                <c:pt idx="942">
                  <c:v>158.653903484345</c:v>
                </c:pt>
                <c:pt idx="943">
                  <c:v>158.835125207901</c:v>
                </c:pt>
                <c:pt idx="944">
                  <c:v>158.988660573959</c:v>
                </c:pt>
                <c:pt idx="945">
                  <c:v>159.160010874271</c:v>
                </c:pt>
                <c:pt idx="946">
                  <c:v>159.281945705414</c:v>
                </c:pt>
                <c:pt idx="947">
                  <c:v>159.433193206787</c:v>
                </c:pt>
                <c:pt idx="948">
                  <c:v>159.55858039856</c:v>
                </c:pt>
                <c:pt idx="949">
                  <c:v>159.715064764023</c:v>
                </c:pt>
                <c:pt idx="950">
                  <c:v>159.840032279491</c:v>
                </c:pt>
                <c:pt idx="951">
                  <c:v>159.945219695568</c:v>
                </c:pt>
                <c:pt idx="952">
                  <c:v>160.101161062717</c:v>
                </c:pt>
                <c:pt idx="953">
                  <c:v>160.236241459847</c:v>
                </c:pt>
                <c:pt idx="954">
                  <c:v>160.336736440659</c:v>
                </c:pt>
                <c:pt idx="955">
                  <c:v>160.398968458176</c:v>
                </c:pt>
                <c:pt idx="956">
                  <c:v>160.522156774998</c:v>
                </c:pt>
                <c:pt idx="957">
                  <c:v>160.672248899937</c:v>
                </c:pt>
                <c:pt idx="958">
                  <c:v>160.880219757557</c:v>
                </c:pt>
                <c:pt idx="959">
                  <c:v>161.042924165726</c:v>
                </c:pt>
                <c:pt idx="960">
                  <c:v>161.224630951881</c:v>
                </c:pt>
                <c:pt idx="961">
                  <c:v>161.424324214458</c:v>
                </c:pt>
                <c:pt idx="962">
                  <c:v>161.629692852497</c:v>
                </c:pt>
                <c:pt idx="963">
                  <c:v>161.898430049419</c:v>
                </c:pt>
                <c:pt idx="964">
                  <c:v>162.135283410549</c:v>
                </c:pt>
                <c:pt idx="965">
                  <c:v>162.342179358006</c:v>
                </c:pt>
                <c:pt idx="966">
                  <c:v>162.581555187702</c:v>
                </c:pt>
                <c:pt idx="967">
                  <c:v>162.861095488071</c:v>
                </c:pt>
                <c:pt idx="968">
                  <c:v>163.119145035744</c:v>
                </c:pt>
                <c:pt idx="969">
                  <c:v>163.385522007942</c:v>
                </c:pt>
                <c:pt idx="970">
                  <c:v>163.635807394981</c:v>
                </c:pt>
                <c:pt idx="971">
                  <c:v>163.88456094265</c:v>
                </c:pt>
                <c:pt idx="972">
                  <c:v>164.143387377262</c:v>
                </c:pt>
                <c:pt idx="973">
                  <c:v>164.374079465866</c:v>
                </c:pt>
                <c:pt idx="974">
                  <c:v>164.621187210083</c:v>
                </c:pt>
                <c:pt idx="975">
                  <c:v>164.860622644424</c:v>
                </c:pt>
                <c:pt idx="976">
                  <c:v>165.125659227371</c:v>
                </c:pt>
                <c:pt idx="977">
                  <c:v>165.433737874031</c:v>
                </c:pt>
                <c:pt idx="978">
                  <c:v>165.694247186184</c:v>
                </c:pt>
                <c:pt idx="979">
                  <c:v>165.899979293346</c:v>
                </c:pt>
                <c:pt idx="980">
                  <c:v>166.024223387241</c:v>
                </c:pt>
                <c:pt idx="981">
                  <c:v>166.203919887543</c:v>
                </c:pt>
                <c:pt idx="982">
                  <c:v>166.387762904167</c:v>
                </c:pt>
                <c:pt idx="983">
                  <c:v>166.604391753674</c:v>
                </c:pt>
                <c:pt idx="984">
                  <c:v>166.743104994297</c:v>
                </c:pt>
                <c:pt idx="985">
                  <c:v>166.899728655815</c:v>
                </c:pt>
                <c:pt idx="986">
                  <c:v>167.015610516071</c:v>
                </c:pt>
                <c:pt idx="987">
                  <c:v>167.186585187912</c:v>
                </c:pt>
                <c:pt idx="988">
                  <c:v>167.358101725578</c:v>
                </c:pt>
                <c:pt idx="989">
                  <c:v>167.558517038822</c:v>
                </c:pt>
                <c:pt idx="990">
                  <c:v>167.727470815182</c:v>
                </c:pt>
                <c:pt idx="991">
                  <c:v>167.878100574017</c:v>
                </c:pt>
                <c:pt idx="992">
                  <c:v>167.999355554581</c:v>
                </c:pt>
                <c:pt idx="993">
                  <c:v>168.065830588341</c:v>
                </c:pt>
                <c:pt idx="994">
                  <c:v>168.122540414333</c:v>
                </c:pt>
                <c:pt idx="995">
                  <c:v>168.211772978306</c:v>
                </c:pt>
                <c:pt idx="996">
                  <c:v>168.331302762032</c:v>
                </c:pt>
                <c:pt idx="997">
                  <c:v>168.458181679249</c:v>
                </c:pt>
                <c:pt idx="998">
                  <c:v>168.630939543247</c:v>
                </c:pt>
                <c:pt idx="999">
                  <c:v>168.801400244236</c:v>
                </c:pt>
                <c:pt idx="1000">
                  <c:v>168.990380823612</c:v>
                </c:pt>
                <c:pt idx="1001">
                  <c:v>169.226676464081</c:v>
                </c:pt>
                <c:pt idx="1002">
                  <c:v>169.425657808781</c:v>
                </c:pt>
                <c:pt idx="1003">
                  <c:v>169.563534617424</c:v>
                </c:pt>
                <c:pt idx="1004">
                  <c:v>169.696719646454</c:v>
                </c:pt>
                <c:pt idx="1005">
                  <c:v>169.821808218956</c:v>
                </c:pt>
                <c:pt idx="1006">
                  <c:v>170.073285698891</c:v>
                </c:pt>
                <c:pt idx="1007">
                  <c:v>170.258751749992</c:v>
                </c:pt>
                <c:pt idx="1008">
                  <c:v>170.479602575302</c:v>
                </c:pt>
                <c:pt idx="1009">
                  <c:v>170.614133179188</c:v>
                </c:pt>
                <c:pt idx="1010">
                  <c:v>170.783217251301</c:v>
                </c:pt>
                <c:pt idx="1011">
                  <c:v>170.920718491077</c:v>
                </c:pt>
                <c:pt idx="1012">
                  <c:v>171.117441236973</c:v>
                </c:pt>
                <c:pt idx="1013">
                  <c:v>171.285201966763</c:v>
                </c:pt>
                <c:pt idx="1014">
                  <c:v>171.437711894512</c:v>
                </c:pt>
                <c:pt idx="1015">
                  <c:v>171.592654287815</c:v>
                </c:pt>
                <c:pt idx="1016">
                  <c:v>171.73877632618</c:v>
                </c:pt>
                <c:pt idx="1017">
                  <c:v>171.894019246101</c:v>
                </c:pt>
                <c:pt idx="1018">
                  <c:v>172.036130428314</c:v>
                </c:pt>
                <c:pt idx="1019">
                  <c:v>172.173806190491</c:v>
                </c:pt>
                <c:pt idx="1020">
                  <c:v>172.36058473587</c:v>
                </c:pt>
                <c:pt idx="1021">
                  <c:v>172.554452061653</c:v>
                </c:pt>
                <c:pt idx="1022">
                  <c:v>172.794664680958</c:v>
                </c:pt>
                <c:pt idx="1023">
                  <c:v>173.040302813053</c:v>
                </c:pt>
                <c:pt idx="1024">
                  <c:v>173.255035221577</c:v>
                </c:pt>
                <c:pt idx="1025">
                  <c:v>173.477241754532</c:v>
                </c:pt>
                <c:pt idx="1026">
                  <c:v>173.681894004345</c:v>
                </c:pt>
                <c:pt idx="1027">
                  <c:v>173.910712242126</c:v>
                </c:pt>
                <c:pt idx="1028">
                  <c:v>174.111221671104</c:v>
                </c:pt>
                <c:pt idx="1029">
                  <c:v>174.310997903347</c:v>
                </c:pt>
                <c:pt idx="1030">
                  <c:v>174.530432522297</c:v>
                </c:pt>
                <c:pt idx="1031">
                  <c:v>174.737414419651</c:v>
                </c:pt>
                <c:pt idx="1032">
                  <c:v>174.969209611416</c:v>
                </c:pt>
                <c:pt idx="1033">
                  <c:v>175.212136566639</c:v>
                </c:pt>
                <c:pt idx="1034">
                  <c:v>175.414325535297</c:v>
                </c:pt>
                <c:pt idx="1035">
                  <c:v>175.601087749004</c:v>
                </c:pt>
                <c:pt idx="1036">
                  <c:v>175.771103441715</c:v>
                </c:pt>
                <c:pt idx="1037">
                  <c:v>175.894751727581</c:v>
                </c:pt>
                <c:pt idx="1038">
                  <c:v>176.014034330845</c:v>
                </c:pt>
                <c:pt idx="1039">
                  <c:v>176.169089019299</c:v>
                </c:pt>
                <c:pt idx="1040">
                  <c:v>176.293506264687</c:v>
                </c:pt>
                <c:pt idx="1041">
                  <c:v>176.432212173939</c:v>
                </c:pt>
                <c:pt idx="1042">
                  <c:v>176.502184391022</c:v>
                </c:pt>
                <c:pt idx="1043">
                  <c:v>176.579556822777</c:v>
                </c:pt>
                <c:pt idx="1044">
                  <c:v>176.681466639042</c:v>
                </c:pt>
                <c:pt idx="1045">
                  <c:v>176.744564473629</c:v>
                </c:pt>
                <c:pt idx="1046">
                  <c:v>176.774276256561</c:v>
                </c:pt>
                <c:pt idx="1047">
                  <c:v>176.81954318285</c:v>
                </c:pt>
                <c:pt idx="1048">
                  <c:v>176.835004448891</c:v>
                </c:pt>
                <c:pt idx="1049">
                  <c:v>176.829509973526</c:v>
                </c:pt>
                <c:pt idx="1050">
                  <c:v>176.789140462875</c:v>
                </c:pt>
                <c:pt idx="1051">
                  <c:v>176.686174869537</c:v>
                </c:pt>
                <c:pt idx="1052">
                  <c:v>176.543241739273</c:v>
                </c:pt>
                <c:pt idx="1053">
                  <c:v>176.390468239784</c:v>
                </c:pt>
                <c:pt idx="1054">
                  <c:v>176.293672204018</c:v>
                </c:pt>
                <c:pt idx="1055">
                  <c:v>176.280109405518</c:v>
                </c:pt>
                <c:pt idx="1056">
                  <c:v>176.344369113445</c:v>
                </c:pt>
                <c:pt idx="1057">
                  <c:v>176.376041889191</c:v>
                </c:pt>
                <c:pt idx="1058">
                  <c:v>176.402035295963</c:v>
                </c:pt>
                <c:pt idx="1059">
                  <c:v>176.418217897415</c:v>
                </c:pt>
                <c:pt idx="1060">
                  <c:v>176.467613697052</c:v>
                </c:pt>
                <c:pt idx="1061">
                  <c:v>176.521287202835</c:v>
                </c:pt>
                <c:pt idx="1062">
                  <c:v>176.633051216602</c:v>
                </c:pt>
                <c:pt idx="1063">
                  <c:v>176.732366263866</c:v>
                </c:pt>
                <c:pt idx="1064">
                  <c:v>176.799178600311</c:v>
                </c:pt>
                <c:pt idx="1065">
                  <c:v>176.878763914108</c:v>
                </c:pt>
                <c:pt idx="1066">
                  <c:v>176.932797908783</c:v>
                </c:pt>
                <c:pt idx="1067">
                  <c:v>176.986222505569</c:v>
                </c:pt>
                <c:pt idx="1068">
                  <c:v>177.116869390011</c:v>
                </c:pt>
                <c:pt idx="1069">
                  <c:v>177.222387611866</c:v>
                </c:pt>
                <c:pt idx="1070">
                  <c:v>177.324309170246</c:v>
                </c:pt>
                <c:pt idx="1071">
                  <c:v>177.475682020187</c:v>
                </c:pt>
                <c:pt idx="1072">
                  <c:v>177.642794907093</c:v>
                </c:pt>
                <c:pt idx="1073">
                  <c:v>177.816827356815</c:v>
                </c:pt>
                <c:pt idx="1074">
                  <c:v>177.969945013523</c:v>
                </c:pt>
                <c:pt idx="1075">
                  <c:v>178.073667645454</c:v>
                </c:pt>
                <c:pt idx="1076">
                  <c:v>178.147178292275</c:v>
                </c:pt>
                <c:pt idx="1077">
                  <c:v>178.196133494377</c:v>
                </c:pt>
                <c:pt idx="1078">
                  <c:v>178.240804731846</c:v>
                </c:pt>
                <c:pt idx="1079">
                  <c:v>178.287090837956</c:v>
                </c:pt>
                <c:pt idx="1080">
                  <c:v>178.341719269753</c:v>
                </c:pt>
                <c:pt idx="1081">
                  <c:v>178.36590218544</c:v>
                </c:pt>
                <c:pt idx="1082">
                  <c:v>178.434809267521</c:v>
                </c:pt>
                <c:pt idx="1083">
                  <c:v>178.495359122753</c:v>
                </c:pt>
                <c:pt idx="1084">
                  <c:v>178.549175083637</c:v>
                </c:pt>
                <c:pt idx="1085">
                  <c:v>178.640466094017</c:v>
                </c:pt>
                <c:pt idx="1086">
                  <c:v>178.697611451149</c:v>
                </c:pt>
                <c:pt idx="1087">
                  <c:v>178.750448048115</c:v>
                </c:pt>
                <c:pt idx="1088">
                  <c:v>178.76370626688</c:v>
                </c:pt>
                <c:pt idx="1089">
                  <c:v>178.756506145</c:v>
                </c:pt>
                <c:pt idx="1090">
                  <c:v>178.794395506382</c:v>
                </c:pt>
                <c:pt idx="1091">
                  <c:v>178.861943244934</c:v>
                </c:pt>
                <c:pt idx="1092">
                  <c:v>178.985892772675</c:v>
                </c:pt>
                <c:pt idx="1093">
                  <c:v>179.071301162243</c:v>
                </c:pt>
                <c:pt idx="1094">
                  <c:v>179.105305910111</c:v>
                </c:pt>
                <c:pt idx="1095">
                  <c:v>179.107162058353</c:v>
                </c:pt>
                <c:pt idx="1096">
                  <c:v>179.114803552628</c:v>
                </c:pt>
                <c:pt idx="1097">
                  <c:v>179.07614672184</c:v>
                </c:pt>
                <c:pt idx="1098">
                  <c:v>179.066590189934</c:v>
                </c:pt>
                <c:pt idx="1099">
                  <c:v>179.058091759682</c:v>
                </c:pt>
                <c:pt idx="1100">
                  <c:v>179.098580598831</c:v>
                </c:pt>
                <c:pt idx="1101">
                  <c:v>179.147423088551</c:v>
                </c:pt>
                <c:pt idx="1102">
                  <c:v>179.172065258026</c:v>
                </c:pt>
                <c:pt idx="1103">
                  <c:v>179.178393483162</c:v>
                </c:pt>
                <c:pt idx="1104">
                  <c:v>179.232141077518</c:v>
                </c:pt>
                <c:pt idx="1105">
                  <c:v>179.25267213583</c:v>
                </c:pt>
                <c:pt idx="1106">
                  <c:v>179.31843483448</c:v>
                </c:pt>
                <c:pt idx="1107">
                  <c:v>179.434409379959</c:v>
                </c:pt>
                <c:pt idx="1108">
                  <c:v>179.586027801037</c:v>
                </c:pt>
                <c:pt idx="1109">
                  <c:v>179.706553399563</c:v>
                </c:pt>
                <c:pt idx="1110">
                  <c:v>179.758788466454</c:v>
                </c:pt>
                <c:pt idx="1111">
                  <c:v>179.834563732147</c:v>
                </c:pt>
                <c:pt idx="1112">
                  <c:v>179.891443371773</c:v>
                </c:pt>
                <c:pt idx="1113">
                  <c:v>180.017671346664</c:v>
                </c:pt>
                <c:pt idx="1114">
                  <c:v>180.155719697475</c:v>
                </c:pt>
                <c:pt idx="1115">
                  <c:v>180.285517454147</c:v>
                </c:pt>
                <c:pt idx="1116">
                  <c:v>180.430428206921</c:v>
                </c:pt>
                <c:pt idx="1117">
                  <c:v>180.628508985043</c:v>
                </c:pt>
                <c:pt idx="1118">
                  <c:v>180.745026409626</c:v>
                </c:pt>
                <c:pt idx="1119">
                  <c:v>180.926081359386</c:v>
                </c:pt>
                <c:pt idx="1120">
                  <c:v>181.102898359299</c:v>
                </c:pt>
                <c:pt idx="1121">
                  <c:v>181.304642021656</c:v>
                </c:pt>
                <c:pt idx="1122">
                  <c:v>181.54821819067</c:v>
                </c:pt>
                <c:pt idx="1123">
                  <c:v>181.815077245235</c:v>
                </c:pt>
                <c:pt idx="1124">
                  <c:v>182.066690087318</c:v>
                </c:pt>
                <c:pt idx="1125">
                  <c:v>182.29995071888</c:v>
                </c:pt>
                <c:pt idx="1126">
                  <c:v>182.465493142605</c:v>
                </c:pt>
                <c:pt idx="1127">
                  <c:v>182.646021604538</c:v>
                </c:pt>
                <c:pt idx="1128">
                  <c:v>182.858341515064</c:v>
                </c:pt>
                <c:pt idx="1129">
                  <c:v>183.057285130024</c:v>
                </c:pt>
                <c:pt idx="1130">
                  <c:v>183.270001113415</c:v>
                </c:pt>
                <c:pt idx="1131">
                  <c:v>183.515808224678</c:v>
                </c:pt>
                <c:pt idx="1132">
                  <c:v>183.747763335705</c:v>
                </c:pt>
                <c:pt idx="1133">
                  <c:v>183.948971033096</c:v>
                </c:pt>
                <c:pt idx="1134">
                  <c:v>184.185086548328</c:v>
                </c:pt>
                <c:pt idx="1135">
                  <c:v>184.451115369797</c:v>
                </c:pt>
                <c:pt idx="1136">
                  <c:v>184.670074820519</c:v>
                </c:pt>
                <c:pt idx="1137">
                  <c:v>184.842599034309</c:v>
                </c:pt>
                <c:pt idx="1138">
                  <c:v>185.078938126564</c:v>
                </c:pt>
                <c:pt idx="1139">
                  <c:v>185.268294095993</c:v>
                </c:pt>
                <c:pt idx="1140">
                  <c:v>185.496370434761</c:v>
                </c:pt>
                <c:pt idx="1141">
                  <c:v>185.759368538857</c:v>
                </c:pt>
                <c:pt idx="1142">
                  <c:v>186.022966444492</c:v>
                </c:pt>
                <c:pt idx="1143">
                  <c:v>186.23131942749</c:v>
                </c:pt>
                <c:pt idx="1144">
                  <c:v>186.4120002985</c:v>
                </c:pt>
                <c:pt idx="1145">
                  <c:v>186.550895094872</c:v>
                </c:pt>
                <c:pt idx="1146">
                  <c:v>186.731023311615</c:v>
                </c:pt>
                <c:pt idx="1147">
                  <c:v>186.892444133759</c:v>
                </c:pt>
                <c:pt idx="1148">
                  <c:v>186.940528512001</c:v>
                </c:pt>
                <c:pt idx="1149">
                  <c:v>187.000385761261</c:v>
                </c:pt>
                <c:pt idx="1150">
                  <c:v>187.07558119297</c:v>
                </c:pt>
                <c:pt idx="1151">
                  <c:v>187.150543272495</c:v>
                </c:pt>
                <c:pt idx="1152">
                  <c:v>187.203902304173</c:v>
                </c:pt>
                <c:pt idx="1153">
                  <c:v>187.209553539753</c:v>
                </c:pt>
                <c:pt idx="1154">
                  <c:v>187.240855574608</c:v>
                </c:pt>
                <c:pt idx="1155">
                  <c:v>187.263153851032</c:v>
                </c:pt>
                <c:pt idx="1156">
                  <c:v>187.302551090717</c:v>
                </c:pt>
                <c:pt idx="1157">
                  <c:v>187.314643323422</c:v>
                </c:pt>
                <c:pt idx="1158">
                  <c:v>187.280754745007</c:v>
                </c:pt>
                <c:pt idx="1159">
                  <c:v>187.264909088612</c:v>
                </c:pt>
                <c:pt idx="1160">
                  <c:v>187.243110954762</c:v>
                </c:pt>
                <c:pt idx="1161">
                  <c:v>187.21561640501</c:v>
                </c:pt>
                <c:pt idx="1162">
                  <c:v>187.15316170454</c:v>
                </c:pt>
                <c:pt idx="1163">
                  <c:v>187.121342480183</c:v>
                </c:pt>
                <c:pt idx="1164">
                  <c:v>187.140634298325</c:v>
                </c:pt>
                <c:pt idx="1165">
                  <c:v>187.174496233463</c:v>
                </c:pt>
                <c:pt idx="1166">
                  <c:v>187.211227416992</c:v>
                </c:pt>
                <c:pt idx="1167">
                  <c:v>187.235650658608</c:v>
                </c:pt>
                <c:pt idx="1168">
                  <c:v>187.269656956196</c:v>
                </c:pt>
                <c:pt idx="1169">
                  <c:v>187.262408077717</c:v>
                </c:pt>
                <c:pt idx="1170">
                  <c:v>187.257849156857</c:v>
                </c:pt>
                <c:pt idx="1171">
                  <c:v>187.217246711254</c:v>
                </c:pt>
                <c:pt idx="1172">
                  <c:v>187.206879675388</c:v>
                </c:pt>
                <c:pt idx="1173">
                  <c:v>187.246425032616</c:v>
                </c:pt>
                <c:pt idx="1174">
                  <c:v>187.303187072277</c:v>
                </c:pt>
                <c:pt idx="1175">
                  <c:v>187.282712876797</c:v>
                </c:pt>
                <c:pt idx="1176">
                  <c:v>187.353954017162</c:v>
                </c:pt>
                <c:pt idx="1177">
                  <c:v>187.42072558403</c:v>
                </c:pt>
                <c:pt idx="1178">
                  <c:v>187.495718955994</c:v>
                </c:pt>
                <c:pt idx="1179">
                  <c:v>187.568978905678</c:v>
                </c:pt>
                <c:pt idx="1180">
                  <c:v>187.657416880131</c:v>
                </c:pt>
                <c:pt idx="1181">
                  <c:v>187.757858812809</c:v>
                </c:pt>
                <c:pt idx="1182">
                  <c:v>187.845625817776</c:v>
                </c:pt>
                <c:pt idx="1183">
                  <c:v>187.904325187206</c:v>
                </c:pt>
                <c:pt idx="1184">
                  <c:v>187.987785339355</c:v>
                </c:pt>
                <c:pt idx="1185">
                  <c:v>188.090953230858</c:v>
                </c:pt>
                <c:pt idx="1186">
                  <c:v>188.208551466465</c:v>
                </c:pt>
                <c:pt idx="1187">
                  <c:v>188.339413404465</c:v>
                </c:pt>
                <c:pt idx="1188">
                  <c:v>188.581268131733</c:v>
                </c:pt>
                <c:pt idx="1189">
                  <c:v>188.825771987438</c:v>
                </c:pt>
                <c:pt idx="1190">
                  <c:v>189.05742007494</c:v>
                </c:pt>
                <c:pt idx="1191">
                  <c:v>189.240313351154</c:v>
                </c:pt>
                <c:pt idx="1192">
                  <c:v>189.412600278854</c:v>
                </c:pt>
                <c:pt idx="1193">
                  <c:v>189.602923870087</c:v>
                </c:pt>
                <c:pt idx="1194">
                  <c:v>189.767273068428</c:v>
                </c:pt>
                <c:pt idx="1195">
                  <c:v>189.980561494827</c:v>
                </c:pt>
                <c:pt idx="1196">
                  <c:v>190.191903948784</c:v>
                </c:pt>
                <c:pt idx="1197">
                  <c:v>190.399324178696</c:v>
                </c:pt>
                <c:pt idx="1198">
                  <c:v>190.63184928894</c:v>
                </c:pt>
                <c:pt idx="1199">
                  <c:v>190.827610075474</c:v>
                </c:pt>
                <c:pt idx="1200">
                  <c:v>191.088093817234</c:v>
                </c:pt>
                <c:pt idx="1201">
                  <c:v>191.410298287869</c:v>
                </c:pt>
                <c:pt idx="1202">
                  <c:v>191.741181254387</c:v>
                </c:pt>
                <c:pt idx="1203">
                  <c:v>192.081110656261</c:v>
                </c:pt>
                <c:pt idx="1204">
                  <c:v>192.41667842865</c:v>
                </c:pt>
                <c:pt idx="1205">
                  <c:v>192.748927474022</c:v>
                </c:pt>
                <c:pt idx="1206">
                  <c:v>193.081608533859</c:v>
                </c:pt>
                <c:pt idx="1207">
                  <c:v>193.375304341316</c:v>
                </c:pt>
                <c:pt idx="1208">
                  <c:v>193.63628089428</c:v>
                </c:pt>
                <c:pt idx="1209">
                  <c:v>193.906543731689</c:v>
                </c:pt>
                <c:pt idx="1210">
                  <c:v>194.214859247208</c:v>
                </c:pt>
                <c:pt idx="1211">
                  <c:v>194.55733704567</c:v>
                </c:pt>
                <c:pt idx="1212">
                  <c:v>194.818291783333</c:v>
                </c:pt>
                <c:pt idx="1213">
                  <c:v>195.103342950344</c:v>
                </c:pt>
                <c:pt idx="1214">
                  <c:v>195.389014065266</c:v>
                </c:pt>
                <c:pt idx="1215">
                  <c:v>195.701730430126</c:v>
                </c:pt>
                <c:pt idx="1216">
                  <c:v>196.035926640034</c:v>
                </c:pt>
                <c:pt idx="1217">
                  <c:v>196.367139279842</c:v>
                </c:pt>
                <c:pt idx="1218">
                  <c:v>196.700362384319</c:v>
                </c:pt>
                <c:pt idx="1219">
                  <c:v>196.944978058338</c:v>
                </c:pt>
                <c:pt idx="1220">
                  <c:v>197.215071082115</c:v>
                </c:pt>
                <c:pt idx="1221">
                  <c:v>197.45973187685</c:v>
                </c:pt>
                <c:pt idx="1222">
                  <c:v>197.696508705616</c:v>
                </c:pt>
                <c:pt idx="1223">
                  <c:v>197.930312752724</c:v>
                </c:pt>
                <c:pt idx="1224">
                  <c:v>198.204142570496</c:v>
                </c:pt>
                <c:pt idx="1225">
                  <c:v>198.465681195259</c:v>
                </c:pt>
                <c:pt idx="1226">
                  <c:v>198.75691306591</c:v>
                </c:pt>
                <c:pt idx="1227">
                  <c:v>198.98007184267</c:v>
                </c:pt>
                <c:pt idx="1228">
                  <c:v>199.18315589428</c:v>
                </c:pt>
                <c:pt idx="1229">
                  <c:v>199.305772781372</c:v>
                </c:pt>
                <c:pt idx="1230">
                  <c:v>199.443032503128</c:v>
                </c:pt>
                <c:pt idx="1231">
                  <c:v>199.544801354408</c:v>
                </c:pt>
                <c:pt idx="1232">
                  <c:v>199.648799240589</c:v>
                </c:pt>
                <c:pt idx="1233">
                  <c:v>199.757825911045</c:v>
                </c:pt>
                <c:pt idx="1234">
                  <c:v>199.827848792076</c:v>
                </c:pt>
                <c:pt idx="1235">
                  <c:v>199.863345205784</c:v>
                </c:pt>
                <c:pt idx="1236">
                  <c:v>199.870268464088</c:v>
                </c:pt>
                <c:pt idx="1237">
                  <c:v>199.853797793388</c:v>
                </c:pt>
                <c:pt idx="1238">
                  <c:v>199.828943967819</c:v>
                </c:pt>
                <c:pt idx="1239">
                  <c:v>199.807795524597</c:v>
                </c:pt>
                <c:pt idx="1240">
                  <c:v>199.822049021721</c:v>
                </c:pt>
                <c:pt idx="1241">
                  <c:v>199.852316200733</c:v>
                </c:pt>
                <c:pt idx="1242">
                  <c:v>199.938360929489</c:v>
                </c:pt>
                <c:pt idx="1243">
                  <c:v>199.976089656353</c:v>
                </c:pt>
                <c:pt idx="1244">
                  <c:v>199.994333267212</c:v>
                </c:pt>
                <c:pt idx="1245">
                  <c:v>199.975841999054</c:v>
                </c:pt>
                <c:pt idx="1246">
                  <c:v>199.937944293022</c:v>
                </c:pt>
                <c:pt idx="1247">
                  <c:v>199.927803874016</c:v>
                </c:pt>
                <c:pt idx="1248">
                  <c:v>199.924637317657</c:v>
                </c:pt>
                <c:pt idx="1249">
                  <c:v>199.949448943138</c:v>
                </c:pt>
                <c:pt idx="1250">
                  <c:v>200.005344331265</c:v>
                </c:pt>
                <c:pt idx="1251">
                  <c:v>199.957422196865</c:v>
                </c:pt>
                <c:pt idx="1252">
                  <c:v>199.912925899029</c:v>
                </c:pt>
                <c:pt idx="1253">
                  <c:v>199.866280257702</c:v>
                </c:pt>
                <c:pt idx="1254">
                  <c:v>199.8694049716</c:v>
                </c:pt>
                <c:pt idx="1255">
                  <c:v>199.913097441196</c:v>
                </c:pt>
                <c:pt idx="1256">
                  <c:v>199.942078471184</c:v>
                </c:pt>
                <c:pt idx="1257">
                  <c:v>200.030840039253</c:v>
                </c:pt>
                <c:pt idx="1258">
                  <c:v>200.11092633009</c:v>
                </c:pt>
                <c:pt idx="1259">
                  <c:v>200.237716555595</c:v>
                </c:pt>
                <c:pt idx="1260">
                  <c:v>200.342465758324</c:v>
                </c:pt>
                <c:pt idx="1261">
                  <c:v>200.411926865578</c:v>
                </c:pt>
                <c:pt idx="1262">
                  <c:v>200.547007203102</c:v>
                </c:pt>
                <c:pt idx="1263">
                  <c:v>200.68322122097</c:v>
                </c:pt>
                <c:pt idx="1264">
                  <c:v>200.914096832275</c:v>
                </c:pt>
                <c:pt idx="1265">
                  <c:v>201.154309034348</c:v>
                </c:pt>
                <c:pt idx="1266">
                  <c:v>201.364397764206</c:v>
                </c:pt>
                <c:pt idx="1267">
                  <c:v>201.642787396908</c:v>
                </c:pt>
                <c:pt idx="1268">
                  <c:v>201.918749511242</c:v>
                </c:pt>
                <c:pt idx="1269">
                  <c:v>202.202517986298</c:v>
                </c:pt>
                <c:pt idx="1270">
                  <c:v>202.501382529736</c:v>
                </c:pt>
                <c:pt idx="1271">
                  <c:v>202.749806702137</c:v>
                </c:pt>
                <c:pt idx="1272">
                  <c:v>203.013833343983</c:v>
                </c:pt>
                <c:pt idx="1273">
                  <c:v>203.312828302383</c:v>
                </c:pt>
                <c:pt idx="1274">
                  <c:v>203.614054262638</c:v>
                </c:pt>
                <c:pt idx="1275">
                  <c:v>203.903900384903</c:v>
                </c:pt>
                <c:pt idx="1276">
                  <c:v>204.162026643753</c:v>
                </c:pt>
                <c:pt idx="1277">
                  <c:v>204.397565245628</c:v>
                </c:pt>
                <c:pt idx="1278">
                  <c:v>204.601482093334</c:v>
                </c:pt>
                <c:pt idx="1279">
                  <c:v>204.841727077961</c:v>
                </c:pt>
                <c:pt idx="1280">
                  <c:v>205.065038919449</c:v>
                </c:pt>
                <c:pt idx="1281">
                  <c:v>205.255022525787</c:v>
                </c:pt>
                <c:pt idx="1282">
                  <c:v>205.423047542572</c:v>
                </c:pt>
                <c:pt idx="1283">
                  <c:v>205.652939796448</c:v>
                </c:pt>
                <c:pt idx="1284">
                  <c:v>205.877178609371</c:v>
                </c:pt>
                <c:pt idx="1285">
                  <c:v>206.059734225273</c:v>
                </c:pt>
                <c:pt idx="1286">
                  <c:v>206.274398267269</c:v>
                </c:pt>
                <c:pt idx="1287">
                  <c:v>206.485710084438</c:v>
                </c:pt>
                <c:pt idx="1288">
                  <c:v>206.691113114357</c:v>
                </c:pt>
                <c:pt idx="1289">
                  <c:v>206.893684864044</c:v>
                </c:pt>
                <c:pt idx="1290">
                  <c:v>207.195231378078</c:v>
                </c:pt>
                <c:pt idx="1291">
                  <c:v>207.528955459595</c:v>
                </c:pt>
                <c:pt idx="1292">
                  <c:v>207.727562129498</c:v>
                </c:pt>
                <c:pt idx="1293">
                  <c:v>208.008205831051</c:v>
                </c:pt>
                <c:pt idx="1294">
                  <c:v>208.256337404251</c:v>
                </c:pt>
                <c:pt idx="1295">
                  <c:v>208.535381555557</c:v>
                </c:pt>
                <c:pt idx="1296">
                  <c:v>208.859387159348</c:v>
                </c:pt>
                <c:pt idx="1297">
                  <c:v>209.165613472462</c:v>
                </c:pt>
                <c:pt idx="1298">
                  <c:v>209.425353467464</c:v>
                </c:pt>
                <c:pt idx="1299">
                  <c:v>209.633023679256</c:v>
                </c:pt>
                <c:pt idx="1300">
                  <c:v>209.872083425522</c:v>
                </c:pt>
                <c:pt idx="1301">
                  <c:v>210.142770648003</c:v>
                </c:pt>
                <c:pt idx="1302">
                  <c:v>210.400741696358</c:v>
                </c:pt>
                <c:pt idx="1303">
                  <c:v>210.6646078825</c:v>
                </c:pt>
                <c:pt idx="1304">
                  <c:v>210.885891437531</c:v>
                </c:pt>
                <c:pt idx="1305">
                  <c:v>211.058837532997</c:v>
                </c:pt>
                <c:pt idx="1306">
                  <c:v>211.225229203701</c:v>
                </c:pt>
                <c:pt idx="1307">
                  <c:v>211.404246807098</c:v>
                </c:pt>
                <c:pt idx="1308">
                  <c:v>211.589152336121</c:v>
                </c:pt>
                <c:pt idx="1309">
                  <c:v>211.746086239815</c:v>
                </c:pt>
                <c:pt idx="1310">
                  <c:v>211.890953719616</c:v>
                </c:pt>
                <c:pt idx="1311">
                  <c:v>212.07239729166</c:v>
                </c:pt>
                <c:pt idx="1312">
                  <c:v>212.241932690144</c:v>
                </c:pt>
                <c:pt idx="1313">
                  <c:v>212.401213824749</c:v>
                </c:pt>
                <c:pt idx="1314">
                  <c:v>212.548855364323</c:v>
                </c:pt>
                <c:pt idx="1315">
                  <c:v>212.681632101536</c:v>
                </c:pt>
                <c:pt idx="1316">
                  <c:v>212.784970164299</c:v>
                </c:pt>
                <c:pt idx="1317">
                  <c:v>212.956423580647</c:v>
                </c:pt>
                <c:pt idx="1318">
                  <c:v>213.13438898325</c:v>
                </c:pt>
                <c:pt idx="1319">
                  <c:v>213.320942461491</c:v>
                </c:pt>
                <c:pt idx="1320">
                  <c:v>213.465150356293</c:v>
                </c:pt>
                <c:pt idx="1321">
                  <c:v>213.553337395191</c:v>
                </c:pt>
                <c:pt idx="1322">
                  <c:v>213.629930078983</c:v>
                </c:pt>
                <c:pt idx="1323">
                  <c:v>213.723415076733</c:v>
                </c:pt>
                <c:pt idx="1324">
                  <c:v>213.843668818474</c:v>
                </c:pt>
                <c:pt idx="1325">
                  <c:v>213.968910694122</c:v>
                </c:pt>
                <c:pt idx="1326">
                  <c:v>214.073789954186</c:v>
                </c:pt>
                <c:pt idx="1327">
                  <c:v>214.178942918777</c:v>
                </c:pt>
                <c:pt idx="1328">
                  <c:v>214.333067774773</c:v>
                </c:pt>
                <c:pt idx="1329">
                  <c:v>214.48478102684</c:v>
                </c:pt>
                <c:pt idx="1330">
                  <c:v>214.634414732456</c:v>
                </c:pt>
                <c:pt idx="1331">
                  <c:v>214.805400967598</c:v>
                </c:pt>
                <c:pt idx="1332">
                  <c:v>214.955143749714</c:v>
                </c:pt>
                <c:pt idx="1333">
                  <c:v>215.110583007336</c:v>
                </c:pt>
                <c:pt idx="1334">
                  <c:v>215.291437804699</c:v>
                </c:pt>
                <c:pt idx="1335">
                  <c:v>215.39732414484</c:v>
                </c:pt>
                <c:pt idx="1336">
                  <c:v>215.493664085865</c:v>
                </c:pt>
                <c:pt idx="1337">
                  <c:v>215.633228480816</c:v>
                </c:pt>
                <c:pt idx="1338">
                  <c:v>215.724833130837</c:v>
                </c:pt>
                <c:pt idx="1339">
                  <c:v>215.748054623604</c:v>
                </c:pt>
                <c:pt idx="1340">
                  <c:v>215.801934182644</c:v>
                </c:pt>
                <c:pt idx="1341">
                  <c:v>215.897762954235</c:v>
                </c:pt>
                <c:pt idx="1342">
                  <c:v>216.046901702881</c:v>
                </c:pt>
                <c:pt idx="1343">
                  <c:v>216.129784345627</c:v>
                </c:pt>
                <c:pt idx="1344">
                  <c:v>216.190042316914</c:v>
                </c:pt>
                <c:pt idx="1345">
                  <c:v>216.259771585465</c:v>
                </c:pt>
                <c:pt idx="1346">
                  <c:v>216.316969096661</c:v>
                </c:pt>
                <c:pt idx="1347">
                  <c:v>216.368811249733</c:v>
                </c:pt>
                <c:pt idx="1348">
                  <c:v>216.428785145283</c:v>
                </c:pt>
                <c:pt idx="1349">
                  <c:v>216.469750344753</c:v>
                </c:pt>
                <c:pt idx="1350">
                  <c:v>216.526703059673</c:v>
                </c:pt>
                <c:pt idx="1351">
                  <c:v>216.616062045097</c:v>
                </c:pt>
                <c:pt idx="1352">
                  <c:v>216.707189559937</c:v>
                </c:pt>
                <c:pt idx="1353">
                  <c:v>216.813161432743</c:v>
                </c:pt>
                <c:pt idx="1354">
                  <c:v>216.964329063892</c:v>
                </c:pt>
                <c:pt idx="1355">
                  <c:v>217.155239164829</c:v>
                </c:pt>
                <c:pt idx="1356">
                  <c:v>217.347109854221</c:v>
                </c:pt>
                <c:pt idx="1357">
                  <c:v>217.586837172508</c:v>
                </c:pt>
                <c:pt idx="1358">
                  <c:v>217.801826953888</c:v>
                </c:pt>
                <c:pt idx="1359">
                  <c:v>217.897530138493</c:v>
                </c:pt>
                <c:pt idx="1360">
                  <c:v>217.991164028645</c:v>
                </c:pt>
                <c:pt idx="1361">
                  <c:v>218.040244460106</c:v>
                </c:pt>
                <c:pt idx="1362">
                  <c:v>218.042870759964</c:v>
                </c:pt>
                <c:pt idx="1363">
                  <c:v>218.040229320526</c:v>
                </c:pt>
                <c:pt idx="1364">
                  <c:v>218.087500095367</c:v>
                </c:pt>
                <c:pt idx="1365">
                  <c:v>218.126055598259</c:v>
                </c:pt>
                <c:pt idx="1366">
                  <c:v>218.219324588776</c:v>
                </c:pt>
                <c:pt idx="1367">
                  <c:v>218.365981817246</c:v>
                </c:pt>
                <c:pt idx="1368">
                  <c:v>218.552658677101</c:v>
                </c:pt>
                <c:pt idx="1369">
                  <c:v>218.757622659206</c:v>
                </c:pt>
                <c:pt idx="1370">
                  <c:v>218.921379983425</c:v>
                </c:pt>
                <c:pt idx="1371">
                  <c:v>219.045916616917</c:v>
                </c:pt>
                <c:pt idx="1372">
                  <c:v>219.223187685013</c:v>
                </c:pt>
                <c:pt idx="1373">
                  <c:v>219.316576838493</c:v>
                </c:pt>
                <c:pt idx="1374">
                  <c:v>219.300280451775</c:v>
                </c:pt>
                <c:pt idx="1375">
                  <c:v>219.349863231182</c:v>
                </c:pt>
                <c:pt idx="1376">
                  <c:v>219.454904079437</c:v>
                </c:pt>
                <c:pt idx="1377">
                  <c:v>219.56465280056</c:v>
                </c:pt>
                <c:pt idx="1378">
                  <c:v>219.66694188118</c:v>
                </c:pt>
                <c:pt idx="1379">
                  <c:v>219.758372664452</c:v>
                </c:pt>
                <c:pt idx="1380">
                  <c:v>219.925117850304</c:v>
                </c:pt>
                <c:pt idx="1381">
                  <c:v>220.099410712719</c:v>
                </c:pt>
                <c:pt idx="1382">
                  <c:v>220.324528157711</c:v>
                </c:pt>
                <c:pt idx="1383">
                  <c:v>220.579505503178</c:v>
                </c:pt>
                <c:pt idx="1384">
                  <c:v>220.779501795769</c:v>
                </c:pt>
                <c:pt idx="1385">
                  <c:v>220.964745938778</c:v>
                </c:pt>
                <c:pt idx="1386">
                  <c:v>221.097936093807</c:v>
                </c:pt>
                <c:pt idx="1387">
                  <c:v>221.217995226383</c:v>
                </c:pt>
                <c:pt idx="1388">
                  <c:v>221.349733531475</c:v>
                </c:pt>
                <c:pt idx="1389">
                  <c:v>221.489560425282</c:v>
                </c:pt>
                <c:pt idx="1390">
                  <c:v>221.619335949421</c:v>
                </c:pt>
                <c:pt idx="1391">
                  <c:v>221.793467104435</c:v>
                </c:pt>
                <c:pt idx="1392">
                  <c:v>221.99892359972</c:v>
                </c:pt>
                <c:pt idx="1393">
                  <c:v>222.227612555027</c:v>
                </c:pt>
                <c:pt idx="1394">
                  <c:v>222.398729026318</c:v>
                </c:pt>
                <c:pt idx="1395">
                  <c:v>222.618391394615</c:v>
                </c:pt>
                <c:pt idx="1396">
                  <c:v>222.819971323013</c:v>
                </c:pt>
                <c:pt idx="1397">
                  <c:v>223.020595669746</c:v>
                </c:pt>
                <c:pt idx="1398">
                  <c:v>223.174053192139</c:v>
                </c:pt>
                <c:pt idx="1399">
                  <c:v>223.279700398445</c:v>
                </c:pt>
                <c:pt idx="1400">
                  <c:v>223.433849871159</c:v>
                </c:pt>
                <c:pt idx="1401">
                  <c:v>223.619906902313</c:v>
                </c:pt>
                <c:pt idx="1402">
                  <c:v>223.71328741312</c:v>
                </c:pt>
                <c:pt idx="1403">
                  <c:v>223.763076901436</c:v>
                </c:pt>
                <c:pt idx="1404">
                  <c:v>223.862985372543</c:v>
                </c:pt>
                <c:pt idx="1405">
                  <c:v>223.945389926434</c:v>
                </c:pt>
                <c:pt idx="1406">
                  <c:v>224.06145375967</c:v>
                </c:pt>
                <c:pt idx="1407">
                  <c:v>224.206489443779</c:v>
                </c:pt>
                <c:pt idx="1408">
                  <c:v>224.324848294258</c:v>
                </c:pt>
                <c:pt idx="1409">
                  <c:v>224.429929733276</c:v>
                </c:pt>
                <c:pt idx="1410">
                  <c:v>224.52319675684</c:v>
                </c:pt>
                <c:pt idx="1411">
                  <c:v>224.665935337544</c:v>
                </c:pt>
                <c:pt idx="1412">
                  <c:v>224.803495585918</c:v>
                </c:pt>
                <c:pt idx="1413">
                  <c:v>224.863931298256</c:v>
                </c:pt>
                <c:pt idx="1414">
                  <c:v>224.982393264771</c:v>
                </c:pt>
                <c:pt idx="1415">
                  <c:v>225.199566245079</c:v>
                </c:pt>
                <c:pt idx="1416">
                  <c:v>225.386878550053</c:v>
                </c:pt>
                <c:pt idx="1417">
                  <c:v>225.500181436539</c:v>
                </c:pt>
                <c:pt idx="1418">
                  <c:v>225.586873352528</c:v>
                </c:pt>
                <c:pt idx="1419">
                  <c:v>225.651979386807</c:v>
                </c:pt>
                <c:pt idx="1420">
                  <c:v>225.73661595583</c:v>
                </c:pt>
                <c:pt idx="1421">
                  <c:v>225.883475720882</c:v>
                </c:pt>
                <c:pt idx="1422">
                  <c:v>226.046743988991</c:v>
                </c:pt>
                <c:pt idx="1423">
                  <c:v>226.260282576084</c:v>
                </c:pt>
                <c:pt idx="1424">
                  <c:v>226.424470484257</c:v>
                </c:pt>
                <c:pt idx="1425">
                  <c:v>226.57004314661</c:v>
                </c:pt>
                <c:pt idx="1426">
                  <c:v>226.808942019939</c:v>
                </c:pt>
                <c:pt idx="1427">
                  <c:v>227.045740962029</c:v>
                </c:pt>
                <c:pt idx="1428">
                  <c:v>227.258422493935</c:v>
                </c:pt>
                <c:pt idx="1429">
                  <c:v>227.442979454994</c:v>
                </c:pt>
                <c:pt idx="1430">
                  <c:v>227.648705303669</c:v>
                </c:pt>
                <c:pt idx="1431">
                  <c:v>227.783981800079</c:v>
                </c:pt>
                <c:pt idx="1432">
                  <c:v>227.970193266869</c:v>
                </c:pt>
                <c:pt idx="1433">
                  <c:v>228.160832703114</c:v>
                </c:pt>
                <c:pt idx="1434">
                  <c:v>228.296342074871</c:v>
                </c:pt>
                <c:pt idx="1435">
                  <c:v>228.417985856533</c:v>
                </c:pt>
                <c:pt idx="1436">
                  <c:v>228.530102849007</c:v>
                </c:pt>
                <c:pt idx="1437">
                  <c:v>228.699058651924</c:v>
                </c:pt>
                <c:pt idx="1438">
                  <c:v>228.906562030315</c:v>
                </c:pt>
                <c:pt idx="1439">
                  <c:v>229.129110515118</c:v>
                </c:pt>
                <c:pt idx="1440">
                  <c:v>229.219509005547</c:v>
                </c:pt>
                <c:pt idx="1441">
                  <c:v>229.31015843153</c:v>
                </c:pt>
                <c:pt idx="1442">
                  <c:v>229.39513194561</c:v>
                </c:pt>
                <c:pt idx="1443">
                  <c:v>229.469741165638</c:v>
                </c:pt>
                <c:pt idx="1444">
                  <c:v>229.559401571751</c:v>
                </c:pt>
                <c:pt idx="1445">
                  <c:v>229.644222974777</c:v>
                </c:pt>
                <c:pt idx="1446">
                  <c:v>229.680483460426</c:v>
                </c:pt>
                <c:pt idx="1447">
                  <c:v>229.670871734619</c:v>
                </c:pt>
                <c:pt idx="1448">
                  <c:v>229.754066169262</c:v>
                </c:pt>
                <c:pt idx="1449">
                  <c:v>229.825402677059</c:v>
                </c:pt>
                <c:pt idx="1450">
                  <c:v>229.948551535606</c:v>
                </c:pt>
                <c:pt idx="1451">
                  <c:v>230.079763412476</c:v>
                </c:pt>
                <c:pt idx="1452">
                  <c:v>230.250388979912</c:v>
                </c:pt>
                <c:pt idx="1453">
                  <c:v>230.391330957413</c:v>
                </c:pt>
                <c:pt idx="1454">
                  <c:v>230.571313261986</c:v>
                </c:pt>
                <c:pt idx="1455">
                  <c:v>230.783193469048</c:v>
                </c:pt>
                <c:pt idx="1456">
                  <c:v>230.9607681036</c:v>
                </c:pt>
                <c:pt idx="1457">
                  <c:v>231.133651196957</c:v>
                </c:pt>
                <c:pt idx="1458">
                  <c:v>231.287842333317</c:v>
                </c:pt>
                <c:pt idx="1459">
                  <c:v>231.447626054287</c:v>
                </c:pt>
                <c:pt idx="1460">
                  <c:v>231.584346950054</c:v>
                </c:pt>
                <c:pt idx="1461">
                  <c:v>231.785078465939</c:v>
                </c:pt>
                <c:pt idx="1462">
                  <c:v>231.947076141834</c:v>
                </c:pt>
                <c:pt idx="1463">
                  <c:v>232.115237176418</c:v>
                </c:pt>
                <c:pt idx="1464">
                  <c:v>232.285589277744</c:v>
                </c:pt>
                <c:pt idx="1465">
                  <c:v>232.468371629715</c:v>
                </c:pt>
                <c:pt idx="1466">
                  <c:v>232.637588083744</c:v>
                </c:pt>
                <c:pt idx="1467">
                  <c:v>232.784761011601</c:v>
                </c:pt>
                <c:pt idx="1468">
                  <c:v>232.904226779938</c:v>
                </c:pt>
                <c:pt idx="1469">
                  <c:v>233.058122575283</c:v>
                </c:pt>
                <c:pt idx="1470">
                  <c:v>233.218786418438</c:v>
                </c:pt>
                <c:pt idx="1471">
                  <c:v>233.319528520107</c:v>
                </c:pt>
                <c:pt idx="1472">
                  <c:v>233.393973946571</c:v>
                </c:pt>
                <c:pt idx="1473">
                  <c:v>233.527422904968</c:v>
                </c:pt>
                <c:pt idx="1474">
                  <c:v>233.723208069801</c:v>
                </c:pt>
                <c:pt idx="1475">
                  <c:v>233.908161222935</c:v>
                </c:pt>
                <c:pt idx="1476">
                  <c:v>234.106015920639</c:v>
                </c:pt>
                <c:pt idx="1477">
                  <c:v>234.354025185108</c:v>
                </c:pt>
                <c:pt idx="1478">
                  <c:v>234.616757571697</c:v>
                </c:pt>
                <c:pt idx="1479">
                  <c:v>234.874385535717</c:v>
                </c:pt>
                <c:pt idx="1480">
                  <c:v>235.130071461201</c:v>
                </c:pt>
                <c:pt idx="1481">
                  <c:v>235.376351058483</c:v>
                </c:pt>
                <c:pt idx="1482">
                  <c:v>235.649664819241</c:v>
                </c:pt>
                <c:pt idx="1483">
                  <c:v>235.901676893234</c:v>
                </c:pt>
                <c:pt idx="1484">
                  <c:v>236.119435310364</c:v>
                </c:pt>
                <c:pt idx="1485">
                  <c:v>236.341724693775</c:v>
                </c:pt>
                <c:pt idx="1486">
                  <c:v>236.626072585583</c:v>
                </c:pt>
                <c:pt idx="1487">
                  <c:v>236.857939243317</c:v>
                </c:pt>
                <c:pt idx="1488">
                  <c:v>237.016960859299</c:v>
                </c:pt>
                <c:pt idx="1489">
                  <c:v>237.219187438488</c:v>
                </c:pt>
                <c:pt idx="1490">
                  <c:v>237.369213521481</c:v>
                </c:pt>
                <c:pt idx="1491">
                  <c:v>237.532135486603</c:v>
                </c:pt>
                <c:pt idx="1492">
                  <c:v>237.682354986668</c:v>
                </c:pt>
                <c:pt idx="1493">
                  <c:v>237.820644676685</c:v>
                </c:pt>
                <c:pt idx="1494">
                  <c:v>237.936317563057</c:v>
                </c:pt>
                <c:pt idx="1495">
                  <c:v>238.006798684597</c:v>
                </c:pt>
                <c:pt idx="1496">
                  <c:v>238.004856169224</c:v>
                </c:pt>
                <c:pt idx="1497">
                  <c:v>237.989441335201</c:v>
                </c:pt>
                <c:pt idx="1498">
                  <c:v>237.926723301411</c:v>
                </c:pt>
                <c:pt idx="1499">
                  <c:v>237.864604055882</c:v>
                </c:pt>
                <c:pt idx="1500">
                  <c:v>237.827854931355</c:v>
                </c:pt>
                <c:pt idx="1501">
                  <c:v>237.810441553593</c:v>
                </c:pt>
                <c:pt idx="1502">
                  <c:v>237.726385653019</c:v>
                </c:pt>
                <c:pt idx="1503">
                  <c:v>237.662798464298</c:v>
                </c:pt>
                <c:pt idx="1504">
                  <c:v>237.583426296711</c:v>
                </c:pt>
                <c:pt idx="1505">
                  <c:v>237.48912614584</c:v>
                </c:pt>
                <c:pt idx="1506">
                  <c:v>237.385188400745</c:v>
                </c:pt>
                <c:pt idx="1507">
                  <c:v>237.320404589176</c:v>
                </c:pt>
                <c:pt idx="1508">
                  <c:v>237.308114349842</c:v>
                </c:pt>
                <c:pt idx="1509">
                  <c:v>237.304457604885</c:v>
                </c:pt>
                <c:pt idx="1510">
                  <c:v>237.312682688236</c:v>
                </c:pt>
                <c:pt idx="1511">
                  <c:v>237.20953398943</c:v>
                </c:pt>
                <c:pt idx="1512">
                  <c:v>237.236952662468</c:v>
                </c:pt>
                <c:pt idx="1513">
                  <c:v>237.302443981171</c:v>
                </c:pt>
                <c:pt idx="1514">
                  <c:v>237.452380120754</c:v>
                </c:pt>
                <c:pt idx="1515">
                  <c:v>237.59166187048</c:v>
                </c:pt>
                <c:pt idx="1516">
                  <c:v>237.772628366947</c:v>
                </c:pt>
                <c:pt idx="1517">
                  <c:v>237.818056285381</c:v>
                </c:pt>
                <c:pt idx="1518">
                  <c:v>237.933744490147</c:v>
                </c:pt>
                <c:pt idx="1519">
                  <c:v>238.108465373516</c:v>
                </c:pt>
                <c:pt idx="1520">
                  <c:v>238.304114818573</c:v>
                </c:pt>
                <c:pt idx="1521">
                  <c:v>238.527181982994</c:v>
                </c:pt>
                <c:pt idx="1522">
                  <c:v>238.706823527813</c:v>
                </c:pt>
                <c:pt idx="1523">
                  <c:v>238.856605350971</c:v>
                </c:pt>
                <c:pt idx="1524">
                  <c:v>239.011934101582</c:v>
                </c:pt>
                <c:pt idx="1525">
                  <c:v>239.249307155609</c:v>
                </c:pt>
                <c:pt idx="1526">
                  <c:v>239.501260995865</c:v>
                </c:pt>
                <c:pt idx="1527">
                  <c:v>239.76400321722</c:v>
                </c:pt>
                <c:pt idx="1528">
                  <c:v>239.907770693302</c:v>
                </c:pt>
                <c:pt idx="1529">
                  <c:v>240.050513088703</c:v>
                </c:pt>
                <c:pt idx="1530">
                  <c:v>240.241930186749</c:v>
                </c:pt>
                <c:pt idx="1531">
                  <c:v>240.514834821224</c:v>
                </c:pt>
                <c:pt idx="1532">
                  <c:v>240.702858090401</c:v>
                </c:pt>
                <c:pt idx="1533">
                  <c:v>240.867670893669</c:v>
                </c:pt>
                <c:pt idx="1534">
                  <c:v>241.024819016457</c:v>
                </c:pt>
                <c:pt idx="1535">
                  <c:v>241.114022612572</c:v>
                </c:pt>
                <c:pt idx="1536">
                  <c:v>241.159748256207</c:v>
                </c:pt>
                <c:pt idx="1537">
                  <c:v>241.192215681076</c:v>
                </c:pt>
                <c:pt idx="1538">
                  <c:v>241.257621765137</c:v>
                </c:pt>
                <c:pt idx="1539">
                  <c:v>241.424104034901</c:v>
                </c:pt>
                <c:pt idx="1540">
                  <c:v>241.608004868031</c:v>
                </c:pt>
                <c:pt idx="1541">
                  <c:v>241.769705951214</c:v>
                </c:pt>
                <c:pt idx="1542">
                  <c:v>241.799738705158</c:v>
                </c:pt>
                <c:pt idx="1543">
                  <c:v>241.818310081959</c:v>
                </c:pt>
                <c:pt idx="1544">
                  <c:v>241.82027554512</c:v>
                </c:pt>
                <c:pt idx="1545">
                  <c:v>241.869314193726</c:v>
                </c:pt>
                <c:pt idx="1546">
                  <c:v>241.900060355663</c:v>
                </c:pt>
                <c:pt idx="1547">
                  <c:v>241.892633259296</c:v>
                </c:pt>
                <c:pt idx="1548">
                  <c:v>241.905666351318</c:v>
                </c:pt>
                <c:pt idx="1549">
                  <c:v>241.866141915321</c:v>
                </c:pt>
                <c:pt idx="1550">
                  <c:v>241.806064963341</c:v>
                </c:pt>
                <c:pt idx="1551">
                  <c:v>241.730435848236</c:v>
                </c:pt>
                <c:pt idx="1552">
                  <c:v>241.642549753189</c:v>
                </c:pt>
                <c:pt idx="1553">
                  <c:v>241.569138765335</c:v>
                </c:pt>
                <c:pt idx="1554">
                  <c:v>241.4917999506</c:v>
                </c:pt>
                <c:pt idx="1555">
                  <c:v>241.477580547333</c:v>
                </c:pt>
                <c:pt idx="1556">
                  <c:v>241.478614926338</c:v>
                </c:pt>
                <c:pt idx="1557">
                  <c:v>241.554107308388</c:v>
                </c:pt>
                <c:pt idx="1558">
                  <c:v>241.675868630409</c:v>
                </c:pt>
                <c:pt idx="1559">
                  <c:v>241.722769320011</c:v>
                </c:pt>
                <c:pt idx="1560">
                  <c:v>241.801194012165</c:v>
                </c:pt>
                <c:pt idx="1561">
                  <c:v>241.900051534176</c:v>
                </c:pt>
                <c:pt idx="1562">
                  <c:v>242.093801021576</c:v>
                </c:pt>
                <c:pt idx="1563">
                  <c:v>242.358526468277</c:v>
                </c:pt>
                <c:pt idx="1564">
                  <c:v>242.654402434826</c:v>
                </c:pt>
                <c:pt idx="1565">
                  <c:v>242.916898667812</c:v>
                </c:pt>
                <c:pt idx="1566">
                  <c:v>243.20189344883</c:v>
                </c:pt>
                <c:pt idx="1567">
                  <c:v>243.465110301971</c:v>
                </c:pt>
                <c:pt idx="1568">
                  <c:v>243.670914232731</c:v>
                </c:pt>
                <c:pt idx="1569">
                  <c:v>243.897608935833</c:v>
                </c:pt>
                <c:pt idx="1570">
                  <c:v>244.204492151737</c:v>
                </c:pt>
                <c:pt idx="1571">
                  <c:v>244.568897783756</c:v>
                </c:pt>
                <c:pt idx="1572">
                  <c:v>244.867404520512</c:v>
                </c:pt>
                <c:pt idx="1573">
                  <c:v>245.077746808529</c:v>
                </c:pt>
                <c:pt idx="1574">
                  <c:v>245.279011189938</c:v>
                </c:pt>
                <c:pt idx="1575">
                  <c:v>245.512194216251</c:v>
                </c:pt>
                <c:pt idx="1576">
                  <c:v>245.837432682514</c:v>
                </c:pt>
                <c:pt idx="1577">
                  <c:v>246.207945406437</c:v>
                </c:pt>
                <c:pt idx="1578">
                  <c:v>246.595779895783</c:v>
                </c:pt>
                <c:pt idx="1579">
                  <c:v>246.985648870468</c:v>
                </c:pt>
                <c:pt idx="1580">
                  <c:v>247.340898394585</c:v>
                </c:pt>
                <c:pt idx="1581">
                  <c:v>247.706409752369</c:v>
                </c:pt>
                <c:pt idx="1582">
                  <c:v>248.021685659885</c:v>
                </c:pt>
                <c:pt idx="1583">
                  <c:v>248.309993743897</c:v>
                </c:pt>
                <c:pt idx="1584">
                  <c:v>248.61486852169</c:v>
                </c:pt>
                <c:pt idx="1585">
                  <c:v>248.948741078377</c:v>
                </c:pt>
                <c:pt idx="1586">
                  <c:v>249.276644229889</c:v>
                </c:pt>
                <c:pt idx="1587">
                  <c:v>249.640170931816</c:v>
                </c:pt>
                <c:pt idx="1588">
                  <c:v>249.93743211031</c:v>
                </c:pt>
                <c:pt idx="1589">
                  <c:v>250.203893363476</c:v>
                </c:pt>
                <c:pt idx="1590">
                  <c:v>250.423497080803</c:v>
                </c:pt>
                <c:pt idx="1591">
                  <c:v>250.511763870716</c:v>
                </c:pt>
                <c:pt idx="1592">
                  <c:v>250.467183411121</c:v>
                </c:pt>
                <c:pt idx="1593">
                  <c:v>250.350654304028</c:v>
                </c:pt>
                <c:pt idx="1594">
                  <c:v>250.278397738934</c:v>
                </c:pt>
                <c:pt idx="1595">
                  <c:v>250.248155295849</c:v>
                </c:pt>
                <c:pt idx="1596">
                  <c:v>250.26281863451</c:v>
                </c:pt>
                <c:pt idx="1597">
                  <c:v>250.261477649212</c:v>
                </c:pt>
                <c:pt idx="1598">
                  <c:v>250.296425819397</c:v>
                </c:pt>
                <c:pt idx="1599">
                  <c:v>250.339361786842</c:v>
                </c:pt>
                <c:pt idx="1600">
                  <c:v>250.405719041824</c:v>
                </c:pt>
                <c:pt idx="1601">
                  <c:v>250.515111804009</c:v>
                </c:pt>
                <c:pt idx="1602">
                  <c:v>250.62449067831</c:v>
                </c:pt>
                <c:pt idx="1603">
                  <c:v>250.711712241173</c:v>
                </c:pt>
                <c:pt idx="1604">
                  <c:v>250.837391614914</c:v>
                </c:pt>
                <c:pt idx="1605">
                  <c:v>250.983661770821</c:v>
                </c:pt>
                <c:pt idx="1606">
                  <c:v>251.091125011444</c:v>
                </c:pt>
                <c:pt idx="1607">
                  <c:v>251.220465660095</c:v>
                </c:pt>
                <c:pt idx="1608">
                  <c:v>251.359277248383</c:v>
                </c:pt>
                <c:pt idx="1609">
                  <c:v>251.531834661961</c:v>
                </c:pt>
                <c:pt idx="1610">
                  <c:v>251.749870836735</c:v>
                </c:pt>
                <c:pt idx="1611">
                  <c:v>251.889728248119</c:v>
                </c:pt>
                <c:pt idx="1612">
                  <c:v>252.036704719067</c:v>
                </c:pt>
                <c:pt idx="1613">
                  <c:v>252.170911073685</c:v>
                </c:pt>
                <c:pt idx="1614">
                  <c:v>252.291696965694</c:v>
                </c:pt>
                <c:pt idx="1615">
                  <c:v>252.465016186237</c:v>
                </c:pt>
                <c:pt idx="1616">
                  <c:v>252.637897908688</c:v>
                </c:pt>
                <c:pt idx="1617">
                  <c:v>252.888851881027</c:v>
                </c:pt>
                <c:pt idx="1618">
                  <c:v>253.171776771545</c:v>
                </c:pt>
                <c:pt idx="1619">
                  <c:v>253.377421855927</c:v>
                </c:pt>
                <c:pt idx="1620">
                  <c:v>253.511292695999</c:v>
                </c:pt>
                <c:pt idx="1621">
                  <c:v>253.600965440273</c:v>
                </c:pt>
                <c:pt idx="1622">
                  <c:v>253.736197769642</c:v>
                </c:pt>
                <c:pt idx="1623">
                  <c:v>253.917318224907</c:v>
                </c:pt>
                <c:pt idx="1624">
                  <c:v>254.045987606049</c:v>
                </c:pt>
                <c:pt idx="1625">
                  <c:v>254.164083719254</c:v>
                </c:pt>
                <c:pt idx="1626">
                  <c:v>254.274717986584</c:v>
                </c:pt>
                <c:pt idx="1627">
                  <c:v>254.357405304909</c:v>
                </c:pt>
                <c:pt idx="1628">
                  <c:v>254.340743303299</c:v>
                </c:pt>
                <c:pt idx="1629">
                  <c:v>254.285923242569</c:v>
                </c:pt>
                <c:pt idx="1630">
                  <c:v>254.266840338707</c:v>
                </c:pt>
                <c:pt idx="1631">
                  <c:v>254.27538061142</c:v>
                </c:pt>
                <c:pt idx="1632">
                  <c:v>254.234438419342</c:v>
                </c:pt>
                <c:pt idx="1633">
                  <c:v>254.167672514916</c:v>
                </c:pt>
                <c:pt idx="1634">
                  <c:v>254.161348819733</c:v>
                </c:pt>
                <c:pt idx="1635">
                  <c:v>254.16788315773</c:v>
                </c:pt>
                <c:pt idx="1636">
                  <c:v>254.153131842613</c:v>
                </c:pt>
                <c:pt idx="1637">
                  <c:v>254.07998085022</c:v>
                </c:pt>
                <c:pt idx="1638">
                  <c:v>254.030666828156</c:v>
                </c:pt>
                <c:pt idx="1639">
                  <c:v>254.008037447929</c:v>
                </c:pt>
                <c:pt idx="1640">
                  <c:v>253.981669783592</c:v>
                </c:pt>
                <c:pt idx="1641">
                  <c:v>253.966715216637</c:v>
                </c:pt>
                <c:pt idx="1642">
                  <c:v>253.971830844879</c:v>
                </c:pt>
                <c:pt idx="1643">
                  <c:v>253.976485013962</c:v>
                </c:pt>
                <c:pt idx="1644">
                  <c:v>253.970659852028</c:v>
                </c:pt>
                <c:pt idx="1645">
                  <c:v>253.962536811829</c:v>
                </c:pt>
                <c:pt idx="1646">
                  <c:v>253.990857422352</c:v>
                </c:pt>
                <c:pt idx="1647">
                  <c:v>254.036316633225</c:v>
                </c:pt>
                <c:pt idx="1648">
                  <c:v>254.026654958725</c:v>
                </c:pt>
                <c:pt idx="1649">
                  <c:v>254.0636074543</c:v>
                </c:pt>
                <c:pt idx="1650">
                  <c:v>254.077407598496</c:v>
                </c:pt>
                <c:pt idx="1651">
                  <c:v>254.110609471798</c:v>
                </c:pt>
                <c:pt idx="1652">
                  <c:v>254.284200847149</c:v>
                </c:pt>
                <c:pt idx="1653">
                  <c:v>254.461241543293</c:v>
                </c:pt>
                <c:pt idx="1654">
                  <c:v>254.654765307903</c:v>
                </c:pt>
                <c:pt idx="1655">
                  <c:v>254.821685731411</c:v>
                </c:pt>
                <c:pt idx="1656">
                  <c:v>254.93485224247</c:v>
                </c:pt>
                <c:pt idx="1657">
                  <c:v>255.016584992409</c:v>
                </c:pt>
                <c:pt idx="1658">
                  <c:v>255.104223966599</c:v>
                </c:pt>
                <c:pt idx="1659">
                  <c:v>255.156376481056</c:v>
                </c:pt>
                <c:pt idx="1660">
                  <c:v>255.200441479683</c:v>
                </c:pt>
                <c:pt idx="1661">
                  <c:v>255.185745835304</c:v>
                </c:pt>
                <c:pt idx="1662">
                  <c:v>255.232999205589</c:v>
                </c:pt>
                <c:pt idx="1663">
                  <c:v>255.351311802864</c:v>
                </c:pt>
                <c:pt idx="1664">
                  <c:v>255.481256663799</c:v>
                </c:pt>
                <c:pt idx="1665">
                  <c:v>255.557502806187</c:v>
                </c:pt>
                <c:pt idx="1666">
                  <c:v>255.625224113464</c:v>
                </c:pt>
                <c:pt idx="1667">
                  <c:v>255.703408777714</c:v>
                </c:pt>
                <c:pt idx="1668">
                  <c:v>255.83059066534</c:v>
                </c:pt>
                <c:pt idx="1669">
                  <c:v>255.992338597775</c:v>
                </c:pt>
                <c:pt idx="1670">
                  <c:v>256.170519053936</c:v>
                </c:pt>
                <c:pt idx="1671">
                  <c:v>256.347611248493</c:v>
                </c:pt>
                <c:pt idx="1672">
                  <c:v>256.539680063725</c:v>
                </c:pt>
                <c:pt idx="1673">
                  <c:v>256.659212470055</c:v>
                </c:pt>
                <c:pt idx="1674">
                  <c:v>256.726203382015</c:v>
                </c:pt>
                <c:pt idx="1675">
                  <c:v>256.760722339153</c:v>
                </c:pt>
                <c:pt idx="1676">
                  <c:v>256.846875548363</c:v>
                </c:pt>
                <c:pt idx="1677">
                  <c:v>256.982665002346</c:v>
                </c:pt>
                <c:pt idx="1678">
                  <c:v>257.076771736145</c:v>
                </c:pt>
                <c:pt idx="1679">
                  <c:v>257.127070486546</c:v>
                </c:pt>
                <c:pt idx="1680">
                  <c:v>257.219752967358</c:v>
                </c:pt>
                <c:pt idx="1681">
                  <c:v>257.335375010967</c:v>
                </c:pt>
                <c:pt idx="1682">
                  <c:v>257.507158815861</c:v>
                </c:pt>
                <c:pt idx="1683">
                  <c:v>257.572495996952</c:v>
                </c:pt>
                <c:pt idx="1684">
                  <c:v>257.616141974926</c:v>
                </c:pt>
                <c:pt idx="1685">
                  <c:v>257.706021428108</c:v>
                </c:pt>
                <c:pt idx="1686">
                  <c:v>257.81876552105</c:v>
                </c:pt>
                <c:pt idx="1687">
                  <c:v>258.012428939343</c:v>
                </c:pt>
                <c:pt idx="1688">
                  <c:v>258.252875506878</c:v>
                </c:pt>
                <c:pt idx="1689">
                  <c:v>258.472220242024</c:v>
                </c:pt>
                <c:pt idx="1690">
                  <c:v>258.802919924259</c:v>
                </c:pt>
                <c:pt idx="1691">
                  <c:v>259.174481511116</c:v>
                </c:pt>
                <c:pt idx="1692">
                  <c:v>259.499270915985</c:v>
                </c:pt>
                <c:pt idx="1693">
                  <c:v>259.801084697247</c:v>
                </c:pt>
                <c:pt idx="1694">
                  <c:v>260.078584015369</c:v>
                </c:pt>
                <c:pt idx="1695">
                  <c:v>260.176614403725</c:v>
                </c:pt>
                <c:pt idx="1696">
                  <c:v>260.249602854252</c:v>
                </c:pt>
                <c:pt idx="1697">
                  <c:v>260.364708185196</c:v>
                </c:pt>
                <c:pt idx="1698">
                  <c:v>260.545898318291</c:v>
                </c:pt>
                <c:pt idx="1699">
                  <c:v>260.743297338486</c:v>
                </c:pt>
                <c:pt idx="1700">
                  <c:v>260.971430063248</c:v>
                </c:pt>
                <c:pt idx="1701">
                  <c:v>261.216659367085</c:v>
                </c:pt>
                <c:pt idx="1702">
                  <c:v>261.427752196789</c:v>
                </c:pt>
                <c:pt idx="1703">
                  <c:v>261.650766432285</c:v>
                </c:pt>
                <c:pt idx="1704">
                  <c:v>261.874275743961</c:v>
                </c:pt>
                <c:pt idx="1705">
                  <c:v>262.026874482632</c:v>
                </c:pt>
                <c:pt idx="1706">
                  <c:v>262.06597340107</c:v>
                </c:pt>
                <c:pt idx="1707">
                  <c:v>262.086569190025</c:v>
                </c:pt>
                <c:pt idx="1708">
                  <c:v>262.154567182064</c:v>
                </c:pt>
                <c:pt idx="1709">
                  <c:v>262.294543325901</c:v>
                </c:pt>
                <c:pt idx="1710">
                  <c:v>262.445728242397</c:v>
                </c:pt>
                <c:pt idx="1711">
                  <c:v>262.633095085621</c:v>
                </c:pt>
                <c:pt idx="1712">
                  <c:v>262.783027887344</c:v>
                </c:pt>
                <c:pt idx="1713">
                  <c:v>262.898054897785</c:v>
                </c:pt>
                <c:pt idx="1714">
                  <c:v>263.027114033699</c:v>
                </c:pt>
                <c:pt idx="1715">
                  <c:v>263.211315572262</c:v>
                </c:pt>
                <c:pt idx="1716">
                  <c:v>263.345854640007</c:v>
                </c:pt>
                <c:pt idx="1717">
                  <c:v>263.243563652039</c:v>
                </c:pt>
                <c:pt idx="1718">
                  <c:v>263.141374707222</c:v>
                </c:pt>
                <c:pt idx="1719">
                  <c:v>263.034256577492</c:v>
                </c:pt>
                <c:pt idx="1720">
                  <c:v>263.022310733795</c:v>
                </c:pt>
                <c:pt idx="1721">
                  <c:v>263.017462849617</c:v>
                </c:pt>
                <c:pt idx="1722">
                  <c:v>263.087581157684</c:v>
                </c:pt>
                <c:pt idx="1723">
                  <c:v>263.210129976273</c:v>
                </c:pt>
                <c:pt idx="1724">
                  <c:v>263.257985472679</c:v>
                </c:pt>
                <c:pt idx="1725">
                  <c:v>263.457428872585</c:v>
                </c:pt>
                <c:pt idx="1726">
                  <c:v>264.048563480377</c:v>
                </c:pt>
                <c:pt idx="1727">
                  <c:v>264.752362310886</c:v>
                </c:pt>
                <c:pt idx="1728">
                  <c:v>265.573064029217</c:v>
                </c:pt>
                <c:pt idx="1729">
                  <c:v>266.314349710941</c:v>
                </c:pt>
                <c:pt idx="1730">
                  <c:v>266.994655132294</c:v>
                </c:pt>
                <c:pt idx="1731">
                  <c:v>267.661357164383</c:v>
                </c:pt>
                <c:pt idx="1732">
                  <c:v>268.285000383854</c:v>
                </c:pt>
                <c:pt idx="1733">
                  <c:v>268.878583788872</c:v>
                </c:pt>
                <c:pt idx="1734">
                  <c:v>269.298433184624</c:v>
                </c:pt>
                <c:pt idx="1735">
                  <c:v>269.52323281765</c:v>
                </c:pt>
                <c:pt idx="1736">
                  <c:v>269.667698979378</c:v>
                </c:pt>
                <c:pt idx="1737">
                  <c:v>270.045939147472</c:v>
                </c:pt>
                <c:pt idx="1738">
                  <c:v>270.466714024544</c:v>
                </c:pt>
                <c:pt idx="1739">
                  <c:v>270.845982074738</c:v>
                </c:pt>
                <c:pt idx="1740">
                  <c:v>271.248816967011</c:v>
                </c:pt>
                <c:pt idx="1741">
                  <c:v>271.631160855293</c:v>
                </c:pt>
                <c:pt idx="1742">
                  <c:v>272.004396438599</c:v>
                </c:pt>
                <c:pt idx="1743">
                  <c:v>272.354228854179</c:v>
                </c:pt>
                <c:pt idx="1744">
                  <c:v>272.665400326252</c:v>
                </c:pt>
                <c:pt idx="1745">
                  <c:v>272.968520581722</c:v>
                </c:pt>
                <c:pt idx="1746">
                  <c:v>273.259679019451</c:v>
                </c:pt>
                <c:pt idx="1747">
                  <c:v>273.522044837475</c:v>
                </c:pt>
                <c:pt idx="1748">
                  <c:v>273.782222986221</c:v>
                </c:pt>
                <c:pt idx="1749">
                  <c:v>274.059617400169</c:v>
                </c:pt>
                <c:pt idx="1750">
                  <c:v>274.38907289505</c:v>
                </c:pt>
                <c:pt idx="1751">
                  <c:v>274.681638240814</c:v>
                </c:pt>
                <c:pt idx="1752">
                  <c:v>274.983971834183</c:v>
                </c:pt>
                <c:pt idx="1753">
                  <c:v>275.316179156303</c:v>
                </c:pt>
                <c:pt idx="1754">
                  <c:v>275.688584327698</c:v>
                </c:pt>
                <c:pt idx="1755">
                  <c:v>275.956243753433</c:v>
                </c:pt>
                <c:pt idx="1756">
                  <c:v>276.125209391117</c:v>
                </c:pt>
                <c:pt idx="1757">
                  <c:v>276.280946195126</c:v>
                </c:pt>
                <c:pt idx="1758">
                  <c:v>276.430311381817</c:v>
                </c:pt>
                <c:pt idx="1759">
                  <c:v>276.599572241306</c:v>
                </c:pt>
                <c:pt idx="1760">
                  <c:v>276.828919112682</c:v>
                </c:pt>
                <c:pt idx="1761">
                  <c:v>277.050073385239</c:v>
                </c:pt>
                <c:pt idx="1762">
                  <c:v>277.261517643929</c:v>
                </c:pt>
                <c:pt idx="1763">
                  <c:v>277.440256893635</c:v>
                </c:pt>
                <c:pt idx="1764">
                  <c:v>277.627811312676</c:v>
                </c:pt>
                <c:pt idx="1765">
                  <c:v>277.871868252754</c:v>
                </c:pt>
                <c:pt idx="1766">
                  <c:v>278.080692946911</c:v>
                </c:pt>
                <c:pt idx="1767">
                  <c:v>278.249556720257</c:v>
                </c:pt>
                <c:pt idx="1768">
                  <c:v>278.452999651432</c:v>
                </c:pt>
                <c:pt idx="1769">
                  <c:v>278.932973742485</c:v>
                </c:pt>
                <c:pt idx="1770">
                  <c:v>279.200590848923</c:v>
                </c:pt>
                <c:pt idx="1771">
                  <c:v>279.449749410152</c:v>
                </c:pt>
                <c:pt idx="1772">
                  <c:v>279.797762095928</c:v>
                </c:pt>
                <c:pt idx="1773">
                  <c:v>280.108976900578</c:v>
                </c:pt>
                <c:pt idx="1774">
                  <c:v>280.288661658764</c:v>
                </c:pt>
                <c:pt idx="1775">
                  <c:v>280.383757710457</c:v>
                </c:pt>
                <c:pt idx="1776">
                  <c:v>280.424470961094</c:v>
                </c:pt>
                <c:pt idx="1777">
                  <c:v>280.468341588974</c:v>
                </c:pt>
                <c:pt idx="1778">
                  <c:v>280.394281387329</c:v>
                </c:pt>
                <c:pt idx="1779">
                  <c:v>280.373392939568</c:v>
                </c:pt>
                <c:pt idx="1780">
                  <c:v>280.324397802353</c:v>
                </c:pt>
                <c:pt idx="1781">
                  <c:v>280.162939786911</c:v>
                </c:pt>
                <c:pt idx="1782">
                  <c:v>280.052031755447</c:v>
                </c:pt>
                <c:pt idx="1783">
                  <c:v>279.929145693779</c:v>
                </c:pt>
                <c:pt idx="1784">
                  <c:v>279.872067332268</c:v>
                </c:pt>
                <c:pt idx="1785">
                  <c:v>279.859710454941</c:v>
                </c:pt>
                <c:pt idx="1786">
                  <c:v>279.862964689732</c:v>
                </c:pt>
                <c:pt idx="1787">
                  <c:v>279.939843058586</c:v>
                </c:pt>
                <c:pt idx="1788">
                  <c:v>280.009528040886</c:v>
                </c:pt>
                <c:pt idx="1789">
                  <c:v>280.108478367329</c:v>
                </c:pt>
                <c:pt idx="1790">
                  <c:v>280.201554119587</c:v>
                </c:pt>
                <c:pt idx="1791">
                  <c:v>280.259512484074</c:v>
                </c:pt>
                <c:pt idx="1792">
                  <c:v>280.374878048897</c:v>
                </c:pt>
                <c:pt idx="1793">
                  <c:v>280.472212314606</c:v>
                </c:pt>
                <c:pt idx="1794">
                  <c:v>280.512525498867</c:v>
                </c:pt>
                <c:pt idx="1795">
                  <c:v>280.498572409153</c:v>
                </c:pt>
                <c:pt idx="1796">
                  <c:v>280.552880644798</c:v>
                </c:pt>
                <c:pt idx="1797">
                  <c:v>280.613752007484</c:v>
                </c:pt>
                <c:pt idx="1798">
                  <c:v>280.571048855782</c:v>
                </c:pt>
                <c:pt idx="1799">
                  <c:v>280.480858683586</c:v>
                </c:pt>
                <c:pt idx="1800">
                  <c:v>280.466727614403</c:v>
                </c:pt>
                <c:pt idx="1801">
                  <c:v>280.548945128918</c:v>
                </c:pt>
                <c:pt idx="1802">
                  <c:v>280.665036380291</c:v>
                </c:pt>
                <c:pt idx="1803">
                  <c:v>281.01022285223</c:v>
                </c:pt>
                <c:pt idx="1804">
                  <c:v>281.123707950115</c:v>
                </c:pt>
                <c:pt idx="1805">
                  <c:v>281.2003287673</c:v>
                </c:pt>
                <c:pt idx="1806">
                  <c:v>281.205631315708</c:v>
                </c:pt>
                <c:pt idx="1807">
                  <c:v>281.311304211617</c:v>
                </c:pt>
                <c:pt idx="1808">
                  <c:v>281.43123036623</c:v>
                </c:pt>
                <c:pt idx="1809">
                  <c:v>281.585784375668</c:v>
                </c:pt>
                <c:pt idx="1810">
                  <c:v>281.644002974033</c:v>
                </c:pt>
                <c:pt idx="1811">
                  <c:v>281.767267465591</c:v>
                </c:pt>
                <c:pt idx="1812">
                  <c:v>281.92368966341</c:v>
                </c:pt>
                <c:pt idx="1813">
                  <c:v>282.088057398796</c:v>
                </c:pt>
                <c:pt idx="1814">
                  <c:v>282.245531916618</c:v>
                </c:pt>
                <c:pt idx="1815">
                  <c:v>282.355416119099</c:v>
                </c:pt>
                <c:pt idx="1816">
                  <c:v>282.431729614735</c:v>
                </c:pt>
                <c:pt idx="1817">
                  <c:v>282.52940350771</c:v>
                </c:pt>
                <c:pt idx="1818">
                  <c:v>282.656943500042</c:v>
                </c:pt>
                <c:pt idx="1819">
                  <c:v>282.748702526093</c:v>
                </c:pt>
                <c:pt idx="1820">
                  <c:v>282.825817465782</c:v>
                </c:pt>
                <c:pt idx="1821">
                  <c:v>282.886388778687</c:v>
                </c:pt>
                <c:pt idx="1822">
                  <c:v>282.962249994278</c:v>
                </c:pt>
                <c:pt idx="1823">
                  <c:v>283.038346529007</c:v>
                </c:pt>
                <c:pt idx="1824">
                  <c:v>283.206015825272</c:v>
                </c:pt>
                <c:pt idx="1825">
                  <c:v>283.475099980831</c:v>
                </c:pt>
                <c:pt idx="1826">
                  <c:v>283.770105302334</c:v>
                </c:pt>
                <c:pt idx="1827">
                  <c:v>284.010032951832</c:v>
                </c:pt>
                <c:pt idx="1828">
                  <c:v>284.231746733189</c:v>
                </c:pt>
                <c:pt idx="1829">
                  <c:v>284.458896815777</c:v>
                </c:pt>
                <c:pt idx="1830">
                  <c:v>284.719641745091</c:v>
                </c:pt>
                <c:pt idx="1831">
                  <c:v>284.984063446522</c:v>
                </c:pt>
                <c:pt idx="1832">
                  <c:v>285.180538594723</c:v>
                </c:pt>
                <c:pt idx="1833">
                  <c:v>285.381387889385</c:v>
                </c:pt>
                <c:pt idx="1834">
                  <c:v>285.608742654324</c:v>
                </c:pt>
                <c:pt idx="1835">
                  <c:v>285.856123030186</c:v>
                </c:pt>
                <c:pt idx="1836">
                  <c:v>286.035507559776</c:v>
                </c:pt>
                <c:pt idx="1837">
                  <c:v>286.261100292206</c:v>
                </c:pt>
                <c:pt idx="1838">
                  <c:v>286.500557601452</c:v>
                </c:pt>
                <c:pt idx="1839">
                  <c:v>286.771108627319</c:v>
                </c:pt>
                <c:pt idx="1840">
                  <c:v>287.111669421196</c:v>
                </c:pt>
                <c:pt idx="1841">
                  <c:v>287.447444915772</c:v>
                </c:pt>
                <c:pt idx="1842">
                  <c:v>287.797003865242</c:v>
                </c:pt>
                <c:pt idx="1843">
                  <c:v>288.044968008995</c:v>
                </c:pt>
                <c:pt idx="1844">
                  <c:v>288.24341750145</c:v>
                </c:pt>
                <c:pt idx="1845">
                  <c:v>288.444157779217</c:v>
                </c:pt>
                <c:pt idx="1846">
                  <c:v>288.661008954048</c:v>
                </c:pt>
                <c:pt idx="1847">
                  <c:v>288.80803668499</c:v>
                </c:pt>
                <c:pt idx="1848">
                  <c:v>288.944339573383</c:v>
                </c:pt>
                <c:pt idx="1849">
                  <c:v>289.024817228317</c:v>
                </c:pt>
                <c:pt idx="1850">
                  <c:v>289.089787721634</c:v>
                </c:pt>
                <c:pt idx="1851">
                  <c:v>289.202998161316</c:v>
                </c:pt>
                <c:pt idx="1852">
                  <c:v>289.320166289806</c:v>
                </c:pt>
                <c:pt idx="1853">
                  <c:v>289.457508683205</c:v>
                </c:pt>
                <c:pt idx="1854">
                  <c:v>289.573407351971</c:v>
                </c:pt>
                <c:pt idx="1855">
                  <c:v>289.703162312508</c:v>
                </c:pt>
                <c:pt idx="1856">
                  <c:v>289.807962656021</c:v>
                </c:pt>
                <c:pt idx="1857">
                  <c:v>289.870233535767</c:v>
                </c:pt>
                <c:pt idx="1858">
                  <c:v>289.987753629685</c:v>
                </c:pt>
                <c:pt idx="1859">
                  <c:v>290.09985524416</c:v>
                </c:pt>
                <c:pt idx="1860">
                  <c:v>290.250274598599</c:v>
                </c:pt>
                <c:pt idx="1861">
                  <c:v>290.371284544468</c:v>
                </c:pt>
                <c:pt idx="1862">
                  <c:v>290.42668658495</c:v>
                </c:pt>
                <c:pt idx="1863">
                  <c:v>290.37822419405</c:v>
                </c:pt>
                <c:pt idx="1864">
                  <c:v>290.353804290295</c:v>
                </c:pt>
                <c:pt idx="1865">
                  <c:v>290.310059845448</c:v>
                </c:pt>
                <c:pt idx="1866">
                  <c:v>290.27816516161</c:v>
                </c:pt>
                <c:pt idx="1867">
                  <c:v>290.17549687624</c:v>
                </c:pt>
                <c:pt idx="1868">
                  <c:v>290.036001861095</c:v>
                </c:pt>
                <c:pt idx="1869">
                  <c:v>289.910274803639</c:v>
                </c:pt>
                <c:pt idx="1870">
                  <c:v>289.751305282116</c:v>
                </c:pt>
                <c:pt idx="1871">
                  <c:v>289.5643466115</c:v>
                </c:pt>
                <c:pt idx="1872">
                  <c:v>289.347619354725</c:v>
                </c:pt>
                <c:pt idx="1873">
                  <c:v>289.131726205349</c:v>
                </c:pt>
                <c:pt idx="1874">
                  <c:v>289.020639359951</c:v>
                </c:pt>
                <c:pt idx="1875">
                  <c:v>288.880836188793</c:v>
                </c:pt>
                <c:pt idx="1876">
                  <c:v>288.723290264607</c:v>
                </c:pt>
                <c:pt idx="1877">
                  <c:v>288.57508379221</c:v>
                </c:pt>
                <c:pt idx="1878">
                  <c:v>288.368898332119</c:v>
                </c:pt>
                <c:pt idx="1879">
                  <c:v>288.213120758534</c:v>
                </c:pt>
                <c:pt idx="1880">
                  <c:v>288.028749287129</c:v>
                </c:pt>
                <c:pt idx="1881">
                  <c:v>287.884651720524</c:v>
                </c:pt>
                <c:pt idx="1882">
                  <c:v>287.710305035114</c:v>
                </c:pt>
                <c:pt idx="1883">
                  <c:v>287.786118924618</c:v>
                </c:pt>
                <c:pt idx="1884">
                  <c:v>287.721216738224</c:v>
                </c:pt>
                <c:pt idx="1885">
                  <c:v>287.569411218166</c:v>
                </c:pt>
                <c:pt idx="1886">
                  <c:v>287.296472728252</c:v>
                </c:pt>
                <c:pt idx="1887">
                  <c:v>287.027786552906</c:v>
                </c:pt>
                <c:pt idx="1888">
                  <c:v>286.782300293446</c:v>
                </c:pt>
                <c:pt idx="1889">
                  <c:v>286.53217369318</c:v>
                </c:pt>
                <c:pt idx="1890">
                  <c:v>286.318798601627</c:v>
                </c:pt>
                <c:pt idx="1891">
                  <c:v>286.24601238966</c:v>
                </c:pt>
                <c:pt idx="1892">
                  <c:v>286.408413410187</c:v>
                </c:pt>
                <c:pt idx="1893">
                  <c:v>286.445988297463</c:v>
                </c:pt>
                <c:pt idx="1894">
                  <c:v>286.437742114067</c:v>
                </c:pt>
                <c:pt idx="1895">
                  <c:v>286.397703051567</c:v>
                </c:pt>
                <c:pt idx="1896">
                  <c:v>286.428965806961</c:v>
                </c:pt>
                <c:pt idx="1897">
                  <c:v>286.478409290314</c:v>
                </c:pt>
                <c:pt idx="1898">
                  <c:v>286.601710855961</c:v>
                </c:pt>
                <c:pt idx="1899">
                  <c:v>286.760208010674</c:v>
                </c:pt>
                <c:pt idx="1900">
                  <c:v>286.93434882164</c:v>
                </c:pt>
                <c:pt idx="1901">
                  <c:v>286.994277894497</c:v>
                </c:pt>
                <c:pt idx="1902">
                  <c:v>287.021743953228</c:v>
                </c:pt>
                <c:pt idx="1903">
                  <c:v>287.102697432041</c:v>
                </c:pt>
                <c:pt idx="1904">
                  <c:v>287.26256352663</c:v>
                </c:pt>
                <c:pt idx="1905">
                  <c:v>287.381994843483</c:v>
                </c:pt>
                <c:pt idx="1906">
                  <c:v>287.545088469982</c:v>
                </c:pt>
                <c:pt idx="1907">
                  <c:v>287.857849657536</c:v>
                </c:pt>
                <c:pt idx="1908">
                  <c:v>288.123701512814</c:v>
                </c:pt>
                <c:pt idx="1909">
                  <c:v>288.393309295178</c:v>
                </c:pt>
                <c:pt idx="1910">
                  <c:v>288.64129537344</c:v>
                </c:pt>
                <c:pt idx="1911">
                  <c:v>288.882438957691</c:v>
                </c:pt>
                <c:pt idx="1912">
                  <c:v>289.05446022749</c:v>
                </c:pt>
                <c:pt idx="1913">
                  <c:v>289.312943935394</c:v>
                </c:pt>
                <c:pt idx="1914">
                  <c:v>289.633506953716</c:v>
                </c:pt>
                <c:pt idx="1915">
                  <c:v>289.934375584126</c:v>
                </c:pt>
                <c:pt idx="1916">
                  <c:v>290.201688468456</c:v>
                </c:pt>
                <c:pt idx="1917">
                  <c:v>290.521587312222</c:v>
                </c:pt>
                <c:pt idx="1918">
                  <c:v>290.798386871815</c:v>
                </c:pt>
                <c:pt idx="1919">
                  <c:v>291.133955657482</c:v>
                </c:pt>
                <c:pt idx="1920">
                  <c:v>291.431762158871</c:v>
                </c:pt>
                <c:pt idx="1921">
                  <c:v>291.792089045048</c:v>
                </c:pt>
                <c:pt idx="1922">
                  <c:v>292.185983598232</c:v>
                </c:pt>
                <c:pt idx="1923">
                  <c:v>292.617879450321</c:v>
                </c:pt>
                <c:pt idx="1924">
                  <c:v>293.03301936388</c:v>
                </c:pt>
                <c:pt idx="1925">
                  <c:v>293.504187226296</c:v>
                </c:pt>
                <c:pt idx="1926">
                  <c:v>294.008494973183</c:v>
                </c:pt>
                <c:pt idx="1927">
                  <c:v>294.453816175461</c:v>
                </c:pt>
                <c:pt idx="1928">
                  <c:v>294.894966781139</c:v>
                </c:pt>
                <c:pt idx="1929">
                  <c:v>295.260438740254</c:v>
                </c:pt>
                <c:pt idx="1930">
                  <c:v>295.657390892506</c:v>
                </c:pt>
                <c:pt idx="1931">
                  <c:v>296.097893893719</c:v>
                </c:pt>
                <c:pt idx="1932">
                  <c:v>296.384473204613</c:v>
                </c:pt>
                <c:pt idx="1933">
                  <c:v>296.611316502094</c:v>
                </c:pt>
                <c:pt idx="1934">
                  <c:v>296.81425088644</c:v>
                </c:pt>
                <c:pt idx="1935">
                  <c:v>297.085696876049</c:v>
                </c:pt>
                <c:pt idx="1936">
                  <c:v>297.394745349884</c:v>
                </c:pt>
                <c:pt idx="1937">
                  <c:v>297.565285027027</c:v>
                </c:pt>
                <c:pt idx="1938">
                  <c:v>297.746130049229</c:v>
                </c:pt>
                <c:pt idx="1939">
                  <c:v>297.910453379154</c:v>
                </c:pt>
                <c:pt idx="1940">
                  <c:v>298.051187098026</c:v>
                </c:pt>
                <c:pt idx="1941">
                  <c:v>298.229387462139</c:v>
                </c:pt>
                <c:pt idx="1942">
                  <c:v>298.366475760937</c:v>
                </c:pt>
                <c:pt idx="1943">
                  <c:v>298.518020570278</c:v>
                </c:pt>
                <c:pt idx="1944">
                  <c:v>298.815833151341</c:v>
                </c:pt>
                <c:pt idx="1945">
                  <c:v>299.228075802326</c:v>
                </c:pt>
                <c:pt idx="1946">
                  <c:v>299.668916881084</c:v>
                </c:pt>
                <c:pt idx="1947">
                  <c:v>300.046640098095</c:v>
                </c:pt>
                <c:pt idx="1948">
                  <c:v>300.379598498344</c:v>
                </c:pt>
                <c:pt idx="1949">
                  <c:v>300.679884076119</c:v>
                </c:pt>
                <c:pt idx="1950">
                  <c:v>300.955451130867</c:v>
                </c:pt>
                <c:pt idx="1951">
                  <c:v>301.153156936169</c:v>
                </c:pt>
                <c:pt idx="1952">
                  <c:v>301.276616811752</c:v>
                </c:pt>
                <c:pt idx="1953">
                  <c:v>301.513893127441</c:v>
                </c:pt>
                <c:pt idx="1954">
                  <c:v>301.658756613731</c:v>
                </c:pt>
                <c:pt idx="1955">
                  <c:v>301.774573922157</c:v>
                </c:pt>
                <c:pt idx="1956">
                  <c:v>301.835248291493</c:v>
                </c:pt>
                <c:pt idx="1957">
                  <c:v>301.850957274437</c:v>
                </c:pt>
                <c:pt idx="1958">
                  <c:v>301.825697422028</c:v>
                </c:pt>
                <c:pt idx="1959">
                  <c:v>301.80567252636</c:v>
                </c:pt>
                <c:pt idx="1960">
                  <c:v>301.767414093018</c:v>
                </c:pt>
                <c:pt idx="1961">
                  <c:v>301.661127328873</c:v>
                </c:pt>
                <c:pt idx="1962">
                  <c:v>301.529327392578</c:v>
                </c:pt>
                <c:pt idx="1963">
                  <c:v>301.353535413742</c:v>
                </c:pt>
                <c:pt idx="1964">
                  <c:v>301.352477908135</c:v>
                </c:pt>
                <c:pt idx="1965">
                  <c:v>301.38336533308</c:v>
                </c:pt>
                <c:pt idx="1966">
                  <c:v>301.459828794003</c:v>
                </c:pt>
                <c:pt idx="1967">
                  <c:v>301.544288814068</c:v>
                </c:pt>
                <c:pt idx="1968">
                  <c:v>301.654463171959</c:v>
                </c:pt>
                <c:pt idx="1969">
                  <c:v>301.752012133598</c:v>
                </c:pt>
                <c:pt idx="1970">
                  <c:v>301.859644889832</c:v>
                </c:pt>
                <c:pt idx="1971">
                  <c:v>301.924028992653</c:v>
                </c:pt>
                <c:pt idx="1972">
                  <c:v>302.038028717041</c:v>
                </c:pt>
                <c:pt idx="1973">
                  <c:v>302.193042397499</c:v>
                </c:pt>
                <c:pt idx="1974">
                  <c:v>302.485852003098</c:v>
                </c:pt>
                <c:pt idx="1975">
                  <c:v>302.705002725124</c:v>
                </c:pt>
                <c:pt idx="1976">
                  <c:v>302.967253148556</c:v>
                </c:pt>
                <c:pt idx="1977">
                  <c:v>303.276895880699</c:v>
                </c:pt>
                <c:pt idx="1978">
                  <c:v>303.606316030026</c:v>
                </c:pt>
                <c:pt idx="1979">
                  <c:v>303.890716850758</c:v>
                </c:pt>
                <c:pt idx="1980">
                  <c:v>304.177904546261</c:v>
                </c:pt>
                <c:pt idx="1981">
                  <c:v>304.552469432354</c:v>
                </c:pt>
                <c:pt idx="1982">
                  <c:v>304.985123693943</c:v>
                </c:pt>
                <c:pt idx="1983">
                  <c:v>305.465100705624</c:v>
                </c:pt>
                <c:pt idx="1984">
                  <c:v>305.93849414587</c:v>
                </c:pt>
                <c:pt idx="1985">
                  <c:v>306.394123017788</c:v>
                </c:pt>
                <c:pt idx="1986">
                  <c:v>306.820145487785</c:v>
                </c:pt>
                <c:pt idx="1987">
                  <c:v>307.23858499527</c:v>
                </c:pt>
                <c:pt idx="1988">
                  <c:v>307.612055778503</c:v>
                </c:pt>
                <c:pt idx="1989">
                  <c:v>307.941226422787</c:v>
                </c:pt>
                <c:pt idx="1990">
                  <c:v>308.302040219307</c:v>
                </c:pt>
                <c:pt idx="1991">
                  <c:v>308.686793327332</c:v>
                </c:pt>
                <c:pt idx="1992">
                  <c:v>309.045128583908</c:v>
                </c:pt>
                <c:pt idx="1993">
                  <c:v>309.378441214562</c:v>
                </c:pt>
                <c:pt idx="1994">
                  <c:v>309.632428407669</c:v>
                </c:pt>
                <c:pt idx="1995">
                  <c:v>309.898023724556</c:v>
                </c:pt>
                <c:pt idx="1996">
                  <c:v>310.084418118</c:v>
                </c:pt>
                <c:pt idx="1997">
                  <c:v>310.350393950939</c:v>
                </c:pt>
                <c:pt idx="1998">
                  <c:v>310.564316868782</c:v>
                </c:pt>
                <c:pt idx="1999">
                  <c:v>310.76913946867</c:v>
                </c:pt>
                <c:pt idx="2000">
                  <c:v>310.923364281654</c:v>
                </c:pt>
                <c:pt idx="2001">
                  <c:v>310.98311150074</c:v>
                </c:pt>
                <c:pt idx="2002">
                  <c:v>310.953279733658</c:v>
                </c:pt>
                <c:pt idx="2003">
                  <c:v>310.86809027195</c:v>
                </c:pt>
                <c:pt idx="2004">
                  <c:v>311.234546422958</c:v>
                </c:pt>
                <c:pt idx="2005">
                  <c:v>311.734436631203</c:v>
                </c:pt>
                <c:pt idx="2006">
                  <c:v>312.29832804203</c:v>
                </c:pt>
                <c:pt idx="2007">
                  <c:v>312.727935671806</c:v>
                </c:pt>
                <c:pt idx="2008">
                  <c:v>313.042735993862</c:v>
                </c:pt>
                <c:pt idx="2009">
                  <c:v>313.317457258701</c:v>
                </c:pt>
                <c:pt idx="2010">
                  <c:v>313.626010596752</c:v>
                </c:pt>
                <c:pt idx="2011">
                  <c:v>313.94591832161</c:v>
                </c:pt>
                <c:pt idx="2012">
                  <c:v>314.173901021481</c:v>
                </c:pt>
                <c:pt idx="2013">
                  <c:v>314.364227354527</c:v>
                </c:pt>
                <c:pt idx="2014">
                  <c:v>314.610915005207</c:v>
                </c:pt>
                <c:pt idx="2015">
                  <c:v>314.823307871819</c:v>
                </c:pt>
                <c:pt idx="2016">
                  <c:v>314.996308267117</c:v>
                </c:pt>
                <c:pt idx="2017">
                  <c:v>315.098775744438</c:v>
                </c:pt>
                <c:pt idx="2018">
                  <c:v>315.175756156445</c:v>
                </c:pt>
                <c:pt idx="2019">
                  <c:v>315.193300127983</c:v>
                </c:pt>
                <c:pt idx="2020">
                  <c:v>315.200634121895</c:v>
                </c:pt>
                <c:pt idx="2021">
                  <c:v>315.213856458664</c:v>
                </c:pt>
                <c:pt idx="2022">
                  <c:v>315.258770346642</c:v>
                </c:pt>
                <c:pt idx="2023">
                  <c:v>315.362092554569</c:v>
                </c:pt>
                <c:pt idx="2024">
                  <c:v>315.456490874291</c:v>
                </c:pt>
                <c:pt idx="2025">
                  <c:v>315.593185067177</c:v>
                </c:pt>
                <c:pt idx="2026">
                  <c:v>315.757176816464</c:v>
                </c:pt>
                <c:pt idx="2027">
                  <c:v>315.926136672497</c:v>
                </c:pt>
                <c:pt idx="2028">
                  <c:v>316.146879673004</c:v>
                </c:pt>
                <c:pt idx="2029">
                  <c:v>316.351112425327</c:v>
                </c:pt>
                <c:pt idx="2030">
                  <c:v>316.548027455807</c:v>
                </c:pt>
                <c:pt idx="2031">
                  <c:v>316.789369940758</c:v>
                </c:pt>
                <c:pt idx="2032">
                  <c:v>317.057054400444</c:v>
                </c:pt>
                <c:pt idx="2033">
                  <c:v>317.329186797142</c:v>
                </c:pt>
                <c:pt idx="2034">
                  <c:v>317.582524895668</c:v>
                </c:pt>
                <c:pt idx="2035">
                  <c:v>317.766634821892</c:v>
                </c:pt>
                <c:pt idx="2036">
                  <c:v>317.991123259068</c:v>
                </c:pt>
                <c:pt idx="2037">
                  <c:v>318.205974161625</c:v>
                </c:pt>
                <c:pt idx="2038">
                  <c:v>318.407811522484</c:v>
                </c:pt>
                <c:pt idx="2039">
                  <c:v>318.60166823864</c:v>
                </c:pt>
                <c:pt idx="2040">
                  <c:v>318.699749648571</c:v>
                </c:pt>
                <c:pt idx="2041">
                  <c:v>318.842604279518</c:v>
                </c:pt>
                <c:pt idx="2042">
                  <c:v>319.016672790051</c:v>
                </c:pt>
                <c:pt idx="2043">
                  <c:v>319.188878118992</c:v>
                </c:pt>
                <c:pt idx="2044">
                  <c:v>319.366858243942</c:v>
                </c:pt>
                <c:pt idx="2045">
                  <c:v>319.604538738728</c:v>
                </c:pt>
                <c:pt idx="2046">
                  <c:v>319.855760753155</c:v>
                </c:pt>
                <c:pt idx="2047">
                  <c:v>320.132551968098</c:v>
                </c:pt>
                <c:pt idx="2048">
                  <c:v>320.441447675228</c:v>
                </c:pt>
                <c:pt idx="2049">
                  <c:v>320.67877471447</c:v>
                </c:pt>
                <c:pt idx="2050">
                  <c:v>320.952987194061</c:v>
                </c:pt>
                <c:pt idx="2051">
                  <c:v>321.208999752998</c:v>
                </c:pt>
                <c:pt idx="2052">
                  <c:v>321.442586302757</c:v>
                </c:pt>
                <c:pt idx="2053">
                  <c:v>321.614782333374</c:v>
                </c:pt>
                <c:pt idx="2054">
                  <c:v>321.731803357601</c:v>
                </c:pt>
                <c:pt idx="2055">
                  <c:v>321.916161954403</c:v>
                </c:pt>
                <c:pt idx="2056">
                  <c:v>322.131498515606</c:v>
                </c:pt>
                <c:pt idx="2057">
                  <c:v>322.382616579533</c:v>
                </c:pt>
                <c:pt idx="2058">
                  <c:v>322.626935064793</c:v>
                </c:pt>
                <c:pt idx="2059">
                  <c:v>322.888724148274</c:v>
                </c:pt>
                <c:pt idx="2060">
                  <c:v>323.161095321178</c:v>
                </c:pt>
                <c:pt idx="2061">
                  <c:v>323.398663818836</c:v>
                </c:pt>
                <c:pt idx="2062">
                  <c:v>323.61222332716</c:v>
                </c:pt>
                <c:pt idx="2063">
                  <c:v>323.798153758049</c:v>
                </c:pt>
                <c:pt idx="2064">
                  <c:v>323.977491140366</c:v>
                </c:pt>
                <c:pt idx="2065">
                  <c:v>324.138283193111</c:v>
                </c:pt>
                <c:pt idx="2066">
                  <c:v>324.331425845623</c:v>
                </c:pt>
                <c:pt idx="2067">
                  <c:v>324.468066692352</c:v>
                </c:pt>
                <c:pt idx="2068">
                  <c:v>324.585568964481</c:v>
                </c:pt>
                <c:pt idx="2069">
                  <c:v>324.733621418476</c:v>
                </c:pt>
                <c:pt idx="2070">
                  <c:v>324.803080677986</c:v>
                </c:pt>
                <c:pt idx="2071">
                  <c:v>324.888711094856</c:v>
                </c:pt>
                <c:pt idx="2072">
                  <c:v>324.933503866196</c:v>
                </c:pt>
                <c:pt idx="2073">
                  <c:v>325.008700847626</c:v>
                </c:pt>
                <c:pt idx="2074">
                  <c:v>325.026192009449</c:v>
                </c:pt>
                <c:pt idx="2075">
                  <c:v>325.009639441967</c:v>
                </c:pt>
                <c:pt idx="2076">
                  <c:v>325.060760080814</c:v>
                </c:pt>
                <c:pt idx="2077">
                  <c:v>325.099315285683</c:v>
                </c:pt>
                <c:pt idx="2078">
                  <c:v>325.195110321045</c:v>
                </c:pt>
                <c:pt idx="2079">
                  <c:v>325.172389268875</c:v>
                </c:pt>
                <c:pt idx="2080">
                  <c:v>325.108180165291</c:v>
                </c:pt>
                <c:pt idx="2081">
                  <c:v>325.148980617523</c:v>
                </c:pt>
                <c:pt idx="2082">
                  <c:v>325.209019124508</c:v>
                </c:pt>
                <c:pt idx="2083">
                  <c:v>325.278054952622</c:v>
                </c:pt>
                <c:pt idx="2084">
                  <c:v>325.298523068428</c:v>
                </c:pt>
                <c:pt idx="2085">
                  <c:v>325.322244644165</c:v>
                </c:pt>
                <c:pt idx="2086">
                  <c:v>325.358090698719</c:v>
                </c:pt>
                <c:pt idx="2087">
                  <c:v>325.412308514118</c:v>
                </c:pt>
                <c:pt idx="2088">
                  <c:v>325.511968135834</c:v>
                </c:pt>
                <c:pt idx="2089">
                  <c:v>325.576347589493</c:v>
                </c:pt>
                <c:pt idx="2090">
                  <c:v>325.631443619728</c:v>
                </c:pt>
                <c:pt idx="2091">
                  <c:v>325.714684545994</c:v>
                </c:pt>
                <c:pt idx="2092">
                  <c:v>325.819058656693</c:v>
                </c:pt>
                <c:pt idx="2093">
                  <c:v>325.882082045078</c:v>
                </c:pt>
                <c:pt idx="2094">
                  <c:v>326.004335165024</c:v>
                </c:pt>
                <c:pt idx="2095">
                  <c:v>326.190485179424</c:v>
                </c:pt>
                <c:pt idx="2096">
                  <c:v>326.338433802128</c:v>
                </c:pt>
                <c:pt idx="2097">
                  <c:v>326.423479855061</c:v>
                </c:pt>
                <c:pt idx="2098">
                  <c:v>326.451163172722</c:v>
                </c:pt>
                <c:pt idx="2099">
                  <c:v>326.529468536377</c:v>
                </c:pt>
                <c:pt idx="2100">
                  <c:v>326.582516729832</c:v>
                </c:pt>
                <c:pt idx="2101">
                  <c:v>326.636714875698</c:v>
                </c:pt>
                <c:pt idx="2102">
                  <c:v>326.712628543377</c:v>
                </c:pt>
                <c:pt idx="2103">
                  <c:v>326.809612989426</c:v>
                </c:pt>
                <c:pt idx="2104">
                  <c:v>326.975665032864</c:v>
                </c:pt>
                <c:pt idx="2105">
                  <c:v>327.125694572926</c:v>
                </c:pt>
                <c:pt idx="2106">
                  <c:v>327.242041707039</c:v>
                </c:pt>
                <c:pt idx="2107">
                  <c:v>327.322175085545</c:v>
                </c:pt>
                <c:pt idx="2108">
                  <c:v>327.426370322704</c:v>
                </c:pt>
                <c:pt idx="2109">
                  <c:v>327.565649211407</c:v>
                </c:pt>
                <c:pt idx="2110">
                  <c:v>327.735408246517</c:v>
                </c:pt>
                <c:pt idx="2111">
                  <c:v>327.846027433872</c:v>
                </c:pt>
                <c:pt idx="2112">
                  <c:v>327.988262653351</c:v>
                </c:pt>
                <c:pt idx="2113">
                  <c:v>328.249084353447</c:v>
                </c:pt>
                <c:pt idx="2114">
                  <c:v>328.501923680306</c:v>
                </c:pt>
                <c:pt idx="2115">
                  <c:v>328.752749681473</c:v>
                </c:pt>
                <c:pt idx="2116">
                  <c:v>329.047151386738</c:v>
                </c:pt>
                <c:pt idx="2117">
                  <c:v>329.400239169598</c:v>
                </c:pt>
                <c:pt idx="2118">
                  <c:v>329.712561547756</c:v>
                </c:pt>
                <c:pt idx="2119">
                  <c:v>329.985624134541</c:v>
                </c:pt>
                <c:pt idx="2120">
                  <c:v>330.292392671108</c:v>
                </c:pt>
                <c:pt idx="2121">
                  <c:v>330.545330703259</c:v>
                </c:pt>
                <c:pt idx="2122">
                  <c:v>330.816606104374</c:v>
                </c:pt>
                <c:pt idx="2123">
                  <c:v>331.05918186903</c:v>
                </c:pt>
                <c:pt idx="2124">
                  <c:v>331.261443316937</c:v>
                </c:pt>
                <c:pt idx="2125">
                  <c:v>331.521247327328</c:v>
                </c:pt>
                <c:pt idx="2126">
                  <c:v>331.81715464592</c:v>
                </c:pt>
                <c:pt idx="2127">
                  <c:v>332.092318475246</c:v>
                </c:pt>
                <c:pt idx="2128">
                  <c:v>332.326779782772</c:v>
                </c:pt>
                <c:pt idx="2129">
                  <c:v>332.601873040199</c:v>
                </c:pt>
                <c:pt idx="2130">
                  <c:v>332.832548081875</c:v>
                </c:pt>
                <c:pt idx="2131">
                  <c:v>333.113304316998</c:v>
                </c:pt>
                <c:pt idx="2132">
                  <c:v>333.33974313736</c:v>
                </c:pt>
                <c:pt idx="2133">
                  <c:v>333.498982608318</c:v>
                </c:pt>
                <c:pt idx="2134">
                  <c:v>333.664509236813</c:v>
                </c:pt>
                <c:pt idx="2135">
                  <c:v>333.879337847233</c:v>
                </c:pt>
                <c:pt idx="2136">
                  <c:v>334.106869518757</c:v>
                </c:pt>
                <c:pt idx="2137">
                  <c:v>334.308939754963</c:v>
                </c:pt>
                <c:pt idx="2138">
                  <c:v>334.587099552155</c:v>
                </c:pt>
                <c:pt idx="2139">
                  <c:v>334.865512490273</c:v>
                </c:pt>
                <c:pt idx="2140">
                  <c:v>335.118901252747</c:v>
                </c:pt>
                <c:pt idx="2141">
                  <c:v>335.399078905582</c:v>
                </c:pt>
                <c:pt idx="2142">
                  <c:v>335.616317510605</c:v>
                </c:pt>
                <c:pt idx="2143">
                  <c:v>335.825311362743</c:v>
                </c:pt>
                <c:pt idx="2144">
                  <c:v>336.023323118687</c:v>
                </c:pt>
                <c:pt idx="2145">
                  <c:v>336.211645424366</c:v>
                </c:pt>
                <c:pt idx="2146">
                  <c:v>336.428178310394</c:v>
                </c:pt>
                <c:pt idx="2147">
                  <c:v>336.646582484245</c:v>
                </c:pt>
                <c:pt idx="2148">
                  <c:v>336.819579124451</c:v>
                </c:pt>
                <c:pt idx="2149">
                  <c:v>336.919713199139</c:v>
                </c:pt>
                <c:pt idx="2150">
                  <c:v>337.020472168922</c:v>
                </c:pt>
                <c:pt idx="2151">
                  <c:v>337.093776464462</c:v>
                </c:pt>
                <c:pt idx="2152">
                  <c:v>337.190165936947</c:v>
                </c:pt>
                <c:pt idx="2153">
                  <c:v>337.230315983295</c:v>
                </c:pt>
                <c:pt idx="2154">
                  <c:v>337.303324341774</c:v>
                </c:pt>
                <c:pt idx="2155">
                  <c:v>337.398660421372</c:v>
                </c:pt>
                <c:pt idx="2156">
                  <c:v>337.479725599289</c:v>
                </c:pt>
                <c:pt idx="2157">
                  <c:v>337.568045675755</c:v>
                </c:pt>
                <c:pt idx="2158">
                  <c:v>337.698791444302</c:v>
                </c:pt>
                <c:pt idx="2159">
                  <c:v>337.811102211475</c:v>
                </c:pt>
                <c:pt idx="2160">
                  <c:v>337.897390544415</c:v>
                </c:pt>
                <c:pt idx="2161">
                  <c:v>337.946230232716</c:v>
                </c:pt>
                <c:pt idx="2162">
                  <c:v>338.024424612522</c:v>
                </c:pt>
                <c:pt idx="2163">
                  <c:v>338.087676465511</c:v>
                </c:pt>
                <c:pt idx="2164">
                  <c:v>338.172404885292</c:v>
                </c:pt>
                <c:pt idx="2165">
                  <c:v>338.254482865334</c:v>
                </c:pt>
                <c:pt idx="2166">
                  <c:v>338.300943851471</c:v>
                </c:pt>
                <c:pt idx="2167">
                  <c:v>338.282363533974</c:v>
                </c:pt>
                <c:pt idx="2168">
                  <c:v>338.245158791542</c:v>
                </c:pt>
                <c:pt idx="2169">
                  <c:v>338.258495688438</c:v>
                </c:pt>
                <c:pt idx="2170">
                  <c:v>338.271151423454</c:v>
                </c:pt>
                <c:pt idx="2171">
                  <c:v>338.255761861801</c:v>
                </c:pt>
                <c:pt idx="2172">
                  <c:v>338.19623041153</c:v>
                </c:pt>
                <c:pt idx="2173">
                  <c:v>338.178135871887</c:v>
                </c:pt>
                <c:pt idx="2174">
                  <c:v>338.117761135101</c:v>
                </c:pt>
                <c:pt idx="2175">
                  <c:v>338.055270671845</c:v>
                </c:pt>
                <c:pt idx="2176">
                  <c:v>338.010690450668</c:v>
                </c:pt>
                <c:pt idx="2177">
                  <c:v>337.933572173119</c:v>
                </c:pt>
                <c:pt idx="2178">
                  <c:v>337.960751414299</c:v>
                </c:pt>
                <c:pt idx="2179">
                  <c:v>337.975619494915</c:v>
                </c:pt>
                <c:pt idx="2180">
                  <c:v>337.982420444489</c:v>
                </c:pt>
                <c:pt idx="2181">
                  <c:v>337.990808606148</c:v>
                </c:pt>
                <c:pt idx="2182">
                  <c:v>338.086542308331</c:v>
                </c:pt>
                <c:pt idx="2183">
                  <c:v>338.191933810711</c:v>
                </c:pt>
                <c:pt idx="2184">
                  <c:v>338.295577347279</c:v>
                </c:pt>
                <c:pt idx="2185">
                  <c:v>338.44246160984</c:v>
                </c:pt>
                <c:pt idx="2186">
                  <c:v>338.582915663719</c:v>
                </c:pt>
                <c:pt idx="2187">
                  <c:v>338.730581581593</c:v>
                </c:pt>
                <c:pt idx="2188">
                  <c:v>338.867841303349</c:v>
                </c:pt>
                <c:pt idx="2189">
                  <c:v>339.039079248905</c:v>
                </c:pt>
                <c:pt idx="2190">
                  <c:v>339.236967206001</c:v>
                </c:pt>
                <c:pt idx="2191">
                  <c:v>339.470705330372</c:v>
                </c:pt>
                <c:pt idx="2192">
                  <c:v>339.744486987591</c:v>
                </c:pt>
                <c:pt idx="2193">
                  <c:v>340.002630054951</c:v>
                </c:pt>
                <c:pt idx="2194">
                  <c:v>340.326883137226</c:v>
                </c:pt>
              </c:numCache>
            </c:numRef>
          </c:val>
          <c:smooth val="0"/>
        </c:ser>
        <c:ser>
          <c:idx val="3"/>
          <c:order val="3"/>
          <c:tx>
            <c:strRef>
              <c:f>Sheet1!$E$1</c:f>
              <c:strCache>
                <c:ptCount val="1"/>
                <c:pt idx="0">
                  <c:v>HI_daily_20days_no_Valid</c:v>
                </c:pt>
              </c:strCache>
            </c:strRef>
          </c:tx>
          <c:spPr>
            <a:ln w="28575" cap="rnd">
              <a:solidFill>
                <a:schemeClr val="accent4"/>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Sheet1!$E$2:$E$2206</c:f>
              <c:numCache>
                <c:formatCode>General</c:formatCode>
                <c:ptCount val="2205"/>
                <c:pt idx="0">
                  <c:v>-0.10124468803406</c:v>
                </c:pt>
                <c:pt idx="1">
                  <c:v>-0.24612474441529</c:v>
                </c:pt>
                <c:pt idx="2">
                  <c:v>-0.33324265480042</c:v>
                </c:pt>
                <c:pt idx="3">
                  <c:v>-0.35543835163117</c:v>
                </c:pt>
                <c:pt idx="4">
                  <c:v>-0.39996492862702</c:v>
                </c:pt>
                <c:pt idx="5">
                  <c:v>-0.42068648338318</c:v>
                </c:pt>
                <c:pt idx="6">
                  <c:v>-0.409108519554139</c:v>
                </c:pt>
                <c:pt idx="7">
                  <c:v>-0.425147771835329</c:v>
                </c:pt>
                <c:pt idx="8">
                  <c:v>-0.430917501449589</c:v>
                </c:pt>
                <c:pt idx="9">
                  <c:v>-0.454002499580389</c:v>
                </c:pt>
                <c:pt idx="10">
                  <c:v>-0.27584463357926</c:v>
                </c:pt>
                <c:pt idx="11">
                  <c:v>-0.123626530170447</c:v>
                </c:pt>
                <c:pt idx="12">
                  <c:v>0.129391551017755</c:v>
                </c:pt>
                <c:pt idx="13">
                  <c:v>0.401666522026056</c:v>
                </c:pt>
                <c:pt idx="14">
                  <c:v>0.632788300514215</c:v>
                </c:pt>
                <c:pt idx="15">
                  <c:v>0.832606017589563</c:v>
                </c:pt>
                <c:pt idx="16">
                  <c:v>1.0581812262535</c:v>
                </c:pt>
                <c:pt idx="17">
                  <c:v>1.25533777475356</c:v>
                </c:pt>
                <c:pt idx="18">
                  <c:v>1.41979354619979</c:v>
                </c:pt>
                <c:pt idx="19">
                  <c:v>1.65583723783492</c:v>
                </c:pt>
                <c:pt idx="20">
                  <c:v>1.88692098855972</c:v>
                </c:pt>
                <c:pt idx="21">
                  <c:v>2.1917535662651</c:v>
                </c:pt>
                <c:pt idx="22">
                  <c:v>2.42680490016936</c:v>
                </c:pt>
                <c:pt idx="23">
                  <c:v>2.63241833448409</c:v>
                </c:pt>
                <c:pt idx="24">
                  <c:v>2.92330241203307</c:v>
                </c:pt>
                <c:pt idx="25">
                  <c:v>3.18222773075103</c:v>
                </c:pt>
                <c:pt idx="26">
                  <c:v>3.47588992118835</c:v>
                </c:pt>
                <c:pt idx="27">
                  <c:v>3.78281241655349</c:v>
                </c:pt>
                <c:pt idx="28">
                  <c:v>4.13677543401718</c:v>
                </c:pt>
                <c:pt idx="29">
                  <c:v>4.5044919848442</c:v>
                </c:pt>
                <c:pt idx="30">
                  <c:v>4.85460537672042</c:v>
                </c:pt>
                <c:pt idx="31">
                  <c:v>5.22590452432632</c:v>
                </c:pt>
                <c:pt idx="32">
                  <c:v>5.52854591608047</c:v>
                </c:pt>
                <c:pt idx="33">
                  <c:v>5.76947981119155</c:v>
                </c:pt>
                <c:pt idx="34">
                  <c:v>5.97209960222244</c:v>
                </c:pt>
                <c:pt idx="35">
                  <c:v>6.11894309520721</c:v>
                </c:pt>
                <c:pt idx="36">
                  <c:v>6.26741749048232</c:v>
                </c:pt>
                <c:pt idx="37">
                  <c:v>6.37065583467483</c:v>
                </c:pt>
                <c:pt idx="38">
                  <c:v>6.48412829637527</c:v>
                </c:pt>
                <c:pt idx="39">
                  <c:v>6.57299500703811</c:v>
                </c:pt>
                <c:pt idx="40">
                  <c:v>6.64786058664321</c:v>
                </c:pt>
                <c:pt idx="41">
                  <c:v>6.73748642206191</c:v>
                </c:pt>
                <c:pt idx="42">
                  <c:v>6.84887135028838</c:v>
                </c:pt>
                <c:pt idx="43">
                  <c:v>6.98989182710647</c:v>
                </c:pt>
                <c:pt idx="44">
                  <c:v>7.11534494161605</c:v>
                </c:pt>
                <c:pt idx="45">
                  <c:v>7.23982954025268</c:v>
                </c:pt>
                <c:pt idx="46">
                  <c:v>7.39193230867385</c:v>
                </c:pt>
                <c:pt idx="47">
                  <c:v>7.55842316150665</c:v>
                </c:pt>
                <c:pt idx="48">
                  <c:v>7.81935799121856</c:v>
                </c:pt>
                <c:pt idx="49">
                  <c:v>8.09990179538726</c:v>
                </c:pt>
                <c:pt idx="50">
                  <c:v>8.40380430221557</c:v>
                </c:pt>
                <c:pt idx="51">
                  <c:v>8.717054605484</c:v>
                </c:pt>
                <c:pt idx="52">
                  <c:v>9.03214246034621</c:v>
                </c:pt>
                <c:pt idx="53">
                  <c:v>9.40249198675155</c:v>
                </c:pt>
                <c:pt idx="54">
                  <c:v>9.74115926027297</c:v>
                </c:pt>
                <c:pt idx="55">
                  <c:v>10.0808385014534</c:v>
                </c:pt>
                <c:pt idx="56">
                  <c:v>10.3935279250145</c:v>
                </c:pt>
                <c:pt idx="57">
                  <c:v>10.7143080830574</c:v>
                </c:pt>
                <c:pt idx="58">
                  <c:v>10.93509298563</c:v>
                </c:pt>
                <c:pt idx="59">
                  <c:v>11.0392471551895</c:v>
                </c:pt>
                <c:pt idx="60">
                  <c:v>11.0862795710564</c:v>
                </c:pt>
                <c:pt idx="61">
                  <c:v>11.1718404889107</c:v>
                </c:pt>
                <c:pt idx="62">
                  <c:v>11.2677857279777</c:v>
                </c:pt>
                <c:pt idx="63">
                  <c:v>11.4449746608734</c:v>
                </c:pt>
                <c:pt idx="64">
                  <c:v>11.6280719041824</c:v>
                </c:pt>
                <c:pt idx="65">
                  <c:v>11.8300530910492</c:v>
                </c:pt>
                <c:pt idx="66">
                  <c:v>12.0290219187736</c:v>
                </c:pt>
                <c:pt idx="67">
                  <c:v>12.2333619594574</c:v>
                </c:pt>
                <c:pt idx="68">
                  <c:v>12.4150730371475</c:v>
                </c:pt>
                <c:pt idx="69">
                  <c:v>12.6063949465752</c:v>
                </c:pt>
                <c:pt idx="70">
                  <c:v>12.7726145386696</c:v>
                </c:pt>
                <c:pt idx="71">
                  <c:v>12.8726137280464</c:v>
                </c:pt>
                <c:pt idx="72">
                  <c:v>12.8794077038765</c:v>
                </c:pt>
                <c:pt idx="73">
                  <c:v>12.8705541491508</c:v>
                </c:pt>
                <c:pt idx="74">
                  <c:v>12.8050513863563</c:v>
                </c:pt>
                <c:pt idx="75">
                  <c:v>12.6740577816963</c:v>
                </c:pt>
                <c:pt idx="76">
                  <c:v>12.5706773400307</c:v>
                </c:pt>
                <c:pt idx="77">
                  <c:v>12.3783879876137</c:v>
                </c:pt>
                <c:pt idx="78">
                  <c:v>12.1344977021217</c:v>
                </c:pt>
                <c:pt idx="79">
                  <c:v>11.8780716061592</c:v>
                </c:pt>
                <c:pt idx="80">
                  <c:v>11.6425732970238</c:v>
                </c:pt>
                <c:pt idx="81">
                  <c:v>11.4217309355736</c:v>
                </c:pt>
                <c:pt idx="82">
                  <c:v>11.2646341919899</c:v>
                </c:pt>
                <c:pt idx="83">
                  <c:v>11.1109961867332</c:v>
                </c:pt>
                <c:pt idx="84">
                  <c:v>10.9964883923531</c:v>
                </c:pt>
                <c:pt idx="85">
                  <c:v>10.893108189106</c:v>
                </c:pt>
                <c:pt idx="86">
                  <c:v>10.8953881263733</c:v>
                </c:pt>
                <c:pt idx="87">
                  <c:v>10.9647256135941</c:v>
                </c:pt>
                <c:pt idx="88">
                  <c:v>11.0568886995316</c:v>
                </c:pt>
                <c:pt idx="89">
                  <c:v>11.072163105011</c:v>
                </c:pt>
                <c:pt idx="90">
                  <c:v>11.1110545396805</c:v>
                </c:pt>
                <c:pt idx="91">
                  <c:v>11.1521629095078</c:v>
                </c:pt>
                <c:pt idx="92">
                  <c:v>11.277212023735</c:v>
                </c:pt>
                <c:pt idx="93">
                  <c:v>11.500829577446</c:v>
                </c:pt>
                <c:pt idx="94">
                  <c:v>11.7154873013496</c:v>
                </c:pt>
                <c:pt idx="95">
                  <c:v>11.9616670608521</c:v>
                </c:pt>
                <c:pt idx="96">
                  <c:v>12.2149242758751</c:v>
                </c:pt>
                <c:pt idx="97">
                  <c:v>12.4162450432777</c:v>
                </c:pt>
                <c:pt idx="98">
                  <c:v>12.7996773123741</c:v>
                </c:pt>
                <c:pt idx="99">
                  <c:v>13.1285684704781</c:v>
                </c:pt>
                <c:pt idx="100">
                  <c:v>13.4800240397453</c:v>
                </c:pt>
                <c:pt idx="101">
                  <c:v>13.8264947533608</c:v>
                </c:pt>
                <c:pt idx="102">
                  <c:v>14.0791991949081</c:v>
                </c:pt>
                <c:pt idx="103">
                  <c:v>14.3532543182373</c:v>
                </c:pt>
                <c:pt idx="104">
                  <c:v>14.6355360746384</c:v>
                </c:pt>
                <c:pt idx="105">
                  <c:v>14.9650980234146</c:v>
                </c:pt>
                <c:pt idx="106">
                  <c:v>15.1396983861923</c:v>
                </c:pt>
                <c:pt idx="107">
                  <c:v>15.2214947342873</c:v>
                </c:pt>
                <c:pt idx="108">
                  <c:v>15.2064811587334</c:v>
                </c:pt>
                <c:pt idx="109">
                  <c:v>15.157832801342</c:v>
                </c:pt>
                <c:pt idx="110">
                  <c:v>14.9449173808098</c:v>
                </c:pt>
                <c:pt idx="111">
                  <c:v>14.7645854353905</c:v>
                </c:pt>
                <c:pt idx="112">
                  <c:v>14.6374663710594</c:v>
                </c:pt>
                <c:pt idx="113">
                  <c:v>14.561459004879</c:v>
                </c:pt>
                <c:pt idx="114">
                  <c:v>14.5390005707741</c:v>
                </c:pt>
                <c:pt idx="115">
                  <c:v>14.5000407099724</c:v>
                </c:pt>
                <c:pt idx="116">
                  <c:v>14.5275237560272</c:v>
                </c:pt>
                <c:pt idx="117">
                  <c:v>14.5941731929779</c:v>
                </c:pt>
                <c:pt idx="118">
                  <c:v>14.7225083112717</c:v>
                </c:pt>
                <c:pt idx="119">
                  <c:v>14.846466422081</c:v>
                </c:pt>
                <c:pt idx="120">
                  <c:v>15.0050001740456</c:v>
                </c:pt>
                <c:pt idx="121">
                  <c:v>15.194137096405</c:v>
                </c:pt>
                <c:pt idx="122">
                  <c:v>15.346212387085</c:v>
                </c:pt>
                <c:pt idx="123">
                  <c:v>15.5046447515488</c:v>
                </c:pt>
                <c:pt idx="124">
                  <c:v>15.6486835479736</c:v>
                </c:pt>
                <c:pt idx="125">
                  <c:v>15.8892092108727</c:v>
                </c:pt>
                <c:pt idx="126">
                  <c:v>16.1551695466042</c:v>
                </c:pt>
                <c:pt idx="127">
                  <c:v>16.3576248288155</c:v>
                </c:pt>
                <c:pt idx="128">
                  <c:v>16.592755317688</c:v>
                </c:pt>
                <c:pt idx="129">
                  <c:v>16.8211270570755</c:v>
                </c:pt>
                <c:pt idx="130">
                  <c:v>17.0066945552826</c:v>
                </c:pt>
                <c:pt idx="131">
                  <c:v>17.2301422357559</c:v>
                </c:pt>
                <c:pt idx="132">
                  <c:v>17.5909342169762</c:v>
                </c:pt>
                <c:pt idx="133">
                  <c:v>17.9590132236481</c:v>
                </c:pt>
                <c:pt idx="134">
                  <c:v>18.2775059342384</c:v>
                </c:pt>
                <c:pt idx="135">
                  <c:v>18.5675516724587</c:v>
                </c:pt>
                <c:pt idx="136">
                  <c:v>18.7991554737091</c:v>
                </c:pt>
                <c:pt idx="137">
                  <c:v>19.0995364189148</c:v>
                </c:pt>
                <c:pt idx="138">
                  <c:v>19.3817090988159</c:v>
                </c:pt>
                <c:pt idx="139">
                  <c:v>19.6885809898377</c:v>
                </c:pt>
                <c:pt idx="140">
                  <c:v>20.0505764484406</c:v>
                </c:pt>
                <c:pt idx="141">
                  <c:v>20.380010008812</c:v>
                </c:pt>
                <c:pt idx="142">
                  <c:v>20.6813801527023</c:v>
                </c:pt>
                <c:pt idx="143">
                  <c:v>21.0304464101791</c:v>
                </c:pt>
                <c:pt idx="144">
                  <c:v>21.2604802846909</c:v>
                </c:pt>
                <c:pt idx="145">
                  <c:v>21.5719840526581</c:v>
                </c:pt>
                <c:pt idx="146">
                  <c:v>21.8464444279671</c:v>
                </c:pt>
                <c:pt idx="147">
                  <c:v>22.1273902654648</c:v>
                </c:pt>
                <c:pt idx="148">
                  <c:v>22.418322622776</c:v>
                </c:pt>
                <c:pt idx="149">
                  <c:v>22.6455217003822</c:v>
                </c:pt>
                <c:pt idx="150">
                  <c:v>22.8296506404877</c:v>
                </c:pt>
                <c:pt idx="151">
                  <c:v>22.9718580245972</c:v>
                </c:pt>
                <c:pt idx="152">
                  <c:v>23.1149824857712</c:v>
                </c:pt>
                <c:pt idx="153">
                  <c:v>23.2022331953049</c:v>
                </c:pt>
                <c:pt idx="154">
                  <c:v>23.2930018305779</c:v>
                </c:pt>
                <c:pt idx="155">
                  <c:v>23.3778896331787</c:v>
                </c:pt>
                <c:pt idx="156">
                  <c:v>23.4779488444328</c:v>
                </c:pt>
                <c:pt idx="157">
                  <c:v>23.5062707662582</c:v>
                </c:pt>
                <c:pt idx="158">
                  <c:v>23.5828659534454</c:v>
                </c:pt>
                <c:pt idx="159">
                  <c:v>23.6575299501419</c:v>
                </c:pt>
                <c:pt idx="160">
                  <c:v>23.7568330168724</c:v>
                </c:pt>
                <c:pt idx="161">
                  <c:v>23.8278577327728</c:v>
                </c:pt>
                <c:pt idx="162">
                  <c:v>23.9221439361572</c:v>
                </c:pt>
                <c:pt idx="163">
                  <c:v>24.0523962974548</c:v>
                </c:pt>
                <c:pt idx="164">
                  <c:v>24.2225208878517</c:v>
                </c:pt>
                <c:pt idx="165">
                  <c:v>24.3885540962219</c:v>
                </c:pt>
                <c:pt idx="166">
                  <c:v>24.540425658226</c:v>
                </c:pt>
                <c:pt idx="167">
                  <c:v>24.7621696591377</c:v>
                </c:pt>
                <c:pt idx="168">
                  <c:v>24.995071709156</c:v>
                </c:pt>
                <c:pt idx="169">
                  <c:v>25.2398017048836</c:v>
                </c:pt>
                <c:pt idx="170">
                  <c:v>25.5587505102158</c:v>
                </c:pt>
                <c:pt idx="171">
                  <c:v>25.8921979665756</c:v>
                </c:pt>
                <c:pt idx="172">
                  <c:v>26.2857359051704</c:v>
                </c:pt>
                <c:pt idx="173">
                  <c:v>26.6917056441307</c:v>
                </c:pt>
                <c:pt idx="174">
                  <c:v>27.0183723568916</c:v>
                </c:pt>
                <c:pt idx="175">
                  <c:v>27.37327003479</c:v>
                </c:pt>
                <c:pt idx="176">
                  <c:v>27.7010447978973</c:v>
                </c:pt>
                <c:pt idx="177">
                  <c:v>28.0521662831306</c:v>
                </c:pt>
                <c:pt idx="178">
                  <c:v>28.3794367909431</c:v>
                </c:pt>
                <c:pt idx="179">
                  <c:v>28.7197005152702</c:v>
                </c:pt>
                <c:pt idx="180">
                  <c:v>28.9940994381905</c:v>
                </c:pt>
                <c:pt idx="181">
                  <c:v>29.2683183550835</c:v>
                </c:pt>
                <c:pt idx="182">
                  <c:v>29.5851619839668</c:v>
                </c:pt>
                <c:pt idx="183">
                  <c:v>29.8847857713699</c:v>
                </c:pt>
                <c:pt idx="184">
                  <c:v>30.1585170030594</c:v>
                </c:pt>
                <c:pt idx="185">
                  <c:v>30.4444430470467</c:v>
                </c:pt>
                <c:pt idx="186">
                  <c:v>30.6532270312309</c:v>
                </c:pt>
                <c:pt idx="187">
                  <c:v>30.8010163903236</c:v>
                </c:pt>
                <c:pt idx="188">
                  <c:v>31.0203691124916</c:v>
                </c:pt>
                <c:pt idx="189">
                  <c:v>31.1967650055885</c:v>
                </c:pt>
                <c:pt idx="190">
                  <c:v>31.3808830976486</c:v>
                </c:pt>
                <c:pt idx="191">
                  <c:v>31.5189642310143</c:v>
                </c:pt>
                <c:pt idx="192">
                  <c:v>31.6310609579086</c:v>
                </c:pt>
                <c:pt idx="193">
                  <c:v>31.7186291217804</c:v>
                </c:pt>
                <c:pt idx="194">
                  <c:v>31.7171822786331</c:v>
                </c:pt>
                <c:pt idx="195">
                  <c:v>31.807748734951</c:v>
                </c:pt>
                <c:pt idx="196">
                  <c:v>31.8761177062988</c:v>
                </c:pt>
                <c:pt idx="197">
                  <c:v>31.9236608147621</c:v>
                </c:pt>
                <c:pt idx="198">
                  <c:v>31.9979652762413</c:v>
                </c:pt>
                <c:pt idx="199">
                  <c:v>32.0894888043404</c:v>
                </c:pt>
                <c:pt idx="200">
                  <c:v>32.1073811650276</c:v>
                </c:pt>
                <c:pt idx="201">
                  <c:v>32.1646358966827</c:v>
                </c:pt>
                <c:pt idx="202">
                  <c:v>32.25546002388</c:v>
                </c:pt>
                <c:pt idx="203">
                  <c:v>32.3655382394791</c:v>
                </c:pt>
                <c:pt idx="204">
                  <c:v>32.4783453345299</c:v>
                </c:pt>
                <c:pt idx="205">
                  <c:v>32.5693890452385</c:v>
                </c:pt>
                <c:pt idx="206">
                  <c:v>32.6709819436073</c:v>
                </c:pt>
                <c:pt idx="207">
                  <c:v>32.7732236385345</c:v>
                </c:pt>
                <c:pt idx="208">
                  <c:v>32.8839681148529</c:v>
                </c:pt>
                <c:pt idx="209">
                  <c:v>32.9679932594299</c:v>
                </c:pt>
                <c:pt idx="210">
                  <c:v>33.0770708918571</c:v>
                </c:pt>
                <c:pt idx="211">
                  <c:v>33.1997990608215</c:v>
                </c:pt>
                <c:pt idx="212">
                  <c:v>33.3324074745178</c:v>
                </c:pt>
                <c:pt idx="213">
                  <c:v>33.4315705895424</c:v>
                </c:pt>
                <c:pt idx="214">
                  <c:v>33.5591871142387</c:v>
                </c:pt>
                <c:pt idx="215">
                  <c:v>33.6847041845322</c:v>
                </c:pt>
                <c:pt idx="216">
                  <c:v>33.885716855526</c:v>
                </c:pt>
                <c:pt idx="217">
                  <c:v>34.0242142081261</c:v>
                </c:pt>
                <c:pt idx="218">
                  <c:v>34.147419989109</c:v>
                </c:pt>
                <c:pt idx="219">
                  <c:v>34.2199223637581</c:v>
                </c:pt>
                <c:pt idx="220">
                  <c:v>34.2528944015503</c:v>
                </c:pt>
                <c:pt idx="221">
                  <c:v>34.2602037191391</c:v>
                </c:pt>
                <c:pt idx="222">
                  <c:v>34.2790661454201</c:v>
                </c:pt>
                <c:pt idx="223">
                  <c:v>34.2737414240837</c:v>
                </c:pt>
                <c:pt idx="224">
                  <c:v>34.2481787800789</c:v>
                </c:pt>
                <c:pt idx="225">
                  <c:v>34.323325753212</c:v>
                </c:pt>
                <c:pt idx="226">
                  <c:v>34.6067600846291</c:v>
                </c:pt>
                <c:pt idx="227">
                  <c:v>34.8273586034775</c:v>
                </c:pt>
                <c:pt idx="228">
                  <c:v>35.0422472953796</c:v>
                </c:pt>
                <c:pt idx="229">
                  <c:v>35.1533096432686</c:v>
                </c:pt>
                <c:pt idx="230">
                  <c:v>35.2323767542839</c:v>
                </c:pt>
                <c:pt idx="231">
                  <c:v>35.3136819005013</c:v>
                </c:pt>
                <c:pt idx="232">
                  <c:v>35.4180783033371</c:v>
                </c:pt>
                <c:pt idx="233">
                  <c:v>35.5026070475578</c:v>
                </c:pt>
                <c:pt idx="234">
                  <c:v>35.4391902089119</c:v>
                </c:pt>
                <c:pt idx="235">
                  <c:v>35.4075352549553</c:v>
                </c:pt>
                <c:pt idx="236">
                  <c:v>35.4155576825142</c:v>
                </c:pt>
                <c:pt idx="237">
                  <c:v>35.5036860108376</c:v>
                </c:pt>
                <c:pt idx="238">
                  <c:v>35.6417047977448</c:v>
                </c:pt>
                <c:pt idx="239">
                  <c:v>35.7709371447563</c:v>
                </c:pt>
                <c:pt idx="240">
                  <c:v>35.9800078868866</c:v>
                </c:pt>
                <c:pt idx="241">
                  <c:v>36.1627665162087</c:v>
                </c:pt>
                <c:pt idx="242">
                  <c:v>36.2973064780235</c:v>
                </c:pt>
                <c:pt idx="243">
                  <c:v>36.3949309587479</c:v>
                </c:pt>
                <c:pt idx="244">
                  <c:v>36.4608918428421</c:v>
                </c:pt>
                <c:pt idx="245">
                  <c:v>36.554345369339</c:v>
                </c:pt>
                <c:pt idx="246">
                  <c:v>36.5449320077896</c:v>
                </c:pt>
                <c:pt idx="247">
                  <c:v>36.421849489212</c:v>
                </c:pt>
                <c:pt idx="248">
                  <c:v>36.2821137905121</c:v>
                </c:pt>
                <c:pt idx="249">
                  <c:v>36.2078115940094</c:v>
                </c:pt>
                <c:pt idx="250">
                  <c:v>36.1749917268753</c:v>
                </c:pt>
                <c:pt idx="251">
                  <c:v>36.2604722380638</c:v>
                </c:pt>
                <c:pt idx="252">
                  <c:v>36.3556070923805</c:v>
                </c:pt>
                <c:pt idx="253">
                  <c:v>36.6245711445808</c:v>
                </c:pt>
                <c:pt idx="254">
                  <c:v>36.8764616847038</c:v>
                </c:pt>
                <c:pt idx="255">
                  <c:v>37.1267358660698</c:v>
                </c:pt>
                <c:pt idx="256">
                  <c:v>37.3283578157425</c:v>
                </c:pt>
                <c:pt idx="257">
                  <c:v>37.4937165975571</c:v>
                </c:pt>
                <c:pt idx="258">
                  <c:v>37.6493500471115</c:v>
                </c:pt>
                <c:pt idx="259">
                  <c:v>37.7740504145622</c:v>
                </c:pt>
                <c:pt idx="260">
                  <c:v>37.9079836010933</c:v>
                </c:pt>
                <c:pt idx="261">
                  <c:v>38.0144470930099</c:v>
                </c:pt>
                <c:pt idx="262">
                  <c:v>38.0821910500526</c:v>
                </c:pt>
                <c:pt idx="263">
                  <c:v>38.1886862516403</c:v>
                </c:pt>
                <c:pt idx="264">
                  <c:v>38.3117504119873</c:v>
                </c:pt>
                <c:pt idx="265">
                  <c:v>38.398160636425</c:v>
                </c:pt>
                <c:pt idx="266">
                  <c:v>38.5145443081856</c:v>
                </c:pt>
                <c:pt idx="267">
                  <c:v>38.6867300868034</c:v>
                </c:pt>
                <c:pt idx="268">
                  <c:v>38.9785173535347</c:v>
                </c:pt>
                <c:pt idx="269">
                  <c:v>39.3231154084206</c:v>
                </c:pt>
                <c:pt idx="270">
                  <c:v>39.8299289941788</c:v>
                </c:pt>
                <c:pt idx="271">
                  <c:v>40.290626168251</c:v>
                </c:pt>
                <c:pt idx="272">
                  <c:v>40.7148413062096</c:v>
                </c:pt>
                <c:pt idx="273">
                  <c:v>41.1500151157379</c:v>
                </c:pt>
                <c:pt idx="274">
                  <c:v>41.5417124032974</c:v>
                </c:pt>
                <c:pt idx="275">
                  <c:v>41.8590161800385</c:v>
                </c:pt>
                <c:pt idx="276">
                  <c:v>42.164563536644</c:v>
                </c:pt>
                <c:pt idx="277">
                  <c:v>42.5177245140076</c:v>
                </c:pt>
                <c:pt idx="278">
                  <c:v>42.7089955806732</c:v>
                </c:pt>
                <c:pt idx="279">
                  <c:v>42.851828455925</c:v>
                </c:pt>
                <c:pt idx="280">
                  <c:v>42.9521193504333</c:v>
                </c:pt>
                <c:pt idx="281">
                  <c:v>43.0806473493576</c:v>
                </c:pt>
                <c:pt idx="282">
                  <c:v>43.2571973204613</c:v>
                </c:pt>
                <c:pt idx="283">
                  <c:v>43.3649730086327</c:v>
                </c:pt>
                <c:pt idx="284">
                  <c:v>43.4284664988518</c:v>
                </c:pt>
                <c:pt idx="285">
                  <c:v>43.4686403274536</c:v>
                </c:pt>
                <c:pt idx="286">
                  <c:v>43.5750643014908</c:v>
                </c:pt>
                <c:pt idx="287">
                  <c:v>43.6826380491257</c:v>
                </c:pt>
                <c:pt idx="288">
                  <c:v>43.7934872508049</c:v>
                </c:pt>
                <c:pt idx="289">
                  <c:v>43.8795022368431</c:v>
                </c:pt>
                <c:pt idx="290">
                  <c:v>44.0981057286263</c:v>
                </c:pt>
                <c:pt idx="291">
                  <c:v>44.3884128928185</c:v>
                </c:pt>
                <c:pt idx="292">
                  <c:v>44.7086449861526</c:v>
                </c:pt>
                <c:pt idx="293">
                  <c:v>44.9948533177376</c:v>
                </c:pt>
                <c:pt idx="294">
                  <c:v>45.2149117588997</c:v>
                </c:pt>
                <c:pt idx="295">
                  <c:v>45.3919065594673</c:v>
                </c:pt>
                <c:pt idx="296">
                  <c:v>45.5732998251915</c:v>
                </c:pt>
                <c:pt idx="297">
                  <c:v>45.7840938568115</c:v>
                </c:pt>
                <c:pt idx="298">
                  <c:v>46.1754074692726</c:v>
                </c:pt>
                <c:pt idx="299">
                  <c:v>46.4929290413857</c:v>
                </c:pt>
                <c:pt idx="300">
                  <c:v>46.7052286267281</c:v>
                </c:pt>
                <c:pt idx="301">
                  <c:v>46.8585904836655</c:v>
                </c:pt>
                <c:pt idx="302">
                  <c:v>46.9830837845802</c:v>
                </c:pt>
                <c:pt idx="303">
                  <c:v>47.0889217853546</c:v>
                </c:pt>
                <c:pt idx="304">
                  <c:v>47.2340948581696</c:v>
                </c:pt>
                <c:pt idx="305">
                  <c:v>47.3896668553352</c:v>
                </c:pt>
                <c:pt idx="306">
                  <c:v>47.5168359875679</c:v>
                </c:pt>
                <c:pt idx="307">
                  <c:v>47.6695913672447</c:v>
                </c:pt>
                <c:pt idx="308">
                  <c:v>47.8242135643959</c:v>
                </c:pt>
                <c:pt idx="309">
                  <c:v>48.0021453499794</c:v>
                </c:pt>
                <c:pt idx="310">
                  <c:v>48.180194914341</c:v>
                </c:pt>
                <c:pt idx="311">
                  <c:v>48.3183983564377</c:v>
                </c:pt>
                <c:pt idx="312">
                  <c:v>48.5074779987335</c:v>
                </c:pt>
                <c:pt idx="313">
                  <c:v>48.7155064344406</c:v>
                </c:pt>
                <c:pt idx="314">
                  <c:v>48.9247951507568</c:v>
                </c:pt>
                <c:pt idx="315">
                  <c:v>49.0649904608726</c:v>
                </c:pt>
                <c:pt idx="316">
                  <c:v>49.2370047569275</c:v>
                </c:pt>
                <c:pt idx="317">
                  <c:v>49.3770071268082</c:v>
                </c:pt>
                <c:pt idx="318">
                  <c:v>49.5122141242027</c:v>
                </c:pt>
                <c:pt idx="319">
                  <c:v>49.6344982385635</c:v>
                </c:pt>
                <c:pt idx="320">
                  <c:v>49.7499670982361</c:v>
                </c:pt>
                <c:pt idx="321">
                  <c:v>49.8351594805717</c:v>
                </c:pt>
                <c:pt idx="322">
                  <c:v>49.9920724630356</c:v>
                </c:pt>
                <c:pt idx="323">
                  <c:v>50.1779645681381</c:v>
                </c:pt>
                <c:pt idx="324">
                  <c:v>50.4084575176239</c:v>
                </c:pt>
                <c:pt idx="325">
                  <c:v>50.6739112734795</c:v>
                </c:pt>
                <c:pt idx="326">
                  <c:v>50.9067969322205</c:v>
                </c:pt>
                <c:pt idx="327">
                  <c:v>51.1357074379921</c:v>
                </c:pt>
                <c:pt idx="328">
                  <c:v>51.3560487031937</c:v>
                </c:pt>
                <c:pt idx="329">
                  <c:v>51.5420945882797</c:v>
                </c:pt>
                <c:pt idx="330">
                  <c:v>51.6898698210716</c:v>
                </c:pt>
                <c:pt idx="331">
                  <c:v>51.9011427164078</c:v>
                </c:pt>
                <c:pt idx="332">
                  <c:v>52.0929807424545</c:v>
                </c:pt>
                <c:pt idx="333">
                  <c:v>52.2825656533241</c:v>
                </c:pt>
                <c:pt idx="334">
                  <c:v>52.5141702890396</c:v>
                </c:pt>
                <c:pt idx="335">
                  <c:v>52.7734832167625</c:v>
                </c:pt>
                <c:pt idx="336">
                  <c:v>53.0313962101936</c:v>
                </c:pt>
                <c:pt idx="337">
                  <c:v>53.3407071232796</c:v>
                </c:pt>
                <c:pt idx="338">
                  <c:v>53.619029045105</c:v>
                </c:pt>
                <c:pt idx="339">
                  <c:v>53.8867808580398</c:v>
                </c:pt>
                <c:pt idx="340">
                  <c:v>54.105997800827</c:v>
                </c:pt>
                <c:pt idx="341">
                  <c:v>54.3004347681999</c:v>
                </c:pt>
                <c:pt idx="342">
                  <c:v>54.4444449543953</c:v>
                </c:pt>
                <c:pt idx="343">
                  <c:v>54.5704764723778</c:v>
                </c:pt>
                <c:pt idx="344">
                  <c:v>54.6545244455337</c:v>
                </c:pt>
                <c:pt idx="345">
                  <c:v>54.6928989291191</c:v>
                </c:pt>
                <c:pt idx="346">
                  <c:v>54.7818763852119</c:v>
                </c:pt>
                <c:pt idx="347">
                  <c:v>54.8963130712509</c:v>
                </c:pt>
                <c:pt idx="348">
                  <c:v>54.9975537657738</c:v>
                </c:pt>
                <c:pt idx="349">
                  <c:v>55.1199452280998</c:v>
                </c:pt>
                <c:pt idx="350">
                  <c:v>55.2167212963104</c:v>
                </c:pt>
                <c:pt idx="351">
                  <c:v>55.3320112228393</c:v>
                </c:pt>
                <c:pt idx="352">
                  <c:v>55.4263453483582</c:v>
                </c:pt>
                <c:pt idx="353">
                  <c:v>55.5227595567703</c:v>
                </c:pt>
                <c:pt idx="354">
                  <c:v>55.6273359656334</c:v>
                </c:pt>
                <c:pt idx="355">
                  <c:v>55.8649168610573</c:v>
                </c:pt>
                <c:pt idx="356">
                  <c:v>56.0946718454361</c:v>
                </c:pt>
                <c:pt idx="357">
                  <c:v>56.3767618536949</c:v>
                </c:pt>
                <c:pt idx="358">
                  <c:v>56.6196597218513</c:v>
                </c:pt>
                <c:pt idx="359">
                  <c:v>56.8719257712364</c:v>
                </c:pt>
                <c:pt idx="360">
                  <c:v>57.1383461952209</c:v>
                </c:pt>
                <c:pt idx="361">
                  <c:v>57.3612075448036</c:v>
                </c:pt>
                <c:pt idx="362">
                  <c:v>57.637458384037</c:v>
                </c:pt>
                <c:pt idx="363">
                  <c:v>57.8985378146172</c:v>
                </c:pt>
                <c:pt idx="364">
                  <c:v>58.1691203713417</c:v>
                </c:pt>
                <c:pt idx="365">
                  <c:v>58.4522088170052</c:v>
                </c:pt>
                <c:pt idx="366">
                  <c:v>58.7231022715569</c:v>
                </c:pt>
                <c:pt idx="367">
                  <c:v>58.8933085799217</c:v>
                </c:pt>
                <c:pt idx="368">
                  <c:v>59.118537068367</c:v>
                </c:pt>
                <c:pt idx="369">
                  <c:v>59.3851625919342</c:v>
                </c:pt>
                <c:pt idx="370">
                  <c:v>59.7578634023666</c:v>
                </c:pt>
                <c:pt idx="371">
                  <c:v>60.1638170480728</c:v>
                </c:pt>
                <c:pt idx="372">
                  <c:v>60.5540739297867</c:v>
                </c:pt>
                <c:pt idx="373">
                  <c:v>60.9159835577011</c:v>
                </c:pt>
                <c:pt idx="374">
                  <c:v>61.2790246009827</c:v>
                </c:pt>
                <c:pt idx="375">
                  <c:v>61.6460992097855</c:v>
                </c:pt>
                <c:pt idx="376">
                  <c:v>62.0047941207886</c:v>
                </c:pt>
                <c:pt idx="377">
                  <c:v>62.3346129655838</c:v>
                </c:pt>
                <c:pt idx="378">
                  <c:v>62.6033117771149</c:v>
                </c:pt>
                <c:pt idx="379">
                  <c:v>62.898535490036</c:v>
                </c:pt>
                <c:pt idx="380">
                  <c:v>63.0941408872604</c:v>
                </c:pt>
                <c:pt idx="381">
                  <c:v>63.3630285263062</c:v>
                </c:pt>
                <c:pt idx="382">
                  <c:v>63.6071203947067</c:v>
                </c:pt>
                <c:pt idx="383">
                  <c:v>63.85509288311</c:v>
                </c:pt>
                <c:pt idx="384">
                  <c:v>64.0632314682007</c:v>
                </c:pt>
                <c:pt idx="385">
                  <c:v>64.2395633459091</c:v>
                </c:pt>
                <c:pt idx="386">
                  <c:v>64.422216117382</c:v>
                </c:pt>
                <c:pt idx="387">
                  <c:v>64.6818327307701</c:v>
                </c:pt>
                <c:pt idx="388">
                  <c:v>64.9387673735619</c:v>
                </c:pt>
                <c:pt idx="389">
                  <c:v>65.1917892098427</c:v>
                </c:pt>
                <c:pt idx="390">
                  <c:v>65.4417266249657</c:v>
                </c:pt>
                <c:pt idx="391">
                  <c:v>65.7258315682411</c:v>
                </c:pt>
                <c:pt idx="392">
                  <c:v>65.9786010980606</c:v>
                </c:pt>
                <c:pt idx="393">
                  <c:v>66.2053328752518</c:v>
                </c:pt>
                <c:pt idx="394">
                  <c:v>66.4111543893814</c:v>
                </c:pt>
                <c:pt idx="395">
                  <c:v>66.6251810193062</c:v>
                </c:pt>
                <c:pt idx="396">
                  <c:v>66.8513059020042</c:v>
                </c:pt>
                <c:pt idx="397">
                  <c:v>67.0039247870445</c:v>
                </c:pt>
                <c:pt idx="398">
                  <c:v>67.1592800021172</c:v>
                </c:pt>
                <c:pt idx="399">
                  <c:v>67.3081262111664</c:v>
                </c:pt>
                <c:pt idx="400">
                  <c:v>67.4751926064491</c:v>
                </c:pt>
                <c:pt idx="401">
                  <c:v>67.6454520821571</c:v>
                </c:pt>
                <c:pt idx="402">
                  <c:v>67.8393161296844</c:v>
                </c:pt>
                <c:pt idx="403">
                  <c:v>67.9993321299553</c:v>
                </c:pt>
                <c:pt idx="404">
                  <c:v>68.1703959107399</c:v>
                </c:pt>
                <c:pt idx="405">
                  <c:v>68.354779958725</c:v>
                </c:pt>
                <c:pt idx="406">
                  <c:v>68.5820900201797</c:v>
                </c:pt>
                <c:pt idx="407">
                  <c:v>68.734571993351</c:v>
                </c:pt>
                <c:pt idx="408">
                  <c:v>68.8977291584015</c:v>
                </c:pt>
                <c:pt idx="409">
                  <c:v>69.1030806899071</c:v>
                </c:pt>
                <c:pt idx="410">
                  <c:v>69.3047485351562</c:v>
                </c:pt>
                <c:pt idx="411">
                  <c:v>69.5015610456467</c:v>
                </c:pt>
                <c:pt idx="412">
                  <c:v>69.6901327371597</c:v>
                </c:pt>
                <c:pt idx="413">
                  <c:v>69.9182990789413</c:v>
                </c:pt>
                <c:pt idx="414">
                  <c:v>70.0930487513542</c:v>
                </c:pt>
                <c:pt idx="415">
                  <c:v>70.254281103611</c:v>
                </c:pt>
                <c:pt idx="416">
                  <c:v>70.4731476902962</c:v>
                </c:pt>
                <c:pt idx="417">
                  <c:v>70.6899842619896</c:v>
                </c:pt>
                <c:pt idx="418">
                  <c:v>70.8706917762756</c:v>
                </c:pt>
                <c:pt idx="419">
                  <c:v>71.0504202842712</c:v>
                </c:pt>
                <c:pt idx="420">
                  <c:v>71.2358195781708</c:v>
                </c:pt>
                <c:pt idx="421">
                  <c:v>71.4442212581635</c:v>
                </c:pt>
                <c:pt idx="422">
                  <c:v>71.687137901783</c:v>
                </c:pt>
                <c:pt idx="423">
                  <c:v>71.9148578047752</c:v>
                </c:pt>
                <c:pt idx="424">
                  <c:v>72.1178688406944</c:v>
                </c:pt>
                <c:pt idx="425">
                  <c:v>72.3489117622375</c:v>
                </c:pt>
                <c:pt idx="426">
                  <c:v>72.518707215786</c:v>
                </c:pt>
                <c:pt idx="427">
                  <c:v>72.6906399130821</c:v>
                </c:pt>
                <c:pt idx="428">
                  <c:v>72.8084324598312</c:v>
                </c:pt>
                <c:pt idx="429">
                  <c:v>72.9527177810669</c:v>
                </c:pt>
                <c:pt idx="430">
                  <c:v>73.0838214159012</c:v>
                </c:pt>
                <c:pt idx="431">
                  <c:v>73.2801848649979</c:v>
                </c:pt>
                <c:pt idx="432">
                  <c:v>73.6664454936981</c:v>
                </c:pt>
                <c:pt idx="433">
                  <c:v>74.0881559848785</c:v>
                </c:pt>
                <c:pt idx="434">
                  <c:v>74.5578298568726</c:v>
                </c:pt>
                <c:pt idx="435">
                  <c:v>75.0056518316269</c:v>
                </c:pt>
                <c:pt idx="436">
                  <c:v>75.4333050251007</c:v>
                </c:pt>
                <c:pt idx="437">
                  <c:v>75.8656286001205</c:v>
                </c:pt>
                <c:pt idx="438">
                  <c:v>76.2832083702087</c:v>
                </c:pt>
                <c:pt idx="439">
                  <c:v>76.6793404221535</c:v>
                </c:pt>
                <c:pt idx="440">
                  <c:v>77.0193600058556</c:v>
                </c:pt>
                <c:pt idx="441">
                  <c:v>77.4206771254539</c:v>
                </c:pt>
                <c:pt idx="442">
                  <c:v>77.7433776855469</c:v>
                </c:pt>
                <c:pt idx="443">
                  <c:v>78.0579959750175</c:v>
                </c:pt>
                <c:pt idx="444">
                  <c:v>78.3677644133568</c:v>
                </c:pt>
                <c:pt idx="445">
                  <c:v>78.652951836586</c:v>
                </c:pt>
                <c:pt idx="446">
                  <c:v>78.9377149939537</c:v>
                </c:pt>
                <c:pt idx="447">
                  <c:v>79.2374222278595</c:v>
                </c:pt>
                <c:pt idx="448">
                  <c:v>79.4900287985802</c:v>
                </c:pt>
                <c:pt idx="449">
                  <c:v>79.6756188869476</c:v>
                </c:pt>
                <c:pt idx="450">
                  <c:v>79.9203145503998</c:v>
                </c:pt>
                <c:pt idx="451">
                  <c:v>80.1323301196098</c:v>
                </c:pt>
                <c:pt idx="452">
                  <c:v>80.3628317117691</c:v>
                </c:pt>
                <c:pt idx="453">
                  <c:v>80.6005200147629</c:v>
                </c:pt>
                <c:pt idx="454">
                  <c:v>80.8297735452652</c:v>
                </c:pt>
                <c:pt idx="455">
                  <c:v>81.1143095493317</c:v>
                </c:pt>
                <c:pt idx="456">
                  <c:v>81.4373718500137</c:v>
                </c:pt>
                <c:pt idx="457">
                  <c:v>81.7921257019043</c:v>
                </c:pt>
                <c:pt idx="458">
                  <c:v>82.0338940024376</c:v>
                </c:pt>
                <c:pt idx="459">
                  <c:v>82.2835930585861</c:v>
                </c:pt>
                <c:pt idx="460">
                  <c:v>82.5404093265533</c:v>
                </c:pt>
                <c:pt idx="461">
                  <c:v>82.7477974891663</c:v>
                </c:pt>
                <c:pt idx="462">
                  <c:v>82.9839361906052</c:v>
                </c:pt>
                <c:pt idx="463">
                  <c:v>83.1620526909828</c:v>
                </c:pt>
                <c:pt idx="464">
                  <c:v>83.2960652112961</c:v>
                </c:pt>
                <c:pt idx="465">
                  <c:v>83.3732485771179</c:v>
                </c:pt>
                <c:pt idx="466">
                  <c:v>83.4458380937576</c:v>
                </c:pt>
                <c:pt idx="467">
                  <c:v>83.5383957028389</c:v>
                </c:pt>
                <c:pt idx="468">
                  <c:v>83.6648564934731</c:v>
                </c:pt>
                <c:pt idx="469">
                  <c:v>83.8917734026909</c:v>
                </c:pt>
                <c:pt idx="470">
                  <c:v>84.0502345561981</c:v>
                </c:pt>
                <c:pt idx="471">
                  <c:v>84.1952080130577</c:v>
                </c:pt>
                <c:pt idx="472">
                  <c:v>84.3279097676277</c:v>
                </c:pt>
                <c:pt idx="473">
                  <c:v>84.4436458945274</c:v>
                </c:pt>
                <c:pt idx="474">
                  <c:v>84.5682649612427</c:v>
                </c:pt>
                <c:pt idx="475">
                  <c:v>84.6534513831139</c:v>
                </c:pt>
                <c:pt idx="476">
                  <c:v>84.7766089439392</c:v>
                </c:pt>
                <c:pt idx="477">
                  <c:v>84.8806735873222</c:v>
                </c:pt>
                <c:pt idx="478">
                  <c:v>85.056194126606</c:v>
                </c:pt>
                <c:pt idx="479">
                  <c:v>85.2088891863823</c:v>
                </c:pt>
                <c:pt idx="480">
                  <c:v>85.4171379208565</c:v>
                </c:pt>
                <c:pt idx="481">
                  <c:v>85.6679061055183</c:v>
                </c:pt>
                <c:pt idx="482">
                  <c:v>85.881011068821</c:v>
                </c:pt>
                <c:pt idx="483">
                  <c:v>86.0779175162315</c:v>
                </c:pt>
                <c:pt idx="484">
                  <c:v>86.3425729870796</c:v>
                </c:pt>
                <c:pt idx="485">
                  <c:v>86.5693336129188</c:v>
                </c:pt>
                <c:pt idx="486">
                  <c:v>86.7534766793251</c:v>
                </c:pt>
                <c:pt idx="487">
                  <c:v>87.0397782921791</c:v>
                </c:pt>
                <c:pt idx="488">
                  <c:v>87.3721334338188</c:v>
                </c:pt>
                <c:pt idx="489">
                  <c:v>87.6785911917686</c:v>
                </c:pt>
                <c:pt idx="490">
                  <c:v>88.0031973719597</c:v>
                </c:pt>
                <c:pt idx="491">
                  <c:v>88.288399040699</c:v>
                </c:pt>
                <c:pt idx="492">
                  <c:v>88.5287249684334</c:v>
                </c:pt>
                <c:pt idx="493">
                  <c:v>88.7989795804024</c:v>
                </c:pt>
                <c:pt idx="494">
                  <c:v>89.0273990035057</c:v>
                </c:pt>
                <c:pt idx="495">
                  <c:v>89.2307271957397</c:v>
                </c:pt>
                <c:pt idx="496">
                  <c:v>89.4025284051895</c:v>
                </c:pt>
                <c:pt idx="497">
                  <c:v>89.5595473647117</c:v>
                </c:pt>
                <c:pt idx="498">
                  <c:v>89.7160823941231</c:v>
                </c:pt>
                <c:pt idx="499">
                  <c:v>89.8702825903892</c:v>
                </c:pt>
                <c:pt idx="500">
                  <c:v>89.9123473167419</c:v>
                </c:pt>
                <c:pt idx="501">
                  <c:v>89.9304717183113</c:v>
                </c:pt>
                <c:pt idx="502">
                  <c:v>90.0010883808136</c:v>
                </c:pt>
                <c:pt idx="503">
                  <c:v>90.0439525842666</c:v>
                </c:pt>
                <c:pt idx="504">
                  <c:v>90.0771840810776</c:v>
                </c:pt>
                <c:pt idx="505">
                  <c:v>90.0657203197479</c:v>
                </c:pt>
                <c:pt idx="506">
                  <c:v>89.9820804595947</c:v>
                </c:pt>
                <c:pt idx="507">
                  <c:v>89.7759343385696</c:v>
                </c:pt>
                <c:pt idx="508">
                  <c:v>89.5476027727127</c:v>
                </c:pt>
                <c:pt idx="509">
                  <c:v>89.3668957948685</c:v>
                </c:pt>
                <c:pt idx="510">
                  <c:v>89.1599382162094</c:v>
                </c:pt>
                <c:pt idx="511">
                  <c:v>89.0126384496689</c:v>
                </c:pt>
                <c:pt idx="512">
                  <c:v>88.986248254776</c:v>
                </c:pt>
                <c:pt idx="513">
                  <c:v>89.1095323562622</c:v>
                </c:pt>
                <c:pt idx="514">
                  <c:v>89.125823020935</c:v>
                </c:pt>
                <c:pt idx="515">
                  <c:v>89.1770345568657</c:v>
                </c:pt>
                <c:pt idx="516">
                  <c:v>89.2132005691528</c:v>
                </c:pt>
                <c:pt idx="517">
                  <c:v>89.2906274795532</c:v>
                </c:pt>
                <c:pt idx="518">
                  <c:v>89.3813731074333</c:v>
                </c:pt>
                <c:pt idx="519">
                  <c:v>89.5110712647438</c:v>
                </c:pt>
                <c:pt idx="520">
                  <c:v>89.6570622324943</c:v>
                </c:pt>
                <c:pt idx="521">
                  <c:v>89.827919781208</c:v>
                </c:pt>
                <c:pt idx="522">
                  <c:v>90.0225206017494</c:v>
                </c:pt>
                <c:pt idx="523">
                  <c:v>90.2359375357628</c:v>
                </c:pt>
                <c:pt idx="524">
                  <c:v>90.4275061488151</c:v>
                </c:pt>
                <c:pt idx="525">
                  <c:v>90.6320608258247</c:v>
                </c:pt>
                <c:pt idx="526">
                  <c:v>90.8374243974686</c:v>
                </c:pt>
                <c:pt idx="527">
                  <c:v>91.0936949253082</c:v>
                </c:pt>
                <c:pt idx="528">
                  <c:v>91.3668897151947</c:v>
                </c:pt>
                <c:pt idx="529">
                  <c:v>91.6689076423645</c:v>
                </c:pt>
                <c:pt idx="530">
                  <c:v>92.0086940526962</c:v>
                </c:pt>
                <c:pt idx="531">
                  <c:v>92.2932239770889</c:v>
                </c:pt>
                <c:pt idx="532">
                  <c:v>92.6402035951614</c:v>
                </c:pt>
                <c:pt idx="533">
                  <c:v>92.8750314712524</c:v>
                </c:pt>
                <c:pt idx="534">
                  <c:v>93.1248320937157</c:v>
                </c:pt>
                <c:pt idx="535">
                  <c:v>93.354631125927</c:v>
                </c:pt>
                <c:pt idx="536">
                  <c:v>93.565757215023</c:v>
                </c:pt>
                <c:pt idx="537">
                  <c:v>93.7977765202522</c:v>
                </c:pt>
                <c:pt idx="538">
                  <c:v>94.0413824319839</c:v>
                </c:pt>
                <c:pt idx="539">
                  <c:v>94.2945044636726</c:v>
                </c:pt>
                <c:pt idx="540">
                  <c:v>94.5362681746483</c:v>
                </c:pt>
                <c:pt idx="541">
                  <c:v>94.7632268667221</c:v>
                </c:pt>
                <c:pt idx="542">
                  <c:v>94.9860026836395</c:v>
                </c:pt>
                <c:pt idx="543">
                  <c:v>95.2338023781776</c:v>
                </c:pt>
                <c:pt idx="544">
                  <c:v>95.4625732302666</c:v>
                </c:pt>
                <c:pt idx="545">
                  <c:v>95.6653517484665</c:v>
                </c:pt>
                <c:pt idx="546">
                  <c:v>95.9199668765068</c:v>
                </c:pt>
                <c:pt idx="547">
                  <c:v>96.1598905324936</c:v>
                </c:pt>
                <c:pt idx="548">
                  <c:v>96.4303855895996</c:v>
                </c:pt>
                <c:pt idx="549">
                  <c:v>96.6926016807556</c:v>
                </c:pt>
                <c:pt idx="550">
                  <c:v>96.9899559020996</c:v>
                </c:pt>
                <c:pt idx="551">
                  <c:v>97.2761808633804</c:v>
                </c:pt>
                <c:pt idx="552">
                  <c:v>97.5474421977997</c:v>
                </c:pt>
                <c:pt idx="553">
                  <c:v>97.78546833992</c:v>
                </c:pt>
                <c:pt idx="554">
                  <c:v>98.0219484567642</c:v>
                </c:pt>
                <c:pt idx="555">
                  <c:v>98.2753108739853</c:v>
                </c:pt>
                <c:pt idx="556">
                  <c:v>98.605032980442</c:v>
                </c:pt>
                <c:pt idx="557">
                  <c:v>98.9335203766823</c:v>
                </c:pt>
                <c:pt idx="558">
                  <c:v>99.2590533494949</c:v>
                </c:pt>
                <c:pt idx="559">
                  <c:v>99.5917531847954</c:v>
                </c:pt>
                <c:pt idx="560">
                  <c:v>99.9395045638084</c:v>
                </c:pt>
                <c:pt idx="561">
                  <c:v>100.306455016136</c:v>
                </c:pt>
                <c:pt idx="562">
                  <c:v>100.656148314476</c:v>
                </c:pt>
                <c:pt idx="563">
                  <c:v>100.961379766464</c:v>
                </c:pt>
                <c:pt idx="564">
                  <c:v>101.210001528263</c:v>
                </c:pt>
                <c:pt idx="565">
                  <c:v>101.36337429285</c:v>
                </c:pt>
                <c:pt idx="566">
                  <c:v>101.480081558228</c:v>
                </c:pt>
                <c:pt idx="567">
                  <c:v>101.645336747169</c:v>
                </c:pt>
                <c:pt idx="568">
                  <c:v>101.796892523766</c:v>
                </c:pt>
                <c:pt idx="569">
                  <c:v>101.93630951643</c:v>
                </c:pt>
                <c:pt idx="570">
                  <c:v>101.985654532909</c:v>
                </c:pt>
                <c:pt idx="571">
                  <c:v>102.101563513279</c:v>
                </c:pt>
                <c:pt idx="572">
                  <c:v>102.245331227779</c:v>
                </c:pt>
                <c:pt idx="573">
                  <c:v>102.368841707706</c:v>
                </c:pt>
                <c:pt idx="574">
                  <c:v>102.560702443123</c:v>
                </c:pt>
                <c:pt idx="575">
                  <c:v>102.779388785362</c:v>
                </c:pt>
                <c:pt idx="576">
                  <c:v>102.901698470116</c:v>
                </c:pt>
                <c:pt idx="577">
                  <c:v>102.975120663643</c:v>
                </c:pt>
                <c:pt idx="578">
                  <c:v>103.04231017828</c:v>
                </c:pt>
                <c:pt idx="579">
                  <c:v>103.165656387806</c:v>
                </c:pt>
                <c:pt idx="580">
                  <c:v>103.289914369583</c:v>
                </c:pt>
                <c:pt idx="581">
                  <c:v>103.397423446178</c:v>
                </c:pt>
                <c:pt idx="582">
                  <c:v>103.491375744343</c:v>
                </c:pt>
                <c:pt idx="583">
                  <c:v>103.611084163189</c:v>
                </c:pt>
                <c:pt idx="584">
                  <c:v>103.77945047617</c:v>
                </c:pt>
                <c:pt idx="585">
                  <c:v>103.900450110435</c:v>
                </c:pt>
                <c:pt idx="586">
                  <c:v>104.040844857693</c:v>
                </c:pt>
                <c:pt idx="587">
                  <c:v>104.176321685314</c:v>
                </c:pt>
                <c:pt idx="588">
                  <c:v>104.320696353912</c:v>
                </c:pt>
                <c:pt idx="589">
                  <c:v>104.489882647991</c:v>
                </c:pt>
                <c:pt idx="590">
                  <c:v>104.690684080124</c:v>
                </c:pt>
                <c:pt idx="591">
                  <c:v>104.890500128269</c:v>
                </c:pt>
                <c:pt idx="592">
                  <c:v>105.108065545559</c:v>
                </c:pt>
                <c:pt idx="593">
                  <c:v>105.394757330418</c:v>
                </c:pt>
                <c:pt idx="594">
                  <c:v>105.710453808308</c:v>
                </c:pt>
                <c:pt idx="595">
                  <c:v>105.964167654514</c:v>
                </c:pt>
                <c:pt idx="596">
                  <c:v>106.187270820141</c:v>
                </c:pt>
                <c:pt idx="597">
                  <c:v>106.401163220406</c:v>
                </c:pt>
                <c:pt idx="598">
                  <c:v>106.643477618694</c:v>
                </c:pt>
                <c:pt idx="599">
                  <c:v>106.918965220451</c:v>
                </c:pt>
                <c:pt idx="600">
                  <c:v>107.245994567871</c:v>
                </c:pt>
                <c:pt idx="601">
                  <c:v>107.642453670502</c:v>
                </c:pt>
                <c:pt idx="602">
                  <c:v>107.992511510849</c:v>
                </c:pt>
                <c:pt idx="603">
                  <c:v>108.267493128777</c:v>
                </c:pt>
                <c:pt idx="604">
                  <c:v>108.54883813858</c:v>
                </c:pt>
                <c:pt idx="605">
                  <c:v>108.784343779087</c:v>
                </c:pt>
                <c:pt idx="606">
                  <c:v>109.06551104784</c:v>
                </c:pt>
                <c:pt idx="607">
                  <c:v>109.335542619228</c:v>
                </c:pt>
                <c:pt idx="608">
                  <c:v>109.586537361145</c:v>
                </c:pt>
                <c:pt idx="609">
                  <c:v>109.807316958904</c:v>
                </c:pt>
                <c:pt idx="610">
                  <c:v>110.032600164413</c:v>
                </c:pt>
                <c:pt idx="611">
                  <c:v>110.170310378075</c:v>
                </c:pt>
                <c:pt idx="612">
                  <c:v>110.390134096146</c:v>
                </c:pt>
                <c:pt idx="613">
                  <c:v>110.597489237785</c:v>
                </c:pt>
                <c:pt idx="614">
                  <c:v>110.797835946083</c:v>
                </c:pt>
                <c:pt idx="615">
                  <c:v>110.995456576347</c:v>
                </c:pt>
                <c:pt idx="616">
                  <c:v>111.21414077282</c:v>
                </c:pt>
                <c:pt idx="617">
                  <c:v>111.462713599205</c:v>
                </c:pt>
                <c:pt idx="618">
                  <c:v>111.744154214859</c:v>
                </c:pt>
                <c:pt idx="619">
                  <c:v>112.016391217709</c:v>
                </c:pt>
                <c:pt idx="620">
                  <c:v>112.276631176472</c:v>
                </c:pt>
                <c:pt idx="621">
                  <c:v>112.399970948696</c:v>
                </c:pt>
                <c:pt idx="622">
                  <c:v>112.518025279045</c:v>
                </c:pt>
                <c:pt idx="623">
                  <c:v>112.64114934206</c:v>
                </c:pt>
                <c:pt idx="624">
                  <c:v>112.731958866119</c:v>
                </c:pt>
                <c:pt idx="625">
                  <c:v>112.858504295349</c:v>
                </c:pt>
                <c:pt idx="626">
                  <c:v>112.976404905319</c:v>
                </c:pt>
                <c:pt idx="627">
                  <c:v>113.087111890316</c:v>
                </c:pt>
                <c:pt idx="628">
                  <c:v>113.18301576376</c:v>
                </c:pt>
                <c:pt idx="629">
                  <c:v>113.278147876263</c:v>
                </c:pt>
                <c:pt idx="630">
                  <c:v>113.438929915428</c:v>
                </c:pt>
                <c:pt idx="631">
                  <c:v>113.622692644596</c:v>
                </c:pt>
                <c:pt idx="632">
                  <c:v>113.734672307968</c:v>
                </c:pt>
                <c:pt idx="633">
                  <c:v>113.907220065594</c:v>
                </c:pt>
                <c:pt idx="634">
                  <c:v>113.992439091206</c:v>
                </c:pt>
                <c:pt idx="635">
                  <c:v>114.043583750725</c:v>
                </c:pt>
                <c:pt idx="636">
                  <c:v>113.963208556175</c:v>
                </c:pt>
                <c:pt idx="637">
                  <c:v>113.928984045982</c:v>
                </c:pt>
                <c:pt idx="638">
                  <c:v>113.951439261436</c:v>
                </c:pt>
                <c:pt idx="639">
                  <c:v>113.819161295891</c:v>
                </c:pt>
                <c:pt idx="640">
                  <c:v>113.732284665108</c:v>
                </c:pt>
                <c:pt idx="641">
                  <c:v>113.700178027153</c:v>
                </c:pt>
                <c:pt idx="642">
                  <c:v>113.774329960346</c:v>
                </c:pt>
                <c:pt idx="643">
                  <c:v>113.841424882412</c:v>
                </c:pt>
                <c:pt idx="644">
                  <c:v>113.923215985298</c:v>
                </c:pt>
                <c:pt idx="645">
                  <c:v>113.977017998695</c:v>
                </c:pt>
                <c:pt idx="646">
                  <c:v>114.073088884354</c:v>
                </c:pt>
                <c:pt idx="647">
                  <c:v>114.17954647541</c:v>
                </c:pt>
                <c:pt idx="648">
                  <c:v>114.342485785484</c:v>
                </c:pt>
                <c:pt idx="649">
                  <c:v>114.467537760735</c:v>
                </c:pt>
                <c:pt idx="650">
                  <c:v>114.602679669857</c:v>
                </c:pt>
                <c:pt idx="651">
                  <c:v>114.729184806347</c:v>
                </c:pt>
                <c:pt idx="652">
                  <c:v>114.892463386059</c:v>
                </c:pt>
                <c:pt idx="653">
                  <c:v>115.120381295681</c:v>
                </c:pt>
                <c:pt idx="654">
                  <c:v>115.397290766239</c:v>
                </c:pt>
                <c:pt idx="655">
                  <c:v>115.64830070734</c:v>
                </c:pt>
                <c:pt idx="656">
                  <c:v>115.988593637943</c:v>
                </c:pt>
                <c:pt idx="657">
                  <c:v>116.368752121925</c:v>
                </c:pt>
                <c:pt idx="658">
                  <c:v>116.728192806244</c:v>
                </c:pt>
                <c:pt idx="659">
                  <c:v>117.068231105804</c:v>
                </c:pt>
                <c:pt idx="660">
                  <c:v>117.431811094284</c:v>
                </c:pt>
                <c:pt idx="661">
                  <c:v>117.764702260494</c:v>
                </c:pt>
                <c:pt idx="662">
                  <c:v>118.088138520718</c:v>
                </c:pt>
                <c:pt idx="663">
                  <c:v>118.437992691994</c:v>
                </c:pt>
                <c:pt idx="664">
                  <c:v>118.808221101761</c:v>
                </c:pt>
                <c:pt idx="665">
                  <c:v>119.13983219862</c:v>
                </c:pt>
                <c:pt idx="666">
                  <c:v>119.492469608784</c:v>
                </c:pt>
                <c:pt idx="667">
                  <c:v>119.803543627262</c:v>
                </c:pt>
                <c:pt idx="668">
                  <c:v>120.039647638798</c:v>
                </c:pt>
                <c:pt idx="669">
                  <c:v>120.250727415085</c:v>
                </c:pt>
                <c:pt idx="670">
                  <c:v>120.46700668335</c:v>
                </c:pt>
                <c:pt idx="671">
                  <c:v>120.708081185818</c:v>
                </c:pt>
                <c:pt idx="672">
                  <c:v>120.98693972826</c:v>
                </c:pt>
                <c:pt idx="673">
                  <c:v>121.265589773655</c:v>
                </c:pt>
                <c:pt idx="674">
                  <c:v>121.509221971035</c:v>
                </c:pt>
                <c:pt idx="675">
                  <c:v>121.777410447598</c:v>
                </c:pt>
                <c:pt idx="676">
                  <c:v>122.000595867634</c:v>
                </c:pt>
                <c:pt idx="677">
                  <c:v>122.2158395648</c:v>
                </c:pt>
                <c:pt idx="678">
                  <c:v>122.425419986248</c:v>
                </c:pt>
                <c:pt idx="679">
                  <c:v>122.627259552479</c:v>
                </c:pt>
                <c:pt idx="680">
                  <c:v>122.837757050991</c:v>
                </c:pt>
                <c:pt idx="681">
                  <c:v>123.017511844635</c:v>
                </c:pt>
                <c:pt idx="682">
                  <c:v>123.184391260147</c:v>
                </c:pt>
                <c:pt idx="683">
                  <c:v>123.323158621788</c:v>
                </c:pt>
                <c:pt idx="684">
                  <c:v>123.483788907528</c:v>
                </c:pt>
                <c:pt idx="685">
                  <c:v>123.713990867138</c:v>
                </c:pt>
                <c:pt idx="686">
                  <c:v>123.967457711697</c:v>
                </c:pt>
                <c:pt idx="687">
                  <c:v>124.196249485016</c:v>
                </c:pt>
                <c:pt idx="688">
                  <c:v>124.362727642059</c:v>
                </c:pt>
                <c:pt idx="689">
                  <c:v>124.510355651379</c:v>
                </c:pt>
                <c:pt idx="690">
                  <c:v>124.660001814365</c:v>
                </c:pt>
                <c:pt idx="691">
                  <c:v>124.789036989212</c:v>
                </c:pt>
                <c:pt idx="692">
                  <c:v>124.875651478767</c:v>
                </c:pt>
                <c:pt idx="693">
                  <c:v>124.938582360744</c:v>
                </c:pt>
                <c:pt idx="694">
                  <c:v>124.983725547791</c:v>
                </c:pt>
                <c:pt idx="695">
                  <c:v>124.957043647766</c:v>
                </c:pt>
                <c:pt idx="696">
                  <c:v>124.94964158535</c:v>
                </c:pt>
                <c:pt idx="697">
                  <c:v>124.932022690773</c:v>
                </c:pt>
                <c:pt idx="698">
                  <c:v>124.898746013641</c:v>
                </c:pt>
                <c:pt idx="699">
                  <c:v>124.830163121223</c:v>
                </c:pt>
                <c:pt idx="700">
                  <c:v>124.71962594986</c:v>
                </c:pt>
                <c:pt idx="701">
                  <c:v>124.620344996452</c:v>
                </c:pt>
                <c:pt idx="702">
                  <c:v>124.534535288811</c:v>
                </c:pt>
                <c:pt idx="703">
                  <c:v>124.423846006393</c:v>
                </c:pt>
                <c:pt idx="704">
                  <c:v>124.374299645424</c:v>
                </c:pt>
                <c:pt idx="705">
                  <c:v>124.395052850246</c:v>
                </c:pt>
                <c:pt idx="706">
                  <c:v>124.32867282629</c:v>
                </c:pt>
                <c:pt idx="707">
                  <c:v>124.185965120792</c:v>
                </c:pt>
                <c:pt idx="708">
                  <c:v>124.034892857075</c:v>
                </c:pt>
                <c:pt idx="709">
                  <c:v>123.937191307545</c:v>
                </c:pt>
                <c:pt idx="710">
                  <c:v>123.913046061993</c:v>
                </c:pt>
                <c:pt idx="711">
                  <c:v>123.916266441345</c:v>
                </c:pt>
                <c:pt idx="712">
                  <c:v>123.881891965866</c:v>
                </c:pt>
                <c:pt idx="713">
                  <c:v>123.896826028824</c:v>
                </c:pt>
                <c:pt idx="714">
                  <c:v>123.963880598545</c:v>
                </c:pt>
                <c:pt idx="715">
                  <c:v>124.077721774578</c:v>
                </c:pt>
                <c:pt idx="716">
                  <c:v>124.217233359814</c:v>
                </c:pt>
                <c:pt idx="717">
                  <c:v>124.401279687881</c:v>
                </c:pt>
                <c:pt idx="718">
                  <c:v>124.539991140366</c:v>
                </c:pt>
                <c:pt idx="719">
                  <c:v>124.662895798683</c:v>
                </c:pt>
                <c:pt idx="720">
                  <c:v>124.79529350996</c:v>
                </c:pt>
                <c:pt idx="721">
                  <c:v>124.967825949192</c:v>
                </c:pt>
                <c:pt idx="722">
                  <c:v>125.168035805225</c:v>
                </c:pt>
                <c:pt idx="723">
                  <c:v>125.377455353737</c:v>
                </c:pt>
                <c:pt idx="724">
                  <c:v>125.572380185127</c:v>
                </c:pt>
                <c:pt idx="725">
                  <c:v>125.721628665924</c:v>
                </c:pt>
                <c:pt idx="726">
                  <c:v>125.857618808746</c:v>
                </c:pt>
                <c:pt idx="727">
                  <c:v>125.977792739868</c:v>
                </c:pt>
                <c:pt idx="728">
                  <c:v>126.120426654816</c:v>
                </c:pt>
                <c:pt idx="729">
                  <c:v>126.31327354908</c:v>
                </c:pt>
                <c:pt idx="730">
                  <c:v>126.457540988922</c:v>
                </c:pt>
                <c:pt idx="731">
                  <c:v>126.47995275259</c:v>
                </c:pt>
                <c:pt idx="732">
                  <c:v>126.507674276829</c:v>
                </c:pt>
                <c:pt idx="733">
                  <c:v>126.546937048435</c:v>
                </c:pt>
                <c:pt idx="734">
                  <c:v>126.624062657356</c:v>
                </c:pt>
                <c:pt idx="735">
                  <c:v>126.692616760731</c:v>
                </c:pt>
                <c:pt idx="736">
                  <c:v>126.766071736813</c:v>
                </c:pt>
                <c:pt idx="737">
                  <c:v>126.799220740795</c:v>
                </c:pt>
                <c:pt idx="738">
                  <c:v>126.778022587299</c:v>
                </c:pt>
                <c:pt idx="739">
                  <c:v>126.702766001225</c:v>
                </c:pt>
                <c:pt idx="740">
                  <c:v>126.61107891798</c:v>
                </c:pt>
                <c:pt idx="741">
                  <c:v>126.518709003925</c:v>
                </c:pt>
                <c:pt idx="742">
                  <c:v>126.412005722523</c:v>
                </c:pt>
                <c:pt idx="743">
                  <c:v>126.275387704372</c:v>
                </c:pt>
                <c:pt idx="744">
                  <c:v>126.065224468708</c:v>
                </c:pt>
                <c:pt idx="745">
                  <c:v>125.918720185757</c:v>
                </c:pt>
                <c:pt idx="746">
                  <c:v>125.772957503796</c:v>
                </c:pt>
                <c:pt idx="747">
                  <c:v>125.742262303829</c:v>
                </c:pt>
                <c:pt idx="748">
                  <c:v>125.900555312634</c:v>
                </c:pt>
                <c:pt idx="749">
                  <c:v>126.121157228947</c:v>
                </c:pt>
                <c:pt idx="750">
                  <c:v>126.378284275532</c:v>
                </c:pt>
                <c:pt idx="751">
                  <c:v>126.696294605732</c:v>
                </c:pt>
                <c:pt idx="752">
                  <c:v>127.059551656246</c:v>
                </c:pt>
                <c:pt idx="753">
                  <c:v>127.347209990025</c:v>
                </c:pt>
                <c:pt idx="754">
                  <c:v>127.596631407738</c:v>
                </c:pt>
                <c:pt idx="755">
                  <c:v>127.896235823631</c:v>
                </c:pt>
                <c:pt idx="756">
                  <c:v>128.195598244667</c:v>
                </c:pt>
                <c:pt idx="757">
                  <c:v>128.488483428955</c:v>
                </c:pt>
                <c:pt idx="758">
                  <c:v>128.795541405678</c:v>
                </c:pt>
                <c:pt idx="759">
                  <c:v>129.125810146332</c:v>
                </c:pt>
                <c:pt idx="760">
                  <c:v>129.389069199562</c:v>
                </c:pt>
                <c:pt idx="761">
                  <c:v>129.630019962788</c:v>
                </c:pt>
                <c:pt idx="762">
                  <c:v>129.905140578747</c:v>
                </c:pt>
                <c:pt idx="763">
                  <c:v>130.245502054691</c:v>
                </c:pt>
                <c:pt idx="764">
                  <c:v>130.69120246172</c:v>
                </c:pt>
                <c:pt idx="765">
                  <c:v>131.024120032787</c:v>
                </c:pt>
                <c:pt idx="766">
                  <c:v>131.350985109806</c:v>
                </c:pt>
                <c:pt idx="767">
                  <c:v>131.709416806698</c:v>
                </c:pt>
                <c:pt idx="768">
                  <c:v>132.131865084171</c:v>
                </c:pt>
                <c:pt idx="769">
                  <c:v>132.57794958353</c:v>
                </c:pt>
                <c:pt idx="770">
                  <c:v>133.034435212612</c:v>
                </c:pt>
                <c:pt idx="771">
                  <c:v>133.446996152401</c:v>
                </c:pt>
                <c:pt idx="772">
                  <c:v>133.823440372944</c:v>
                </c:pt>
                <c:pt idx="773">
                  <c:v>134.138290643692</c:v>
                </c:pt>
                <c:pt idx="774">
                  <c:v>134.506238341331</c:v>
                </c:pt>
                <c:pt idx="775">
                  <c:v>134.82515335083</c:v>
                </c:pt>
                <c:pt idx="776">
                  <c:v>135.201057970524</c:v>
                </c:pt>
                <c:pt idx="777">
                  <c:v>135.565687477589</c:v>
                </c:pt>
                <c:pt idx="778">
                  <c:v>135.863561689854</c:v>
                </c:pt>
                <c:pt idx="779">
                  <c:v>136.116074979305</c:v>
                </c:pt>
                <c:pt idx="780">
                  <c:v>136.37039577961</c:v>
                </c:pt>
                <c:pt idx="781">
                  <c:v>136.666018009186</c:v>
                </c:pt>
                <c:pt idx="782">
                  <c:v>136.938784301281</c:v>
                </c:pt>
                <c:pt idx="783">
                  <c:v>137.157815158367</c:v>
                </c:pt>
                <c:pt idx="784">
                  <c:v>137.356482565403</c:v>
                </c:pt>
                <c:pt idx="785">
                  <c:v>137.565342247486</c:v>
                </c:pt>
                <c:pt idx="786">
                  <c:v>137.770036637783</c:v>
                </c:pt>
                <c:pt idx="787">
                  <c:v>137.930649101734</c:v>
                </c:pt>
                <c:pt idx="788">
                  <c:v>138.11118298769</c:v>
                </c:pt>
                <c:pt idx="789">
                  <c:v>138.312357366085</c:v>
                </c:pt>
                <c:pt idx="790">
                  <c:v>138.488944709301</c:v>
                </c:pt>
                <c:pt idx="791">
                  <c:v>138.629188656807</c:v>
                </c:pt>
                <c:pt idx="792">
                  <c:v>138.810082256794</c:v>
                </c:pt>
                <c:pt idx="793">
                  <c:v>139.051124811172</c:v>
                </c:pt>
                <c:pt idx="794">
                  <c:v>139.250798344612</c:v>
                </c:pt>
                <c:pt idx="795">
                  <c:v>139.460622727871</c:v>
                </c:pt>
                <c:pt idx="796">
                  <c:v>139.704264342785</c:v>
                </c:pt>
                <c:pt idx="797">
                  <c:v>139.985348165035</c:v>
                </c:pt>
                <c:pt idx="798">
                  <c:v>140.219079971313</c:v>
                </c:pt>
                <c:pt idx="799">
                  <c:v>140.425499796867</c:v>
                </c:pt>
                <c:pt idx="800">
                  <c:v>140.640713691711</c:v>
                </c:pt>
                <c:pt idx="801">
                  <c:v>140.841966152191</c:v>
                </c:pt>
                <c:pt idx="802">
                  <c:v>141.040454030037</c:v>
                </c:pt>
                <c:pt idx="803">
                  <c:v>141.254584372044</c:v>
                </c:pt>
                <c:pt idx="804">
                  <c:v>141.490054428577</c:v>
                </c:pt>
                <c:pt idx="805">
                  <c:v>141.716543734074</c:v>
                </c:pt>
                <c:pt idx="806">
                  <c:v>141.919601738453</c:v>
                </c:pt>
                <c:pt idx="807">
                  <c:v>142.068899095058</c:v>
                </c:pt>
                <c:pt idx="808">
                  <c:v>142.172394156456</c:v>
                </c:pt>
                <c:pt idx="809">
                  <c:v>142.290390014648</c:v>
                </c:pt>
                <c:pt idx="810">
                  <c:v>142.417430520058</c:v>
                </c:pt>
                <c:pt idx="811">
                  <c:v>142.531575858593</c:v>
                </c:pt>
                <c:pt idx="812">
                  <c:v>142.682099223137</c:v>
                </c:pt>
                <c:pt idx="813">
                  <c:v>142.830223321915</c:v>
                </c:pt>
                <c:pt idx="814">
                  <c:v>142.981704413891</c:v>
                </c:pt>
                <c:pt idx="815">
                  <c:v>143.139322221279</c:v>
                </c:pt>
                <c:pt idx="816">
                  <c:v>143.291698098183</c:v>
                </c:pt>
                <c:pt idx="817">
                  <c:v>143.449173688889</c:v>
                </c:pt>
                <c:pt idx="818">
                  <c:v>143.601064324379</c:v>
                </c:pt>
                <c:pt idx="819">
                  <c:v>143.756488800049</c:v>
                </c:pt>
                <c:pt idx="820">
                  <c:v>143.944200336933</c:v>
                </c:pt>
                <c:pt idx="821">
                  <c:v>144.100011408329</c:v>
                </c:pt>
                <c:pt idx="822">
                  <c:v>144.283375680447</c:v>
                </c:pt>
                <c:pt idx="823">
                  <c:v>144.549091279507</c:v>
                </c:pt>
                <c:pt idx="824">
                  <c:v>144.788177073002</c:v>
                </c:pt>
                <c:pt idx="825">
                  <c:v>145.029358685017</c:v>
                </c:pt>
                <c:pt idx="826">
                  <c:v>145.252166390419</c:v>
                </c:pt>
                <c:pt idx="827">
                  <c:v>145.460511207581</c:v>
                </c:pt>
                <c:pt idx="828">
                  <c:v>145.654978215694</c:v>
                </c:pt>
                <c:pt idx="829">
                  <c:v>145.874782800674</c:v>
                </c:pt>
                <c:pt idx="830">
                  <c:v>146.087360620499</c:v>
                </c:pt>
                <c:pt idx="831">
                  <c:v>146.326412022114</c:v>
                </c:pt>
                <c:pt idx="832">
                  <c:v>146.527167737484</c:v>
                </c:pt>
                <c:pt idx="833">
                  <c:v>146.688550412655</c:v>
                </c:pt>
                <c:pt idx="834">
                  <c:v>146.833974659443</c:v>
                </c:pt>
                <c:pt idx="835">
                  <c:v>146.930180311203</c:v>
                </c:pt>
                <c:pt idx="836">
                  <c:v>146.979459106922</c:v>
                </c:pt>
                <c:pt idx="837">
                  <c:v>147.012867093086</c:v>
                </c:pt>
                <c:pt idx="838">
                  <c:v>147.023219048977</c:v>
                </c:pt>
                <c:pt idx="839">
                  <c:v>147.107300519943</c:v>
                </c:pt>
                <c:pt idx="840">
                  <c:v>147.211279273033</c:v>
                </c:pt>
                <c:pt idx="841">
                  <c:v>147.339056491852</c:v>
                </c:pt>
                <c:pt idx="842">
                  <c:v>147.461259841919</c:v>
                </c:pt>
                <c:pt idx="843">
                  <c:v>147.586329340935</c:v>
                </c:pt>
                <c:pt idx="844">
                  <c:v>147.731567978859</c:v>
                </c:pt>
                <c:pt idx="845">
                  <c:v>147.862515330315</c:v>
                </c:pt>
                <c:pt idx="846">
                  <c:v>147.988146483898</c:v>
                </c:pt>
                <c:pt idx="847">
                  <c:v>148.119929134846</c:v>
                </c:pt>
                <c:pt idx="848">
                  <c:v>148.242312014103</c:v>
                </c:pt>
                <c:pt idx="849">
                  <c:v>148.381336212158</c:v>
                </c:pt>
                <c:pt idx="850">
                  <c:v>148.518031954765</c:v>
                </c:pt>
                <c:pt idx="851">
                  <c:v>148.653556644917</c:v>
                </c:pt>
                <c:pt idx="852">
                  <c:v>148.763265430927</c:v>
                </c:pt>
                <c:pt idx="853">
                  <c:v>148.924348473549</c:v>
                </c:pt>
                <c:pt idx="854">
                  <c:v>149.14057803154</c:v>
                </c:pt>
                <c:pt idx="855">
                  <c:v>149.398786187172</c:v>
                </c:pt>
                <c:pt idx="856">
                  <c:v>149.682975709438</c:v>
                </c:pt>
                <c:pt idx="857">
                  <c:v>149.997333109379</c:v>
                </c:pt>
                <c:pt idx="858">
                  <c:v>150.293944060802</c:v>
                </c:pt>
                <c:pt idx="859">
                  <c:v>150.565342903137</c:v>
                </c:pt>
                <c:pt idx="860">
                  <c:v>150.776640057564</c:v>
                </c:pt>
                <c:pt idx="861">
                  <c:v>150.985834181309</c:v>
                </c:pt>
                <c:pt idx="862">
                  <c:v>151.174065649509</c:v>
                </c:pt>
                <c:pt idx="863">
                  <c:v>151.342481970787</c:v>
                </c:pt>
                <c:pt idx="864">
                  <c:v>151.581800699234</c:v>
                </c:pt>
                <c:pt idx="865">
                  <c:v>151.813042998314</c:v>
                </c:pt>
                <c:pt idx="866">
                  <c:v>151.974572360516</c:v>
                </c:pt>
                <c:pt idx="867">
                  <c:v>152.108900249004</c:v>
                </c:pt>
                <c:pt idx="868">
                  <c:v>152.269210636616</c:v>
                </c:pt>
                <c:pt idx="869">
                  <c:v>152.54368442297</c:v>
                </c:pt>
                <c:pt idx="870">
                  <c:v>152.810876369476</c:v>
                </c:pt>
                <c:pt idx="871">
                  <c:v>153.102112770081</c:v>
                </c:pt>
                <c:pt idx="872">
                  <c:v>153.422247290611</c:v>
                </c:pt>
                <c:pt idx="873">
                  <c:v>153.721453428268</c:v>
                </c:pt>
                <c:pt idx="874">
                  <c:v>154.068159937859</c:v>
                </c:pt>
                <c:pt idx="875">
                  <c:v>154.425564289093</c:v>
                </c:pt>
                <c:pt idx="876">
                  <c:v>154.769750893116</c:v>
                </c:pt>
                <c:pt idx="877">
                  <c:v>155.097662746906</c:v>
                </c:pt>
                <c:pt idx="878">
                  <c:v>155.411771774292</c:v>
                </c:pt>
                <c:pt idx="879">
                  <c:v>155.727411866188</c:v>
                </c:pt>
                <c:pt idx="880">
                  <c:v>156.089872181416</c:v>
                </c:pt>
                <c:pt idx="881">
                  <c:v>156.455200731754</c:v>
                </c:pt>
                <c:pt idx="882">
                  <c:v>156.822538673878</c:v>
                </c:pt>
                <c:pt idx="883">
                  <c:v>157.174368679523</c:v>
                </c:pt>
                <c:pt idx="884">
                  <c:v>157.493555366993</c:v>
                </c:pt>
                <c:pt idx="885">
                  <c:v>157.790678143501</c:v>
                </c:pt>
                <c:pt idx="886">
                  <c:v>158.041828155518</c:v>
                </c:pt>
                <c:pt idx="887">
                  <c:v>158.247077584267</c:v>
                </c:pt>
                <c:pt idx="888">
                  <c:v>158.41091966629</c:v>
                </c:pt>
                <c:pt idx="889">
                  <c:v>158.496011912823</c:v>
                </c:pt>
                <c:pt idx="890">
                  <c:v>158.598478853703</c:v>
                </c:pt>
                <c:pt idx="891">
                  <c:v>158.722530663013</c:v>
                </c:pt>
                <c:pt idx="892">
                  <c:v>158.915211141109</c:v>
                </c:pt>
                <c:pt idx="893">
                  <c:v>159.089681684971</c:v>
                </c:pt>
                <c:pt idx="894">
                  <c:v>159.253214538097</c:v>
                </c:pt>
                <c:pt idx="895">
                  <c:v>159.321640908718</c:v>
                </c:pt>
                <c:pt idx="896">
                  <c:v>159.357036173344</c:v>
                </c:pt>
                <c:pt idx="897">
                  <c:v>159.385327458382</c:v>
                </c:pt>
                <c:pt idx="898">
                  <c:v>159.46021926403</c:v>
                </c:pt>
                <c:pt idx="899">
                  <c:v>159.620128154755</c:v>
                </c:pt>
                <c:pt idx="900">
                  <c:v>159.90138989687</c:v>
                </c:pt>
                <c:pt idx="901">
                  <c:v>160.132099032402</c:v>
                </c:pt>
                <c:pt idx="902">
                  <c:v>160.341623783112</c:v>
                </c:pt>
                <c:pt idx="903">
                  <c:v>160.503874063492</c:v>
                </c:pt>
                <c:pt idx="904">
                  <c:v>160.707184076309</c:v>
                </c:pt>
                <c:pt idx="905">
                  <c:v>160.809877753258</c:v>
                </c:pt>
                <c:pt idx="906">
                  <c:v>160.943910837173</c:v>
                </c:pt>
                <c:pt idx="907">
                  <c:v>161.084406614304</c:v>
                </c:pt>
                <c:pt idx="908">
                  <c:v>161.23462843895</c:v>
                </c:pt>
                <c:pt idx="909">
                  <c:v>161.32014477253</c:v>
                </c:pt>
                <c:pt idx="910">
                  <c:v>161.421459913254</c:v>
                </c:pt>
                <c:pt idx="911">
                  <c:v>161.50001001358</c:v>
                </c:pt>
                <c:pt idx="912">
                  <c:v>161.613428175449</c:v>
                </c:pt>
                <c:pt idx="913">
                  <c:v>161.684043943882</c:v>
                </c:pt>
                <c:pt idx="914">
                  <c:v>161.741604983807</c:v>
                </c:pt>
                <c:pt idx="915">
                  <c:v>161.777897953987</c:v>
                </c:pt>
                <c:pt idx="916">
                  <c:v>161.852504253387</c:v>
                </c:pt>
                <c:pt idx="917">
                  <c:v>161.914087593555</c:v>
                </c:pt>
                <c:pt idx="918">
                  <c:v>161.913356721401</c:v>
                </c:pt>
                <c:pt idx="919">
                  <c:v>161.960351288319</c:v>
                </c:pt>
                <c:pt idx="920">
                  <c:v>162.037672042847</c:v>
                </c:pt>
                <c:pt idx="921">
                  <c:v>162.134286403656</c:v>
                </c:pt>
                <c:pt idx="922">
                  <c:v>162.20087647438</c:v>
                </c:pt>
                <c:pt idx="923">
                  <c:v>162.233781933784</c:v>
                </c:pt>
                <c:pt idx="924">
                  <c:v>162.298442721367</c:v>
                </c:pt>
                <c:pt idx="925">
                  <c:v>162.419347763062</c:v>
                </c:pt>
                <c:pt idx="926">
                  <c:v>162.51454359293</c:v>
                </c:pt>
                <c:pt idx="927">
                  <c:v>162.581275522709</c:v>
                </c:pt>
                <c:pt idx="928">
                  <c:v>162.71493858099</c:v>
                </c:pt>
                <c:pt idx="929">
                  <c:v>162.827742934227</c:v>
                </c:pt>
                <c:pt idx="930">
                  <c:v>162.851273834705</c:v>
                </c:pt>
                <c:pt idx="931">
                  <c:v>162.883350551128</c:v>
                </c:pt>
                <c:pt idx="932">
                  <c:v>163.054396748543</c:v>
                </c:pt>
                <c:pt idx="933">
                  <c:v>163.263981640339</c:v>
                </c:pt>
                <c:pt idx="934">
                  <c:v>163.48591953516</c:v>
                </c:pt>
                <c:pt idx="935">
                  <c:v>163.693788051605</c:v>
                </c:pt>
                <c:pt idx="936">
                  <c:v>163.946367681026</c:v>
                </c:pt>
                <c:pt idx="937">
                  <c:v>164.16743260622</c:v>
                </c:pt>
                <c:pt idx="938">
                  <c:v>164.333250939846</c:v>
                </c:pt>
                <c:pt idx="939">
                  <c:v>164.506182134151</c:v>
                </c:pt>
                <c:pt idx="940">
                  <c:v>164.627859890461</c:v>
                </c:pt>
                <c:pt idx="941">
                  <c:v>164.763426244259</c:v>
                </c:pt>
                <c:pt idx="942">
                  <c:v>164.924284517765</c:v>
                </c:pt>
                <c:pt idx="943">
                  <c:v>165.137963235378</c:v>
                </c:pt>
                <c:pt idx="944">
                  <c:v>165.332202553749</c:v>
                </c:pt>
                <c:pt idx="945">
                  <c:v>165.522444248199</c:v>
                </c:pt>
                <c:pt idx="946">
                  <c:v>165.659539878368</c:v>
                </c:pt>
                <c:pt idx="947">
                  <c:v>165.830406486988</c:v>
                </c:pt>
                <c:pt idx="948">
                  <c:v>165.982631444931</c:v>
                </c:pt>
                <c:pt idx="949">
                  <c:v>166.173269867897</c:v>
                </c:pt>
                <c:pt idx="950">
                  <c:v>166.338300406933</c:v>
                </c:pt>
                <c:pt idx="951">
                  <c:v>166.505444407463</c:v>
                </c:pt>
                <c:pt idx="952">
                  <c:v>166.692473292351</c:v>
                </c:pt>
                <c:pt idx="953">
                  <c:v>166.870301604271</c:v>
                </c:pt>
                <c:pt idx="954">
                  <c:v>167.041516005993</c:v>
                </c:pt>
                <c:pt idx="955">
                  <c:v>167.172428488731</c:v>
                </c:pt>
                <c:pt idx="956">
                  <c:v>167.351550400257</c:v>
                </c:pt>
                <c:pt idx="957">
                  <c:v>167.5539727211</c:v>
                </c:pt>
                <c:pt idx="958">
                  <c:v>167.799117445946</c:v>
                </c:pt>
                <c:pt idx="959">
                  <c:v>168.035405755043</c:v>
                </c:pt>
                <c:pt idx="960">
                  <c:v>168.303869247437</c:v>
                </c:pt>
                <c:pt idx="961">
                  <c:v>168.550762534142</c:v>
                </c:pt>
                <c:pt idx="962">
                  <c:v>168.812060832977</c:v>
                </c:pt>
                <c:pt idx="963">
                  <c:v>169.116418123245</c:v>
                </c:pt>
                <c:pt idx="964">
                  <c:v>169.402333021164</c:v>
                </c:pt>
                <c:pt idx="965">
                  <c:v>169.659781575203</c:v>
                </c:pt>
                <c:pt idx="966">
                  <c:v>169.945704817772</c:v>
                </c:pt>
                <c:pt idx="967">
                  <c:v>170.24505764246</c:v>
                </c:pt>
                <c:pt idx="968">
                  <c:v>170.529251635075</c:v>
                </c:pt>
                <c:pt idx="969">
                  <c:v>170.800332963467</c:v>
                </c:pt>
                <c:pt idx="970">
                  <c:v>171.039581418037</c:v>
                </c:pt>
                <c:pt idx="971">
                  <c:v>171.299209833145</c:v>
                </c:pt>
                <c:pt idx="972">
                  <c:v>171.55033236742</c:v>
                </c:pt>
                <c:pt idx="973">
                  <c:v>171.816431701183</c:v>
                </c:pt>
                <c:pt idx="974">
                  <c:v>172.10795289278</c:v>
                </c:pt>
                <c:pt idx="975">
                  <c:v>172.375067651272</c:v>
                </c:pt>
                <c:pt idx="976">
                  <c:v>172.622075915337</c:v>
                </c:pt>
                <c:pt idx="977">
                  <c:v>172.916050732136</c:v>
                </c:pt>
                <c:pt idx="978">
                  <c:v>173.178882181644</c:v>
                </c:pt>
                <c:pt idx="979">
                  <c:v>173.412698447704</c:v>
                </c:pt>
                <c:pt idx="980">
                  <c:v>173.588502824306</c:v>
                </c:pt>
                <c:pt idx="981">
                  <c:v>173.7833532691</c:v>
                </c:pt>
                <c:pt idx="982">
                  <c:v>173.998736679554</c:v>
                </c:pt>
                <c:pt idx="983">
                  <c:v>174.216030180454</c:v>
                </c:pt>
                <c:pt idx="984">
                  <c:v>174.382940232754</c:v>
                </c:pt>
                <c:pt idx="985">
                  <c:v>174.552127540112</c:v>
                </c:pt>
                <c:pt idx="986">
                  <c:v>174.670056402683</c:v>
                </c:pt>
                <c:pt idx="987">
                  <c:v>174.824776351452</c:v>
                </c:pt>
                <c:pt idx="988">
                  <c:v>174.972294330597</c:v>
                </c:pt>
                <c:pt idx="989">
                  <c:v>175.138948321342</c:v>
                </c:pt>
                <c:pt idx="990">
                  <c:v>175.29619204998</c:v>
                </c:pt>
                <c:pt idx="991">
                  <c:v>175.391252398491</c:v>
                </c:pt>
                <c:pt idx="992">
                  <c:v>175.452814757824</c:v>
                </c:pt>
                <c:pt idx="993">
                  <c:v>175.460830628872</c:v>
                </c:pt>
                <c:pt idx="994">
                  <c:v>175.494970858097</c:v>
                </c:pt>
                <c:pt idx="995">
                  <c:v>175.501582860947</c:v>
                </c:pt>
                <c:pt idx="996">
                  <c:v>175.518921613693</c:v>
                </c:pt>
                <c:pt idx="997">
                  <c:v>175.544016897678</c:v>
                </c:pt>
                <c:pt idx="998">
                  <c:v>175.609388649464</c:v>
                </c:pt>
                <c:pt idx="999">
                  <c:v>175.61558932066</c:v>
                </c:pt>
                <c:pt idx="1000">
                  <c:v>175.619006574154</c:v>
                </c:pt>
                <c:pt idx="1001">
                  <c:v>175.63493180275</c:v>
                </c:pt>
                <c:pt idx="1002">
                  <c:v>175.663517534733</c:v>
                </c:pt>
                <c:pt idx="1003">
                  <c:v>175.768660485744</c:v>
                </c:pt>
                <c:pt idx="1004">
                  <c:v>175.89611184597</c:v>
                </c:pt>
                <c:pt idx="1005">
                  <c:v>176.068240344524</c:v>
                </c:pt>
                <c:pt idx="1006">
                  <c:v>176.249674320221</c:v>
                </c:pt>
                <c:pt idx="1007">
                  <c:v>176.433108866215</c:v>
                </c:pt>
                <c:pt idx="1008">
                  <c:v>176.618695437908</c:v>
                </c:pt>
                <c:pt idx="1009">
                  <c:v>176.723998010159</c:v>
                </c:pt>
                <c:pt idx="1010">
                  <c:v>176.877711713314</c:v>
                </c:pt>
                <c:pt idx="1011">
                  <c:v>176.978977680206</c:v>
                </c:pt>
                <c:pt idx="1012">
                  <c:v>177.109024465084</c:v>
                </c:pt>
                <c:pt idx="1013">
                  <c:v>177.231423139572</c:v>
                </c:pt>
                <c:pt idx="1014">
                  <c:v>177.358165681362</c:v>
                </c:pt>
                <c:pt idx="1015">
                  <c:v>177.504672110081</c:v>
                </c:pt>
                <c:pt idx="1016">
                  <c:v>177.640953719616</c:v>
                </c:pt>
                <c:pt idx="1017">
                  <c:v>177.780066847801</c:v>
                </c:pt>
                <c:pt idx="1018">
                  <c:v>177.898699581623</c:v>
                </c:pt>
                <c:pt idx="1019">
                  <c:v>178.007116556168</c:v>
                </c:pt>
                <c:pt idx="1020">
                  <c:v>178.186814248562</c:v>
                </c:pt>
                <c:pt idx="1021">
                  <c:v>178.399900078773</c:v>
                </c:pt>
                <c:pt idx="1022">
                  <c:v>178.625007748604</c:v>
                </c:pt>
                <c:pt idx="1023">
                  <c:v>178.835006833076</c:v>
                </c:pt>
                <c:pt idx="1024">
                  <c:v>179.051117777824</c:v>
                </c:pt>
                <c:pt idx="1025">
                  <c:v>179.273913025856</c:v>
                </c:pt>
                <c:pt idx="1026">
                  <c:v>179.494074702263</c:v>
                </c:pt>
                <c:pt idx="1027">
                  <c:v>179.73890542984</c:v>
                </c:pt>
                <c:pt idx="1028">
                  <c:v>179.984487831593</c:v>
                </c:pt>
                <c:pt idx="1029">
                  <c:v>180.212129592896</c:v>
                </c:pt>
                <c:pt idx="1030">
                  <c:v>180.45284974575</c:v>
                </c:pt>
                <c:pt idx="1031">
                  <c:v>180.674763917923</c:v>
                </c:pt>
                <c:pt idx="1032">
                  <c:v>180.898463964462</c:v>
                </c:pt>
                <c:pt idx="1033">
                  <c:v>181.112136602402</c:v>
                </c:pt>
                <c:pt idx="1034">
                  <c:v>181.27142393589</c:v>
                </c:pt>
                <c:pt idx="1035">
                  <c:v>181.377651810646</c:v>
                </c:pt>
                <c:pt idx="1036">
                  <c:v>181.477877378464</c:v>
                </c:pt>
                <c:pt idx="1037">
                  <c:v>181.541189730167</c:v>
                </c:pt>
                <c:pt idx="1038">
                  <c:v>181.614432811737</c:v>
                </c:pt>
                <c:pt idx="1039">
                  <c:v>181.752487063408</c:v>
                </c:pt>
                <c:pt idx="1040">
                  <c:v>181.878672659397</c:v>
                </c:pt>
                <c:pt idx="1041">
                  <c:v>182.014001429081</c:v>
                </c:pt>
                <c:pt idx="1042">
                  <c:v>182.095398485661</c:v>
                </c:pt>
                <c:pt idx="1043">
                  <c:v>182.180371105671</c:v>
                </c:pt>
                <c:pt idx="1044">
                  <c:v>182.261203110218</c:v>
                </c:pt>
                <c:pt idx="1045">
                  <c:v>182.293751180172</c:v>
                </c:pt>
                <c:pt idx="1046">
                  <c:v>182.318163156509</c:v>
                </c:pt>
                <c:pt idx="1047">
                  <c:v>182.361556828022</c:v>
                </c:pt>
                <c:pt idx="1048">
                  <c:v>182.386718571186</c:v>
                </c:pt>
                <c:pt idx="1049">
                  <c:v>182.404697597027</c:v>
                </c:pt>
                <c:pt idx="1050">
                  <c:v>182.387960851192</c:v>
                </c:pt>
                <c:pt idx="1051">
                  <c:v>182.328766047955</c:v>
                </c:pt>
                <c:pt idx="1052">
                  <c:v>182.232065856457</c:v>
                </c:pt>
                <c:pt idx="1053">
                  <c:v>182.123647987843</c:v>
                </c:pt>
                <c:pt idx="1054">
                  <c:v>182.043396294117</c:v>
                </c:pt>
                <c:pt idx="1055">
                  <c:v>182.024921834469</c:v>
                </c:pt>
                <c:pt idx="1056">
                  <c:v>182.071605503559</c:v>
                </c:pt>
                <c:pt idx="1057">
                  <c:v>182.136346876621</c:v>
                </c:pt>
                <c:pt idx="1058">
                  <c:v>182.191750586033</c:v>
                </c:pt>
                <c:pt idx="1059">
                  <c:v>182.245414435863</c:v>
                </c:pt>
                <c:pt idx="1060">
                  <c:v>182.291276216507</c:v>
                </c:pt>
                <c:pt idx="1061">
                  <c:v>182.34241104126</c:v>
                </c:pt>
                <c:pt idx="1062">
                  <c:v>182.491593122482</c:v>
                </c:pt>
                <c:pt idx="1063">
                  <c:v>182.625574946403</c:v>
                </c:pt>
                <c:pt idx="1064">
                  <c:v>182.715246379375</c:v>
                </c:pt>
                <c:pt idx="1065">
                  <c:v>182.826728284359</c:v>
                </c:pt>
                <c:pt idx="1066">
                  <c:v>182.905869960785</c:v>
                </c:pt>
                <c:pt idx="1067">
                  <c:v>182.95098054409</c:v>
                </c:pt>
                <c:pt idx="1068">
                  <c:v>183.065347194672</c:v>
                </c:pt>
                <c:pt idx="1069">
                  <c:v>183.169903218746</c:v>
                </c:pt>
                <c:pt idx="1070">
                  <c:v>183.258924305439</c:v>
                </c:pt>
                <c:pt idx="1071">
                  <c:v>183.398519694805</c:v>
                </c:pt>
                <c:pt idx="1072">
                  <c:v>183.536922216415</c:v>
                </c:pt>
                <c:pt idx="1073">
                  <c:v>183.681541204452</c:v>
                </c:pt>
                <c:pt idx="1074">
                  <c:v>183.811048030853</c:v>
                </c:pt>
                <c:pt idx="1075">
                  <c:v>183.908043324947</c:v>
                </c:pt>
                <c:pt idx="1076">
                  <c:v>183.981887042522</c:v>
                </c:pt>
                <c:pt idx="1077">
                  <c:v>184.038262188435</c:v>
                </c:pt>
                <c:pt idx="1078">
                  <c:v>184.088865458965</c:v>
                </c:pt>
                <c:pt idx="1079">
                  <c:v>184.127115309238</c:v>
                </c:pt>
                <c:pt idx="1080">
                  <c:v>184.163417637348</c:v>
                </c:pt>
                <c:pt idx="1081">
                  <c:v>184.172180473804</c:v>
                </c:pt>
                <c:pt idx="1082">
                  <c:v>184.247152745724</c:v>
                </c:pt>
                <c:pt idx="1083">
                  <c:v>184.361840546131</c:v>
                </c:pt>
                <c:pt idx="1084">
                  <c:v>184.450431227684</c:v>
                </c:pt>
                <c:pt idx="1085">
                  <c:v>184.566125392914</c:v>
                </c:pt>
                <c:pt idx="1086">
                  <c:v>184.655757904053</c:v>
                </c:pt>
                <c:pt idx="1087">
                  <c:v>184.707587003708</c:v>
                </c:pt>
                <c:pt idx="1088">
                  <c:v>184.680703997612</c:v>
                </c:pt>
                <c:pt idx="1089">
                  <c:v>184.667849302292</c:v>
                </c:pt>
                <c:pt idx="1090">
                  <c:v>184.68308776617</c:v>
                </c:pt>
                <c:pt idx="1091">
                  <c:v>184.74238795042</c:v>
                </c:pt>
                <c:pt idx="1092">
                  <c:v>184.861270844936</c:v>
                </c:pt>
                <c:pt idx="1093">
                  <c:v>184.907205998898</c:v>
                </c:pt>
                <c:pt idx="1094">
                  <c:v>184.979990124702</c:v>
                </c:pt>
                <c:pt idx="1095">
                  <c:v>185.024796426296</c:v>
                </c:pt>
                <c:pt idx="1096">
                  <c:v>185.055227339268</c:v>
                </c:pt>
                <c:pt idx="1097">
                  <c:v>185.044469535351</c:v>
                </c:pt>
                <c:pt idx="1098">
                  <c:v>185.054545044899</c:v>
                </c:pt>
                <c:pt idx="1099">
                  <c:v>185.033533453941</c:v>
                </c:pt>
                <c:pt idx="1100">
                  <c:v>185.057962715626</c:v>
                </c:pt>
                <c:pt idx="1101">
                  <c:v>185.063540935516</c:v>
                </c:pt>
                <c:pt idx="1102">
                  <c:v>185.07009857893</c:v>
                </c:pt>
                <c:pt idx="1103">
                  <c:v>185.081997871399</c:v>
                </c:pt>
                <c:pt idx="1104">
                  <c:v>185.128768980503</c:v>
                </c:pt>
                <c:pt idx="1105">
                  <c:v>185.176495909691</c:v>
                </c:pt>
                <c:pt idx="1106">
                  <c:v>185.28511095047</c:v>
                </c:pt>
                <c:pt idx="1107">
                  <c:v>185.434428334236</c:v>
                </c:pt>
                <c:pt idx="1108">
                  <c:v>185.58613795042</c:v>
                </c:pt>
                <c:pt idx="1109">
                  <c:v>185.707861542702</c:v>
                </c:pt>
                <c:pt idx="1110">
                  <c:v>185.75111323595</c:v>
                </c:pt>
                <c:pt idx="1111">
                  <c:v>185.806222379208</c:v>
                </c:pt>
                <c:pt idx="1112">
                  <c:v>185.876157462597</c:v>
                </c:pt>
                <c:pt idx="1113">
                  <c:v>185.98222631216</c:v>
                </c:pt>
                <c:pt idx="1114">
                  <c:v>186.10710889101</c:v>
                </c:pt>
                <c:pt idx="1115">
                  <c:v>186.219157636166</c:v>
                </c:pt>
                <c:pt idx="1116">
                  <c:v>186.343573331833</c:v>
                </c:pt>
                <c:pt idx="1117">
                  <c:v>186.581441223621</c:v>
                </c:pt>
                <c:pt idx="1118">
                  <c:v>186.741000473499</c:v>
                </c:pt>
                <c:pt idx="1119">
                  <c:v>186.953038811684</c:v>
                </c:pt>
                <c:pt idx="1120">
                  <c:v>187.143216252327</c:v>
                </c:pt>
                <c:pt idx="1121">
                  <c:v>187.341224431992</c:v>
                </c:pt>
                <c:pt idx="1122">
                  <c:v>187.612492084503</c:v>
                </c:pt>
                <c:pt idx="1123">
                  <c:v>187.891468644142</c:v>
                </c:pt>
                <c:pt idx="1124">
                  <c:v>188.137516617775</c:v>
                </c:pt>
                <c:pt idx="1125">
                  <c:v>188.349939227104</c:v>
                </c:pt>
                <c:pt idx="1126">
                  <c:v>188.513757050037</c:v>
                </c:pt>
                <c:pt idx="1127">
                  <c:v>188.657183229923</c:v>
                </c:pt>
                <c:pt idx="1128">
                  <c:v>188.821493268013</c:v>
                </c:pt>
                <c:pt idx="1129">
                  <c:v>188.993863105774</c:v>
                </c:pt>
                <c:pt idx="1130">
                  <c:v>189.180365145206</c:v>
                </c:pt>
                <c:pt idx="1131">
                  <c:v>189.426014304161</c:v>
                </c:pt>
                <c:pt idx="1132">
                  <c:v>189.682803153992</c:v>
                </c:pt>
                <c:pt idx="1133">
                  <c:v>189.953693985939</c:v>
                </c:pt>
                <c:pt idx="1134">
                  <c:v>190.252273261547</c:v>
                </c:pt>
                <c:pt idx="1135">
                  <c:v>190.593910634518</c:v>
                </c:pt>
                <c:pt idx="1136">
                  <c:v>190.873697698116</c:v>
                </c:pt>
                <c:pt idx="1137">
                  <c:v>191.133519470692</c:v>
                </c:pt>
                <c:pt idx="1138">
                  <c:v>191.446443378925</c:v>
                </c:pt>
                <c:pt idx="1139">
                  <c:v>191.724364340305</c:v>
                </c:pt>
                <c:pt idx="1140">
                  <c:v>192.030022740364</c:v>
                </c:pt>
                <c:pt idx="1141">
                  <c:v>192.338128685951</c:v>
                </c:pt>
                <c:pt idx="1142">
                  <c:v>192.652636706829</c:v>
                </c:pt>
                <c:pt idx="1143">
                  <c:v>192.898619890213</c:v>
                </c:pt>
                <c:pt idx="1144">
                  <c:v>193.132266879082</c:v>
                </c:pt>
                <c:pt idx="1145">
                  <c:v>193.331103622913</c:v>
                </c:pt>
                <c:pt idx="1146">
                  <c:v>193.579928398132</c:v>
                </c:pt>
                <c:pt idx="1147">
                  <c:v>193.856222271919</c:v>
                </c:pt>
                <c:pt idx="1148">
                  <c:v>194.058646500111</c:v>
                </c:pt>
                <c:pt idx="1149">
                  <c:v>194.26693290472</c:v>
                </c:pt>
                <c:pt idx="1150">
                  <c:v>194.467724978924</c:v>
                </c:pt>
                <c:pt idx="1151">
                  <c:v>194.628820300102</c:v>
                </c:pt>
                <c:pt idx="1152">
                  <c:v>194.787821888924</c:v>
                </c:pt>
                <c:pt idx="1153">
                  <c:v>194.905534267426</c:v>
                </c:pt>
                <c:pt idx="1154">
                  <c:v>195.002980470657</c:v>
                </c:pt>
                <c:pt idx="1155">
                  <c:v>195.083838224411</c:v>
                </c:pt>
                <c:pt idx="1156">
                  <c:v>195.137098968029</c:v>
                </c:pt>
                <c:pt idx="1157">
                  <c:v>195.158187627792</c:v>
                </c:pt>
                <c:pt idx="1158">
                  <c:v>195.16183423996</c:v>
                </c:pt>
                <c:pt idx="1159">
                  <c:v>195.214051544666</c:v>
                </c:pt>
                <c:pt idx="1160">
                  <c:v>195.225944519043</c:v>
                </c:pt>
                <c:pt idx="1161">
                  <c:v>195.212552070618</c:v>
                </c:pt>
                <c:pt idx="1162">
                  <c:v>195.191019296646</c:v>
                </c:pt>
                <c:pt idx="1163">
                  <c:v>195.206351161003</c:v>
                </c:pt>
                <c:pt idx="1164">
                  <c:v>195.272258937359</c:v>
                </c:pt>
                <c:pt idx="1165">
                  <c:v>195.313853442669</c:v>
                </c:pt>
                <c:pt idx="1166">
                  <c:v>195.384710669517</c:v>
                </c:pt>
                <c:pt idx="1167">
                  <c:v>195.447459757328</c:v>
                </c:pt>
                <c:pt idx="1168">
                  <c:v>195.480039298534</c:v>
                </c:pt>
                <c:pt idx="1169">
                  <c:v>195.489076852798</c:v>
                </c:pt>
                <c:pt idx="1170">
                  <c:v>195.443926811218</c:v>
                </c:pt>
                <c:pt idx="1171">
                  <c:v>195.416951179504</c:v>
                </c:pt>
                <c:pt idx="1172">
                  <c:v>195.377279162407</c:v>
                </c:pt>
                <c:pt idx="1173">
                  <c:v>195.347447633743</c:v>
                </c:pt>
                <c:pt idx="1174">
                  <c:v>195.328024148941</c:v>
                </c:pt>
                <c:pt idx="1175">
                  <c:v>195.24411547184</c:v>
                </c:pt>
                <c:pt idx="1176">
                  <c:v>195.213801383972</c:v>
                </c:pt>
                <c:pt idx="1177">
                  <c:v>195.20551264286</c:v>
                </c:pt>
                <c:pt idx="1178">
                  <c:v>195.23428606987</c:v>
                </c:pt>
                <c:pt idx="1179">
                  <c:v>195.254053652287</c:v>
                </c:pt>
                <c:pt idx="1180">
                  <c:v>195.321356296539</c:v>
                </c:pt>
                <c:pt idx="1181">
                  <c:v>195.405002772808</c:v>
                </c:pt>
                <c:pt idx="1182">
                  <c:v>195.501071274281</c:v>
                </c:pt>
                <c:pt idx="1183">
                  <c:v>195.622148990631</c:v>
                </c:pt>
                <c:pt idx="1184">
                  <c:v>195.724473774433</c:v>
                </c:pt>
                <c:pt idx="1185">
                  <c:v>195.823842167854</c:v>
                </c:pt>
                <c:pt idx="1186">
                  <c:v>195.90377253294</c:v>
                </c:pt>
                <c:pt idx="1187">
                  <c:v>196.001376092434</c:v>
                </c:pt>
                <c:pt idx="1188">
                  <c:v>196.228912353516</c:v>
                </c:pt>
                <c:pt idx="1189">
                  <c:v>196.487264990807</c:v>
                </c:pt>
                <c:pt idx="1190">
                  <c:v>196.73770070076</c:v>
                </c:pt>
                <c:pt idx="1191">
                  <c:v>196.924628019333</c:v>
                </c:pt>
                <c:pt idx="1192">
                  <c:v>197.109559297562</c:v>
                </c:pt>
                <c:pt idx="1193">
                  <c:v>197.306009292603</c:v>
                </c:pt>
                <c:pt idx="1194">
                  <c:v>197.53790217638</c:v>
                </c:pt>
                <c:pt idx="1195">
                  <c:v>197.802080154419</c:v>
                </c:pt>
                <c:pt idx="1196">
                  <c:v>198.071415245533</c:v>
                </c:pt>
                <c:pt idx="1197">
                  <c:v>198.322374582291</c:v>
                </c:pt>
                <c:pt idx="1198">
                  <c:v>198.589809894562</c:v>
                </c:pt>
                <c:pt idx="1199">
                  <c:v>198.824838399887</c:v>
                </c:pt>
                <c:pt idx="1200">
                  <c:v>199.059765458107</c:v>
                </c:pt>
                <c:pt idx="1201">
                  <c:v>199.363446235657</c:v>
                </c:pt>
                <c:pt idx="1202">
                  <c:v>199.676733791828</c:v>
                </c:pt>
                <c:pt idx="1203">
                  <c:v>200.058215916157</c:v>
                </c:pt>
                <c:pt idx="1204">
                  <c:v>200.419213116169</c:v>
                </c:pt>
                <c:pt idx="1205">
                  <c:v>200.79359537363</c:v>
                </c:pt>
                <c:pt idx="1206">
                  <c:v>201.182418048382</c:v>
                </c:pt>
                <c:pt idx="1207">
                  <c:v>201.544134318829</c:v>
                </c:pt>
                <c:pt idx="1208">
                  <c:v>201.835748136044</c:v>
                </c:pt>
                <c:pt idx="1209">
                  <c:v>202.101677954197</c:v>
                </c:pt>
                <c:pt idx="1210">
                  <c:v>202.407614290714</c:v>
                </c:pt>
                <c:pt idx="1211">
                  <c:v>202.718600213528</c:v>
                </c:pt>
                <c:pt idx="1212">
                  <c:v>202.989705502987</c:v>
                </c:pt>
                <c:pt idx="1213">
                  <c:v>203.276318132877</c:v>
                </c:pt>
                <c:pt idx="1214">
                  <c:v>203.556560575962</c:v>
                </c:pt>
                <c:pt idx="1215">
                  <c:v>203.850805163383</c:v>
                </c:pt>
                <c:pt idx="1216">
                  <c:v>204.184933960438</c:v>
                </c:pt>
                <c:pt idx="1217">
                  <c:v>204.539490401745</c:v>
                </c:pt>
                <c:pt idx="1218">
                  <c:v>204.876045763493</c:v>
                </c:pt>
                <c:pt idx="1219">
                  <c:v>205.100630223751</c:v>
                </c:pt>
                <c:pt idx="1220">
                  <c:v>205.317474007606</c:v>
                </c:pt>
                <c:pt idx="1221">
                  <c:v>205.527143478394</c:v>
                </c:pt>
                <c:pt idx="1222">
                  <c:v>205.711745917797</c:v>
                </c:pt>
                <c:pt idx="1223">
                  <c:v>205.947660207748</c:v>
                </c:pt>
                <c:pt idx="1224">
                  <c:v>206.194618046284</c:v>
                </c:pt>
                <c:pt idx="1225">
                  <c:v>206.482480585575</c:v>
                </c:pt>
                <c:pt idx="1226">
                  <c:v>206.774132430553</c:v>
                </c:pt>
                <c:pt idx="1227">
                  <c:v>207.092760682106</c:v>
                </c:pt>
                <c:pt idx="1228">
                  <c:v>207.398947954178</c:v>
                </c:pt>
                <c:pt idx="1229">
                  <c:v>207.6448995471</c:v>
                </c:pt>
                <c:pt idx="1230">
                  <c:v>207.897531926632</c:v>
                </c:pt>
                <c:pt idx="1231">
                  <c:v>208.091797709465</c:v>
                </c:pt>
                <c:pt idx="1232">
                  <c:v>208.227742135525</c:v>
                </c:pt>
                <c:pt idx="1233">
                  <c:v>208.346037149429</c:v>
                </c:pt>
                <c:pt idx="1234">
                  <c:v>208.424110412598</c:v>
                </c:pt>
                <c:pt idx="1235">
                  <c:v>208.472394347191</c:v>
                </c:pt>
                <c:pt idx="1236">
                  <c:v>208.463329195976</c:v>
                </c:pt>
                <c:pt idx="1237">
                  <c:v>208.47301030159</c:v>
                </c:pt>
                <c:pt idx="1238">
                  <c:v>208.503115534782</c:v>
                </c:pt>
                <c:pt idx="1239">
                  <c:v>208.581741631031</c:v>
                </c:pt>
                <c:pt idx="1240">
                  <c:v>208.659327983856</c:v>
                </c:pt>
                <c:pt idx="1241">
                  <c:v>208.765999913216</c:v>
                </c:pt>
                <c:pt idx="1242">
                  <c:v>208.885066509247</c:v>
                </c:pt>
                <c:pt idx="1243">
                  <c:v>208.924908518791</c:v>
                </c:pt>
                <c:pt idx="1244">
                  <c:v>208.930806875229</c:v>
                </c:pt>
                <c:pt idx="1245">
                  <c:v>208.888846158981</c:v>
                </c:pt>
                <c:pt idx="1246">
                  <c:v>208.835067272186</c:v>
                </c:pt>
                <c:pt idx="1247">
                  <c:v>208.795502781868</c:v>
                </c:pt>
                <c:pt idx="1248">
                  <c:v>208.783865332603</c:v>
                </c:pt>
                <c:pt idx="1249">
                  <c:v>208.795204639435</c:v>
                </c:pt>
                <c:pt idx="1250">
                  <c:v>208.901734650135</c:v>
                </c:pt>
                <c:pt idx="1251">
                  <c:v>208.93579852581</c:v>
                </c:pt>
                <c:pt idx="1252">
                  <c:v>208.985668540001</c:v>
                </c:pt>
                <c:pt idx="1253">
                  <c:v>209.02250546217</c:v>
                </c:pt>
                <c:pt idx="1254">
                  <c:v>209.0271884799</c:v>
                </c:pt>
                <c:pt idx="1255">
                  <c:v>209.010713756084</c:v>
                </c:pt>
                <c:pt idx="1256">
                  <c:v>209.019800961018</c:v>
                </c:pt>
                <c:pt idx="1257">
                  <c:v>209.07626581192</c:v>
                </c:pt>
                <c:pt idx="1258">
                  <c:v>209.144793748856</c:v>
                </c:pt>
                <c:pt idx="1259">
                  <c:v>209.206644952297</c:v>
                </c:pt>
                <c:pt idx="1260">
                  <c:v>209.189732372761</c:v>
                </c:pt>
                <c:pt idx="1261">
                  <c:v>209.242872357368</c:v>
                </c:pt>
                <c:pt idx="1262">
                  <c:v>209.296482086182</c:v>
                </c:pt>
                <c:pt idx="1263">
                  <c:v>209.354809761047</c:v>
                </c:pt>
                <c:pt idx="1264">
                  <c:v>209.455425083637</c:v>
                </c:pt>
                <c:pt idx="1265">
                  <c:v>209.545839309692</c:v>
                </c:pt>
                <c:pt idx="1266">
                  <c:v>209.690164685249</c:v>
                </c:pt>
                <c:pt idx="1267">
                  <c:v>209.848052859306</c:v>
                </c:pt>
                <c:pt idx="1268">
                  <c:v>209.98436999321</c:v>
                </c:pt>
                <c:pt idx="1269">
                  <c:v>210.116869807243</c:v>
                </c:pt>
                <c:pt idx="1270">
                  <c:v>210.255184471607</c:v>
                </c:pt>
                <c:pt idx="1271">
                  <c:v>210.35816514492</c:v>
                </c:pt>
                <c:pt idx="1272">
                  <c:v>210.465603590012</c:v>
                </c:pt>
                <c:pt idx="1273">
                  <c:v>210.633576452732</c:v>
                </c:pt>
                <c:pt idx="1274">
                  <c:v>210.846886575222</c:v>
                </c:pt>
                <c:pt idx="1275">
                  <c:v>211.064243257046</c:v>
                </c:pt>
                <c:pt idx="1276">
                  <c:v>211.271815121174</c:v>
                </c:pt>
                <c:pt idx="1277">
                  <c:v>211.476154029369</c:v>
                </c:pt>
                <c:pt idx="1278">
                  <c:v>211.69608861208</c:v>
                </c:pt>
                <c:pt idx="1279">
                  <c:v>211.94801813364</c:v>
                </c:pt>
                <c:pt idx="1280">
                  <c:v>212.224399268627</c:v>
                </c:pt>
                <c:pt idx="1281">
                  <c:v>212.456199347973</c:v>
                </c:pt>
                <c:pt idx="1282">
                  <c:v>212.659352600574</c:v>
                </c:pt>
                <c:pt idx="1283">
                  <c:v>212.919586122036</c:v>
                </c:pt>
                <c:pt idx="1284">
                  <c:v>213.174116671085</c:v>
                </c:pt>
                <c:pt idx="1285">
                  <c:v>213.380417406559</c:v>
                </c:pt>
                <c:pt idx="1286">
                  <c:v>213.585979104042</c:v>
                </c:pt>
                <c:pt idx="1287">
                  <c:v>213.780154764652</c:v>
                </c:pt>
                <c:pt idx="1288">
                  <c:v>213.973007500172</c:v>
                </c:pt>
                <c:pt idx="1289">
                  <c:v>214.187196433544</c:v>
                </c:pt>
                <c:pt idx="1290">
                  <c:v>214.524195373058</c:v>
                </c:pt>
                <c:pt idx="1291">
                  <c:v>214.895132482052</c:v>
                </c:pt>
                <c:pt idx="1292">
                  <c:v>215.16122096777</c:v>
                </c:pt>
                <c:pt idx="1293">
                  <c:v>215.483950614929</c:v>
                </c:pt>
                <c:pt idx="1294">
                  <c:v>215.792195320129</c:v>
                </c:pt>
                <c:pt idx="1295">
                  <c:v>216.163005590439</c:v>
                </c:pt>
                <c:pt idx="1296">
                  <c:v>216.55046403408</c:v>
                </c:pt>
                <c:pt idx="1297">
                  <c:v>216.913232684135</c:v>
                </c:pt>
                <c:pt idx="1298">
                  <c:v>217.240706562996</c:v>
                </c:pt>
                <c:pt idx="1299">
                  <c:v>217.481768965721</c:v>
                </c:pt>
                <c:pt idx="1300">
                  <c:v>217.723766922951</c:v>
                </c:pt>
                <c:pt idx="1301">
                  <c:v>218.001161217689</c:v>
                </c:pt>
                <c:pt idx="1302">
                  <c:v>218.254656910896</c:v>
                </c:pt>
                <c:pt idx="1303">
                  <c:v>218.507962822914</c:v>
                </c:pt>
                <c:pt idx="1304">
                  <c:v>218.739799380302</c:v>
                </c:pt>
                <c:pt idx="1305">
                  <c:v>218.927147626877</c:v>
                </c:pt>
                <c:pt idx="1306">
                  <c:v>219.114154994488</c:v>
                </c:pt>
                <c:pt idx="1307">
                  <c:v>219.311441600323</c:v>
                </c:pt>
                <c:pt idx="1308">
                  <c:v>219.472740828991</c:v>
                </c:pt>
                <c:pt idx="1309">
                  <c:v>219.653739273548</c:v>
                </c:pt>
                <c:pt idx="1310">
                  <c:v>219.799507081509</c:v>
                </c:pt>
                <c:pt idx="1311">
                  <c:v>219.9339427948</c:v>
                </c:pt>
                <c:pt idx="1312">
                  <c:v>220.055697441101</c:v>
                </c:pt>
                <c:pt idx="1313">
                  <c:v>220.165863037109</c:v>
                </c:pt>
                <c:pt idx="1314">
                  <c:v>220.235389351845</c:v>
                </c:pt>
                <c:pt idx="1315">
                  <c:v>220.317922234535</c:v>
                </c:pt>
                <c:pt idx="1316">
                  <c:v>220.403803169727</c:v>
                </c:pt>
                <c:pt idx="1317">
                  <c:v>220.507423579693</c:v>
                </c:pt>
                <c:pt idx="1318">
                  <c:v>220.640238940716</c:v>
                </c:pt>
                <c:pt idx="1319">
                  <c:v>220.828344643116</c:v>
                </c:pt>
                <c:pt idx="1320">
                  <c:v>221.00297242403</c:v>
                </c:pt>
                <c:pt idx="1321">
                  <c:v>221.129116237164</c:v>
                </c:pt>
                <c:pt idx="1322">
                  <c:v>221.282751083374</c:v>
                </c:pt>
                <c:pt idx="1323">
                  <c:v>221.460228204727</c:v>
                </c:pt>
                <c:pt idx="1324">
                  <c:v>221.653647542</c:v>
                </c:pt>
                <c:pt idx="1325">
                  <c:v>221.819911718369</c:v>
                </c:pt>
                <c:pt idx="1326">
                  <c:v>221.971224665642</c:v>
                </c:pt>
                <c:pt idx="1327">
                  <c:v>222.108031511307</c:v>
                </c:pt>
                <c:pt idx="1328">
                  <c:v>222.271048903465</c:v>
                </c:pt>
                <c:pt idx="1329">
                  <c:v>222.425517439842</c:v>
                </c:pt>
                <c:pt idx="1330">
                  <c:v>222.610740602016</c:v>
                </c:pt>
                <c:pt idx="1331">
                  <c:v>222.839445114136</c:v>
                </c:pt>
                <c:pt idx="1332">
                  <c:v>223.049152612686</c:v>
                </c:pt>
                <c:pt idx="1333">
                  <c:v>223.219581484795</c:v>
                </c:pt>
                <c:pt idx="1334">
                  <c:v>223.394170165062</c:v>
                </c:pt>
                <c:pt idx="1335">
                  <c:v>223.537846028805</c:v>
                </c:pt>
                <c:pt idx="1336">
                  <c:v>223.660392820835</c:v>
                </c:pt>
                <c:pt idx="1337">
                  <c:v>223.834672033787</c:v>
                </c:pt>
                <c:pt idx="1338">
                  <c:v>223.973206043243</c:v>
                </c:pt>
                <c:pt idx="1339">
                  <c:v>224.039591372013</c:v>
                </c:pt>
                <c:pt idx="1340">
                  <c:v>224.111545503139</c:v>
                </c:pt>
                <c:pt idx="1341">
                  <c:v>224.16999989748</c:v>
                </c:pt>
                <c:pt idx="1342">
                  <c:v>224.293512761593</c:v>
                </c:pt>
                <c:pt idx="1343">
                  <c:v>224.412409603596</c:v>
                </c:pt>
                <c:pt idx="1344">
                  <c:v>224.468113481998</c:v>
                </c:pt>
                <c:pt idx="1345">
                  <c:v>224.521635770798</c:v>
                </c:pt>
                <c:pt idx="1346">
                  <c:v>224.540466368198</c:v>
                </c:pt>
                <c:pt idx="1347">
                  <c:v>224.556061565876</c:v>
                </c:pt>
                <c:pt idx="1348">
                  <c:v>224.58396679163</c:v>
                </c:pt>
                <c:pt idx="1349">
                  <c:v>224.585414171219</c:v>
                </c:pt>
                <c:pt idx="1350">
                  <c:v>224.612090170383</c:v>
                </c:pt>
                <c:pt idx="1351">
                  <c:v>224.670636355877</c:v>
                </c:pt>
                <c:pt idx="1352">
                  <c:v>224.758788526058</c:v>
                </c:pt>
                <c:pt idx="1353">
                  <c:v>224.908950805664</c:v>
                </c:pt>
                <c:pt idx="1354">
                  <c:v>225.120216906071</c:v>
                </c:pt>
                <c:pt idx="1355">
                  <c:v>225.330632269382</c:v>
                </c:pt>
                <c:pt idx="1356">
                  <c:v>225.524486124516</c:v>
                </c:pt>
                <c:pt idx="1357">
                  <c:v>225.664336323738</c:v>
                </c:pt>
                <c:pt idx="1358">
                  <c:v>225.593187332153</c:v>
                </c:pt>
                <c:pt idx="1359">
                  <c:v>225.453161478043</c:v>
                </c:pt>
                <c:pt idx="1360">
                  <c:v>225.44419670105</c:v>
                </c:pt>
                <c:pt idx="1361">
                  <c:v>225.507470667362</c:v>
                </c:pt>
                <c:pt idx="1362">
                  <c:v>225.618357539177</c:v>
                </c:pt>
                <c:pt idx="1363">
                  <c:v>225.701261162758</c:v>
                </c:pt>
                <c:pt idx="1364">
                  <c:v>225.788706958294</c:v>
                </c:pt>
                <c:pt idx="1365">
                  <c:v>225.85339808464</c:v>
                </c:pt>
                <c:pt idx="1366">
                  <c:v>226.052946984768</c:v>
                </c:pt>
                <c:pt idx="1367">
                  <c:v>226.33604067564</c:v>
                </c:pt>
                <c:pt idx="1368">
                  <c:v>226.678046643734</c:v>
                </c:pt>
                <c:pt idx="1369">
                  <c:v>227.034034788608</c:v>
                </c:pt>
                <c:pt idx="1370">
                  <c:v>227.216569662094</c:v>
                </c:pt>
                <c:pt idx="1371">
                  <c:v>227.368045389652</c:v>
                </c:pt>
                <c:pt idx="1372">
                  <c:v>227.603407859802</c:v>
                </c:pt>
                <c:pt idx="1373">
                  <c:v>227.682288646698</c:v>
                </c:pt>
                <c:pt idx="1374">
                  <c:v>227.670961618423</c:v>
                </c:pt>
                <c:pt idx="1375">
                  <c:v>227.719584941864</c:v>
                </c:pt>
                <c:pt idx="1376">
                  <c:v>227.777469992638</c:v>
                </c:pt>
                <c:pt idx="1377">
                  <c:v>227.870249927044</c:v>
                </c:pt>
                <c:pt idx="1378">
                  <c:v>227.988774478435</c:v>
                </c:pt>
                <c:pt idx="1379">
                  <c:v>228.139881789684</c:v>
                </c:pt>
                <c:pt idx="1380">
                  <c:v>228.31232303381</c:v>
                </c:pt>
                <c:pt idx="1381">
                  <c:v>228.494923651218</c:v>
                </c:pt>
                <c:pt idx="1382">
                  <c:v>228.700561761856</c:v>
                </c:pt>
                <c:pt idx="1383">
                  <c:v>228.890034139156</c:v>
                </c:pt>
                <c:pt idx="1384">
                  <c:v>229.056453764439</c:v>
                </c:pt>
                <c:pt idx="1385">
                  <c:v>229.208007335663</c:v>
                </c:pt>
                <c:pt idx="1386">
                  <c:v>229.339281797409</c:v>
                </c:pt>
                <c:pt idx="1387">
                  <c:v>229.456696510315</c:v>
                </c:pt>
                <c:pt idx="1388">
                  <c:v>229.625070154667</c:v>
                </c:pt>
                <c:pt idx="1389">
                  <c:v>229.787818014622</c:v>
                </c:pt>
                <c:pt idx="1390">
                  <c:v>229.952207505703</c:v>
                </c:pt>
                <c:pt idx="1391">
                  <c:v>230.089410126209</c:v>
                </c:pt>
                <c:pt idx="1392">
                  <c:v>230.289409458637</c:v>
                </c:pt>
                <c:pt idx="1393">
                  <c:v>230.473366618156</c:v>
                </c:pt>
                <c:pt idx="1394">
                  <c:v>230.602315068245</c:v>
                </c:pt>
                <c:pt idx="1395">
                  <c:v>230.762951791286</c:v>
                </c:pt>
                <c:pt idx="1396">
                  <c:v>230.93154913187</c:v>
                </c:pt>
                <c:pt idx="1397">
                  <c:v>231.102617621422</c:v>
                </c:pt>
                <c:pt idx="1398">
                  <c:v>231.244520902634</c:v>
                </c:pt>
                <c:pt idx="1399">
                  <c:v>231.441175818443</c:v>
                </c:pt>
                <c:pt idx="1400">
                  <c:v>231.750396609306</c:v>
                </c:pt>
                <c:pt idx="1401">
                  <c:v>232.022112965584</c:v>
                </c:pt>
                <c:pt idx="1402">
                  <c:v>232.212864339352</c:v>
                </c:pt>
                <c:pt idx="1403">
                  <c:v>232.333416819572</c:v>
                </c:pt>
                <c:pt idx="1404">
                  <c:v>232.459891140461</c:v>
                </c:pt>
                <c:pt idx="1405">
                  <c:v>232.567242145538</c:v>
                </c:pt>
                <c:pt idx="1406">
                  <c:v>232.704998373985</c:v>
                </c:pt>
                <c:pt idx="1407">
                  <c:v>232.849569320679</c:v>
                </c:pt>
                <c:pt idx="1408">
                  <c:v>232.886629104614</c:v>
                </c:pt>
                <c:pt idx="1409">
                  <c:v>232.972407519817</c:v>
                </c:pt>
                <c:pt idx="1410">
                  <c:v>233.129092991352</c:v>
                </c:pt>
                <c:pt idx="1411">
                  <c:v>233.400216281414</c:v>
                </c:pt>
                <c:pt idx="1412">
                  <c:v>233.596501648426</c:v>
                </c:pt>
                <c:pt idx="1413">
                  <c:v>233.611224532127</c:v>
                </c:pt>
                <c:pt idx="1414">
                  <c:v>233.710241436958</c:v>
                </c:pt>
                <c:pt idx="1415">
                  <c:v>233.960160493851</c:v>
                </c:pt>
                <c:pt idx="1416">
                  <c:v>234.223660707474</c:v>
                </c:pt>
                <c:pt idx="1417">
                  <c:v>234.415355622768</c:v>
                </c:pt>
                <c:pt idx="1418">
                  <c:v>234.539881229401</c:v>
                </c:pt>
                <c:pt idx="1419">
                  <c:v>234.702464580536</c:v>
                </c:pt>
                <c:pt idx="1420">
                  <c:v>234.85626912117</c:v>
                </c:pt>
                <c:pt idx="1421">
                  <c:v>235.045553088188</c:v>
                </c:pt>
                <c:pt idx="1422">
                  <c:v>235.235646545887</c:v>
                </c:pt>
                <c:pt idx="1423">
                  <c:v>235.435362517834</c:v>
                </c:pt>
                <c:pt idx="1424">
                  <c:v>235.567400455475</c:v>
                </c:pt>
                <c:pt idx="1425">
                  <c:v>235.647881984711</c:v>
                </c:pt>
                <c:pt idx="1426">
                  <c:v>235.816112935543</c:v>
                </c:pt>
                <c:pt idx="1427">
                  <c:v>236.029902040958</c:v>
                </c:pt>
                <c:pt idx="1428">
                  <c:v>236.253639161587</c:v>
                </c:pt>
                <c:pt idx="1429">
                  <c:v>236.489813446999</c:v>
                </c:pt>
                <c:pt idx="1430">
                  <c:v>236.778566420078</c:v>
                </c:pt>
                <c:pt idx="1431">
                  <c:v>237.00810188055</c:v>
                </c:pt>
                <c:pt idx="1432">
                  <c:v>237.229559719562</c:v>
                </c:pt>
                <c:pt idx="1433">
                  <c:v>237.452563047409</c:v>
                </c:pt>
                <c:pt idx="1434">
                  <c:v>237.645584464073</c:v>
                </c:pt>
                <c:pt idx="1435">
                  <c:v>237.797755599022</c:v>
                </c:pt>
                <c:pt idx="1436">
                  <c:v>237.942307412624</c:v>
                </c:pt>
                <c:pt idx="1437">
                  <c:v>238.103350520134</c:v>
                </c:pt>
                <c:pt idx="1438">
                  <c:v>238.293266534805</c:v>
                </c:pt>
                <c:pt idx="1439">
                  <c:v>238.462175488472</c:v>
                </c:pt>
                <c:pt idx="1440">
                  <c:v>238.554633975029</c:v>
                </c:pt>
                <c:pt idx="1441">
                  <c:v>238.644024252891</c:v>
                </c:pt>
                <c:pt idx="1442">
                  <c:v>238.72221750021</c:v>
                </c:pt>
                <c:pt idx="1443">
                  <c:v>238.809730052948</c:v>
                </c:pt>
                <c:pt idx="1444">
                  <c:v>238.872097611427</c:v>
                </c:pt>
                <c:pt idx="1445">
                  <c:v>238.920020580292</c:v>
                </c:pt>
                <c:pt idx="1446">
                  <c:v>239.008513569832</c:v>
                </c:pt>
                <c:pt idx="1447">
                  <c:v>239.051380395889</c:v>
                </c:pt>
                <c:pt idx="1448">
                  <c:v>239.142244815826</c:v>
                </c:pt>
                <c:pt idx="1449">
                  <c:v>239.205121338367</c:v>
                </c:pt>
                <c:pt idx="1450">
                  <c:v>239.32904869318</c:v>
                </c:pt>
                <c:pt idx="1451">
                  <c:v>239.407444477081</c:v>
                </c:pt>
                <c:pt idx="1452">
                  <c:v>239.535341024399</c:v>
                </c:pt>
                <c:pt idx="1453">
                  <c:v>239.618908941746</c:v>
                </c:pt>
                <c:pt idx="1454">
                  <c:v>239.719022035599</c:v>
                </c:pt>
                <c:pt idx="1455">
                  <c:v>239.853259801865</c:v>
                </c:pt>
                <c:pt idx="1456">
                  <c:v>239.939916729927</c:v>
                </c:pt>
                <c:pt idx="1457">
                  <c:v>240.012272357941</c:v>
                </c:pt>
                <c:pt idx="1458">
                  <c:v>240.103092253208</c:v>
                </c:pt>
                <c:pt idx="1459">
                  <c:v>240.172542214394</c:v>
                </c:pt>
                <c:pt idx="1460">
                  <c:v>240.243375658989</c:v>
                </c:pt>
                <c:pt idx="1461">
                  <c:v>240.333161771297</c:v>
                </c:pt>
                <c:pt idx="1462">
                  <c:v>240.468293070793</c:v>
                </c:pt>
                <c:pt idx="1463">
                  <c:v>240.627281427383</c:v>
                </c:pt>
                <c:pt idx="1464">
                  <c:v>240.84671163559</c:v>
                </c:pt>
                <c:pt idx="1465">
                  <c:v>241.090538859367</c:v>
                </c:pt>
                <c:pt idx="1466">
                  <c:v>241.335547983646</c:v>
                </c:pt>
                <c:pt idx="1467">
                  <c:v>241.511756956577</c:v>
                </c:pt>
                <c:pt idx="1468">
                  <c:v>241.640375554562</c:v>
                </c:pt>
                <c:pt idx="1469">
                  <c:v>241.783623635769</c:v>
                </c:pt>
                <c:pt idx="1470">
                  <c:v>241.88940423727</c:v>
                </c:pt>
                <c:pt idx="1471">
                  <c:v>241.953332126141</c:v>
                </c:pt>
                <c:pt idx="1472">
                  <c:v>242.01450586319</c:v>
                </c:pt>
                <c:pt idx="1473">
                  <c:v>242.138850212097</c:v>
                </c:pt>
                <c:pt idx="1474">
                  <c:v>242.342881739139</c:v>
                </c:pt>
                <c:pt idx="1475">
                  <c:v>242.553253948688</c:v>
                </c:pt>
                <c:pt idx="1476">
                  <c:v>242.770217299461</c:v>
                </c:pt>
                <c:pt idx="1477">
                  <c:v>243.034064888954</c:v>
                </c:pt>
                <c:pt idx="1478">
                  <c:v>243.310287952423</c:v>
                </c:pt>
                <c:pt idx="1479">
                  <c:v>243.55412530899</c:v>
                </c:pt>
                <c:pt idx="1480">
                  <c:v>243.768858730793</c:v>
                </c:pt>
                <c:pt idx="1481">
                  <c:v>243.990376293659</c:v>
                </c:pt>
                <c:pt idx="1482">
                  <c:v>244.235201478004</c:v>
                </c:pt>
                <c:pt idx="1483">
                  <c:v>244.496795535088</c:v>
                </c:pt>
                <c:pt idx="1484">
                  <c:v>244.748625397682</c:v>
                </c:pt>
                <c:pt idx="1485">
                  <c:v>244.993573129177</c:v>
                </c:pt>
                <c:pt idx="1486">
                  <c:v>245.278709292412</c:v>
                </c:pt>
                <c:pt idx="1487">
                  <c:v>245.572026968002</c:v>
                </c:pt>
                <c:pt idx="1488">
                  <c:v>245.825186908245</c:v>
                </c:pt>
                <c:pt idx="1489">
                  <c:v>246.097097694874</c:v>
                </c:pt>
                <c:pt idx="1490">
                  <c:v>246.329197764397</c:v>
                </c:pt>
                <c:pt idx="1491">
                  <c:v>246.54990619421</c:v>
                </c:pt>
                <c:pt idx="1492">
                  <c:v>246.744207501411</c:v>
                </c:pt>
                <c:pt idx="1493">
                  <c:v>246.92980492115</c:v>
                </c:pt>
                <c:pt idx="1494">
                  <c:v>247.071444928646</c:v>
                </c:pt>
                <c:pt idx="1495">
                  <c:v>247.232571780682</c:v>
                </c:pt>
                <c:pt idx="1496">
                  <c:v>247.337916731834</c:v>
                </c:pt>
                <c:pt idx="1497">
                  <c:v>247.407373785973</c:v>
                </c:pt>
                <c:pt idx="1498">
                  <c:v>247.463522195816</c:v>
                </c:pt>
                <c:pt idx="1499">
                  <c:v>247.552927136421</c:v>
                </c:pt>
                <c:pt idx="1500">
                  <c:v>247.669021427631</c:v>
                </c:pt>
                <c:pt idx="1501">
                  <c:v>247.756208598614</c:v>
                </c:pt>
                <c:pt idx="1502">
                  <c:v>247.784940421581</c:v>
                </c:pt>
                <c:pt idx="1503">
                  <c:v>247.834684252739</c:v>
                </c:pt>
                <c:pt idx="1504">
                  <c:v>247.889701187611</c:v>
                </c:pt>
                <c:pt idx="1505">
                  <c:v>248.01186555624</c:v>
                </c:pt>
                <c:pt idx="1506">
                  <c:v>248.079279720783</c:v>
                </c:pt>
                <c:pt idx="1507">
                  <c:v>248.123139619827</c:v>
                </c:pt>
                <c:pt idx="1508">
                  <c:v>248.180489838123</c:v>
                </c:pt>
                <c:pt idx="1509">
                  <c:v>248.28719997406</c:v>
                </c:pt>
                <c:pt idx="1510">
                  <c:v>248.450590252876</c:v>
                </c:pt>
                <c:pt idx="1511">
                  <c:v>248.608401179314</c:v>
                </c:pt>
                <c:pt idx="1512">
                  <c:v>248.748596787453</c:v>
                </c:pt>
                <c:pt idx="1513">
                  <c:v>248.880135059357</c:v>
                </c:pt>
                <c:pt idx="1514">
                  <c:v>249.013889312744</c:v>
                </c:pt>
                <c:pt idx="1515">
                  <c:v>249.074197173119</c:v>
                </c:pt>
                <c:pt idx="1516">
                  <c:v>249.173301517963</c:v>
                </c:pt>
                <c:pt idx="1517">
                  <c:v>249.31319051981</c:v>
                </c:pt>
                <c:pt idx="1518">
                  <c:v>249.529258787632</c:v>
                </c:pt>
                <c:pt idx="1519">
                  <c:v>249.779187262058</c:v>
                </c:pt>
                <c:pt idx="1520">
                  <c:v>249.999883472919</c:v>
                </c:pt>
                <c:pt idx="1521">
                  <c:v>250.215825080872</c:v>
                </c:pt>
                <c:pt idx="1522">
                  <c:v>250.343277454376</c:v>
                </c:pt>
                <c:pt idx="1523">
                  <c:v>250.44974052906</c:v>
                </c:pt>
                <c:pt idx="1524">
                  <c:v>250.573559582233</c:v>
                </c:pt>
                <c:pt idx="1525">
                  <c:v>250.752733230591</c:v>
                </c:pt>
                <c:pt idx="1526">
                  <c:v>250.986555159092</c:v>
                </c:pt>
                <c:pt idx="1527">
                  <c:v>251.197947204113</c:v>
                </c:pt>
                <c:pt idx="1528">
                  <c:v>251.397339999676</c:v>
                </c:pt>
                <c:pt idx="1529">
                  <c:v>251.602833032608</c:v>
                </c:pt>
                <c:pt idx="1530">
                  <c:v>251.802795231342</c:v>
                </c:pt>
                <c:pt idx="1531">
                  <c:v>252.050954341888</c:v>
                </c:pt>
                <c:pt idx="1532">
                  <c:v>252.181217730045</c:v>
                </c:pt>
                <c:pt idx="1533">
                  <c:v>252.318075656891</c:v>
                </c:pt>
                <c:pt idx="1534">
                  <c:v>252.485221624374</c:v>
                </c:pt>
                <c:pt idx="1535">
                  <c:v>252.606068134308</c:v>
                </c:pt>
                <c:pt idx="1536">
                  <c:v>252.652024686336</c:v>
                </c:pt>
                <c:pt idx="1537">
                  <c:v>252.688937783241</c:v>
                </c:pt>
                <c:pt idx="1538">
                  <c:v>252.625109910965</c:v>
                </c:pt>
                <c:pt idx="1539">
                  <c:v>252.559466958046</c:v>
                </c:pt>
                <c:pt idx="1540">
                  <c:v>252.497849345207</c:v>
                </c:pt>
                <c:pt idx="1541">
                  <c:v>252.42620074749</c:v>
                </c:pt>
                <c:pt idx="1542">
                  <c:v>252.287532806396</c:v>
                </c:pt>
                <c:pt idx="1543">
                  <c:v>252.20473909378</c:v>
                </c:pt>
                <c:pt idx="1544">
                  <c:v>252.048874258995</c:v>
                </c:pt>
                <c:pt idx="1545">
                  <c:v>251.926295518875</c:v>
                </c:pt>
                <c:pt idx="1546">
                  <c:v>251.749164819717</c:v>
                </c:pt>
                <c:pt idx="1547">
                  <c:v>251.5422757864</c:v>
                </c:pt>
                <c:pt idx="1548">
                  <c:v>251.377179384232</c:v>
                </c:pt>
                <c:pt idx="1549">
                  <c:v>251.204464316368</c:v>
                </c:pt>
                <c:pt idx="1550">
                  <c:v>250.984349966049</c:v>
                </c:pt>
                <c:pt idx="1551">
                  <c:v>250.715622544289</c:v>
                </c:pt>
                <c:pt idx="1552">
                  <c:v>250.542443752289</c:v>
                </c:pt>
                <c:pt idx="1553">
                  <c:v>250.434517145157</c:v>
                </c:pt>
                <c:pt idx="1554">
                  <c:v>250.33686363697</c:v>
                </c:pt>
                <c:pt idx="1555">
                  <c:v>250.324939846992</c:v>
                </c:pt>
                <c:pt idx="1556">
                  <c:v>250.366291761398</c:v>
                </c:pt>
                <c:pt idx="1557">
                  <c:v>250.458474874496</c:v>
                </c:pt>
                <c:pt idx="1558">
                  <c:v>250.604178369045</c:v>
                </c:pt>
                <c:pt idx="1559">
                  <c:v>250.731955707073</c:v>
                </c:pt>
                <c:pt idx="1560">
                  <c:v>250.892527163029</c:v>
                </c:pt>
                <c:pt idx="1561">
                  <c:v>251.064444124699</c:v>
                </c:pt>
                <c:pt idx="1562">
                  <c:v>251.271939873695</c:v>
                </c:pt>
                <c:pt idx="1563">
                  <c:v>251.480764389038</c:v>
                </c:pt>
                <c:pt idx="1564">
                  <c:v>251.74156409502</c:v>
                </c:pt>
                <c:pt idx="1565">
                  <c:v>252.038399159908</c:v>
                </c:pt>
                <c:pt idx="1566">
                  <c:v>252.308835864067</c:v>
                </c:pt>
                <c:pt idx="1567">
                  <c:v>252.553113341331</c:v>
                </c:pt>
                <c:pt idx="1568">
                  <c:v>252.819947600365</c:v>
                </c:pt>
                <c:pt idx="1569">
                  <c:v>253.134601771831</c:v>
                </c:pt>
                <c:pt idx="1570">
                  <c:v>253.491301417351</c:v>
                </c:pt>
                <c:pt idx="1571">
                  <c:v>253.774994373321</c:v>
                </c:pt>
                <c:pt idx="1572">
                  <c:v>253.972987651825</c:v>
                </c:pt>
                <c:pt idx="1573">
                  <c:v>254.081730663776</c:v>
                </c:pt>
                <c:pt idx="1574">
                  <c:v>254.329409122467</c:v>
                </c:pt>
                <c:pt idx="1575">
                  <c:v>254.594860672951</c:v>
                </c:pt>
                <c:pt idx="1576">
                  <c:v>254.909540235996</c:v>
                </c:pt>
                <c:pt idx="1577">
                  <c:v>255.289617955685</c:v>
                </c:pt>
                <c:pt idx="1578">
                  <c:v>255.689431011677</c:v>
                </c:pt>
                <c:pt idx="1579">
                  <c:v>256.116293668747</c:v>
                </c:pt>
                <c:pt idx="1580">
                  <c:v>256.513695955276</c:v>
                </c:pt>
                <c:pt idx="1581">
                  <c:v>256.878266632557</c:v>
                </c:pt>
                <c:pt idx="1582">
                  <c:v>257.202579677105</c:v>
                </c:pt>
                <c:pt idx="1583">
                  <c:v>257.486205518246</c:v>
                </c:pt>
                <c:pt idx="1584">
                  <c:v>257.79053157568</c:v>
                </c:pt>
                <c:pt idx="1585">
                  <c:v>258.083618760109</c:v>
                </c:pt>
                <c:pt idx="1586">
                  <c:v>258.433783650398</c:v>
                </c:pt>
                <c:pt idx="1587">
                  <c:v>258.831248283386</c:v>
                </c:pt>
                <c:pt idx="1588">
                  <c:v>259.138070464134</c:v>
                </c:pt>
                <c:pt idx="1589">
                  <c:v>259.43793797493</c:v>
                </c:pt>
                <c:pt idx="1590">
                  <c:v>259.769691944122</c:v>
                </c:pt>
                <c:pt idx="1591">
                  <c:v>260.045342564583</c:v>
                </c:pt>
                <c:pt idx="1592">
                  <c:v>260.321917712688</c:v>
                </c:pt>
                <c:pt idx="1593">
                  <c:v>260.576585829258</c:v>
                </c:pt>
                <c:pt idx="1594">
                  <c:v>260.789890050888</c:v>
                </c:pt>
                <c:pt idx="1595">
                  <c:v>260.970398783684</c:v>
                </c:pt>
                <c:pt idx="1596">
                  <c:v>261.134515285492</c:v>
                </c:pt>
                <c:pt idx="1597">
                  <c:v>261.362123608589</c:v>
                </c:pt>
                <c:pt idx="1598">
                  <c:v>261.647433042526</c:v>
                </c:pt>
                <c:pt idx="1599">
                  <c:v>261.743357181549</c:v>
                </c:pt>
                <c:pt idx="1600">
                  <c:v>261.735938191414</c:v>
                </c:pt>
                <c:pt idx="1601">
                  <c:v>261.703711509705</c:v>
                </c:pt>
                <c:pt idx="1602">
                  <c:v>261.763809084892</c:v>
                </c:pt>
                <c:pt idx="1603">
                  <c:v>261.884854495525</c:v>
                </c:pt>
                <c:pt idx="1604">
                  <c:v>261.987454175949</c:v>
                </c:pt>
                <c:pt idx="1605">
                  <c:v>262.069375157356</c:v>
                </c:pt>
                <c:pt idx="1606">
                  <c:v>262.172151505947</c:v>
                </c:pt>
                <c:pt idx="1607">
                  <c:v>262.277990281582</c:v>
                </c:pt>
                <c:pt idx="1608">
                  <c:v>262.401123583317</c:v>
                </c:pt>
                <c:pt idx="1609">
                  <c:v>262.518600523472</c:v>
                </c:pt>
                <c:pt idx="1610">
                  <c:v>262.683089613914</c:v>
                </c:pt>
                <c:pt idx="1611">
                  <c:v>262.877306342125</c:v>
                </c:pt>
                <c:pt idx="1612">
                  <c:v>263.054107606411</c:v>
                </c:pt>
                <c:pt idx="1613">
                  <c:v>263.197498261929</c:v>
                </c:pt>
                <c:pt idx="1614">
                  <c:v>263.398615241051</c:v>
                </c:pt>
                <c:pt idx="1615">
                  <c:v>263.63384693861</c:v>
                </c:pt>
                <c:pt idx="1616">
                  <c:v>263.866804897785</c:v>
                </c:pt>
                <c:pt idx="1617">
                  <c:v>264.032170295715</c:v>
                </c:pt>
                <c:pt idx="1618">
                  <c:v>264.172408461571</c:v>
                </c:pt>
                <c:pt idx="1619">
                  <c:v>264.379858851433</c:v>
                </c:pt>
                <c:pt idx="1620">
                  <c:v>264.671761751175</c:v>
                </c:pt>
                <c:pt idx="1621">
                  <c:v>264.958454430103</c:v>
                </c:pt>
                <c:pt idx="1622">
                  <c:v>265.173940896988</c:v>
                </c:pt>
                <c:pt idx="1623">
                  <c:v>265.377230346203</c:v>
                </c:pt>
                <c:pt idx="1624">
                  <c:v>265.518755793571</c:v>
                </c:pt>
                <c:pt idx="1625">
                  <c:v>265.674136221409</c:v>
                </c:pt>
                <c:pt idx="1626">
                  <c:v>265.821964144707</c:v>
                </c:pt>
                <c:pt idx="1627">
                  <c:v>265.968990683556</c:v>
                </c:pt>
                <c:pt idx="1628">
                  <c:v>266.104649186134</c:v>
                </c:pt>
                <c:pt idx="1629">
                  <c:v>266.240985631943</c:v>
                </c:pt>
                <c:pt idx="1630">
                  <c:v>266.349887371063</c:v>
                </c:pt>
                <c:pt idx="1631">
                  <c:v>266.480589032173</c:v>
                </c:pt>
                <c:pt idx="1632">
                  <c:v>266.600551605225</c:v>
                </c:pt>
                <c:pt idx="1633">
                  <c:v>266.649665117264</c:v>
                </c:pt>
                <c:pt idx="1634">
                  <c:v>266.685793459415</c:v>
                </c:pt>
                <c:pt idx="1635">
                  <c:v>266.694754183292</c:v>
                </c:pt>
                <c:pt idx="1636">
                  <c:v>266.684641897678</c:v>
                </c:pt>
                <c:pt idx="1637">
                  <c:v>266.649583995342</c:v>
                </c:pt>
                <c:pt idx="1638">
                  <c:v>266.668885409832</c:v>
                </c:pt>
                <c:pt idx="1639">
                  <c:v>266.690740346909</c:v>
                </c:pt>
                <c:pt idx="1640">
                  <c:v>266.719923079014</c:v>
                </c:pt>
                <c:pt idx="1641">
                  <c:v>266.76152163744</c:v>
                </c:pt>
                <c:pt idx="1642">
                  <c:v>266.764532506466</c:v>
                </c:pt>
                <c:pt idx="1643">
                  <c:v>266.783701360226</c:v>
                </c:pt>
                <c:pt idx="1644">
                  <c:v>266.833756268024</c:v>
                </c:pt>
                <c:pt idx="1645">
                  <c:v>266.853409647942</c:v>
                </c:pt>
                <c:pt idx="1646">
                  <c:v>266.876857340336</c:v>
                </c:pt>
                <c:pt idx="1647">
                  <c:v>266.870675981045</c:v>
                </c:pt>
                <c:pt idx="1648">
                  <c:v>266.777084171772</c:v>
                </c:pt>
                <c:pt idx="1649">
                  <c:v>266.707059323788</c:v>
                </c:pt>
                <c:pt idx="1650">
                  <c:v>266.650265395641</c:v>
                </c:pt>
                <c:pt idx="1651">
                  <c:v>266.626018702984</c:v>
                </c:pt>
                <c:pt idx="1652">
                  <c:v>266.741473793983</c:v>
                </c:pt>
                <c:pt idx="1653">
                  <c:v>266.815843760967</c:v>
                </c:pt>
                <c:pt idx="1654">
                  <c:v>266.923737704754</c:v>
                </c:pt>
                <c:pt idx="1655">
                  <c:v>266.925692200661</c:v>
                </c:pt>
                <c:pt idx="1656">
                  <c:v>266.934535980225</c:v>
                </c:pt>
                <c:pt idx="1657">
                  <c:v>266.998987138271</c:v>
                </c:pt>
                <c:pt idx="1658">
                  <c:v>267.054391145706</c:v>
                </c:pt>
                <c:pt idx="1659">
                  <c:v>267.055528819561</c:v>
                </c:pt>
                <c:pt idx="1660">
                  <c:v>267.070717811584</c:v>
                </c:pt>
                <c:pt idx="1661">
                  <c:v>267.063901424408</c:v>
                </c:pt>
                <c:pt idx="1662">
                  <c:v>267.180369079113</c:v>
                </c:pt>
                <c:pt idx="1663">
                  <c:v>267.399817883968</c:v>
                </c:pt>
                <c:pt idx="1664">
                  <c:v>267.635678827763</c:v>
                </c:pt>
                <c:pt idx="1665">
                  <c:v>267.834031879902</c:v>
                </c:pt>
                <c:pt idx="1666">
                  <c:v>267.970169901848</c:v>
                </c:pt>
                <c:pt idx="1667">
                  <c:v>268.128899395466</c:v>
                </c:pt>
                <c:pt idx="1668">
                  <c:v>268.331294476986</c:v>
                </c:pt>
                <c:pt idx="1669">
                  <c:v>268.563463926315</c:v>
                </c:pt>
                <c:pt idx="1670">
                  <c:v>268.823943018913</c:v>
                </c:pt>
                <c:pt idx="1671">
                  <c:v>269.087428152561</c:v>
                </c:pt>
                <c:pt idx="1672">
                  <c:v>269.350160896778</c:v>
                </c:pt>
                <c:pt idx="1673">
                  <c:v>269.506687104702</c:v>
                </c:pt>
                <c:pt idx="1674">
                  <c:v>269.643151283264</c:v>
                </c:pt>
                <c:pt idx="1675">
                  <c:v>269.803097248077</c:v>
                </c:pt>
                <c:pt idx="1676">
                  <c:v>269.9407351017</c:v>
                </c:pt>
                <c:pt idx="1677">
                  <c:v>270.158274412155</c:v>
                </c:pt>
                <c:pt idx="1678">
                  <c:v>270.339208245277</c:v>
                </c:pt>
                <c:pt idx="1679">
                  <c:v>270.476137757301</c:v>
                </c:pt>
                <c:pt idx="1680">
                  <c:v>270.593275308609</c:v>
                </c:pt>
                <c:pt idx="1681">
                  <c:v>270.759958684444</c:v>
                </c:pt>
                <c:pt idx="1682">
                  <c:v>270.992294132709</c:v>
                </c:pt>
                <c:pt idx="1683">
                  <c:v>271.112804293632</c:v>
                </c:pt>
                <c:pt idx="1684">
                  <c:v>271.259537220001</c:v>
                </c:pt>
                <c:pt idx="1685">
                  <c:v>271.434687614441</c:v>
                </c:pt>
                <c:pt idx="1686">
                  <c:v>271.638887286186</c:v>
                </c:pt>
                <c:pt idx="1687">
                  <c:v>271.800836384296</c:v>
                </c:pt>
                <c:pt idx="1688">
                  <c:v>271.972089707851</c:v>
                </c:pt>
                <c:pt idx="1689">
                  <c:v>272.082731306553</c:v>
                </c:pt>
                <c:pt idx="1690">
                  <c:v>272.302953600883</c:v>
                </c:pt>
                <c:pt idx="1691">
                  <c:v>272.598925828934</c:v>
                </c:pt>
                <c:pt idx="1692">
                  <c:v>272.846566617489</c:v>
                </c:pt>
                <c:pt idx="1693">
                  <c:v>273.106656134129</c:v>
                </c:pt>
                <c:pt idx="1694">
                  <c:v>273.347225487232</c:v>
                </c:pt>
                <c:pt idx="1695">
                  <c:v>273.492149353027</c:v>
                </c:pt>
                <c:pt idx="1696">
                  <c:v>273.5660815835</c:v>
                </c:pt>
                <c:pt idx="1697">
                  <c:v>273.688358306885</c:v>
                </c:pt>
                <c:pt idx="1698">
                  <c:v>273.875915169716</c:v>
                </c:pt>
                <c:pt idx="1699">
                  <c:v>274.060668885708</c:v>
                </c:pt>
                <c:pt idx="1700">
                  <c:v>274.340488612652</c:v>
                </c:pt>
                <c:pt idx="1701">
                  <c:v>274.678921878338</c:v>
                </c:pt>
                <c:pt idx="1702">
                  <c:v>275.007969200611</c:v>
                </c:pt>
                <c:pt idx="1703">
                  <c:v>275.344811737537</c:v>
                </c:pt>
                <c:pt idx="1704">
                  <c:v>275.652400255203</c:v>
                </c:pt>
                <c:pt idx="1705">
                  <c:v>275.906928658485</c:v>
                </c:pt>
                <c:pt idx="1706">
                  <c:v>276.067744851112</c:v>
                </c:pt>
                <c:pt idx="1707">
                  <c:v>276.114408314228</c:v>
                </c:pt>
                <c:pt idx="1708">
                  <c:v>276.175012171268</c:v>
                </c:pt>
                <c:pt idx="1709">
                  <c:v>276.318505883217</c:v>
                </c:pt>
                <c:pt idx="1710">
                  <c:v>276.403299808502</c:v>
                </c:pt>
                <c:pt idx="1711">
                  <c:v>276.482269585133</c:v>
                </c:pt>
                <c:pt idx="1712">
                  <c:v>276.502813100815</c:v>
                </c:pt>
                <c:pt idx="1713">
                  <c:v>276.480038881302</c:v>
                </c:pt>
                <c:pt idx="1714">
                  <c:v>276.528826653957</c:v>
                </c:pt>
                <c:pt idx="1715">
                  <c:v>276.654557704925</c:v>
                </c:pt>
                <c:pt idx="1716">
                  <c:v>276.818222522736</c:v>
                </c:pt>
                <c:pt idx="1717">
                  <c:v>276.764947414398</c:v>
                </c:pt>
                <c:pt idx="1718">
                  <c:v>276.733436107635</c:v>
                </c:pt>
                <c:pt idx="1719">
                  <c:v>276.639907121658</c:v>
                </c:pt>
                <c:pt idx="1720">
                  <c:v>276.642536222935</c:v>
                </c:pt>
                <c:pt idx="1721">
                  <c:v>276.672101378441</c:v>
                </c:pt>
                <c:pt idx="1722">
                  <c:v>276.710319280624</c:v>
                </c:pt>
                <c:pt idx="1723">
                  <c:v>276.802018404007</c:v>
                </c:pt>
                <c:pt idx="1724">
                  <c:v>276.813523650169</c:v>
                </c:pt>
                <c:pt idx="1725">
                  <c:v>277.015475451946</c:v>
                </c:pt>
                <c:pt idx="1726">
                  <c:v>277.593590676784</c:v>
                </c:pt>
                <c:pt idx="1727">
                  <c:v>278.295472025871</c:v>
                </c:pt>
                <c:pt idx="1728">
                  <c:v>279.106542289257</c:v>
                </c:pt>
                <c:pt idx="1729">
                  <c:v>279.83501470089</c:v>
                </c:pt>
                <c:pt idx="1730">
                  <c:v>280.511161625385</c:v>
                </c:pt>
                <c:pt idx="1731">
                  <c:v>281.178686439991</c:v>
                </c:pt>
                <c:pt idx="1732">
                  <c:v>281.816781520843</c:v>
                </c:pt>
                <c:pt idx="1733">
                  <c:v>282.430631875992</c:v>
                </c:pt>
                <c:pt idx="1734">
                  <c:v>282.895798683166</c:v>
                </c:pt>
                <c:pt idx="1735">
                  <c:v>283.153189837933</c:v>
                </c:pt>
                <c:pt idx="1736">
                  <c:v>283.288265764713</c:v>
                </c:pt>
                <c:pt idx="1737">
                  <c:v>283.665150105953</c:v>
                </c:pt>
                <c:pt idx="1738">
                  <c:v>284.019604504108</c:v>
                </c:pt>
                <c:pt idx="1739">
                  <c:v>284.197426259518</c:v>
                </c:pt>
                <c:pt idx="1740">
                  <c:v>284.356488883495</c:v>
                </c:pt>
                <c:pt idx="1741">
                  <c:v>284.52963411808</c:v>
                </c:pt>
                <c:pt idx="1742">
                  <c:v>284.676285147667</c:v>
                </c:pt>
                <c:pt idx="1743">
                  <c:v>284.790697336197</c:v>
                </c:pt>
                <c:pt idx="1744">
                  <c:v>284.918292403221</c:v>
                </c:pt>
                <c:pt idx="1745">
                  <c:v>285.025209903717</c:v>
                </c:pt>
                <c:pt idx="1746">
                  <c:v>285.162365674972</c:v>
                </c:pt>
                <c:pt idx="1747">
                  <c:v>285.254132032394</c:v>
                </c:pt>
                <c:pt idx="1748">
                  <c:v>285.426585674286</c:v>
                </c:pt>
                <c:pt idx="1749">
                  <c:v>285.737151741981</c:v>
                </c:pt>
                <c:pt idx="1750">
                  <c:v>285.99824655056</c:v>
                </c:pt>
                <c:pt idx="1751">
                  <c:v>286.209071218967</c:v>
                </c:pt>
                <c:pt idx="1752">
                  <c:v>286.485756993294</c:v>
                </c:pt>
                <c:pt idx="1753">
                  <c:v>286.757548749447</c:v>
                </c:pt>
                <c:pt idx="1754">
                  <c:v>286.989589035511</c:v>
                </c:pt>
                <c:pt idx="1755">
                  <c:v>287.224428415298</c:v>
                </c:pt>
                <c:pt idx="1756">
                  <c:v>287.44056391716</c:v>
                </c:pt>
                <c:pt idx="1757">
                  <c:v>287.689496636391</c:v>
                </c:pt>
                <c:pt idx="1758">
                  <c:v>287.937305092812</c:v>
                </c:pt>
                <c:pt idx="1759">
                  <c:v>288.140806078911</c:v>
                </c:pt>
                <c:pt idx="1760">
                  <c:v>288.378411531448</c:v>
                </c:pt>
                <c:pt idx="1761">
                  <c:v>288.583998739719</c:v>
                </c:pt>
                <c:pt idx="1762">
                  <c:v>288.77035933733</c:v>
                </c:pt>
                <c:pt idx="1763">
                  <c:v>288.91954857111</c:v>
                </c:pt>
                <c:pt idx="1764">
                  <c:v>289.100197672844</c:v>
                </c:pt>
                <c:pt idx="1765">
                  <c:v>289.346541643143</c:v>
                </c:pt>
                <c:pt idx="1766">
                  <c:v>289.553312063217</c:v>
                </c:pt>
                <c:pt idx="1767">
                  <c:v>289.72351282835</c:v>
                </c:pt>
                <c:pt idx="1768">
                  <c:v>289.872212469578</c:v>
                </c:pt>
                <c:pt idx="1769">
                  <c:v>290.288642942905</c:v>
                </c:pt>
                <c:pt idx="1770">
                  <c:v>290.459700286388</c:v>
                </c:pt>
                <c:pt idx="1771">
                  <c:v>290.626350104809</c:v>
                </c:pt>
                <c:pt idx="1772">
                  <c:v>290.753461778164</c:v>
                </c:pt>
                <c:pt idx="1773">
                  <c:v>290.91785299778</c:v>
                </c:pt>
                <c:pt idx="1774">
                  <c:v>291.067466974258</c:v>
                </c:pt>
                <c:pt idx="1775">
                  <c:v>291.188982605934</c:v>
                </c:pt>
                <c:pt idx="1776">
                  <c:v>291.283873260021</c:v>
                </c:pt>
                <c:pt idx="1777">
                  <c:v>291.425465464592</c:v>
                </c:pt>
                <c:pt idx="1778">
                  <c:v>291.50235337019</c:v>
                </c:pt>
                <c:pt idx="1779">
                  <c:v>291.596121966839</c:v>
                </c:pt>
                <c:pt idx="1780">
                  <c:v>291.647753536701</c:v>
                </c:pt>
                <c:pt idx="1781">
                  <c:v>291.672282278538</c:v>
                </c:pt>
                <c:pt idx="1782">
                  <c:v>291.713843643665</c:v>
                </c:pt>
                <c:pt idx="1783">
                  <c:v>291.659172713757</c:v>
                </c:pt>
                <c:pt idx="1784">
                  <c:v>291.63321274519</c:v>
                </c:pt>
                <c:pt idx="1785">
                  <c:v>291.634435415268</c:v>
                </c:pt>
                <c:pt idx="1786">
                  <c:v>291.638362467289</c:v>
                </c:pt>
                <c:pt idx="1787">
                  <c:v>291.674007475376</c:v>
                </c:pt>
                <c:pt idx="1788">
                  <c:v>291.713404297829</c:v>
                </c:pt>
                <c:pt idx="1789">
                  <c:v>291.770131826401</c:v>
                </c:pt>
                <c:pt idx="1790">
                  <c:v>291.844208300114</c:v>
                </c:pt>
                <c:pt idx="1791">
                  <c:v>291.890433847904</c:v>
                </c:pt>
                <c:pt idx="1792">
                  <c:v>291.966876804829</c:v>
                </c:pt>
                <c:pt idx="1793">
                  <c:v>292.033789932728</c:v>
                </c:pt>
                <c:pt idx="1794">
                  <c:v>292.033820211887</c:v>
                </c:pt>
                <c:pt idx="1795">
                  <c:v>291.992931067944</c:v>
                </c:pt>
                <c:pt idx="1796">
                  <c:v>292.043328166008</c:v>
                </c:pt>
                <c:pt idx="1797">
                  <c:v>292.092427670956</c:v>
                </c:pt>
                <c:pt idx="1798">
                  <c:v>292.028226315975</c:v>
                </c:pt>
                <c:pt idx="1799">
                  <c:v>291.965781509876</c:v>
                </c:pt>
                <c:pt idx="1800">
                  <c:v>291.936099112034</c:v>
                </c:pt>
                <c:pt idx="1801">
                  <c:v>292.0516923666</c:v>
                </c:pt>
                <c:pt idx="1802">
                  <c:v>292.188150048256</c:v>
                </c:pt>
                <c:pt idx="1803">
                  <c:v>292.540028691292</c:v>
                </c:pt>
                <c:pt idx="1804">
                  <c:v>292.66593337059</c:v>
                </c:pt>
                <c:pt idx="1805">
                  <c:v>292.757449626923</c:v>
                </c:pt>
                <c:pt idx="1806">
                  <c:v>292.859346926212</c:v>
                </c:pt>
                <c:pt idx="1807">
                  <c:v>293.053695082664</c:v>
                </c:pt>
                <c:pt idx="1808">
                  <c:v>293.242250323296</c:v>
                </c:pt>
                <c:pt idx="1809">
                  <c:v>293.441412806511</c:v>
                </c:pt>
                <c:pt idx="1810">
                  <c:v>293.539243221283</c:v>
                </c:pt>
                <c:pt idx="1811">
                  <c:v>293.639612138271</c:v>
                </c:pt>
                <c:pt idx="1812">
                  <c:v>293.768828332424</c:v>
                </c:pt>
                <c:pt idx="1813">
                  <c:v>293.907512366772</c:v>
                </c:pt>
                <c:pt idx="1814">
                  <c:v>294.033148944378</c:v>
                </c:pt>
                <c:pt idx="1815">
                  <c:v>294.124700307846</c:v>
                </c:pt>
                <c:pt idx="1816">
                  <c:v>294.192381083965</c:v>
                </c:pt>
                <c:pt idx="1817">
                  <c:v>294.254892110825</c:v>
                </c:pt>
                <c:pt idx="1818">
                  <c:v>294.333252310753</c:v>
                </c:pt>
                <c:pt idx="1819">
                  <c:v>294.375968694687</c:v>
                </c:pt>
                <c:pt idx="1820">
                  <c:v>294.387643754482</c:v>
                </c:pt>
                <c:pt idx="1821">
                  <c:v>294.403945446014</c:v>
                </c:pt>
                <c:pt idx="1822">
                  <c:v>294.459917485714</c:v>
                </c:pt>
                <c:pt idx="1823">
                  <c:v>294.494486629963</c:v>
                </c:pt>
                <c:pt idx="1824">
                  <c:v>294.624231159687</c:v>
                </c:pt>
                <c:pt idx="1825">
                  <c:v>294.83656257391</c:v>
                </c:pt>
                <c:pt idx="1826">
                  <c:v>295.042623102665</c:v>
                </c:pt>
                <c:pt idx="1827">
                  <c:v>295.174672067165</c:v>
                </c:pt>
                <c:pt idx="1828">
                  <c:v>295.295030355453</c:v>
                </c:pt>
                <c:pt idx="1829">
                  <c:v>295.436967790127</c:v>
                </c:pt>
                <c:pt idx="1830">
                  <c:v>295.660072386265</c:v>
                </c:pt>
                <c:pt idx="1831">
                  <c:v>295.941399872303</c:v>
                </c:pt>
                <c:pt idx="1832">
                  <c:v>296.199993669987</c:v>
                </c:pt>
                <c:pt idx="1833">
                  <c:v>296.420570492744</c:v>
                </c:pt>
                <c:pt idx="1834">
                  <c:v>296.616258502006</c:v>
                </c:pt>
                <c:pt idx="1835">
                  <c:v>296.836718022823</c:v>
                </c:pt>
                <c:pt idx="1836">
                  <c:v>296.994462251663</c:v>
                </c:pt>
                <c:pt idx="1837">
                  <c:v>297.189215600491</c:v>
                </c:pt>
                <c:pt idx="1838">
                  <c:v>297.414718806744</c:v>
                </c:pt>
                <c:pt idx="1839">
                  <c:v>297.663941502571</c:v>
                </c:pt>
                <c:pt idx="1840">
                  <c:v>297.991766571999</c:v>
                </c:pt>
                <c:pt idx="1841">
                  <c:v>298.369320452213</c:v>
                </c:pt>
                <c:pt idx="1842">
                  <c:v>298.722320735455</c:v>
                </c:pt>
                <c:pt idx="1843">
                  <c:v>298.977714002132</c:v>
                </c:pt>
                <c:pt idx="1844">
                  <c:v>299.201669812202</c:v>
                </c:pt>
                <c:pt idx="1845">
                  <c:v>299.422141492367</c:v>
                </c:pt>
                <c:pt idx="1846">
                  <c:v>299.631065070629</c:v>
                </c:pt>
                <c:pt idx="1847">
                  <c:v>299.765840113163</c:v>
                </c:pt>
                <c:pt idx="1848">
                  <c:v>299.895426809788</c:v>
                </c:pt>
                <c:pt idx="1849">
                  <c:v>299.960552930832</c:v>
                </c:pt>
                <c:pt idx="1850">
                  <c:v>299.996372997761</c:v>
                </c:pt>
                <c:pt idx="1851">
                  <c:v>300.080084204674</c:v>
                </c:pt>
                <c:pt idx="1852">
                  <c:v>300.19329893589</c:v>
                </c:pt>
                <c:pt idx="1853">
                  <c:v>300.352379441261</c:v>
                </c:pt>
                <c:pt idx="1854">
                  <c:v>300.474106013775</c:v>
                </c:pt>
                <c:pt idx="1855">
                  <c:v>300.59202927351</c:v>
                </c:pt>
                <c:pt idx="1856">
                  <c:v>300.691224038601</c:v>
                </c:pt>
                <c:pt idx="1857">
                  <c:v>300.729997932911</c:v>
                </c:pt>
                <c:pt idx="1858">
                  <c:v>300.798538208008</c:v>
                </c:pt>
                <c:pt idx="1859">
                  <c:v>300.864076912403</c:v>
                </c:pt>
                <c:pt idx="1860">
                  <c:v>300.936778068542</c:v>
                </c:pt>
                <c:pt idx="1861">
                  <c:v>300.980894744396</c:v>
                </c:pt>
                <c:pt idx="1862">
                  <c:v>300.990075111389</c:v>
                </c:pt>
                <c:pt idx="1863">
                  <c:v>300.953892707825</c:v>
                </c:pt>
                <c:pt idx="1864">
                  <c:v>300.931222081184</c:v>
                </c:pt>
                <c:pt idx="1865">
                  <c:v>300.916104316711</c:v>
                </c:pt>
                <c:pt idx="1866">
                  <c:v>300.922008216381</c:v>
                </c:pt>
                <c:pt idx="1867">
                  <c:v>300.835280358791</c:v>
                </c:pt>
                <c:pt idx="1868">
                  <c:v>300.717603981495</c:v>
                </c:pt>
                <c:pt idx="1869">
                  <c:v>300.603576242924</c:v>
                </c:pt>
                <c:pt idx="1870">
                  <c:v>300.471215546131</c:v>
                </c:pt>
                <c:pt idx="1871">
                  <c:v>300.296848356724</c:v>
                </c:pt>
                <c:pt idx="1872">
                  <c:v>300.080091774464</c:v>
                </c:pt>
                <c:pt idx="1873">
                  <c:v>299.859522640705</c:v>
                </c:pt>
                <c:pt idx="1874">
                  <c:v>299.788452923298</c:v>
                </c:pt>
                <c:pt idx="1875">
                  <c:v>299.643399059772</c:v>
                </c:pt>
                <c:pt idx="1876">
                  <c:v>299.438805878162</c:v>
                </c:pt>
                <c:pt idx="1877">
                  <c:v>299.2090523839</c:v>
                </c:pt>
                <c:pt idx="1878">
                  <c:v>298.921045839786</c:v>
                </c:pt>
                <c:pt idx="1879">
                  <c:v>298.618349254131</c:v>
                </c:pt>
                <c:pt idx="1880">
                  <c:v>298.336641013622</c:v>
                </c:pt>
                <c:pt idx="1881">
                  <c:v>298.100816547871</c:v>
                </c:pt>
                <c:pt idx="1882">
                  <c:v>297.897020876408</c:v>
                </c:pt>
                <c:pt idx="1883">
                  <c:v>297.924865603447</c:v>
                </c:pt>
                <c:pt idx="1884">
                  <c:v>297.8584151268</c:v>
                </c:pt>
                <c:pt idx="1885">
                  <c:v>297.721161961555</c:v>
                </c:pt>
                <c:pt idx="1886">
                  <c:v>297.468596816063</c:v>
                </c:pt>
                <c:pt idx="1887">
                  <c:v>297.260121583939</c:v>
                </c:pt>
                <c:pt idx="1888">
                  <c:v>297.067615509033</c:v>
                </c:pt>
                <c:pt idx="1889">
                  <c:v>296.887786865234</c:v>
                </c:pt>
                <c:pt idx="1890">
                  <c:v>296.705088019371</c:v>
                </c:pt>
                <c:pt idx="1891">
                  <c:v>296.651489973068</c:v>
                </c:pt>
                <c:pt idx="1892">
                  <c:v>296.829389691353</c:v>
                </c:pt>
                <c:pt idx="1893">
                  <c:v>296.8837428689</c:v>
                </c:pt>
                <c:pt idx="1894">
                  <c:v>296.893707871437</c:v>
                </c:pt>
                <c:pt idx="1895">
                  <c:v>296.87494623661</c:v>
                </c:pt>
                <c:pt idx="1896">
                  <c:v>296.921218514442</c:v>
                </c:pt>
                <c:pt idx="1897">
                  <c:v>296.976687729359</c:v>
                </c:pt>
                <c:pt idx="1898">
                  <c:v>297.115307450294</c:v>
                </c:pt>
                <c:pt idx="1899">
                  <c:v>297.274526715279</c:v>
                </c:pt>
                <c:pt idx="1900">
                  <c:v>297.458503842354</c:v>
                </c:pt>
                <c:pt idx="1901">
                  <c:v>297.508963763714</c:v>
                </c:pt>
                <c:pt idx="1902">
                  <c:v>297.550402402878</c:v>
                </c:pt>
                <c:pt idx="1903">
                  <c:v>297.638667464256</c:v>
                </c:pt>
                <c:pt idx="1904">
                  <c:v>297.795747518539</c:v>
                </c:pt>
                <c:pt idx="1905">
                  <c:v>297.932112693787</c:v>
                </c:pt>
                <c:pt idx="1906">
                  <c:v>298.106663107872</c:v>
                </c:pt>
                <c:pt idx="1907">
                  <c:v>298.42823445797</c:v>
                </c:pt>
                <c:pt idx="1908">
                  <c:v>298.704794287682</c:v>
                </c:pt>
                <c:pt idx="1909">
                  <c:v>298.972797811031</c:v>
                </c:pt>
                <c:pt idx="1910">
                  <c:v>299.217074155807</c:v>
                </c:pt>
                <c:pt idx="1911">
                  <c:v>299.458430171013</c:v>
                </c:pt>
                <c:pt idx="1912">
                  <c:v>299.622236549854</c:v>
                </c:pt>
                <c:pt idx="1913">
                  <c:v>299.860618531704</c:v>
                </c:pt>
                <c:pt idx="1914">
                  <c:v>300.162870585918</c:v>
                </c:pt>
                <c:pt idx="1915">
                  <c:v>300.454192578793</c:v>
                </c:pt>
                <c:pt idx="1916">
                  <c:v>300.720760047436</c:v>
                </c:pt>
                <c:pt idx="1917">
                  <c:v>301.029563963413</c:v>
                </c:pt>
                <c:pt idx="1918">
                  <c:v>301.304750621319</c:v>
                </c:pt>
                <c:pt idx="1919">
                  <c:v>301.631788849831</c:v>
                </c:pt>
                <c:pt idx="1920">
                  <c:v>301.926515460014</c:v>
                </c:pt>
                <c:pt idx="1921">
                  <c:v>302.268291890621</c:v>
                </c:pt>
                <c:pt idx="1922">
                  <c:v>302.652814626694</c:v>
                </c:pt>
                <c:pt idx="1923">
                  <c:v>303.080026090145</c:v>
                </c:pt>
                <c:pt idx="1924">
                  <c:v>303.487338125706</c:v>
                </c:pt>
                <c:pt idx="1925">
                  <c:v>303.966698646545</c:v>
                </c:pt>
                <c:pt idx="1926">
                  <c:v>304.478174388409</c:v>
                </c:pt>
                <c:pt idx="1927">
                  <c:v>304.931530714035</c:v>
                </c:pt>
                <c:pt idx="1928">
                  <c:v>305.379644989967</c:v>
                </c:pt>
                <c:pt idx="1929">
                  <c:v>305.777018129826</c:v>
                </c:pt>
                <c:pt idx="1930">
                  <c:v>306.206831991672</c:v>
                </c:pt>
                <c:pt idx="1931">
                  <c:v>306.667404055595</c:v>
                </c:pt>
                <c:pt idx="1932">
                  <c:v>306.980606555939</c:v>
                </c:pt>
                <c:pt idx="1933">
                  <c:v>307.237003087997</c:v>
                </c:pt>
                <c:pt idx="1934">
                  <c:v>307.476833641529</c:v>
                </c:pt>
                <c:pt idx="1935">
                  <c:v>307.758319854736</c:v>
                </c:pt>
                <c:pt idx="1936">
                  <c:v>308.082742571831</c:v>
                </c:pt>
                <c:pt idx="1937">
                  <c:v>308.275575280189</c:v>
                </c:pt>
                <c:pt idx="1938">
                  <c:v>308.493794023991</c:v>
                </c:pt>
                <c:pt idx="1939">
                  <c:v>308.7070119977</c:v>
                </c:pt>
                <c:pt idx="1940">
                  <c:v>308.900219738483</c:v>
                </c:pt>
                <c:pt idx="1941">
                  <c:v>309.149080634117</c:v>
                </c:pt>
                <c:pt idx="1942">
                  <c:v>309.279118657112</c:v>
                </c:pt>
                <c:pt idx="1943">
                  <c:v>309.362890005112</c:v>
                </c:pt>
                <c:pt idx="1944">
                  <c:v>309.557329118252</c:v>
                </c:pt>
                <c:pt idx="1945">
                  <c:v>309.953165769577</c:v>
                </c:pt>
                <c:pt idx="1946">
                  <c:v>310.380772352219</c:v>
                </c:pt>
                <c:pt idx="1947">
                  <c:v>310.731315970421</c:v>
                </c:pt>
                <c:pt idx="1948">
                  <c:v>311.041328072548</c:v>
                </c:pt>
                <c:pt idx="1949">
                  <c:v>311.323096573353</c:v>
                </c:pt>
                <c:pt idx="1950">
                  <c:v>311.600849568844</c:v>
                </c:pt>
                <c:pt idx="1951">
                  <c:v>311.908945202827</c:v>
                </c:pt>
                <c:pt idx="1952">
                  <c:v>312.195742785931</c:v>
                </c:pt>
                <c:pt idx="1953">
                  <c:v>312.523687064648</c:v>
                </c:pt>
                <c:pt idx="1954">
                  <c:v>312.2774066329</c:v>
                </c:pt>
                <c:pt idx="1955">
                  <c:v>312.038027107716</c:v>
                </c:pt>
                <c:pt idx="1956">
                  <c:v>311.819261491299</c:v>
                </c:pt>
                <c:pt idx="1957">
                  <c:v>311.636876285076</c:v>
                </c:pt>
                <c:pt idx="1958">
                  <c:v>311.540566623211</c:v>
                </c:pt>
                <c:pt idx="1959">
                  <c:v>311.433493673801</c:v>
                </c:pt>
                <c:pt idx="1960">
                  <c:v>311.290462434292</c:v>
                </c:pt>
                <c:pt idx="1961">
                  <c:v>311.181731879711</c:v>
                </c:pt>
                <c:pt idx="1962">
                  <c:v>311.037820637226</c:v>
                </c:pt>
                <c:pt idx="1963">
                  <c:v>310.839089214802</c:v>
                </c:pt>
                <c:pt idx="1964">
                  <c:v>310.694576919079</c:v>
                </c:pt>
                <c:pt idx="1965">
                  <c:v>310.662081301212</c:v>
                </c:pt>
                <c:pt idx="1966">
                  <c:v>310.623366653919</c:v>
                </c:pt>
                <c:pt idx="1967">
                  <c:v>310.6213362813</c:v>
                </c:pt>
                <c:pt idx="1968">
                  <c:v>310.695213973522</c:v>
                </c:pt>
                <c:pt idx="1969">
                  <c:v>310.713206708431</c:v>
                </c:pt>
                <c:pt idx="1970">
                  <c:v>310.787268280983</c:v>
                </c:pt>
                <c:pt idx="1971">
                  <c:v>310.778607726097</c:v>
                </c:pt>
                <c:pt idx="1972">
                  <c:v>310.873636960983</c:v>
                </c:pt>
                <c:pt idx="1973">
                  <c:v>311.021227478981</c:v>
                </c:pt>
                <c:pt idx="1974">
                  <c:v>311.29020178318</c:v>
                </c:pt>
                <c:pt idx="1975">
                  <c:v>311.545841395855</c:v>
                </c:pt>
                <c:pt idx="1976">
                  <c:v>311.801745831966</c:v>
                </c:pt>
                <c:pt idx="1977">
                  <c:v>312.108422279358</c:v>
                </c:pt>
                <c:pt idx="1978">
                  <c:v>312.414413511753</c:v>
                </c:pt>
                <c:pt idx="1979">
                  <c:v>312.68191832304</c:v>
                </c:pt>
                <c:pt idx="1980">
                  <c:v>312.995104670525</c:v>
                </c:pt>
                <c:pt idx="1981">
                  <c:v>313.358055830002</c:v>
                </c:pt>
                <c:pt idx="1982">
                  <c:v>313.728186130524</c:v>
                </c:pt>
                <c:pt idx="1983">
                  <c:v>314.103976964951</c:v>
                </c:pt>
                <c:pt idx="1984">
                  <c:v>314.445254683495</c:v>
                </c:pt>
                <c:pt idx="1985">
                  <c:v>314.762098312378</c:v>
                </c:pt>
                <c:pt idx="1986">
                  <c:v>315.063787400722</c:v>
                </c:pt>
                <c:pt idx="1987">
                  <c:v>315.376740276813</c:v>
                </c:pt>
                <c:pt idx="1988">
                  <c:v>315.659043371677</c:v>
                </c:pt>
                <c:pt idx="1989">
                  <c:v>315.994526326656</c:v>
                </c:pt>
                <c:pt idx="1990">
                  <c:v>316.360903441906</c:v>
                </c:pt>
                <c:pt idx="1991">
                  <c:v>316.71675401926</c:v>
                </c:pt>
                <c:pt idx="1992">
                  <c:v>317.052473723888</c:v>
                </c:pt>
                <c:pt idx="1993">
                  <c:v>317.372204959392</c:v>
                </c:pt>
                <c:pt idx="1994">
                  <c:v>317.622189342976</c:v>
                </c:pt>
                <c:pt idx="1995">
                  <c:v>317.869512379169</c:v>
                </c:pt>
                <c:pt idx="1996">
                  <c:v>318.069637238979</c:v>
                </c:pt>
                <c:pt idx="1997">
                  <c:v>318.34531468153</c:v>
                </c:pt>
                <c:pt idx="1998">
                  <c:v>318.61712795496</c:v>
                </c:pt>
                <c:pt idx="1999">
                  <c:v>318.873082578182</c:v>
                </c:pt>
                <c:pt idx="2000">
                  <c:v>319.1231752038</c:v>
                </c:pt>
                <c:pt idx="2001">
                  <c:v>319.246116638184</c:v>
                </c:pt>
                <c:pt idx="2002">
                  <c:v>319.269903719425</c:v>
                </c:pt>
                <c:pt idx="2003">
                  <c:v>319.26965290308</c:v>
                </c:pt>
                <c:pt idx="2004">
                  <c:v>319.795398294926</c:v>
                </c:pt>
                <c:pt idx="2005">
                  <c:v>320.31898444891</c:v>
                </c:pt>
                <c:pt idx="2006">
                  <c:v>320.843791306019</c:v>
                </c:pt>
                <c:pt idx="2007">
                  <c:v>321.351844668388</c:v>
                </c:pt>
                <c:pt idx="2008">
                  <c:v>321.778767466545</c:v>
                </c:pt>
                <c:pt idx="2009">
                  <c:v>322.122847557068</c:v>
                </c:pt>
                <c:pt idx="2010">
                  <c:v>322.463149130344</c:v>
                </c:pt>
                <c:pt idx="2011">
                  <c:v>322.780576527119</c:v>
                </c:pt>
                <c:pt idx="2012">
                  <c:v>323.026164352894</c:v>
                </c:pt>
                <c:pt idx="2013">
                  <c:v>323.175606369972</c:v>
                </c:pt>
                <c:pt idx="2014">
                  <c:v>323.379901707172</c:v>
                </c:pt>
                <c:pt idx="2015">
                  <c:v>323.583008766174</c:v>
                </c:pt>
                <c:pt idx="2016">
                  <c:v>323.715438604355</c:v>
                </c:pt>
                <c:pt idx="2017">
                  <c:v>323.785388231277</c:v>
                </c:pt>
                <c:pt idx="2018">
                  <c:v>323.858303904533</c:v>
                </c:pt>
                <c:pt idx="2019">
                  <c:v>323.939974248409</c:v>
                </c:pt>
                <c:pt idx="2020">
                  <c:v>323.997489154339</c:v>
                </c:pt>
                <c:pt idx="2021">
                  <c:v>324.074214041233</c:v>
                </c:pt>
                <c:pt idx="2022">
                  <c:v>324.238630414009</c:v>
                </c:pt>
                <c:pt idx="2023">
                  <c:v>324.395526170731</c:v>
                </c:pt>
                <c:pt idx="2024">
                  <c:v>324.602720320225</c:v>
                </c:pt>
                <c:pt idx="2025">
                  <c:v>324.734788537025</c:v>
                </c:pt>
                <c:pt idx="2026">
                  <c:v>324.96395611763</c:v>
                </c:pt>
                <c:pt idx="2027">
                  <c:v>325.169469535351</c:v>
                </c:pt>
                <c:pt idx="2028">
                  <c:v>325.378033339977</c:v>
                </c:pt>
                <c:pt idx="2029">
                  <c:v>325.581239759922</c:v>
                </c:pt>
                <c:pt idx="2030">
                  <c:v>325.753361284733</c:v>
                </c:pt>
                <c:pt idx="2031">
                  <c:v>325.955508887768</c:v>
                </c:pt>
                <c:pt idx="2032">
                  <c:v>326.166972994804</c:v>
                </c:pt>
                <c:pt idx="2033">
                  <c:v>326.366877019405</c:v>
                </c:pt>
                <c:pt idx="2034">
                  <c:v>326.564143657684</c:v>
                </c:pt>
                <c:pt idx="2035">
                  <c:v>326.687099695206</c:v>
                </c:pt>
                <c:pt idx="2036">
                  <c:v>326.84654033184</c:v>
                </c:pt>
                <c:pt idx="2037">
                  <c:v>326.970620334148</c:v>
                </c:pt>
                <c:pt idx="2038">
                  <c:v>327.065977573395</c:v>
                </c:pt>
                <c:pt idx="2039">
                  <c:v>327.2022305727</c:v>
                </c:pt>
                <c:pt idx="2040">
                  <c:v>327.21070086956</c:v>
                </c:pt>
                <c:pt idx="2041">
                  <c:v>327.282840251923</c:v>
                </c:pt>
                <c:pt idx="2042">
                  <c:v>327.412508845329</c:v>
                </c:pt>
                <c:pt idx="2043">
                  <c:v>327.558175444603</c:v>
                </c:pt>
                <c:pt idx="2044">
                  <c:v>327.717443227768</c:v>
                </c:pt>
                <c:pt idx="2045">
                  <c:v>327.934507489204</c:v>
                </c:pt>
                <c:pt idx="2046">
                  <c:v>328.107084095478</c:v>
                </c:pt>
                <c:pt idx="2047">
                  <c:v>328.320007026195</c:v>
                </c:pt>
                <c:pt idx="2048">
                  <c:v>328.55686300993</c:v>
                </c:pt>
                <c:pt idx="2049">
                  <c:v>328.717400312424</c:v>
                </c:pt>
                <c:pt idx="2050">
                  <c:v>328.94074511528</c:v>
                </c:pt>
                <c:pt idx="2051">
                  <c:v>329.118821799755</c:v>
                </c:pt>
                <c:pt idx="2052">
                  <c:v>329.273745596409</c:v>
                </c:pt>
                <c:pt idx="2053">
                  <c:v>329.367664694786</c:v>
                </c:pt>
                <c:pt idx="2054">
                  <c:v>329.423187732696</c:v>
                </c:pt>
                <c:pt idx="2055">
                  <c:v>329.572252511978</c:v>
                </c:pt>
                <c:pt idx="2056">
                  <c:v>329.759461402893</c:v>
                </c:pt>
                <c:pt idx="2057">
                  <c:v>329.968682527542</c:v>
                </c:pt>
                <c:pt idx="2058">
                  <c:v>330.153987884521</c:v>
                </c:pt>
                <c:pt idx="2059">
                  <c:v>330.360299170017</c:v>
                </c:pt>
                <c:pt idx="2060">
                  <c:v>330.595642983913</c:v>
                </c:pt>
                <c:pt idx="2061">
                  <c:v>330.793293237686</c:v>
                </c:pt>
                <c:pt idx="2062">
                  <c:v>330.95272064209</c:v>
                </c:pt>
                <c:pt idx="2063">
                  <c:v>331.104454636574</c:v>
                </c:pt>
                <c:pt idx="2064">
                  <c:v>331.25908780098</c:v>
                </c:pt>
                <c:pt idx="2065">
                  <c:v>331.381824195385</c:v>
                </c:pt>
                <c:pt idx="2066">
                  <c:v>331.581183254719</c:v>
                </c:pt>
                <c:pt idx="2067">
                  <c:v>331.684212267399</c:v>
                </c:pt>
                <c:pt idx="2068">
                  <c:v>331.754708647728</c:v>
                </c:pt>
                <c:pt idx="2069">
                  <c:v>331.886536002159</c:v>
                </c:pt>
                <c:pt idx="2070">
                  <c:v>331.964124262333</c:v>
                </c:pt>
                <c:pt idx="2071">
                  <c:v>332.048071682453</c:v>
                </c:pt>
                <c:pt idx="2072">
                  <c:v>332.123227357864</c:v>
                </c:pt>
                <c:pt idx="2073">
                  <c:v>332.248832583427</c:v>
                </c:pt>
                <c:pt idx="2074">
                  <c:v>332.314397990704</c:v>
                </c:pt>
                <c:pt idx="2075">
                  <c:v>332.297007024288</c:v>
                </c:pt>
                <c:pt idx="2076">
                  <c:v>332.292654216289</c:v>
                </c:pt>
                <c:pt idx="2077">
                  <c:v>332.258697092533</c:v>
                </c:pt>
                <c:pt idx="2078">
                  <c:v>332.27418243885</c:v>
                </c:pt>
                <c:pt idx="2079">
                  <c:v>332.204899787903</c:v>
                </c:pt>
                <c:pt idx="2080">
                  <c:v>332.12642288208</c:v>
                </c:pt>
                <c:pt idx="2081">
                  <c:v>332.133003234863</c:v>
                </c:pt>
                <c:pt idx="2082">
                  <c:v>332.14637953043</c:v>
                </c:pt>
                <c:pt idx="2083">
                  <c:v>332.180647373199</c:v>
                </c:pt>
                <c:pt idx="2084">
                  <c:v>332.179430603981</c:v>
                </c:pt>
                <c:pt idx="2085">
                  <c:v>332.176338672638</c:v>
                </c:pt>
                <c:pt idx="2086">
                  <c:v>332.165845870972</c:v>
                </c:pt>
                <c:pt idx="2087">
                  <c:v>332.217586040497</c:v>
                </c:pt>
                <c:pt idx="2088">
                  <c:v>332.303239703178</c:v>
                </c:pt>
                <c:pt idx="2089">
                  <c:v>332.333487987518</c:v>
                </c:pt>
                <c:pt idx="2090">
                  <c:v>332.375422894955</c:v>
                </c:pt>
                <c:pt idx="2091">
                  <c:v>332.44556337595</c:v>
                </c:pt>
                <c:pt idx="2092">
                  <c:v>332.526153326034</c:v>
                </c:pt>
                <c:pt idx="2093">
                  <c:v>332.579365730286</c:v>
                </c:pt>
                <c:pt idx="2094">
                  <c:v>332.701238453388</c:v>
                </c:pt>
                <c:pt idx="2095">
                  <c:v>332.882846951485</c:v>
                </c:pt>
                <c:pt idx="2096">
                  <c:v>333.030966758728</c:v>
                </c:pt>
                <c:pt idx="2097">
                  <c:v>333.152088582516</c:v>
                </c:pt>
                <c:pt idx="2098">
                  <c:v>333.239192605019</c:v>
                </c:pt>
                <c:pt idx="2099">
                  <c:v>333.354812860489</c:v>
                </c:pt>
                <c:pt idx="2100">
                  <c:v>333.452294588089</c:v>
                </c:pt>
                <c:pt idx="2101">
                  <c:v>333.542293667793</c:v>
                </c:pt>
                <c:pt idx="2102">
                  <c:v>333.662848234177</c:v>
                </c:pt>
                <c:pt idx="2103">
                  <c:v>333.791665911674</c:v>
                </c:pt>
                <c:pt idx="2104">
                  <c:v>334.000224709511</c:v>
                </c:pt>
                <c:pt idx="2105">
                  <c:v>334.219804108143</c:v>
                </c:pt>
                <c:pt idx="2106">
                  <c:v>334.430747270584</c:v>
                </c:pt>
                <c:pt idx="2107">
                  <c:v>334.615217208862</c:v>
                </c:pt>
                <c:pt idx="2108">
                  <c:v>334.835954427719</c:v>
                </c:pt>
                <c:pt idx="2109">
                  <c:v>335.03820335865</c:v>
                </c:pt>
                <c:pt idx="2110">
                  <c:v>335.257953882217</c:v>
                </c:pt>
                <c:pt idx="2111">
                  <c:v>335.430969119072</c:v>
                </c:pt>
                <c:pt idx="2112">
                  <c:v>335.639107108116</c:v>
                </c:pt>
                <c:pt idx="2113">
                  <c:v>335.924658536911</c:v>
                </c:pt>
                <c:pt idx="2114">
                  <c:v>336.208074629307</c:v>
                </c:pt>
                <c:pt idx="2115">
                  <c:v>336.488241136074</c:v>
                </c:pt>
                <c:pt idx="2116">
                  <c:v>336.813082098961</c:v>
                </c:pt>
                <c:pt idx="2117">
                  <c:v>337.195503234863</c:v>
                </c:pt>
                <c:pt idx="2118">
                  <c:v>337.558724880218</c:v>
                </c:pt>
                <c:pt idx="2119">
                  <c:v>337.877137184143</c:v>
                </c:pt>
                <c:pt idx="2120">
                  <c:v>338.202303290367</c:v>
                </c:pt>
                <c:pt idx="2121">
                  <c:v>338.461604297161</c:v>
                </c:pt>
                <c:pt idx="2122">
                  <c:v>338.733453333378</c:v>
                </c:pt>
                <c:pt idx="2123">
                  <c:v>338.975652396679</c:v>
                </c:pt>
                <c:pt idx="2124">
                  <c:v>339.17461258173</c:v>
                </c:pt>
                <c:pt idx="2125">
                  <c:v>339.450697481632</c:v>
                </c:pt>
                <c:pt idx="2126">
                  <c:v>339.778395354748</c:v>
                </c:pt>
                <c:pt idx="2127">
                  <c:v>340.102504909038</c:v>
                </c:pt>
                <c:pt idx="2128">
                  <c:v>340.415130674839</c:v>
                </c:pt>
                <c:pt idx="2129">
                  <c:v>340.782183587551</c:v>
                </c:pt>
                <c:pt idx="2130">
                  <c:v>341.087876975536</c:v>
                </c:pt>
                <c:pt idx="2131">
                  <c:v>341.453938782215</c:v>
                </c:pt>
                <c:pt idx="2132">
                  <c:v>341.750589191914</c:v>
                </c:pt>
                <c:pt idx="2133">
                  <c:v>341.988071858883</c:v>
                </c:pt>
                <c:pt idx="2134">
                  <c:v>342.235721588135</c:v>
                </c:pt>
                <c:pt idx="2135">
                  <c:v>342.505684614181</c:v>
                </c:pt>
                <c:pt idx="2136">
                  <c:v>342.761163592339</c:v>
                </c:pt>
                <c:pt idx="2137">
                  <c:v>343.010744094849</c:v>
                </c:pt>
                <c:pt idx="2138">
                  <c:v>343.332326769829</c:v>
                </c:pt>
                <c:pt idx="2139">
                  <c:v>343.655710399151</c:v>
                </c:pt>
                <c:pt idx="2140">
                  <c:v>343.935088574886</c:v>
                </c:pt>
                <c:pt idx="2141">
                  <c:v>344.265985667705</c:v>
                </c:pt>
                <c:pt idx="2142">
                  <c:v>344.554119765758</c:v>
                </c:pt>
                <c:pt idx="2143">
                  <c:v>344.818566143513</c:v>
                </c:pt>
                <c:pt idx="2144">
                  <c:v>345.063972294331</c:v>
                </c:pt>
                <c:pt idx="2145">
                  <c:v>345.291248142719</c:v>
                </c:pt>
                <c:pt idx="2146">
                  <c:v>345.539487540722</c:v>
                </c:pt>
                <c:pt idx="2147">
                  <c:v>345.787391722202</c:v>
                </c:pt>
                <c:pt idx="2148">
                  <c:v>345.972694337368</c:v>
                </c:pt>
                <c:pt idx="2149">
                  <c:v>346.079438626766</c:v>
                </c:pt>
                <c:pt idx="2150">
                  <c:v>346.164484262466</c:v>
                </c:pt>
                <c:pt idx="2151">
                  <c:v>346.200496912003</c:v>
                </c:pt>
                <c:pt idx="2152">
                  <c:v>346.255731344223</c:v>
                </c:pt>
                <c:pt idx="2153">
                  <c:v>346.194469928741</c:v>
                </c:pt>
                <c:pt idx="2154">
                  <c:v>346.214641213417</c:v>
                </c:pt>
                <c:pt idx="2155">
                  <c:v>346.226595640182</c:v>
                </c:pt>
                <c:pt idx="2156">
                  <c:v>346.207777619362</c:v>
                </c:pt>
                <c:pt idx="2157">
                  <c:v>346.219672203064</c:v>
                </c:pt>
                <c:pt idx="2158">
                  <c:v>346.290221095085</c:v>
                </c:pt>
                <c:pt idx="2159">
                  <c:v>346.38727837801</c:v>
                </c:pt>
                <c:pt idx="2160">
                  <c:v>346.475463628769</c:v>
                </c:pt>
                <c:pt idx="2161">
                  <c:v>346.509555459022</c:v>
                </c:pt>
                <c:pt idx="2162">
                  <c:v>346.512196660042</c:v>
                </c:pt>
                <c:pt idx="2163">
                  <c:v>346.464235305786</c:v>
                </c:pt>
                <c:pt idx="2164">
                  <c:v>346.442085027695</c:v>
                </c:pt>
                <c:pt idx="2165">
                  <c:v>346.356708168983</c:v>
                </c:pt>
                <c:pt idx="2166">
                  <c:v>346.285223603249</c:v>
                </c:pt>
                <c:pt idx="2167">
                  <c:v>346.151364684105</c:v>
                </c:pt>
                <c:pt idx="2168">
                  <c:v>346.006108403206</c:v>
                </c:pt>
                <c:pt idx="2169">
                  <c:v>345.89627635479</c:v>
                </c:pt>
                <c:pt idx="2170">
                  <c:v>345.789081692696</c:v>
                </c:pt>
                <c:pt idx="2171">
                  <c:v>345.681885361671</c:v>
                </c:pt>
                <c:pt idx="2172">
                  <c:v>345.52964246273</c:v>
                </c:pt>
                <c:pt idx="2173">
                  <c:v>345.472409248352</c:v>
                </c:pt>
                <c:pt idx="2174">
                  <c:v>345.331052541733</c:v>
                </c:pt>
                <c:pt idx="2175">
                  <c:v>345.251229047775</c:v>
                </c:pt>
                <c:pt idx="2176">
                  <c:v>345.193189978599</c:v>
                </c:pt>
                <c:pt idx="2177">
                  <c:v>345.11709356308</c:v>
                </c:pt>
                <c:pt idx="2178">
                  <c:v>345.123926758766</c:v>
                </c:pt>
                <c:pt idx="2179">
                  <c:v>345.129948854446</c:v>
                </c:pt>
                <c:pt idx="2180">
                  <c:v>345.117762207985</c:v>
                </c:pt>
                <c:pt idx="2181">
                  <c:v>345.062641739845</c:v>
                </c:pt>
                <c:pt idx="2182">
                  <c:v>345.106080234051</c:v>
                </c:pt>
                <c:pt idx="2183">
                  <c:v>345.141355872154</c:v>
                </c:pt>
                <c:pt idx="2184">
                  <c:v>345.184528946876</c:v>
                </c:pt>
                <c:pt idx="2185">
                  <c:v>345.263327419758</c:v>
                </c:pt>
                <c:pt idx="2186">
                  <c:v>345.374711096287</c:v>
                </c:pt>
                <c:pt idx="2187">
                  <c:v>345.519336819649</c:v>
                </c:pt>
                <c:pt idx="2188">
                  <c:v>345.641201615334</c:v>
                </c:pt>
                <c:pt idx="2189">
                  <c:v>345.827629983425</c:v>
                </c:pt>
                <c:pt idx="2190">
                  <c:v>346.062025249004</c:v>
                </c:pt>
                <c:pt idx="2191">
                  <c:v>346.314455091953</c:v>
                </c:pt>
                <c:pt idx="2192">
                  <c:v>346.622089803219</c:v>
                </c:pt>
                <c:pt idx="2193">
                  <c:v>346.872132599354</c:v>
                </c:pt>
                <c:pt idx="2194">
                  <c:v>347.176149427891</c:v>
                </c:pt>
              </c:numCache>
            </c:numRef>
          </c:val>
          <c:smooth val="0"/>
        </c:ser>
        <c:ser>
          <c:idx val="4"/>
          <c:order val="4"/>
          <c:tx>
            <c:strRef>
              <c:f>Sheet1!$F$1</c:f>
              <c:strCache>
                <c:ptCount val="1"/>
                <c:pt idx="0">
                  <c:v>HI_Neu_daily_10days</c:v>
                </c:pt>
              </c:strCache>
            </c:strRef>
          </c:tx>
          <c:spPr>
            <a:ln w="28575" cap="rnd">
              <a:solidFill>
                <a:schemeClr val="accent5"/>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Sheet1!$F$2:$F$2206</c:f>
              <c:numCache>
                <c:formatCode>General</c:formatCode>
                <c:ptCount val="2205"/>
                <c:pt idx="0">
                  <c:v>0.054622530937195</c:v>
                </c:pt>
                <c:pt idx="1">
                  <c:v>0.104252994060517</c:v>
                </c:pt>
                <c:pt idx="2">
                  <c:v>0.218094050884247</c:v>
                </c:pt>
                <c:pt idx="3">
                  <c:v>0.380085051059723</c:v>
                </c:pt>
                <c:pt idx="4">
                  <c:v>0.494666993618012</c:v>
                </c:pt>
                <c:pt idx="5">
                  <c:v>0.592919409275055</c:v>
                </c:pt>
                <c:pt idx="6">
                  <c:v>0.724353492259979</c:v>
                </c:pt>
                <c:pt idx="7">
                  <c:v>0.83552747964859</c:v>
                </c:pt>
                <c:pt idx="8">
                  <c:v>0.968722641468048</c:v>
                </c:pt>
                <c:pt idx="9">
                  <c:v>1.03313320875168</c:v>
                </c:pt>
                <c:pt idx="10">
                  <c:v>1.35376018285751</c:v>
                </c:pt>
                <c:pt idx="11">
                  <c:v>1.5820797085762</c:v>
                </c:pt>
                <c:pt idx="12">
                  <c:v>1.86664086580276</c:v>
                </c:pt>
                <c:pt idx="13">
                  <c:v>2.12605261802673</c:v>
                </c:pt>
                <c:pt idx="14">
                  <c:v>2.31087863445282</c:v>
                </c:pt>
                <c:pt idx="15">
                  <c:v>2.42884391546249</c:v>
                </c:pt>
                <c:pt idx="16">
                  <c:v>2.50632154941559</c:v>
                </c:pt>
                <c:pt idx="17">
                  <c:v>2.53700053691864</c:v>
                </c:pt>
                <c:pt idx="18">
                  <c:v>2.53096067905426</c:v>
                </c:pt>
                <c:pt idx="19">
                  <c:v>2.58795118331909</c:v>
                </c:pt>
                <c:pt idx="20">
                  <c:v>2.62358474731445</c:v>
                </c:pt>
                <c:pt idx="21">
                  <c:v>2.75482273101806</c:v>
                </c:pt>
                <c:pt idx="22">
                  <c:v>2.87819403409958</c:v>
                </c:pt>
                <c:pt idx="23">
                  <c:v>3.06364220380783</c:v>
                </c:pt>
                <c:pt idx="24">
                  <c:v>3.2780379652977</c:v>
                </c:pt>
                <c:pt idx="25">
                  <c:v>3.52463978528976</c:v>
                </c:pt>
                <c:pt idx="26">
                  <c:v>3.78537935018539</c:v>
                </c:pt>
                <c:pt idx="27">
                  <c:v>4.10680562257766</c:v>
                </c:pt>
                <c:pt idx="28">
                  <c:v>4.45021277666092</c:v>
                </c:pt>
                <c:pt idx="29">
                  <c:v>4.81084626913071</c:v>
                </c:pt>
                <c:pt idx="30">
                  <c:v>5.1654776930809</c:v>
                </c:pt>
                <c:pt idx="31">
                  <c:v>5.51394093036651</c:v>
                </c:pt>
                <c:pt idx="32">
                  <c:v>5.81317663192749</c:v>
                </c:pt>
                <c:pt idx="33">
                  <c:v>6.08292806148529</c:v>
                </c:pt>
                <c:pt idx="34">
                  <c:v>6.30447918176651</c:v>
                </c:pt>
                <c:pt idx="35">
                  <c:v>6.54667270183563</c:v>
                </c:pt>
                <c:pt idx="36">
                  <c:v>6.78669834136963</c:v>
                </c:pt>
                <c:pt idx="37">
                  <c:v>7.04292571544647</c:v>
                </c:pt>
                <c:pt idx="38">
                  <c:v>7.24044096469879</c:v>
                </c:pt>
                <c:pt idx="39">
                  <c:v>7.40785896778106</c:v>
                </c:pt>
                <c:pt idx="40">
                  <c:v>7.54984438419342</c:v>
                </c:pt>
                <c:pt idx="41">
                  <c:v>7.64947021007537</c:v>
                </c:pt>
                <c:pt idx="42">
                  <c:v>7.75798147916793</c:v>
                </c:pt>
                <c:pt idx="43">
                  <c:v>7.91681039333343</c:v>
                </c:pt>
                <c:pt idx="44">
                  <c:v>8.02801364660263</c:v>
                </c:pt>
                <c:pt idx="45">
                  <c:v>8.05611151456833</c:v>
                </c:pt>
                <c:pt idx="46">
                  <c:v>8.09713119268417</c:v>
                </c:pt>
                <c:pt idx="47">
                  <c:v>8.13705110549926</c:v>
                </c:pt>
                <c:pt idx="48">
                  <c:v>8.25682973861694</c:v>
                </c:pt>
                <c:pt idx="49">
                  <c:v>8.36270850896835</c:v>
                </c:pt>
                <c:pt idx="50">
                  <c:v>8.47649264335632</c:v>
                </c:pt>
                <c:pt idx="51">
                  <c:v>8.60134840011596</c:v>
                </c:pt>
                <c:pt idx="52">
                  <c:v>8.75911450386047</c:v>
                </c:pt>
                <c:pt idx="53">
                  <c:v>8.93603849411011</c:v>
                </c:pt>
                <c:pt idx="54">
                  <c:v>9.12218308448791</c:v>
                </c:pt>
                <c:pt idx="55">
                  <c:v>9.32544010877609</c:v>
                </c:pt>
                <c:pt idx="56">
                  <c:v>9.51811152696609</c:v>
                </c:pt>
                <c:pt idx="57">
                  <c:v>9.73537164926529</c:v>
                </c:pt>
                <c:pt idx="58">
                  <c:v>9.93039757013321</c:v>
                </c:pt>
                <c:pt idx="59">
                  <c:v>10.0842411518097</c:v>
                </c:pt>
                <c:pt idx="60">
                  <c:v>10.2421548366547</c:v>
                </c:pt>
                <c:pt idx="61">
                  <c:v>10.3849034905434</c:v>
                </c:pt>
                <c:pt idx="62">
                  <c:v>10.5397843122482</c:v>
                </c:pt>
                <c:pt idx="63">
                  <c:v>10.7143023610115</c:v>
                </c:pt>
                <c:pt idx="64">
                  <c:v>10.8981224894524</c:v>
                </c:pt>
                <c:pt idx="65">
                  <c:v>11.0973998904228</c:v>
                </c:pt>
                <c:pt idx="66">
                  <c:v>11.3071512579918</c:v>
                </c:pt>
                <c:pt idx="67">
                  <c:v>11.5213405489922</c:v>
                </c:pt>
                <c:pt idx="68">
                  <c:v>11.6689603328705</c:v>
                </c:pt>
                <c:pt idx="69">
                  <c:v>11.8332108855247</c:v>
                </c:pt>
                <c:pt idx="70">
                  <c:v>11.9363511800766</c:v>
                </c:pt>
                <c:pt idx="71">
                  <c:v>12.0018967986107</c:v>
                </c:pt>
                <c:pt idx="72">
                  <c:v>12.0659101605415</c:v>
                </c:pt>
                <c:pt idx="73">
                  <c:v>12.2496364712715</c:v>
                </c:pt>
                <c:pt idx="74">
                  <c:v>12.3658655285835</c:v>
                </c:pt>
                <c:pt idx="75">
                  <c:v>12.4248636364937</c:v>
                </c:pt>
                <c:pt idx="76">
                  <c:v>12.421109855175</c:v>
                </c:pt>
                <c:pt idx="77">
                  <c:v>12.4653152227402</c:v>
                </c:pt>
                <c:pt idx="78">
                  <c:v>12.5406950712204</c:v>
                </c:pt>
                <c:pt idx="79">
                  <c:v>12.5890062451363</c:v>
                </c:pt>
                <c:pt idx="80">
                  <c:v>12.7232677340508</c:v>
                </c:pt>
                <c:pt idx="81">
                  <c:v>12.8509176373482</c:v>
                </c:pt>
                <c:pt idx="82">
                  <c:v>12.9485414028168</c:v>
                </c:pt>
                <c:pt idx="83">
                  <c:v>12.8882900476456</c:v>
                </c:pt>
                <c:pt idx="84">
                  <c:v>12.8400393724442</c:v>
                </c:pt>
                <c:pt idx="85">
                  <c:v>12.8117307424545</c:v>
                </c:pt>
                <c:pt idx="86">
                  <c:v>12.8271902799606</c:v>
                </c:pt>
                <c:pt idx="87">
                  <c:v>12.8604409098625</c:v>
                </c:pt>
                <c:pt idx="88">
                  <c:v>12.8531269431114</c:v>
                </c:pt>
                <c:pt idx="89">
                  <c:v>12.8821666836739</c:v>
                </c:pt>
                <c:pt idx="90">
                  <c:v>12.8870371580124</c:v>
                </c:pt>
                <c:pt idx="91">
                  <c:v>12.9348090291023</c:v>
                </c:pt>
                <c:pt idx="92">
                  <c:v>13.030678331852</c:v>
                </c:pt>
                <c:pt idx="93">
                  <c:v>13.2530742287636</c:v>
                </c:pt>
                <c:pt idx="94">
                  <c:v>13.4967879652977</c:v>
                </c:pt>
                <c:pt idx="95">
                  <c:v>13.6291438937187</c:v>
                </c:pt>
                <c:pt idx="96">
                  <c:v>13.8513494133949</c:v>
                </c:pt>
                <c:pt idx="97">
                  <c:v>14.1350447535515</c:v>
                </c:pt>
                <c:pt idx="98">
                  <c:v>14.5996879935265</c:v>
                </c:pt>
                <c:pt idx="99">
                  <c:v>15.0537320375443</c:v>
                </c:pt>
                <c:pt idx="100">
                  <c:v>15.5087984800339</c:v>
                </c:pt>
                <c:pt idx="101">
                  <c:v>15.8909717798233</c:v>
                </c:pt>
                <c:pt idx="102">
                  <c:v>16.2319414615631</c:v>
                </c:pt>
                <c:pt idx="103">
                  <c:v>16.529705286026</c:v>
                </c:pt>
                <c:pt idx="104">
                  <c:v>16.7907503843308</c:v>
                </c:pt>
                <c:pt idx="105">
                  <c:v>17.1408751010895</c:v>
                </c:pt>
                <c:pt idx="106">
                  <c:v>17.4380563497543</c:v>
                </c:pt>
                <c:pt idx="107">
                  <c:v>17.6638079881668</c:v>
                </c:pt>
                <c:pt idx="108">
                  <c:v>17.8297172784805</c:v>
                </c:pt>
                <c:pt idx="109">
                  <c:v>18.0596109032631</c:v>
                </c:pt>
                <c:pt idx="110">
                  <c:v>18.2696359753609</c:v>
                </c:pt>
                <c:pt idx="111">
                  <c:v>18.5222253203392</c:v>
                </c:pt>
                <c:pt idx="112">
                  <c:v>18.7828834652901</c:v>
                </c:pt>
                <c:pt idx="113">
                  <c:v>19.0823290348053</c:v>
                </c:pt>
                <c:pt idx="114">
                  <c:v>19.368666768074</c:v>
                </c:pt>
                <c:pt idx="115">
                  <c:v>19.6056700348854</c:v>
                </c:pt>
                <c:pt idx="116">
                  <c:v>19.8372138738632</c:v>
                </c:pt>
                <c:pt idx="117">
                  <c:v>20.0613243579865</c:v>
                </c:pt>
                <c:pt idx="118">
                  <c:v>20.2884166836739</c:v>
                </c:pt>
                <c:pt idx="119">
                  <c:v>20.4777173399925</c:v>
                </c:pt>
                <c:pt idx="120">
                  <c:v>20.6925453543663</c:v>
                </c:pt>
                <c:pt idx="121">
                  <c:v>20.9218537807465</c:v>
                </c:pt>
                <c:pt idx="122">
                  <c:v>21.1377147436142</c:v>
                </c:pt>
                <c:pt idx="123">
                  <c:v>21.3431397676468</c:v>
                </c:pt>
                <c:pt idx="124">
                  <c:v>21.5536469221115</c:v>
                </c:pt>
                <c:pt idx="125">
                  <c:v>21.7398182153702</c:v>
                </c:pt>
                <c:pt idx="126">
                  <c:v>21.9291721582413</c:v>
                </c:pt>
                <c:pt idx="127">
                  <c:v>22.0921733379364</c:v>
                </c:pt>
                <c:pt idx="128">
                  <c:v>22.2734277248383</c:v>
                </c:pt>
                <c:pt idx="129">
                  <c:v>22.4290813803673</c:v>
                </c:pt>
                <c:pt idx="130">
                  <c:v>22.7554540038109</c:v>
                </c:pt>
                <c:pt idx="131">
                  <c:v>23.018402159214</c:v>
                </c:pt>
                <c:pt idx="132">
                  <c:v>23.2372576594353</c:v>
                </c:pt>
                <c:pt idx="133">
                  <c:v>23.4377388358116</c:v>
                </c:pt>
                <c:pt idx="134">
                  <c:v>23.6068717241287</c:v>
                </c:pt>
                <c:pt idx="135">
                  <c:v>23.77663230896</c:v>
                </c:pt>
                <c:pt idx="136">
                  <c:v>23.8762014508247</c:v>
                </c:pt>
                <c:pt idx="137">
                  <c:v>24.0028637051582</c:v>
                </c:pt>
                <c:pt idx="138">
                  <c:v>24.1762264370918</c:v>
                </c:pt>
                <c:pt idx="139">
                  <c:v>24.3516783118248</c:v>
                </c:pt>
                <c:pt idx="140">
                  <c:v>24.5821962952614</c:v>
                </c:pt>
                <c:pt idx="141">
                  <c:v>24.7538536787033</c:v>
                </c:pt>
                <c:pt idx="142">
                  <c:v>24.9274839162827</c:v>
                </c:pt>
                <c:pt idx="143">
                  <c:v>25.1316297054291</c:v>
                </c:pt>
                <c:pt idx="144">
                  <c:v>25.2754112482071</c:v>
                </c:pt>
                <c:pt idx="145">
                  <c:v>25.4354916810989</c:v>
                </c:pt>
                <c:pt idx="146">
                  <c:v>25.6258615851402</c:v>
                </c:pt>
                <c:pt idx="147">
                  <c:v>25.8255887627602</c:v>
                </c:pt>
                <c:pt idx="148">
                  <c:v>26.0703153014183</c:v>
                </c:pt>
                <c:pt idx="149">
                  <c:v>26.2869301438332</c:v>
                </c:pt>
                <c:pt idx="150">
                  <c:v>26.5045968294144</c:v>
                </c:pt>
                <c:pt idx="151">
                  <c:v>26.6890676021576</c:v>
                </c:pt>
                <c:pt idx="152">
                  <c:v>26.7932528853416</c:v>
                </c:pt>
                <c:pt idx="153">
                  <c:v>26.9212391972542</c:v>
                </c:pt>
                <c:pt idx="154">
                  <c:v>26.9432277083397</c:v>
                </c:pt>
                <c:pt idx="155">
                  <c:v>26.9768747091293</c:v>
                </c:pt>
                <c:pt idx="156">
                  <c:v>27.0380070209503</c:v>
                </c:pt>
                <c:pt idx="157">
                  <c:v>27.0791590809822</c:v>
                </c:pt>
                <c:pt idx="158">
                  <c:v>27.1652542948723</c:v>
                </c:pt>
                <c:pt idx="159">
                  <c:v>27.1904395222664</c:v>
                </c:pt>
                <c:pt idx="160">
                  <c:v>27.1956481337547</c:v>
                </c:pt>
                <c:pt idx="161">
                  <c:v>27.2077561020851</c:v>
                </c:pt>
                <c:pt idx="162">
                  <c:v>27.2273396849632</c:v>
                </c:pt>
                <c:pt idx="163">
                  <c:v>27.2792031168938</c:v>
                </c:pt>
                <c:pt idx="164">
                  <c:v>27.4297568202019</c:v>
                </c:pt>
                <c:pt idx="165">
                  <c:v>27.59308552742</c:v>
                </c:pt>
                <c:pt idx="166">
                  <c:v>27.7407168149948</c:v>
                </c:pt>
                <c:pt idx="167">
                  <c:v>27.8715515732765</c:v>
                </c:pt>
                <c:pt idx="168">
                  <c:v>28.0192875862122</c:v>
                </c:pt>
                <c:pt idx="169">
                  <c:v>28.1946672201157</c:v>
                </c:pt>
                <c:pt idx="170">
                  <c:v>28.4346916079521</c:v>
                </c:pt>
                <c:pt idx="171">
                  <c:v>28.6987083554268</c:v>
                </c:pt>
                <c:pt idx="172">
                  <c:v>28.9650848507881</c:v>
                </c:pt>
                <c:pt idx="173">
                  <c:v>29.2746309041977</c:v>
                </c:pt>
                <c:pt idx="174">
                  <c:v>29.5455132126808</c:v>
                </c:pt>
                <c:pt idx="175">
                  <c:v>29.7886779904366</c:v>
                </c:pt>
                <c:pt idx="176">
                  <c:v>30.0000265240669</c:v>
                </c:pt>
                <c:pt idx="177">
                  <c:v>30.230119407177</c:v>
                </c:pt>
                <c:pt idx="178">
                  <c:v>30.4337337613106</c:v>
                </c:pt>
                <c:pt idx="179">
                  <c:v>30.6432843208313</c:v>
                </c:pt>
                <c:pt idx="180">
                  <c:v>30.8505874872208</c:v>
                </c:pt>
                <c:pt idx="181">
                  <c:v>31.112561404705</c:v>
                </c:pt>
                <c:pt idx="182">
                  <c:v>31.4060469269753</c:v>
                </c:pt>
                <c:pt idx="183">
                  <c:v>31.6799713969231</c:v>
                </c:pt>
                <c:pt idx="184">
                  <c:v>31.9355185627937</c:v>
                </c:pt>
                <c:pt idx="185">
                  <c:v>32.2251723408699</c:v>
                </c:pt>
                <c:pt idx="186">
                  <c:v>32.5088896751404</c:v>
                </c:pt>
                <c:pt idx="187">
                  <c:v>32.791341483593</c:v>
                </c:pt>
                <c:pt idx="188">
                  <c:v>33.0475494265556</c:v>
                </c:pt>
                <c:pt idx="189">
                  <c:v>33.302162528038</c:v>
                </c:pt>
                <c:pt idx="190">
                  <c:v>33.5300524234772</c:v>
                </c:pt>
                <c:pt idx="191">
                  <c:v>33.6860901117325</c:v>
                </c:pt>
                <c:pt idx="192">
                  <c:v>33.8057787418365</c:v>
                </c:pt>
                <c:pt idx="193">
                  <c:v>33.9389875531197</c:v>
                </c:pt>
                <c:pt idx="194">
                  <c:v>34.0912965536118</c:v>
                </c:pt>
                <c:pt idx="195">
                  <c:v>34.2128521203995</c:v>
                </c:pt>
                <c:pt idx="196">
                  <c:v>34.3337323069572</c:v>
                </c:pt>
                <c:pt idx="197">
                  <c:v>34.4372360706329</c:v>
                </c:pt>
                <c:pt idx="198">
                  <c:v>34.5310943126678</c:v>
                </c:pt>
                <c:pt idx="199">
                  <c:v>34.5965898633003</c:v>
                </c:pt>
                <c:pt idx="200">
                  <c:v>34.6568410396576</c:v>
                </c:pt>
                <c:pt idx="201">
                  <c:v>34.6771760582924</c:v>
                </c:pt>
                <c:pt idx="202">
                  <c:v>34.7428961992264</c:v>
                </c:pt>
                <c:pt idx="203">
                  <c:v>34.8213242888451</c:v>
                </c:pt>
                <c:pt idx="204">
                  <c:v>34.9312182068825</c:v>
                </c:pt>
                <c:pt idx="205">
                  <c:v>35.0569053888321</c:v>
                </c:pt>
                <c:pt idx="206">
                  <c:v>35.2040311098099</c:v>
                </c:pt>
                <c:pt idx="207">
                  <c:v>35.3898671269417</c:v>
                </c:pt>
                <c:pt idx="208">
                  <c:v>35.639202773571</c:v>
                </c:pt>
                <c:pt idx="209">
                  <c:v>35.8780853152275</c:v>
                </c:pt>
                <c:pt idx="210">
                  <c:v>36.1501386165619</c:v>
                </c:pt>
                <c:pt idx="211">
                  <c:v>36.3527452945709</c:v>
                </c:pt>
                <c:pt idx="212">
                  <c:v>36.5230755209923</c:v>
                </c:pt>
                <c:pt idx="213">
                  <c:v>36.6700987815857</c:v>
                </c:pt>
                <c:pt idx="214">
                  <c:v>36.8123505711555</c:v>
                </c:pt>
                <c:pt idx="215">
                  <c:v>36.8586562275887</c:v>
                </c:pt>
                <c:pt idx="216">
                  <c:v>36.9403337836266</c:v>
                </c:pt>
                <c:pt idx="217">
                  <c:v>37.0565463900566</c:v>
                </c:pt>
                <c:pt idx="218">
                  <c:v>37.1416018009186</c:v>
                </c:pt>
                <c:pt idx="219">
                  <c:v>37.2576448917389</c:v>
                </c:pt>
                <c:pt idx="220">
                  <c:v>37.4387096762657</c:v>
                </c:pt>
                <c:pt idx="221">
                  <c:v>37.555772960186</c:v>
                </c:pt>
                <c:pt idx="222">
                  <c:v>37.7251818776131</c:v>
                </c:pt>
                <c:pt idx="223">
                  <c:v>37.8587051033974</c:v>
                </c:pt>
                <c:pt idx="224">
                  <c:v>38.0240408778191</c:v>
                </c:pt>
                <c:pt idx="225">
                  <c:v>38.1563752293587</c:v>
                </c:pt>
                <c:pt idx="226">
                  <c:v>38.4043520689011</c:v>
                </c:pt>
                <c:pt idx="227">
                  <c:v>38.533987402916</c:v>
                </c:pt>
                <c:pt idx="228">
                  <c:v>38.6358671784401</c:v>
                </c:pt>
                <c:pt idx="229">
                  <c:v>38.6860002279282</c:v>
                </c:pt>
                <c:pt idx="230">
                  <c:v>38.7068326473236</c:v>
                </c:pt>
                <c:pt idx="231">
                  <c:v>38.8011127114296</c:v>
                </c:pt>
                <c:pt idx="232">
                  <c:v>38.8959779143333</c:v>
                </c:pt>
                <c:pt idx="233">
                  <c:v>39.013006746769</c:v>
                </c:pt>
                <c:pt idx="234">
                  <c:v>39.1293479800224</c:v>
                </c:pt>
                <c:pt idx="235">
                  <c:v>39.2420850396156</c:v>
                </c:pt>
                <c:pt idx="236">
                  <c:v>39.3362498879433</c:v>
                </c:pt>
                <c:pt idx="237">
                  <c:v>39.4946110248566</c:v>
                </c:pt>
                <c:pt idx="238">
                  <c:v>39.6894268393517</c:v>
                </c:pt>
                <c:pt idx="239">
                  <c:v>39.8552327156067</c:v>
                </c:pt>
                <c:pt idx="240">
                  <c:v>40.0999465584755</c:v>
                </c:pt>
                <c:pt idx="241">
                  <c:v>40.2946695685387</c:v>
                </c:pt>
                <c:pt idx="242">
                  <c:v>40.5117394924164</c:v>
                </c:pt>
                <c:pt idx="243">
                  <c:v>40.6893993616104</c:v>
                </c:pt>
                <c:pt idx="244">
                  <c:v>40.8147407770157</c:v>
                </c:pt>
                <c:pt idx="245">
                  <c:v>40.9419346451759</c:v>
                </c:pt>
                <c:pt idx="246">
                  <c:v>41.0431812405586</c:v>
                </c:pt>
                <c:pt idx="247">
                  <c:v>41.2129016518593</c:v>
                </c:pt>
                <c:pt idx="248">
                  <c:v>41.3343505859375</c:v>
                </c:pt>
                <c:pt idx="249">
                  <c:v>41.4880439043045</c:v>
                </c:pt>
                <c:pt idx="250">
                  <c:v>41.633614897728</c:v>
                </c:pt>
                <c:pt idx="251">
                  <c:v>41.8514388799667</c:v>
                </c:pt>
                <c:pt idx="252">
                  <c:v>42.0496202707291</c:v>
                </c:pt>
                <c:pt idx="253">
                  <c:v>42.2528785467148</c:v>
                </c:pt>
                <c:pt idx="254">
                  <c:v>42.455427467823</c:v>
                </c:pt>
                <c:pt idx="255">
                  <c:v>42.7104911208153</c:v>
                </c:pt>
                <c:pt idx="256">
                  <c:v>42.9128893017769</c:v>
                </c:pt>
                <c:pt idx="257">
                  <c:v>43.0869225263596</c:v>
                </c:pt>
                <c:pt idx="258">
                  <c:v>43.261777639389</c:v>
                </c:pt>
                <c:pt idx="259">
                  <c:v>43.4239356517792</c:v>
                </c:pt>
                <c:pt idx="260">
                  <c:v>43.6196845173836</c:v>
                </c:pt>
                <c:pt idx="261">
                  <c:v>43.8430896401405</c:v>
                </c:pt>
                <c:pt idx="262">
                  <c:v>44.0223918557167</c:v>
                </c:pt>
                <c:pt idx="263">
                  <c:v>44.1856912970543</c:v>
                </c:pt>
                <c:pt idx="264">
                  <c:v>44.3886841535568</c:v>
                </c:pt>
                <c:pt idx="265">
                  <c:v>44.5546749830246</c:v>
                </c:pt>
                <c:pt idx="266">
                  <c:v>44.7960466146469</c:v>
                </c:pt>
                <c:pt idx="267">
                  <c:v>44.9454237222672</c:v>
                </c:pt>
                <c:pt idx="268">
                  <c:v>45.0502097606659</c:v>
                </c:pt>
                <c:pt idx="269">
                  <c:v>45.1589407920837</c:v>
                </c:pt>
                <c:pt idx="270">
                  <c:v>45.4967885017395</c:v>
                </c:pt>
                <c:pt idx="271">
                  <c:v>45.7291593551636</c:v>
                </c:pt>
                <c:pt idx="272">
                  <c:v>45.8302730321884</c:v>
                </c:pt>
                <c:pt idx="273">
                  <c:v>45.9713232517242</c:v>
                </c:pt>
                <c:pt idx="274">
                  <c:v>46.1010967493057</c:v>
                </c:pt>
                <c:pt idx="275">
                  <c:v>46.290686070919</c:v>
                </c:pt>
                <c:pt idx="276">
                  <c:v>46.4927041530609</c:v>
                </c:pt>
                <c:pt idx="277">
                  <c:v>46.683119893074</c:v>
                </c:pt>
                <c:pt idx="278">
                  <c:v>46.8218434453011</c:v>
                </c:pt>
                <c:pt idx="279">
                  <c:v>46.8760814666748</c:v>
                </c:pt>
                <c:pt idx="280">
                  <c:v>46.9144170284271</c:v>
                </c:pt>
                <c:pt idx="281">
                  <c:v>47.0454347133636</c:v>
                </c:pt>
                <c:pt idx="282">
                  <c:v>47.1871812343597</c:v>
                </c:pt>
                <c:pt idx="283">
                  <c:v>47.3437012434006</c:v>
                </c:pt>
                <c:pt idx="284">
                  <c:v>47.5130861401558</c:v>
                </c:pt>
                <c:pt idx="285">
                  <c:v>47.6551935076714</c:v>
                </c:pt>
                <c:pt idx="286">
                  <c:v>47.8519191741943</c:v>
                </c:pt>
                <c:pt idx="287">
                  <c:v>48.0364006757736</c:v>
                </c:pt>
                <c:pt idx="288">
                  <c:v>48.2651300430298</c:v>
                </c:pt>
                <c:pt idx="289">
                  <c:v>48.4827048778534</c:v>
                </c:pt>
                <c:pt idx="290">
                  <c:v>48.6948739290237</c:v>
                </c:pt>
                <c:pt idx="291">
                  <c:v>48.8761483430862</c:v>
                </c:pt>
                <c:pt idx="292">
                  <c:v>49.1082844138145</c:v>
                </c:pt>
                <c:pt idx="293">
                  <c:v>49.3331690430641</c:v>
                </c:pt>
                <c:pt idx="294">
                  <c:v>49.5280292630196</c:v>
                </c:pt>
                <c:pt idx="295">
                  <c:v>49.7143108844757</c:v>
                </c:pt>
                <c:pt idx="296">
                  <c:v>49.8935816287994</c:v>
                </c:pt>
                <c:pt idx="297">
                  <c:v>50.0940200090408</c:v>
                </c:pt>
                <c:pt idx="298">
                  <c:v>50.3799743652344</c:v>
                </c:pt>
                <c:pt idx="299">
                  <c:v>50.6953355073929</c:v>
                </c:pt>
                <c:pt idx="300">
                  <c:v>51.0005267858505</c:v>
                </c:pt>
                <c:pt idx="301">
                  <c:v>51.2365842461586</c:v>
                </c:pt>
                <c:pt idx="302">
                  <c:v>51.4170187115669</c:v>
                </c:pt>
                <c:pt idx="303">
                  <c:v>51.5695769190788</c:v>
                </c:pt>
                <c:pt idx="304">
                  <c:v>51.7284029126167</c:v>
                </c:pt>
                <c:pt idx="305">
                  <c:v>51.921627342701</c:v>
                </c:pt>
                <c:pt idx="306">
                  <c:v>52.089969098568</c:v>
                </c:pt>
                <c:pt idx="307">
                  <c:v>52.3232399821281</c:v>
                </c:pt>
                <c:pt idx="308">
                  <c:v>52.5624775290489</c:v>
                </c:pt>
                <c:pt idx="309">
                  <c:v>52.7838741540909</c:v>
                </c:pt>
                <c:pt idx="310">
                  <c:v>53.011042714119</c:v>
                </c:pt>
                <c:pt idx="311">
                  <c:v>53.207386136055</c:v>
                </c:pt>
                <c:pt idx="312">
                  <c:v>53.4101066589355</c:v>
                </c:pt>
                <c:pt idx="313">
                  <c:v>53.6424331665039</c:v>
                </c:pt>
                <c:pt idx="314">
                  <c:v>53.8769488334656</c:v>
                </c:pt>
                <c:pt idx="315">
                  <c:v>54.0946327447891</c:v>
                </c:pt>
                <c:pt idx="316">
                  <c:v>54.3160079717636</c:v>
                </c:pt>
                <c:pt idx="317">
                  <c:v>54.5374591946602</c:v>
                </c:pt>
                <c:pt idx="318">
                  <c:v>54.7543419003487</c:v>
                </c:pt>
                <c:pt idx="319">
                  <c:v>54.9386741518974</c:v>
                </c:pt>
                <c:pt idx="320">
                  <c:v>55.12991720438</c:v>
                </c:pt>
                <c:pt idx="321">
                  <c:v>55.2708595395088</c:v>
                </c:pt>
                <c:pt idx="322">
                  <c:v>55.3581019639969</c:v>
                </c:pt>
                <c:pt idx="323">
                  <c:v>55.4593976736069</c:v>
                </c:pt>
                <c:pt idx="324">
                  <c:v>55.5446636676788</c:v>
                </c:pt>
                <c:pt idx="325">
                  <c:v>55.6697410345078</c:v>
                </c:pt>
                <c:pt idx="326">
                  <c:v>55.7903886437416</c:v>
                </c:pt>
                <c:pt idx="327">
                  <c:v>55.9208801388741</c:v>
                </c:pt>
                <c:pt idx="328">
                  <c:v>56.0057290792465</c:v>
                </c:pt>
                <c:pt idx="329">
                  <c:v>56.1262701153755</c:v>
                </c:pt>
                <c:pt idx="330">
                  <c:v>56.2341219186783</c:v>
                </c:pt>
                <c:pt idx="331">
                  <c:v>56.3474028110504</c:v>
                </c:pt>
                <c:pt idx="332">
                  <c:v>56.504660487175</c:v>
                </c:pt>
                <c:pt idx="333">
                  <c:v>56.6710231900215</c:v>
                </c:pt>
                <c:pt idx="334">
                  <c:v>56.8437569141388</c:v>
                </c:pt>
                <c:pt idx="335">
                  <c:v>57.0416632890701</c:v>
                </c:pt>
                <c:pt idx="336">
                  <c:v>57.2494574785233</c:v>
                </c:pt>
                <c:pt idx="337">
                  <c:v>57.4302710294724</c:v>
                </c:pt>
                <c:pt idx="338">
                  <c:v>57.6220901012421</c:v>
                </c:pt>
                <c:pt idx="339">
                  <c:v>57.8085634708405</c:v>
                </c:pt>
                <c:pt idx="340">
                  <c:v>57.9703752398491</c:v>
                </c:pt>
                <c:pt idx="341">
                  <c:v>58.118903696537</c:v>
                </c:pt>
                <c:pt idx="342">
                  <c:v>58.2651833891869</c:v>
                </c:pt>
                <c:pt idx="343">
                  <c:v>58.3695386648178</c:v>
                </c:pt>
                <c:pt idx="344">
                  <c:v>58.4842718839645</c:v>
                </c:pt>
                <c:pt idx="345">
                  <c:v>58.5886449813843</c:v>
                </c:pt>
                <c:pt idx="346">
                  <c:v>58.7143298387527</c:v>
                </c:pt>
                <c:pt idx="347">
                  <c:v>58.865039229393</c:v>
                </c:pt>
                <c:pt idx="348">
                  <c:v>59.0092933773994</c:v>
                </c:pt>
                <c:pt idx="349">
                  <c:v>59.1399477124214</c:v>
                </c:pt>
                <c:pt idx="350">
                  <c:v>59.2565143704414</c:v>
                </c:pt>
                <c:pt idx="351">
                  <c:v>59.3825412392616</c:v>
                </c:pt>
                <c:pt idx="352">
                  <c:v>59.4932560920715</c:v>
                </c:pt>
                <c:pt idx="353">
                  <c:v>59.6335695385933</c:v>
                </c:pt>
                <c:pt idx="354">
                  <c:v>59.8195889592171</c:v>
                </c:pt>
                <c:pt idx="355">
                  <c:v>60.0778554081917</c:v>
                </c:pt>
                <c:pt idx="356">
                  <c:v>60.311717569828</c:v>
                </c:pt>
                <c:pt idx="357">
                  <c:v>60.5312722921371</c:v>
                </c:pt>
                <c:pt idx="358">
                  <c:v>60.7112747430801</c:v>
                </c:pt>
                <c:pt idx="359">
                  <c:v>60.8959724903107</c:v>
                </c:pt>
                <c:pt idx="360">
                  <c:v>61.0386937260628</c:v>
                </c:pt>
                <c:pt idx="361">
                  <c:v>61.1394598484039</c:v>
                </c:pt>
                <c:pt idx="362">
                  <c:v>61.1858721375465</c:v>
                </c:pt>
                <c:pt idx="363">
                  <c:v>61.2464404702187</c:v>
                </c:pt>
                <c:pt idx="364">
                  <c:v>61.3340294957161</c:v>
                </c:pt>
                <c:pt idx="365">
                  <c:v>61.42996519804</c:v>
                </c:pt>
                <c:pt idx="366">
                  <c:v>61.6265336871147</c:v>
                </c:pt>
                <c:pt idx="367">
                  <c:v>61.8492214083672</c:v>
                </c:pt>
                <c:pt idx="368">
                  <c:v>62.0546650290489</c:v>
                </c:pt>
                <c:pt idx="369">
                  <c:v>62.2367764115334</c:v>
                </c:pt>
                <c:pt idx="370">
                  <c:v>62.4640285968781</c:v>
                </c:pt>
                <c:pt idx="371">
                  <c:v>62.8325855731964</c:v>
                </c:pt>
                <c:pt idx="372">
                  <c:v>63.2159920334816</c:v>
                </c:pt>
                <c:pt idx="373">
                  <c:v>63.5462053418159</c:v>
                </c:pt>
                <c:pt idx="374">
                  <c:v>63.8381006121635</c:v>
                </c:pt>
                <c:pt idx="375">
                  <c:v>64.1128267645836</c:v>
                </c:pt>
                <c:pt idx="376">
                  <c:v>64.3584654331207</c:v>
                </c:pt>
                <c:pt idx="377">
                  <c:v>64.5844081640244</c:v>
                </c:pt>
                <c:pt idx="378">
                  <c:v>64.7067969441414</c:v>
                </c:pt>
                <c:pt idx="379">
                  <c:v>64.8831520676613</c:v>
                </c:pt>
                <c:pt idx="380">
                  <c:v>64.9802548289299</c:v>
                </c:pt>
                <c:pt idx="381">
                  <c:v>65.085481762886</c:v>
                </c:pt>
                <c:pt idx="382">
                  <c:v>65.130612552166</c:v>
                </c:pt>
                <c:pt idx="383">
                  <c:v>65.192763209343</c:v>
                </c:pt>
                <c:pt idx="384">
                  <c:v>65.269858956337</c:v>
                </c:pt>
                <c:pt idx="385">
                  <c:v>65.2604147195816</c:v>
                </c:pt>
                <c:pt idx="386">
                  <c:v>65.307723402977</c:v>
                </c:pt>
                <c:pt idx="387">
                  <c:v>65.5197423100471</c:v>
                </c:pt>
                <c:pt idx="388">
                  <c:v>65.7238672375679</c:v>
                </c:pt>
                <c:pt idx="389">
                  <c:v>65.9279371500015</c:v>
                </c:pt>
                <c:pt idx="390">
                  <c:v>66.1628155708313</c:v>
                </c:pt>
                <c:pt idx="391">
                  <c:v>66.3808391094208</c:v>
                </c:pt>
                <c:pt idx="392">
                  <c:v>66.6223783493042</c:v>
                </c:pt>
                <c:pt idx="393">
                  <c:v>66.8350342512131</c:v>
                </c:pt>
                <c:pt idx="394">
                  <c:v>66.9941111803055</c:v>
                </c:pt>
                <c:pt idx="395">
                  <c:v>67.1776560544968</c:v>
                </c:pt>
                <c:pt idx="396">
                  <c:v>67.3899232149124</c:v>
                </c:pt>
                <c:pt idx="397">
                  <c:v>67.5922553539276</c:v>
                </c:pt>
                <c:pt idx="398">
                  <c:v>67.7686498165131</c:v>
                </c:pt>
                <c:pt idx="399">
                  <c:v>67.8767957687378</c:v>
                </c:pt>
                <c:pt idx="400">
                  <c:v>68.043629527092</c:v>
                </c:pt>
                <c:pt idx="401">
                  <c:v>68.202953338623</c:v>
                </c:pt>
                <c:pt idx="402">
                  <c:v>68.3740113377571</c:v>
                </c:pt>
                <c:pt idx="403">
                  <c:v>68.4906647801399</c:v>
                </c:pt>
                <c:pt idx="404">
                  <c:v>68.6427541971207</c:v>
                </c:pt>
                <c:pt idx="405">
                  <c:v>68.7912937402725</c:v>
                </c:pt>
                <c:pt idx="406">
                  <c:v>68.8899095058441</c:v>
                </c:pt>
                <c:pt idx="407">
                  <c:v>68.9491600990295</c:v>
                </c:pt>
                <c:pt idx="408">
                  <c:v>68.9953178167343</c:v>
                </c:pt>
                <c:pt idx="409">
                  <c:v>69.0853572487831</c:v>
                </c:pt>
                <c:pt idx="410">
                  <c:v>69.1518805027008</c:v>
                </c:pt>
                <c:pt idx="411">
                  <c:v>69.223314166069</c:v>
                </c:pt>
                <c:pt idx="412">
                  <c:v>69.2737577557564</c:v>
                </c:pt>
                <c:pt idx="413">
                  <c:v>69.3515855073929</c:v>
                </c:pt>
                <c:pt idx="414">
                  <c:v>69.3833739161491</c:v>
                </c:pt>
                <c:pt idx="415">
                  <c:v>69.4702048897743</c:v>
                </c:pt>
                <c:pt idx="416">
                  <c:v>69.5900158286095</c:v>
                </c:pt>
                <c:pt idx="417">
                  <c:v>69.7629129290581</c:v>
                </c:pt>
                <c:pt idx="418">
                  <c:v>69.9274073243141</c:v>
                </c:pt>
                <c:pt idx="419">
                  <c:v>70.0771176218987</c:v>
                </c:pt>
                <c:pt idx="420">
                  <c:v>70.232528924942</c:v>
                </c:pt>
                <c:pt idx="421">
                  <c:v>70.3464350700378</c:v>
                </c:pt>
                <c:pt idx="422">
                  <c:v>70.4823933839798</c:v>
                </c:pt>
                <c:pt idx="423">
                  <c:v>70.6029257774353</c:v>
                </c:pt>
                <c:pt idx="424">
                  <c:v>70.6953059434891</c:v>
                </c:pt>
                <c:pt idx="425">
                  <c:v>70.8132646083832</c:v>
                </c:pt>
                <c:pt idx="426">
                  <c:v>70.9514248371124</c:v>
                </c:pt>
                <c:pt idx="427">
                  <c:v>71.0496588349342</c:v>
                </c:pt>
                <c:pt idx="428">
                  <c:v>71.2099062800407</c:v>
                </c:pt>
                <c:pt idx="429">
                  <c:v>71.3421069383621</c:v>
                </c:pt>
                <c:pt idx="430">
                  <c:v>71.4715181589127</c:v>
                </c:pt>
                <c:pt idx="431">
                  <c:v>71.5879514217377</c:v>
                </c:pt>
                <c:pt idx="432">
                  <c:v>71.8005955219269</c:v>
                </c:pt>
                <c:pt idx="433">
                  <c:v>72.0128339529037</c:v>
                </c:pt>
                <c:pt idx="434">
                  <c:v>72.2083094120026</c:v>
                </c:pt>
                <c:pt idx="435">
                  <c:v>72.4264650344849</c:v>
                </c:pt>
                <c:pt idx="436">
                  <c:v>72.6665598154068</c:v>
                </c:pt>
                <c:pt idx="437">
                  <c:v>72.9268383979797</c:v>
                </c:pt>
                <c:pt idx="438">
                  <c:v>73.2126795053482</c:v>
                </c:pt>
                <c:pt idx="439">
                  <c:v>73.4516054987907</c:v>
                </c:pt>
                <c:pt idx="440">
                  <c:v>73.6704476475716</c:v>
                </c:pt>
                <c:pt idx="441">
                  <c:v>73.9519746899605</c:v>
                </c:pt>
                <c:pt idx="442">
                  <c:v>74.1857104301453</c:v>
                </c:pt>
                <c:pt idx="443">
                  <c:v>74.474777340889</c:v>
                </c:pt>
                <c:pt idx="444">
                  <c:v>74.7762280702591</c:v>
                </c:pt>
                <c:pt idx="445">
                  <c:v>75.0357872247696</c:v>
                </c:pt>
                <c:pt idx="446">
                  <c:v>75.2975466251373</c:v>
                </c:pt>
                <c:pt idx="447">
                  <c:v>75.5262117385864</c:v>
                </c:pt>
                <c:pt idx="448">
                  <c:v>75.7118569612503</c:v>
                </c:pt>
                <c:pt idx="449">
                  <c:v>75.8676940798759</c:v>
                </c:pt>
                <c:pt idx="450">
                  <c:v>76.0193492174149</c:v>
                </c:pt>
                <c:pt idx="451">
                  <c:v>76.1418447494507</c:v>
                </c:pt>
                <c:pt idx="452">
                  <c:v>76.2903841733932</c:v>
                </c:pt>
                <c:pt idx="453">
                  <c:v>76.4721789360046</c:v>
                </c:pt>
                <c:pt idx="454">
                  <c:v>76.6772129535675</c:v>
                </c:pt>
                <c:pt idx="455">
                  <c:v>76.9324800372124</c:v>
                </c:pt>
                <c:pt idx="456">
                  <c:v>77.2557227015495</c:v>
                </c:pt>
                <c:pt idx="457">
                  <c:v>77.5835261940956</c:v>
                </c:pt>
                <c:pt idx="458">
                  <c:v>77.9155339598656</c:v>
                </c:pt>
                <c:pt idx="459">
                  <c:v>78.2827453613281</c:v>
                </c:pt>
                <c:pt idx="460">
                  <c:v>78.6402095556259</c:v>
                </c:pt>
                <c:pt idx="461">
                  <c:v>78.9515640735626</c:v>
                </c:pt>
                <c:pt idx="462">
                  <c:v>79.2665778398514</c:v>
                </c:pt>
                <c:pt idx="463">
                  <c:v>79.5001534223557</c:v>
                </c:pt>
                <c:pt idx="464">
                  <c:v>79.7278252840042</c:v>
                </c:pt>
                <c:pt idx="465">
                  <c:v>79.8839475512505</c:v>
                </c:pt>
                <c:pt idx="466">
                  <c:v>80.0395771861076</c:v>
                </c:pt>
                <c:pt idx="467">
                  <c:v>80.2034131884575</c:v>
                </c:pt>
                <c:pt idx="468">
                  <c:v>80.323070704937</c:v>
                </c:pt>
                <c:pt idx="469">
                  <c:v>80.4746009707451</c:v>
                </c:pt>
                <c:pt idx="470">
                  <c:v>80.5576372742653</c:v>
                </c:pt>
                <c:pt idx="471">
                  <c:v>80.5925953388214</c:v>
                </c:pt>
                <c:pt idx="472">
                  <c:v>80.6189693808556</c:v>
                </c:pt>
                <c:pt idx="473">
                  <c:v>80.6338686943054</c:v>
                </c:pt>
                <c:pt idx="474">
                  <c:v>80.7032877802849</c:v>
                </c:pt>
                <c:pt idx="475">
                  <c:v>80.7355826497078</c:v>
                </c:pt>
                <c:pt idx="476">
                  <c:v>80.8455255031586</c:v>
                </c:pt>
                <c:pt idx="477">
                  <c:v>80.9660394191742</c:v>
                </c:pt>
                <c:pt idx="478">
                  <c:v>81.1370527744293</c:v>
                </c:pt>
                <c:pt idx="479">
                  <c:v>81.3089547753334</c:v>
                </c:pt>
                <c:pt idx="480">
                  <c:v>81.4821591377258</c:v>
                </c:pt>
                <c:pt idx="481">
                  <c:v>81.6887107491493</c:v>
                </c:pt>
                <c:pt idx="482">
                  <c:v>81.8801764845848</c:v>
                </c:pt>
                <c:pt idx="483">
                  <c:v>82.0498088598251</c:v>
                </c:pt>
                <c:pt idx="484">
                  <c:v>82.2484015226364</c:v>
                </c:pt>
                <c:pt idx="485">
                  <c:v>82.4401448369026</c:v>
                </c:pt>
                <c:pt idx="486">
                  <c:v>82.5433574914932</c:v>
                </c:pt>
                <c:pt idx="487">
                  <c:v>82.6551957726479</c:v>
                </c:pt>
                <c:pt idx="488">
                  <c:v>82.8158537745476</c:v>
                </c:pt>
                <c:pt idx="489">
                  <c:v>82.9503353238106</c:v>
                </c:pt>
                <c:pt idx="490">
                  <c:v>83.1382914185524</c:v>
                </c:pt>
                <c:pt idx="491">
                  <c:v>83.3219295144081</c:v>
                </c:pt>
                <c:pt idx="492">
                  <c:v>83.494689822197</c:v>
                </c:pt>
                <c:pt idx="493">
                  <c:v>83.699887573719</c:v>
                </c:pt>
                <c:pt idx="494">
                  <c:v>83.910717189312</c:v>
                </c:pt>
                <c:pt idx="495">
                  <c:v>84.1484754681587</c:v>
                </c:pt>
                <c:pt idx="496">
                  <c:v>84.3774649500847</c:v>
                </c:pt>
                <c:pt idx="497">
                  <c:v>84.6538316607475</c:v>
                </c:pt>
                <c:pt idx="498">
                  <c:v>84.9298368096352</c:v>
                </c:pt>
                <c:pt idx="499">
                  <c:v>85.2077599167824</c:v>
                </c:pt>
                <c:pt idx="500">
                  <c:v>85.4337211847305</c:v>
                </c:pt>
                <c:pt idx="501">
                  <c:v>85.6385643482208</c:v>
                </c:pt>
                <c:pt idx="502">
                  <c:v>85.8883599638939</c:v>
                </c:pt>
                <c:pt idx="503">
                  <c:v>86.1338912248611</c:v>
                </c:pt>
                <c:pt idx="504">
                  <c:v>86.327009677887</c:v>
                </c:pt>
                <c:pt idx="505">
                  <c:v>86.4905136823654</c:v>
                </c:pt>
                <c:pt idx="506">
                  <c:v>86.6243812441826</c:v>
                </c:pt>
                <c:pt idx="507">
                  <c:v>86.6994411945343</c:v>
                </c:pt>
                <c:pt idx="508">
                  <c:v>86.7189166545868</c:v>
                </c:pt>
                <c:pt idx="509">
                  <c:v>86.7542799711227</c:v>
                </c:pt>
                <c:pt idx="510">
                  <c:v>86.7942153811455</c:v>
                </c:pt>
                <c:pt idx="511">
                  <c:v>86.8111665248871</c:v>
                </c:pt>
                <c:pt idx="512">
                  <c:v>86.842521905899</c:v>
                </c:pt>
                <c:pt idx="513">
                  <c:v>86.8451832532883</c:v>
                </c:pt>
                <c:pt idx="514">
                  <c:v>86.8893434405327</c:v>
                </c:pt>
                <c:pt idx="515">
                  <c:v>86.9464808106422</c:v>
                </c:pt>
                <c:pt idx="516">
                  <c:v>86.9950502514839</c:v>
                </c:pt>
                <c:pt idx="517">
                  <c:v>87.0570048689842</c:v>
                </c:pt>
                <c:pt idx="518">
                  <c:v>87.1451723575592</c:v>
                </c:pt>
                <c:pt idx="519">
                  <c:v>87.2242344617844</c:v>
                </c:pt>
                <c:pt idx="520">
                  <c:v>87.3021622300148</c:v>
                </c:pt>
                <c:pt idx="521">
                  <c:v>87.3994275331497</c:v>
                </c:pt>
                <c:pt idx="522">
                  <c:v>87.4149875640869</c:v>
                </c:pt>
                <c:pt idx="523">
                  <c:v>87.4331301450729</c:v>
                </c:pt>
                <c:pt idx="524">
                  <c:v>87.4757021069527</c:v>
                </c:pt>
                <c:pt idx="525">
                  <c:v>87.5658912658691</c:v>
                </c:pt>
                <c:pt idx="526">
                  <c:v>87.7116000056267</c:v>
                </c:pt>
                <c:pt idx="527">
                  <c:v>87.9068552851677</c:v>
                </c:pt>
                <c:pt idx="528">
                  <c:v>88.0865042805672</c:v>
                </c:pt>
                <c:pt idx="529">
                  <c:v>88.2636062502861</c:v>
                </c:pt>
                <c:pt idx="530">
                  <c:v>88.5206719040871</c:v>
                </c:pt>
                <c:pt idx="531">
                  <c:v>88.7766631245613</c:v>
                </c:pt>
                <c:pt idx="532">
                  <c:v>89.0692645907402</c:v>
                </c:pt>
                <c:pt idx="533">
                  <c:v>89.3398239016533</c:v>
                </c:pt>
                <c:pt idx="534">
                  <c:v>89.6185692548752</c:v>
                </c:pt>
                <c:pt idx="535">
                  <c:v>89.8860882520676</c:v>
                </c:pt>
                <c:pt idx="536">
                  <c:v>90.1080647110939</c:v>
                </c:pt>
                <c:pt idx="537">
                  <c:v>90.3270280957222</c:v>
                </c:pt>
                <c:pt idx="538">
                  <c:v>90.5785458683968</c:v>
                </c:pt>
                <c:pt idx="539">
                  <c:v>90.8154577612877</c:v>
                </c:pt>
                <c:pt idx="540">
                  <c:v>91.0244159698486</c:v>
                </c:pt>
                <c:pt idx="541">
                  <c:v>91.2071187496185</c:v>
                </c:pt>
                <c:pt idx="542">
                  <c:v>91.3979532122612</c:v>
                </c:pt>
                <c:pt idx="543">
                  <c:v>91.6372575163841</c:v>
                </c:pt>
                <c:pt idx="544">
                  <c:v>91.82873660326</c:v>
                </c:pt>
                <c:pt idx="545">
                  <c:v>92.0148623585701</c:v>
                </c:pt>
                <c:pt idx="546">
                  <c:v>92.2597888112068</c:v>
                </c:pt>
                <c:pt idx="547">
                  <c:v>92.4792194962502</c:v>
                </c:pt>
                <c:pt idx="548">
                  <c:v>92.654138147831</c:v>
                </c:pt>
                <c:pt idx="549">
                  <c:v>92.8262374997139</c:v>
                </c:pt>
                <c:pt idx="550">
                  <c:v>93.0055261254311</c:v>
                </c:pt>
                <c:pt idx="551">
                  <c:v>93.2046177983284</c:v>
                </c:pt>
                <c:pt idx="552">
                  <c:v>93.3702408075333</c:v>
                </c:pt>
                <c:pt idx="553">
                  <c:v>93.5541031956673</c:v>
                </c:pt>
                <c:pt idx="554">
                  <c:v>93.7584556937218</c:v>
                </c:pt>
                <c:pt idx="555">
                  <c:v>94.0053376555443</c:v>
                </c:pt>
                <c:pt idx="556">
                  <c:v>94.2627709507942</c:v>
                </c:pt>
                <c:pt idx="557">
                  <c:v>94.5693791508675</c:v>
                </c:pt>
                <c:pt idx="558">
                  <c:v>94.8895758986473</c:v>
                </c:pt>
                <c:pt idx="559">
                  <c:v>95.2069628834724</c:v>
                </c:pt>
                <c:pt idx="560">
                  <c:v>95.5506340265274</c:v>
                </c:pt>
                <c:pt idx="561">
                  <c:v>95.8607228398323</c:v>
                </c:pt>
                <c:pt idx="562">
                  <c:v>96.1706681251526</c:v>
                </c:pt>
                <c:pt idx="563">
                  <c:v>96.4475558400154</c:v>
                </c:pt>
                <c:pt idx="564">
                  <c:v>96.6665350794792</c:v>
                </c:pt>
                <c:pt idx="565">
                  <c:v>96.8411538004875</c:v>
                </c:pt>
                <c:pt idx="566">
                  <c:v>96.9621891379356</c:v>
                </c:pt>
                <c:pt idx="567">
                  <c:v>97.0936740040779</c:v>
                </c:pt>
                <c:pt idx="568">
                  <c:v>97.2151806354523</c:v>
                </c:pt>
                <c:pt idx="569">
                  <c:v>97.288646042347</c:v>
                </c:pt>
                <c:pt idx="570">
                  <c:v>97.2845723032951</c:v>
                </c:pt>
                <c:pt idx="571">
                  <c:v>97.3004593253136</c:v>
                </c:pt>
                <c:pt idx="572">
                  <c:v>97.3740785121918</c:v>
                </c:pt>
                <c:pt idx="573">
                  <c:v>97.452952504158</c:v>
                </c:pt>
                <c:pt idx="574">
                  <c:v>97.5936984419823</c:v>
                </c:pt>
                <c:pt idx="575">
                  <c:v>97.7807984948158</c:v>
                </c:pt>
                <c:pt idx="576">
                  <c:v>97.9633187651634</c:v>
                </c:pt>
                <c:pt idx="577">
                  <c:v>98.0165388584137</c:v>
                </c:pt>
                <c:pt idx="578">
                  <c:v>98.0416412949562</c:v>
                </c:pt>
                <c:pt idx="579">
                  <c:v>98.0580508112907</c:v>
                </c:pt>
                <c:pt idx="580">
                  <c:v>98.0805093646049</c:v>
                </c:pt>
                <c:pt idx="581">
                  <c:v>98.0885522961617</c:v>
                </c:pt>
                <c:pt idx="582">
                  <c:v>98.0805148482323</c:v>
                </c:pt>
                <c:pt idx="583">
                  <c:v>98.0637440085411</c:v>
                </c:pt>
                <c:pt idx="584">
                  <c:v>98.0423009991646</c:v>
                </c:pt>
                <c:pt idx="585">
                  <c:v>98.0262914299965</c:v>
                </c:pt>
                <c:pt idx="586">
                  <c:v>97.9901244044304</c:v>
                </c:pt>
                <c:pt idx="587">
                  <c:v>98.023429453373</c:v>
                </c:pt>
                <c:pt idx="588">
                  <c:v>98.0765492320061</c:v>
                </c:pt>
                <c:pt idx="589">
                  <c:v>98.1693539619446</c:v>
                </c:pt>
                <c:pt idx="590">
                  <c:v>98.3640969991684</c:v>
                </c:pt>
                <c:pt idx="591">
                  <c:v>98.5202535390854</c:v>
                </c:pt>
                <c:pt idx="592">
                  <c:v>98.6390548348427</c:v>
                </c:pt>
                <c:pt idx="593">
                  <c:v>98.7813116312027</c:v>
                </c:pt>
                <c:pt idx="594">
                  <c:v>98.9085867404938</c:v>
                </c:pt>
                <c:pt idx="595">
                  <c:v>99.0430854558945</c:v>
                </c:pt>
                <c:pt idx="596">
                  <c:v>99.2323396801949</c:v>
                </c:pt>
                <c:pt idx="597">
                  <c:v>99.4263569712639</c:v>
                </c:pt>
                <c:pt idx="598">
                  <c:v>99.6163622736931</c:v>
                </c:pt>
                <c:pt idx="599">
                  <c:v>99.8222044110298</c:v>
                </c:pt>
                <c:pt idx="600">
                  <c:v>100.033334732056</c:v>
                </c:pt>
                <c:pt idx="601">
                  <c:v>100.249308466911</c:v>
                </c:pt>
                <c:pt idx="602">
                  <c:v>100.470728993416</c:v>
                </c:pt>
                <c:pt idx="603">
                  <c:v>100.635543227196</c:v>
                </c:pt>
                <c:pt idx="604">
                  <c:v>100.793287813663</c:v>
                </c:pt>
                <c:pt idx="605">
                  <c:v>100.963506758213</c:v>
                </c:pt>
                <c:pt idx="606">
                  <c:v>101.150431454182</c:v>
                </c:pt>
                <c:pt idx="607">
                  <c:v>101.308684706688</c:v>
                </c:pt>
                <c:pt idx="608">
                  <c:v>101.457405090332</c:v>
                </c:pt>
                <c:pt idx="609">
                  <c:v>101.595655798912</c:v>
                </c:pt>
                <c:pt idx="610">
                  <c:v>101.741692483425</c:v>
                </c:pt>
                <c:pt idx="611">
                  <c:v>101.935836553574</c:v>
                </c:pt>
                <c:pt idx="612">
                  <c:v>102.094486653805</c:v>
                </c:pt>
                <c:pt idx="613">
                  <c:v>102.246387541294</c:v>
                </c:pt>
                <c:pt idx="614">
                  <c:v>102.380379915237</c:v>
                </c:pt>
                <c:pt idx="615">
                  <c:v>102.506162166595</c:v>
                </c:pt>
                <c:pt idx="616">
                  <c:v>102.654271483421</c:v>
                </c:pt>
                <c:pt idx="617">
                  <c:v>102.815962135792</c:v>
                </c:pt>
                <c:pt idx="618">
                  <c:v>102.991678714752</c:v>
                </c:pt>
                <c:pt idx="619">
                  <c:v>103.173367857933</c:v>
                </c:pt>
                <c:pt idx="620">
                  <c:v>103.31618976593</c:v>
                </c:pt>
                <c:pt idx="621">
                  <c:v>103.428475141525</c:v>
                </c:pt>
                <c:pt idx="622">
                  <c:v>103.52532428503</c:v>
                </c:pt>
                <c:pt idx="623">
                  <c:v>103.635634720325</c:v>
                </c:pt>
                <c:pt idx="624">
                  <c:v>103.757159173489</c:v>
                </c:pt>
                <c:pt idx="625">
                  <c:v>103.900341928005</c:v>
                </c:pt>
                <c:pt idx="626">
                  <c:v>104.057393193245</c:v>
                </c:pt>
                <c:pt idx="627">
                  <c:v>104.20551854372</c:v>
                </c:pt>
                <c:pt idx="628">
                  <c:v>104.331589758396</c:v>
                </c:pt>
                <c:pt idx="629">
                  <c:v>104.485956668854</c:v>
                </c:pt>
                <c:pt idx="630">
                  <c:v>104.652498424053</c:v>
                </c:pt>
                <c:pt idx="631">
                  <c:v>104.823539376259</c:v>
                </c:pt>
                <c:pt idx="632">
                  <c:v>104.985907375813</c:v>
                </c:pt>
                <c:pt idx="633">
                  <c:v>105.155480921268</c:v>
                </c:pt>
                <c:pt idx="634">
                  <c:v>105.283743083477</c:v>
                </c:pt>
                <c:pt idx="635">
                  <c:v>105.421167373657</c:v>
                </c:pt>
                <c:pt idx="636">
                  <c:v>105.539140820503</c:v>
                </c:pt>
                <c:pt idx="637">
                  <c:v>105.693025887012</c:v>
                </c:pt>
                <c:pt idx="638">
                  <c:v>105.833930790424</c:v>
                </c:pt>
                <c:pt idx="639">
                  <c:v>106.009379923344</c:v>
                </c:pt>
                <c:pt idx="640">
                  <c:v>106.177611589432</c:v>
                </c:pt>
                <c:pt idx="641">
                  <c:v>106.36492395401</c:v>
                </c:pt>
                <c:pt idx="642">
                  <c:v>106.533241212368</c:v>
                </c:pt>
                <c:pt idx="643">
                  <c:v>106.723761737347</c:v>
                </c:pt>
                <c:pt idx="644">
                  <c:v>106.899038136005</c:v>
                </c:pt>
                <c:pt idx="645">
                  <c:v>107.053418815136</c:v>
                </c:pt>
                <c:pt idx="646">
                  <c:v>107.211725533009</c:v>
                </c:pt>
                <c:pt idx="647">
                  <c:v>107.346187114716</c:v>
                </c:pt>
                <c:pt idx="648">
                  <c:v>107.452794492245</c:v>
                </c:pt>
                <c:pt idx="649">
                  <c:v>107.551513254642</c:v>
                </c:pt>
                <c:pt idx="650">
                  <c:v>107.659053087234</c:v>
                </c:pt>
                <c:pt idx="651">
                  <c:v>107.73653447628</c:v>
                </c:pt>
                <c:pt idx="652">
                  <c:v>107.814346790314</c:v>
                </c:pt>
                <c:pt idx="653">
                  <c:v>107.909117341042</c:v>
                </c:pt>
                <c:pt idx="654">
                  <c:v>108.041276693344</c:v>
                </c:pt>
                <c:pt idx="655">
                  <c:v>108.162669360638</c:v>
                </c:pt>
                <c:pt idx="656">
                  <c:v>108.33399695158</c:v>
                </c:pt>
                <c:pt idx="657">
                  <c:v>108.572847664356</c:v>
                </c:pt>
                <c:pt idx="658">
                  <c:v>108.872002899647</c:v>
                </c:pt>
                <c:pt idx="659">
                  <c:v>109.141003549099</c:v>
                </c:pt>
                <c:pt idx="660">
                  <c:v>109.43459713459</c:v>
                </c:pt>
                <c:pt idx="661">
                  <c:v>109.716236114502</c:v>
                </c:pt>
                <c:pt idx="662">
                  <c:v>109.975028753281</c:v>
                </c:pt>
                <c:pt idx="663">
                  <c:v>110.235406160355</c:v>
                </c:pt>
                <c:pt idx="664">
                  <c:v>110.468349635601</c:v>
                </c:pt>
                <c:pt idx="665">
                  <c:v>110.737400531769</c:v>
                </c:pt>
                <c:pt idx="666">
                  <c:v>110.99909055233</c:v>
                </c:pt>
                <c:pt idx="667">
                  <c:v>111.251833319664</c:v>
                </c:pt>
                <c:pt idx="668">
                  <c:v>111.482984244823</c:v>
                </c:pt>
                <c:pt idx="669">
                  <c:v>111.665474832058</c:v>
                </c:pt>
                <c:pt idx="670">
                  <c:v>111.823612451553</c:v>
                </c:pt>
                <c:pt idx="671">
                  <c:v>112.010406672955</c:v>
                </c:pt>
                <c:pt idx="672">
                  <c:v>112.229850709438</c:v>
                </c:pt>
                <c:pt idx="673">
                  <c:v>112.463907659054</c:v>
                </c:pt>
                <c:pt idx="674">
                  <c:v>112.691908895969</c:v>
                </c:pt>
                <c:pt idx="675">
                  <c:v>112.918272912502</c:v>
                </c:pt>
                <c:pt idx="676">
                  <c:v>113.126228690147</c:v>
                </c:pt>
                <c:pt idx="677">
                  <c:v>113.302461206913</c:v>
                </c:pt>
                <c:pt idx="678">
                  <c:v>113.510505080223</c:v>
                </c:pt>
                <c:pt idx="679">
                  <c:v>113.72267562151</c:v>
                </c:pt>
                <c:pt idx="680">
                  <c:v>113.889710009098</c:v>
                </c:pt>
                <c:pt idx="681">
                  <c:v>114.036313593388</c:v>
                </c:pt>
                <c:pt idx="682">
                  <c:v>114.20550352335</c:v>
                </c:pt>
                <c:pt idx="683">
                  <c:v>114.328436076641</c:v>
                </c:pt>
                <c:pt idx="684">
                  <c:v>114.457556545734</c:v>
                </c:pt>
                <c:pt idx="685">
                  <c:v>114.552770018578</c:v>
                </c:pt>
                <c:pt idx="686">
                  <c:v>114.645172953606</c:v>
                </c:pt>
                <c:pt idx="687">
                  <c:v>114.755271613598</c:v>
                </c:pt>
                <c:pt idx="688">
                  <c:v>114.858158826828</c:v>
                </c:pt>
                <c:pt idx="689">
                  <c:v>114.952311396599</c:v>
                </c:pt>
                <c:pt idx="690">
                  <c:v>115.069120705128</c:v>
                </c:pt>
                <c:pt idx="691">
                  <c:v>115.183571636677</c:v>
                </c:pt>
                <c:pt idx="692">
                  <c:v>115.332223415375</c:v>
                </c:pt>
                <c:pt idx="693">
                  <c:v>115.486833453178</c:v>
                </c:pt>
                <c:pt idx="694">
                  <c:v>115.640583515167</c:v>
                </c:pt>
                <c:pt idx="695">
                  <c:v>115.85338139534</c:v>
                </c:pt>
                <c:pt idx="696">
                  <c:v>116.078493595123</c:v>
                </c:pt>
                <c:pt idx="697">
                  <c:v>116.277077555656</c:v>
                </c:pt>
                <c:pt idx="698">
                  <c:v>116.450360178947</c:v>
                </c:pt>
                <c:pt idx="699">
                  <c:v>116.546152412891</c:v>
                </c:pt>
                <c:pt idx="700">
                  <c:v>116.623617470264</c:v>
                </c:pt>
                <c:pt idx="701">
                  <c:v>116.753597438335</c:v>
                </c:pt>
                <c:pt idx="702">
                  <c:v>116.8899345994</c:v>
                </c:pt>
                <c:pt idx="703">
                  <c:v>116.97862392664</c:v>
                </c:pt>
                <c:pt idx="704">
                  <c:v>117.063997745514</c:v>
                </c:pt>
                <c:pt idx="705">
                  <c:v>117.197431266308</c:v>
                </c:pt>
                <c:pt idx="706">
                  <c:v>117.304561436176</c:v>
                </c:pt>
                <c:pt idx="707">
                  <c:v>117.382738173008</c:v>
                </c:pt>
                <c:pt idx="708">
                  <c:v>117.443290174007</c:v>
                </c:pt>
                <c:pt idx="709">
                  <c:v>117.507538437843</c:v>
                </c:pt>
                <c:pt idx="710">
                  <c:v>117.52633202076</c:v>
                </c:pt>
                <c:pt idx="711">
                  <c:v>117.509961843491</c:v>
                </c:pt>
                <c:pt idx="712">
                  <c:v>117.482901573181</c:v>
                </c:pt>
                <c:pt idx="713">
                  <c:v>117.448290705681</c:v>
                </c:pt>
                <c:pt idx="714">
                  <c:v>117.455295026302</c:v>
                </c:pt>
                <c:pt idx="715">
                  <c:v>117.552047967911</c:v>
                </c:pt>
                <c:pt idx="716">
                  <c:v>117.681772172451</c:v>
                </c:pt>
                <c:pt idx="717">
                  <c:v>117.85457700491</c:v>
                </c:pt>
                <c:pt idx="718">
                  <c:v>118.028767824173</c:v>
                </c:pt>
                <c:pt idx="719">
                  <c:v>118.216347336769</c:v>
                </c:pt>
                <c:pt idx="720">
                  <c:v>118.460087537766</c:v>
                </c:pt>
                <c:pt idx="721">
                  <c:v>118.714023709297</c:v>
                </c:pt>
                <c:pt idx="722">
                  <c:v>118.992453217506</c:v>
                </c:pt>
                <c:pt idx="723">
                  <c:v>119.273576259613</c:v>
                </c:pt>
                <c:pt idx="724">
                  <c:v>119.547158241272</c:v>
                </c:pt>
                <c:pt idx="725">
                  <c:v>119.7677308321</c:v>
                </c:pt>
                <c:pt idx="726">
                  <c:v>119.953599333763</c:v>
                </c:pt>
                <c:pt idx="727">
                  <c:v>120.120074868202</c:v>
                </c:pt>
                <c:pt idx="728">
                  <c:v>120.303619027138</c:v>
                </c:pt>
                <c:pt idx="729">
                  <c:v>120.453354895115</c:v>
                </c:pt>
                <c:pt idx="730">
                  <c:v>120.506681859493</c:v>
                </c:pt>
                <c:pt idx="731">
                  <c:v>120.571244180202</c:v>
                </c:pt>
                <c:pt idx="732">
                  <c:v>120.641611218452</c:v>
                </c:pt>
                <c:pt idx="733">
                  <c:v>120.725261151791</c:v>
                </c:pt>
                <c:pt idx="734">
                  <c:v>120.821128487587</c:v>
                </c:pt>
                <c:pt idx="735">
                  <c:v>120.958594739437</c:v>
                </c:pt>
                <c:pt idx="736">
                  <c:v>121.104427933693</c:v>
                </c:pt>
                <c:pt idx="737">
                  <c:v>121.249227464199</c:v>
                </c:pt>
                <c:pt idx="738">
                  <c:v>121.375815212727</c:v>
                </c:pt>
                <c:pt idx="739">
                  <c:v>121.487497866154</c:v>
                </c:pt>
                <c:pt idx="740">
                  <c:v>121.551607310772</c:v>
                </c:pt>
                <c:pt idx="741">
                  <c:v>121.594054341316</c:v>
                </c:pt>
                <c:pt idx="742">
                  <c:v>121.640157699585</c:v>
                </c:pt>
                <c:pt idx="743">
                  <c:v>121.681649684906</c:v>
                </c:pt>
                <c:pt idx="744">
                  <c:v>121.695368349552</c:v>
                </c:pt>
                <c:pt idx="745">
                  <c:v>121.595359504223</c:v>
                </c:pt>
                <c:pt idx="746">
                  <c:v>121.545401036739</c:v>
                </c:pt>
                <c:pt idx="747">
                  <c:v>121.50383991003</c:v>
                </c:pt>
                <c:pt idx="748">
                  <c:v>121.660531818867</c:v>
                </c:pt>
                <c:pt idx="749">
                  <c:v>121.621571958065</c:v>
                </c:pt>
                <c:pt idx="750">
                  <c:v>121.697050690651</c:v>
                </c:pt>
                <c:pt idx="751">
                  <c:v>121.854157686234</c:v>
                </c:pt>
                <c:pt idx="752">
                  <c:v>122.011736512184</c:v>
                </c:pt>
                <c:pt idx="753">
                  <c:v>122.09571492672</c:v>
                </c:pt>
                <c:pt idx="754">
                  <c:v>122.091326713562</c:v>
                </c:pt>
                <c:pt idx="755">
                  <c:v>122.189125239849</c:v>
                </c:pt>
                <c:pt idx="756">
                  <c:v>122.29012209177</c:v>
                </c:pt>
                <c:pt idx="757">
                  <c:v>122.364892482758</c:v>
                </c:pt>
                <c:pt idx="758">
                  <c:v>122.463298499584</c:v>
                </c:pt>
                <c:pt idx="759">
                  <c:v>122.600271940231</c:v>
                </c:pt>
                <c:pt idx="760">
                  <c:v>122.708995938301</c:v>
                </c:pt>
                <c:pt idx="761">
                  <c:v>122.840550780296</c:v>
                </c:pt>
                <c:pt idx="762">
                  <c:v>123.011459946632</c:v>
                </c:pt>
                <c:pt idx="763">
                  <c:v>123.183409690857</c:v>
                </c:pt>
                <c:pt idx="764">
                  <c:v>123.488675951958</c:v>
                </c:pt>
                <c:pt idx="765">
                  <c:v>123.713339209557</c:v>
                </c:pt>
                <c:pt idx="766">
                  <c:v>123.882035672665</c:v>
                </c:pt>
                <c:pt idx="767">
                  <c:v>124.097633302212</c:v>
                </c:pt>
                <c:pt idx="768">
                  <c:v>124.344991028309</c:v>
                </c:pt>
                <c:pt idx="769">
                  <c:v>124.603950083256</c:v>
                </c:pt>
                <c:pt idx="770">
                  <c:v>124.84790378809</c:v>
                </c:pt>
                <c:pt idx="771">
                  <c:v>125.076239407063</c:v>
                </c:pt>
                <c:pt idx="772">
                  <c:v>125.26578772068</c:v>
                </c:pt>
                <c:pt idx="773">
                  <c:v>125.502090573311</c:v>
                </c:pt>
                <c:pt idx="774">
                  <c:v>125.737370073795</c:v>
                </c:pt>
                <c:pt idx="775">
                  <c:v>125.939170658588</c:v>
                </c:pt>
                <c:pt idx="776">
                  <c:v>126.167977869511</c:v>
                </c:pt>
                <c:pt idx="777">
                  <c:v>126.443692743778</c:v>
                </c:pt>
                <c:pt idx="778">
                  <c:v>126.653539299965</c:v>
                </c:pt>
                <c:pt idx="779">
                  <c:v>126.843700766563</c:v>
                </c:pt>
                <c:pt idx="780">
                  <c:v>127.067878603935</c:v>
                </c:pt>
                <c:pt idx="781">
                  <c:v>127.304218888283</c:v>
                </c:pt>
                <c:pt idx="782">
                  <c:v>127.529752016068</c:v>
                </c:pt>
                <c:pt idx="783">
                  <c:v>127.786275744438</c:v>
                </c:pt>
                <c:pt idx="784">
                  <c:v>128.028733968735</c:v>
                </c:pt>
                <c:pt idx="785">
                  <c:v>128.224982261658</c:v>
                </c:pt>
                <c:pt idx="786">
                  <c:v>128.418086051941</c:v>
                </c:pt>
                <c:pt idx="787">
                  <c:v>128.53596419096</c:v>
                </c:pt>
                <c:pt idx="788">
                  <c:v>128.782706797123</c:v>
                </c:pt>
                <c:pt idx="789">
                  <c:v>129.036188900471</c:v>
                </c:pt>
                <c:pt idx="790">
                  <c:v>129.225786685944</c:v>
                </c:pt>
                <c:pt idx="791">
                  <c:v>129.391823232174</c:v>
                </c:pt>
                <c:pt idx="792">
                  <c:v>129.545628726482</c:v>
                </c:pt>
                <c:pt idx="793">
                  <c:v>129.677565038204</c:v>
                </c:pt>
                <c:pt idx="794">
                  <c:v>129.789165735245</c:v>
                </c:pt>
                <c:pt idx="795">
                  <c:v>129.960710823536</c:v>
                </c:pt>
                <c:pt idx="796">
                  <c:v>130.132773399353</c:v>
                </c:pt>
                <c:pt idx="797">
                  <c:v>130.320874810219</c:v>
                </c:pt>
                <c:pt idx="798">
                  <c:v>130.470112502575</c:v>
                </c:pt>
                <c:pt idx="799">
                  <c:v>130.621961832047</c:v>
                </c:pt>
                <c:pt idx="800">
                  <c:v>130.80775052309</c:v>
                </c:pt>
                <c:pt idx="801">
                  <c:v>130.958434462547</c:v>
                </c:pt>
                <c:pt idx="802">
                  <c:v>131.14681494236</c:v>
                </c:pt>
                <c:pt idx="803">
                  <c:v>131.390174806118</c:v>
                </c:pt>
                <c:pt idx="804">
                  <c:v>131.6233959198</c:v>
                </c:pt>
                <c:pt idx="805">
                  <c:v>131.853932440281</c:v>
                </c:pt>
                <c:pt idx="806">
                  <c:v>132.084105193615</c:v>
                </c:pt>
                <c:pt idx="807">
                  <c:v>132.245440721512</c:v>
                </c:pt>
                <c:pt idx="808">
                  <c:v>132.366581976414</c:v>
                </c:pt>
                <c:pt idx="809">
                  <c:v>132.480186760426</c:v>
                </c:pt>
                <c:pt idx="810">
                  <c:v>132.551849424839</c:v>
                </c:pt>
                <c:pt idx="811">
                  <c:v>132.654435157776</c:v>
                </c:pt>
                <c:pt idx="812">
                  <c:v>132.78810095787</c:v>
                </c:pt>
                <c:pt idx="813">
                  <c:v>132.946753263474</c:v>
                </c:pt>
                <c:pt idx="814">
                  <c:v>133.096794724464</c:v>
                </c:pt>
                <c:pt idx="815">
                  <c:v>133.233229517937</c:v>
                </c:pt>
                <c:pt idx="816">
                  <c:v>133.400770425797</c:v>
                </c:pt>
                <c:pt idx="817">
                  <c:v>133.566410899162</c:v>
                </c:pt>
                <c:pt idx="818">
                  <c:v>133.749611139297</c:v>
                </c:pt>
                <c:pt idx="819">
                  <c:v>133.94905436039</c:v>
                </c:pt>
                <c:pt idx="820">
                  <c:v>134.149025142193</c:v>
                </c:pt>
                <c:pt idx="821">
                  <c:v>134.329829335213</c:v>
                </c:pt>
                <c:pt idx="822">
                  <c:v>134.524985432625</c:v>
                </c:pt>
                <c:pt idx="823">
                  <c:v>134.753628075123</c:v>
                </c:pt>
                <c:pt idx="824">
                  <c:v>134.960485100746</c:v>
                </c:pt>
                <c:pt idx="825">
                  <c:v>135.173222064972</c:v>
                </c:pt>
                <c:pt idx="826">
                  <c:v>135.362383723259</c:v>
                </c:pt>
                <c:pt idx="827">
                  <c:v>135.521168231964</c:v>
                </c:pt>
                <c:pt idx="828">
                  <c:v>135.647902846336</c:v>
                </c:pt>
                <c:pt idx="829">
                  <c:v>135.802600026131</c:v>
                </c:pt>
                <c:pt idx="830">
                  <c:v>135.953118264675</c:v>
                </c:pt>
                <c:pt idx="831">
                  <c:v>136.159992039204</c:v>
                </c:pt>
                <c:pt idx="832">
                  <c:v>136.329100251198</c:v>
                </c:pt>
                <c:pt idx="833">
                  <c:v>136.486435294151</c:v>
                </c:pt>
                <c:pt idx="834">
                  <c:v>136.647200882435</c:v>
                </c:pt>
                <c:pt idx="835">
                  <c:v>136.813471138477</c:v>
                </c:pt>
                <c:pt idx="836">
                  <c:v>136.960926413536</c:v>
                </c:pt>
                <c:pt idx="837">
                  <c:v>137.122253656387</c:v>
                </c:pt>
                <c:pt idx="838">
                  <c:v>137.261964321136</c:v>
                </c:pt>
                <c:pt idx="839">
                  <c:v>137.408852517605</c:v>
                </c:pt>
                <c:pt idx="840">
                  <c:v>137.512072384357</c:v>
                </c:pt>
                <c:pt idx="841">
                  <c:v>137.603691875935</c:v>
                </c:pt>
                <c:pt idx="842">
                  <c:v>137.657014012337</c:v>
                </c:pt>
                <c:pt idx="843">
                  <c:v>137.655006170273</c:v>
                </c:pt>
                <c:pt idx="844">
                  <c:v>137.66884714365</c:v>
                </c:pt>
                <c:pt idx="845">
                  <c:v>137.604906499386</c:v>
                </c:pt>
                <c:pt idx="846">
                  <c:v>137.502414286137</c:v>
                </c:pt>
                <c:pt idx="847">
                  <c:v>137.416580140591</c:v>
                </c:pt>
                <c:pt idx="848">
                  <c:v>137.351230680943</c:v>
                </c:pt>
                <c:pt idx="849">
                  <c:v>137.385187506676</c:v>
                </c:pt>
                <c:pt idx="850">
                  <c:v>137.493882358074</c:v>
                </c:pt>
                <c:pt idx="851">
                  <c:v>137.58813649416</c:v>
                </c:pt>
                <c:pt idx="852">
                  <c:v>137.709952056408</c:v>
                </c:pt>
                <c:pt idx="853">
                  <c:v>137.8567892313</c:v>
                </c:pt>
                <c:pt idx="854">
                  <c:v>138.00458163023</c:v>
                </c:pt>
                <c:pt idx="855">
                  <c:v>138.174881219864</c:v>
                </c:pt>
                <c:pt idx="856">
                  <c:v>138.457965373993</c:v>
                </c:pt>
                <c:pt idx="857">
                  <c:v>138.768511354923</c:v>
                </c:pt>
                <c:pt idx="858">
                  <c:v>139.053165137768</c:v>
                </c:pt>
                <c:pt idx="859">
                  <c:v>139.253430008888</c:v>
                </c:pt>
                <c:pt idx="860">
                  <c:v>139.391902923584</c:v>
                </c:pt>
                <c:pt idx="861">
                  <c:v>139.519586026669</c:v>
                </c:pt>
                <c:pt idx="862">
                  <c:v>139.583716213703</c:v>
                </c:pt>
                <c:pt idx="863">
                  <c:v>139.650109887123</c:v>
                </c:pt>
                <c:pt idx="864">
                  <c:v>139.714883804321</c:v>
                </c:pt>
                <c:pt idx="865">
                  <c:v>139.793131113052</c:v>
                </c:pt>
                <c:pt idx="866">
                  <c:v>139.840729773045</c:v>
                </c:pt>
                <c:pt idx="867">
                  <c:v>139.914726138115</c:v>
                </c:pt>
                <c:pt idx="868">
                  <c:v>140.028887093067</c:v>
                </c:pt>
                <c:pt idx="869">
                  <c:v>140.199529588223</c:v>
                </c:pt>
                <c:pt idx="870">
                  <c:v>140.393638134003</c:v>
                </c:pt>
                <c:pt idx="871">
                  <c:v>140.633393168449</c:v>
                </c:pt>
                <c:pt idx="872">
                  <c:v>140.90774846077</c:v>
                </c:pt>
                <c:pt idx="873">
                  <c:v>141.103498518467</c:v>
                </c:pt>
                <c:pt idx="874">
                  <c:v>141.361863017082</c:v>
                </c:pt>
                <c:pt idx="875">
                  <c:v>141.608632206917</c:v>
                </c:pt>
                <c:pt idx="876">
                  <c:v>141.880334675312</c:v>
                </c:pt>
                <c:pt idx="877">
                  <c:v>142.147375941277</c:v>
                </c:pt>
                <c:pt idx="878">
                  <c:v>142.435678839684</c:v>
                </c:pt>
                <c:pt idx="879">
                  <c:v>142.745798707008</c:v>
                </c:pt>
                <c:pt idx="880">
                  <c:v>143.06278693676</c:v>
                </c:pt>
                <c:pt idx="881">
                  <c:v>143.363072991371</c:v>
                </c:pt>
                <c:pt idx="882">
                  <c:v>143.674204349518</c:v>
                </c:pt>
                <c:pt idx="883">
                  <c:v>143.995585680008</c:v>
                </c:pt>
                <c:pt idx="884">
                  <c:v>144.278544425964</c:v>
                </c:pt>
                <c:pt idx="885">
                  <c:v>144.554902911186</c:v>
                </c:pt>
                <c:pt idx="886">
                  <c:v>144.78950881958</c:v>
                </c:pt>
                <c:pt idx="887">
                  <c:v>144.988580167294</c:v>
                </c:pt>
                <c:pt idx="888">
                  <c:v>145.101948678493</c:v>
                </c:pt>
                <c:pt idx="889">
                  <c:v>145.144796073437</c:v>
                </c:pt>
                <c:pt idx="890">
                  <c:v>145.266891002655</c:v>
                </c:pt>
                <c:pt idx="891">
                  <c:v>145.362956285477</c:v>
                </c:pt>
                <c:pt idx="892">
                  <c:v>145.407738029957</c:v>
                </c:pt>
                <c:pt idx="893">
                  <c:v>145.457124114037</c:v>
                </c:pt>
                <c:pt idx="894">
                  <c:v>145.550782322884</c:v>
                </c:pt>
                <c:pt idx="895">
                  <c:v>145.624321579933</c:v>
                </c:pt>
                <c:pt idx="896">
                  <c:v>145.724142789841</c:v>
                </c:pt>
                <c:pt idx="897">
                  <c:v>145.855947256088</c:v>
                </c:pt>
                <c:pt idx="898">
                  <c:v>146.031853675842</c:v>
                </c:pt>
                <c:pt idx="899">
                  <c:v>146.268812417984</c:v>
                </c:pt>
                <c:pt idx="900">
                  <c:v>146.383102118969</c:v>
                </c:pt>
                <c:pt idx="901">
                  <c:v>146.495689690113</c:v>
                </c:pt>
                <c:pt idx="902">
                  <c:v>146.640635371208</c:v>
                </c:pt>
                <c:pt idx="903">
                  <c:v>146.7685354352</c:v>
                </c:pt>
                <c:pt idx="904">
                  <c:v>146.940767943859</c:v>
                </c:pt>
                <c:pt idx="905">
                  <c:v>147.096325278282</c:v>
                </c:pt>
                <c:pt idx="906">
                  <c:v>147.174964547157</c:v>
                </c:pt>
                <c:pt idx="907">
                  <c:v>147.225595057011</c:v>
                </c:pt>
                <c:pt idx="908">
                  <c:v>147.283992707729</c:v>
                </c:pt>
                <c:pt idx="909">
                  <c:v>147.352530539036</c:v>
                </c:pt>
                <c:pt idx="910">
                  <c:v>147.388273477554</c:v>
                </c:pt>
                <c:pt idx="911">
                  <c:v>147.39907336235</c:v>
                </c:pt>
                <c:pt idx="912">
                  <c:v>147.442265987396</c:v>
                </c:pt>
                <c:pt idx="913">
                  <c:v>147.375467181206</c:v>
                </c:pt>
                <c:pt idx="914">
                  <c:v>147.243671059608</c:v>
                </c:pt>
                <c:pt idx="915">
                  <c:v>147.129312396049</c:v>
                </c:pt>
                <c:pt idx="916">
                  <c:v>147.130936682224</c:v>
                </c:pt>
                <c:pt idx="917">
                  <c:v>147.214527249336</c:v>
                </c:pt>
                <c:pt idx="918">
                  <c:v>147.30783444643</c:v>
                </c:pt>
                <c:pt idx="919">
                  <c:v>147.359691679478</c:v>
                </c:pt>
                <c:pt idx="920">
                  <c:v>147.465195953846</c:v>
                </c:pt>
                <c:pt idx="921">
                  <c:v>147.625095546246</c:v>
                </c:pt>
                <c:pt idx="922">
                  <c:v>147.758543908596</c:v>
                </c:pt>
                <c:pt idx="923">
                  <c:v>147.892761111259</c:v>
                </c:pt>
                <c:pt idx="924">
                  <c:v>148.047887921333</c:v>
                </c:pt>
                <c:pt idx="925">
                  <c:v>148.226940453053</c:v>
                </c:pt>
                <c:pt idx="926">
                  <c:v>148.383785963058</c:v>
                </c:pt>
                <c:pt idx="927">
                  <c:v>148.508930981159</c:v>
                </c:pt>
                <c:pt idx="928">
                  <c:v>148.66533023119</c:v>
                </c:pt>
                <c:pt idx="929">
                  <c:v>148.839964926243</c:v>
                </c:pt>
                <c:pt idx="930">
                  <c:v>148.945259869099</c:v>
                </c:pt>
                <c:pt idx="931">
                  <c:v>149.130836367607</c:v>
                </c:pt>
                <c:pt idx="932">
                  <c:v>149.361841201782</c:v>
                </c:pt>
                <c:pt idx="933">
                  <c:v>149.577029645443</c:v>
                </c:pt>
                <c:pt idx="934">
                  <c:v>149.862929582596</c:v>
                </c:pt>
                <c:pt idx="935">
                  <c:v>150.045320630074</c:v>
                </c:pt>
                <c:pt idx="936">
                  <c:v>150.299375891685</c:v>
                </c:pt>
                <c:pt idx="937">
                  <c:v>150.517273485661</c:v>
                </c:pt>
                <c:pt idx="938">
                  <c:v>150.641932308674</c:v>
                </c:pt>
                <c:pt idx="939">
                  <c:v>150.768495738506</c:v>
                </c:pt>
                <c:pt idx="940">
                  <c:v>150.886194705963</c:v>
                </c:pt>
                <c:pt idx="941">
                  <c:v>150.98333966732</c:v>
                </c:pt>
                <c:pt idx="942">
                  <c:v>151.106952130795</c:v>
                </c:pt>
                <c:pt idx="943">
                  <c:v>151.271669626236</c:v>
                </c:pt>
                <c:pt idx="944">
                  <c:v>151.443624675274</c:v>
                </c:pt>
                <c:pt idx="945">
                  <c:v>151.627452075481</c:v>
                </c:pt>
                <c:pt idx="946">
                  <c:v>151.824189305305</c:v>
                </c:pt>
                <c:pt idx="947">
                  <c:v>152.01320964098</c:v>
                </c:pt>
                <c:pt idx="948">
                  <c:v>152.198115706444</c:v>
                </c:pt>
                <c:pt idx="949">
                  <c:v>152.374704539776</c:v>
                </c:pt>
                <c:pt idx="950">
                  <c:v>152.51330268383</c:v>
                </c:pt>
                <c:pt idx="951">
                  <c:v>152.63392162323</c:v>
                </c:pt>
                <c:pt idx="952">
                  <c:v>152.777636110783</c:v>
                </c:pt>
                <c:pt idx="953">
                  <c:v>152.902152061462</c:v>
                </c:pt>
                <c:pt idx="954">
                  <c:v>152.975991845131</c:v>
                </c:pt>
                <c:pt idx="955">
                  <c:v>153.058243751526</c:v>
                </c:pt>
                <c:pt idx="956">
                  <c:v>153.117019057274</c:v>
                </c:pt>
                <c:pt idx="957">
                  <c:v>153.189149022102</c:v>
                </c:pt>
                <c:pt idx="958">
                  <c:v>153.266630828381</c:v>
                </c:pt>
                <c:pt idx="959">
                  <c:v>153.301886975765</c:v>
                </c:pt>
                <c:pt idx="960">
                  <c:v>153.403625369072</c:v>
                </c:pt>
                <c:pt idx="961">
                  <c:v>153.460691809654</c:v>
                </c:pt>
                <c:pt idx="962">
                  <c:v>153.536631345749</c:v>
                </c:pt>
                <c:pt idx="963">
                  <c:v>153.609962522984</c:v>
                </c:pt>
                <c:pt idx="964">
                  <c:v>153.665727138519</c:v>
                </c:pt>
                <c:pt idx="965">
                  <c:v>153.728543281555</c:v>
                </c:pt>
                <c:pt idx="966">
                  <c:v>153.827983140945</c:v>
                </c:pt>
                <c:pt idx="967">
                  <c:v>153.945373892784</c:v>
                </c:pt>
                <c:pt idx="968">
                  <c:v>154.045390725136</c:v>
                </c:pt>
                <c:pt idx="969">
                  <c:v>154.186386048794</c:v>
                </c:pt>
                <c:pt idx="970">
                  <c:v>154.315273702145</c:v>
                </c:pt>
                <c:pt idx="971">
                  <c:v>154.458151996136</c:v>
                </c:pt>
                <c:pt idx="972">
                  <c:v>154.551431834698</c:v>
                </c:pt>
                <c:pt idx="973">
                  <c:v>154.696297585964</c:v>
                </c:pt>
                <c:pt idx="974">
                  <c:v>154.862519264221</c:v>
                </c:pt>
                <c:pt idx="975">
                  <c:v>155.05703240633</c:v>
                </c:pt>
                <c:pt idx="976">
                  <c:v>155.236965715885</c:v>
                </c:pt>
                <c:pt idx="977">
                  <c:v>155.445301175117</c:v>
                </c:pt>
                <c:pt idx="978">
                  <c:v>155.658013284206</c:v>
                </c:pt>
                <c:pt idx="979">
                  <c:v>155.839617431164</c:v>
                </c:pt>
                <c:pt idx="980">
                  <c:v>155.99607270956</c:v>
                </c:pt>
                <c:pt idx="981">
                  <c:v>156.170668065548</c:v>
                </c:pt>
                <c:pt idx="982">
                  <c:v>156.398906290531</c:v>
                </c:pt>
                <c:pt idx="983">
                  <c:v>156.626654863358</c:v>
                </c:pt>
                <c:pt idx="984">
                  <c:v>156.760381400585</c:v>
                </c:pt>
                <c:pt idx="985">
                  <c:v>156.875218093395</c:v>
                </c:pt>
                <c:pt idx="986">
                  <c:v>156.996891796589</c:v>
                </c:pt>
                <c:pt idx="987">
                  <c:v>157.160273492336</c:v>
                </c:pt>
                <c:pt idx="988">
                  <c:v>157.324918448925</c:v>
                </c:pt>
                <c:pt idx="989">
                  <c:v>157.509884774685</c:v>
                </c:pt>
                <c:pt idx="990">
                  <c:v>157.640943050385</c:v>
                </c:pt>
                <c:pt idx="991">
                  <c:v>157.720130383968</c:v>
                </c:pt>
                <c:pt idx="992">
                  <c:v>157.799903571606</c:v>
                </c:pt>
                <c:pt idx="993">
                  <c:v>157.891899824142</c:v>
                </c:pt>
                <c:pt idx="994">
                  <c:v>157.928337872028</c:v>
                </c:pt>
                <c:pt idx="995">
                  <c:v>157.961679279804</c:v>
                </c:pt>
                <c:pt idx="996">
                  <c:v>158.041814625263</c:v>
                </c:pt>
                <c:pt idx="997">
                  <c:v>158.155166387558</c:v>
                </c:pt>
                <c:pt idx="998">
                  <c:v>158.317121326923</c:v>
                </c:pt>
                <c:pt idx="999">
                  <c:v>158.471860468388</c:v>
                </c:pt>
                <c:pt idx="1000">
                  <c:v>158.624150931835</c:v>
                </c:pt>
                <c:pt idx="1001">
                  <c:v>158.757036030293</c:v>
                </c:pt>
                <c:pt idx="1002">
                  <c:v>158.885546863079</c:v>
                </c:pt>
                <c:pt idx="1003">
                  <c:v>158.982832074165</c:v>
                </c:pt>
                <c:pt idx="1004">
                  <c:v>159.04798913002</c:v>
                </c:pt>
                <c:pt idx="1005">
                  <c:v>159.170838713646</c:v>
                </c:pt>
                <c:pt idx="1006">
                  <c:v>159.332062005997</c:v>
                </c:pt>
                <c:pt idx="1007">
                  <c:v>159.461917638779</c:v>
                </c:pt>
                <c:pt idx="1008">
                  <c:v>159.600155293941</c:v>
                </c:pt>
                <c:pt idx="1009">
                  <c:v>159.721842885017</c:v>
                </c:pt>
                <c:pt idx="1010">
                  <c:v>159.87448322773</c:v>
                </c:pt>
                <c:pt idx="1011">
                  <c:v>159.997618436813</c:v>
                </c:pt>
                <c:pt idx="1012">
                  <c:v>160.121148824692</c:v>
                </c:pt>
                <c:pt idx="1013">
                  <c:v>160.251343131065</c:v>
                </c:pt>
                <c:pt idx="1014">
                  <c:v>160.38887989521</c:v>
                </c:pt>
                <c:pt idx="1015">
                  <c:v>160.518495738506</c:v>
                </c:pt>
                <c:pt idx="1016">
                  <c:v>160.710240423679</c:v>
                </c:pt>
                <c:pt idx="1017">
                  <c:v>160.885870039463</c:v>
                </c:pt>
                <c:pt idx="1018">
                  <c:v>161.070526540279</c:v>
                </c:pt>
                <c:pt idx="1019">
                  <c:v>161.21694201231</c:v>
                </c:pt>
                <c:pt idx="1020">
                  <c:v>161.348231494427</c:v>
                </c:pt>
                <c:pt idx="1021">
                  <c:v>161.509542405605</c:v>
                </c:pt>
                <c:pt idx="1022">
                  <c:v>161.667036473751</c:v>
                </c:pt>
                <c:pt idx="1023">
                  <c:v>161.818338274956</c:v>
                </c:pt>
                <c:pt idx="1024">
                  <c:v>161.941037237644</c:v>
                </c:pt>
                <c:pt idx="1025">
                  <c:v>162.086891233921</c:v>
                </c:pt>
                <c:pt idx="1026">
                  <c:v>162.187300384045</c:v>
                </c:pt>
                <c:pt idx="1027">
                  <c:v>162.335862278938</c:v>
                </c:pt>
                <c:pt idx="1028">
                  <c:v>162.507097005844</c:v>
                </c:pt>
                <c:pt idx="1029">
                  <c:v>162.681877195835</c:v>
                </c:pt>
                <c:pt idx="1030">
                  <c:v>162.85473048687</c:v>
                </c:pt>
                <c:pt idx="1031">
                  <c:v>163.029775619507</c:v>
                </c:pt>
                <c:pt idx="1032">
                  <c:v>163.1769977808</c:v>
                </c:pt>
                <c:pt idx="1033">
                  <c:v>163.309757709503</c:v>
                </c:pt>
                <c:pt idx="1034">
                  <c:v>163.441508412361</c:v>
                </c:pt>
                <c:pt idx="1035">
                  <c:v>163.587585151196</c:v>
                </c:pt>
                <c:pt idx="1036">
                  <c:v>163.78895252943</c:v>
                </c:pt>
                <c:pt idx="1037">
                  <c:v>163.969553470612</c:v>
                </c:pt>
                <c:pt idx="1038">
                  <c:v>164.155230164528</c:v>
                </c:pt>
                <c:pt idx="1039">
                  <c:v>164.378396034241</c:v>
                </c:pt>
                <c:pt idx="1040">
                  <c:v>164.598733246326</c:v>
                </c:pt>
                <c:pt idx="1041">
                  <c:v>164.816098809242</c:v>
                </c:pt>
                <c:pt idx="1042">
                  <c:v>164.988297045231</c:v>
                </c:pt>
                <c:pt idx="1043">
                  <c:v>165.164876759052</c:v>
                </c:pt>
                <c:pt idx="1044">
                  <c:v>165.322282791138</c:v>
                </c:pt>
                <c:pt idx="1045">
                  <c:v>165.438653767109</c:v>
                </c:pt>
                <c:pt idx="1046">
                  <c:v>165.507388472557</c:v>
                </c:pt>
                <c:pt idx="1047">
                  <c:v>165.574807405472</c:v>
                </c:pt>
                <c:pt idx="1048">
                  <c:v>165.61252951622</c:v>
                </c:pt>
                <c:pt idx="1049">
                  <c:v>165.653912127018</c:v>
                </c:pt>
                <c:pt idx="1050">
                  <c:v>165.673205673695</c:v>
                </c:pt>
                <c:pt idx="1051">
                  <c:v>165.658523142338</c:v>
                </c:pt>
                <c:pt idx="1052">
                  <c:v>165.569494307041</c:v>
                </c:pt>
                <c:pt idx="1053">
                  <c:v>165.45516115427</c:v>
                </c:pt>
                <c:pt idx="1054">
                  <c:v>165.391079962254</c:v>
                </c:pt>
                <c:pt idx="1055">
                  <c:v>165.347185194492</c:v>
                </c:pt>
                <c:pt idx="1056">
                  <c:v>165.36523681879</c:v>
                </c:pt>
                <c:pt idx="1057">
                  <c:v>165.392758250237</c:v>
                </c:pt>
                <c:pt idx="1058">
                  <c:v>165.397081613541</c:v>
                </c:pt>
                <c:pt idx="1059">
                  <c:v>165.382652759552</c:v>
                </c:pt>
                <c:pt idx="1060">
                  <c:v>165.376464009285</c:v>
                </c:pt>
                <c:pt idx="1061">
                  <c:v>165.32671880722</c:v>
                </c:pt>
                <c:pt idx="1062">
                  <c:v>165.318145751953</c:v>
                </c:pt>
                <c:pt idx="1063">
                  <c:v>165.363186299801</c:v>
                </c:pt>
                <c:pt idx="1064">
                  <c:v>165.453212678432</c:v>
                </c:pt>
                <c:pt idx="1065">
                  <c:v>165.578356325626</c:v>
                </c:pt>
                <c:pt idx="1066">
                  <c:v>165.688622355461</c:v>
                </c:pt>
                <c:pt idx="1067">
                  <c:v>165.793814480305</c:v>
                </c:pt>
                <c:pt idx="1068">
                  <c:v>165.926946699619</c:v>
                </c:pt>
                <c:pt idx="1069">
                  <c:v>166.06571906805</c:v>
                </c:pt>
                <c:pt idx="1070">
                  <c:v>166.211714565754</c:v>
                </c:pt>
                <c:pt idx="1071">
                  <c:v>166.387088000774</c:v>
                </c:pt>
                <c:pt idx="1072">
                  <c:v>166.582534968853</c:v>
                </c:pt>
                <c:pt idx="1073">
                  <c:v>166.76491945982</c:v>
                </c:pt>
                <c:pt idx="1074">
                  <c:v>166.921217381954</c:v>
                </c:pt>
                <c:pt idx="1075">
                  <c:v>167.019576013088</c:v>
                </c:pt>
                <c:pt idx="1076">
                  <c:v>167.101720631123</c:v>
                </c:pt>
                <c:pt idx="1077">
                  <c:v>167.149858593941</c:v>
                </c:pt>
                <c:pt idx="1078">
                  <c:v>167.258059740067</c:v>
                </c:pt>
                <c:pt idx="1079">
                  <c:v>167.356821358204</c:v>
                </c:pt>
                <c:pt idx="1080">
                  <c:v>167.451587259769</c:v>
                </c:pt>
                <c:pt idx="1081">
                  <c:v>167.546256363392</c:v>
                </c:pt>
                <c:pt idx="1082">
                  <c:v>167.667489230633</c:v>
                </c:pt>
                <c:pt idx="1083">
                  <c:v>167.820802152157</c:v>
                </c:pt>
                <c:pt idx="1084">
                  <c:v>167.949883103371</c:v>
                </c:pt>
                <c:pt idx="1085">
                  <c:v>168.094542741776</c:v>
                </c:pt>
                <c:pt idx="1086">
                  <c:v>168.234995424747</c:v>
                </c:pt>
                <c:pt idx="1087">
                  <c:v>168.368820905685</c:v>
                </c:pt>
                <c:pt idx="1088">
                  <c:v>168.430849552155</c:v>
                </c:pt>
                <c:pt idx="1089">
                  <c:v>168.482463419437</c:v>
                </c:pt>
                <c:pt idx="1090">
                  <c:v>168.539980530739</c:v>
                </c:pt>
                <c:pt idx="1091">
                  <c:v>168.584421515465</c:v>
                </c:pt>
                <c:pt idx="1092">
                  <c:v>168.657809555531</c:v>
                </c:pt>
                <c:pt idx="1093">
                  <c:v>168.7427277565</c:v>
                </c:pt>
                <c:pt idx="1094">
                  <c:v>168.85535132885</c:v>
                </c:pt>
                <c:pt idx="1095">
                  <c:v>168.950446844101</c:v>
                </c:pt>
                <c:pt idx="1096">
                  <c:v>169.011612355709</c:v>
                </c:pt>
                <c:pt idx="1097">
                  <c:v>169.038484096527</c:v>
                </c:pt>
                <c:pt idx="1098">
                  <c:v>169.047375738621</c:v>
                </c:pt>
                <c:pt idx="1099">
                  <c:v>169.065694391727</c:v>
                </c:pt>
                <c:pt idx="1100">
                  <c:v>169.123020410538</c:v>
                </c:pt>
                <c:pt idx="1101">
                  <c:v>169.244582355022</c:v>
                </c:pt>
                <c:pt idx="1102">
                  <c:v>169.394266963005</c:v>
                </c:pt>
                <c:pt idx="1103">
                  <c:v>169.489665985107</c:v>
                </c:pt>
                <c:pt idx="1104">
                  <c:v>169.585848867893</c:v>
                </c:pt>
                <c:pt idx="1105">
                  <c:v>169.656253457069</c:v>
                </c:pt>
                <c:pt idx="1106">
                  <c:v>169.750396966934</c:v>
                </c:pt>
                <c:pt idx="1107">
                  <c:v>169.832065403461</c:v>
                </c:pt>
                <c:pt idx="1108">
                  <c:v>169.925262153149</c:v>
                </c:pt>
                <c:pt idx="1109">
                  <c:v>170.017027378082</c:v>
                </c:pt>
                <c:pt idx="1110">
                  <c:v>170.117790877819</c:v>
                </c:pt>
                <c:pt idx="1111">
                  <c:v>170.216117024422</c:v>
                </c:pt>
                <c:pt idx="1112">
                  <c:v>170.304627180099</c:v>
                </c:pt>
                <c:pt idx="1113">
                  <c:v>170.447079598904</c:v>
                </c:pt>
                <c:pt idx="1114">
                  <c:v>170.591029047966</c:v>
                </c:pt>
                <c:pt idx="1115">
                  <c:v>170.715486228466</c:v>
                </c:pt>
                <c:pt idx="1116">
                  <c:v>170.821157455444</c:v>
                </c:pt>
                <c:pt idx="1117">
                  <c:v>170.963932514191</c:v>
                </c:pt>
                <c:pt idx="1118">
                  <c:v>171.048740506172</c:v>
                </c:pt>
                <c:pt idx="1119">
                  <c:v>171.172205686569</c:v>
                </c:pt>
                <c:pt idx="1120">
                  <c:v>171.266672670841</c:v>
                </c:pt>
                <c:pt idx="1121">
                  <c:v>171.386683046818</c:v>
                </c:pt>
                <c:pt idx="1122">
                  <c:v>171.537607550621</c:v>
                </c:pt>
                <c:pt idx="1123">
                  <c:v>171.708032906055</c:v>
                </c:pt>
                <c:pt idx="1124">
                  <c:v>171.868490755558</c:v>
                </c:pt>
                <c:pt idx="1125">
                  <c:v>172.012382268906</c:v>
                </c:pt>
                <c:pt idx="1126">
                  <c:v>172.140864610672</c:v>
                </c:pt>
                <c:pt idx="1127">
                  <c:v>172.292701363564</c:v>
                </c:pt>
                <c:pt idx="1128">
                  <c:v>172.417337596416</c:v>
                </c:pt>
                <c:pt idx="1129">
                  <c:v>172.554107904434</c:v>
                </c:pt>
                <c:pt idx="1130">
                  <c:v>172.70376676321</c:v>
                </c:pt>
                <c:pt idx="1131">
                  <c:v>172.845852792263</c:v>
                </c:pt>
                <c:pt idx="1132">
                  <c:v>172.996937453747</c:v>
                </c:pt>
                <c:pt idx="1133">
                  <c:v>173.134382486343</c:v>
                </c:pt>
                <c:pt idx="1134">
                  <c:v>173.271272242069</c:v>
                </c:pt>
                <c:pt idx="1135">
                  <c:v>173.414360404015</c:v>
                </c:pt>
                <c:pt idx="1136">
                  <c:v>173.512390434742</c:v>
                </c:pt>
                <c:pt idx="1137">
                  <c:v>173.613177537918</c:v>
                </c:pt>
                <c:pt idx="1138">
                  <c:v>173.747734725475</c:v>
                </c:pt>
                <c:pt idx="1139">
                  <c:v>173.845215559006</c:v>
                </c:pt>
                <c:pt idx="1140">
                  <c:v>173.970824360847</c:v>
                </c:pt>
                <c:pt idx="1141">
                  <c:v>174.10394179821</c:v>
                </c:pt>
                <c:pt idx="1142">
                  <c:v>174.237413823605</c:v>
                </c:pt>
                <c:pt idx="1143">
                  <c:v>174.374087095261</c:v>
                </c:pt>
                <c:pt idx="1144">
                  <c:v>174.502149403095</c:v>
                </c:pt>
                <c:pt idx="1145">
                  <c:v>174.662598729134</c:v>
                </c:pt>
                <c:pt idx="1146">
                  <c:v>174.81822681427</c:v>
                </c:pt>
                <c:pt idx="1147">
                  <c:v>174.967616915703</c:v>
                </c:pt>
                <c:pt idx="1148">
                  <c:v>175.118561029434</c:v>
                </c:pt>
                <c:pt idx="1149">
                  <c:v>175.249025225639</c:v>
                </c:pt>
                <c:pt idx="1150">
                  <c:v>175.327672958374</c:v>
                </c:pt>
                <c:pt idx="1151">
                  <c:v>175.411027610302</c:v>
                </c:pt>
                <c:pt idx="1152">
                  <c:v>175.499413073063</c:v>
                </c:pt>
                <c:pt idx="1153">
                  <c:v>175.604030191898</c:v>
                </c:pt>
                <c:pt idx="1154">
                  <c:v>175.657543182373</c:v>
                </c:pt>
                <c:pt idx="1155">
                  <c:v>175.751139700413</c:v>
                </c:pt>
                <c:pt idx="1156">
                  <c:v>175.821909189224</c:v>
                </c:pt>
                <c:pt idx="1157">
                  <c:v>175.831557512283</c:v>
                </c:pt>
                <c:pt idx="1158">
                  <c:v>175.865644037724</c:v>
                </c:pt>
                <c:pt idx="1159">
                  <c:v>175.973633348942</c:v>
                </c:pt>
                <c:pt idx="1160">
                  <c:v>176.071166813374</c:v>
                </c:pt>
                <c:pt idx="1161">
                  <c:v>176.130709171295</c:v>
                </c:pt>
                <c:pt idx="1162">
                  <c:v>176.164713740349</c:v>
                </c:pt>
                <c:pt idx="1163">
                  <c:v>176.159925818443</c:v>
                </c:pt>
                <c:pt idx="1164">
                  <c:v>176.191162586212</c:v>
                </c:pt>
                <c:pt idx="1165">
                  <c:v>176.245313107967</c:v>
                </c:pt>
                <c:pt idx="1166">
                  <c:v>176.310345590115</c:v>
                </c:pt>
                <c:pt idx="1167">
                  <c:v>176.370497941971</c:v>
                </c:pt>
                <c:pt idx="1168">
                  <c:v>176.40412658453</c:v>
                </c:pt>
                <c:pt idx="1169">
                  <c:v>176.444452345371</c:v>
                </c:pt>
                <c:pt idx="1170">
                  <c:v>176.489029943943</c:v>
                </c:pt>
                <c:pt idx="1171">
                  <c:v>176.495446503162</c:v>
                </c:pt>
                <c:pt idx="1172">
                  <c:v>176.489756405354</c:v>
                </c:pt>
                <c:pt idx="1173">
                  <c:v>176.491570651531</c:v>
                </c:pt>
                <c:pt idx="1174">
                  <c:v>176.523712158203</c:v>
                </c:pt>
                <c:pt idx="1175">
                  <c:v>176.529461443424</c:v>
                </c:pt>
                <c:pt idx="1176">
                  <c:v>176.589411199093</c:v>
                </c:pt>
                <c:pt idx="1177">
                  <c:v>176.625931143761</c:v>
                </c:pt>
                <c:pt idx="1178">
                  <c:v>176.662865042686</c:v>
                </c:pt>
                <c:pt idx="1179">
                  <c:v>176.67013835907</c:v>
                </c:pt>
                <c:pt idx="1180">
                  <c:v>176.691999018192</c:v>
                </c:pt>
                <c:pt idx="1181">
                  <c:v>176.770211815834</c:v>
                </c:pt>
                <c:pt idx="1182">
                  <c:v>176.799540221691</c:v>
                </c:pt>
                <c:pt idx="1183">
                  <c:v>176.820267558098</c:v>
                </c:pt>
                <c:pt idx="1184">
                  <c:v>176.891950309277</c:v>
                </c:pt>
                <c:pt idx="1185">
                  <c:v>176.958750903606</c:v>
                </c:pt>
                <c:pt idx="1186">
                  <c:v>177.042363107204</c:v>
                </c:pt>
                <c:pt idx="1187">
                  <c:v>177.099298655987</c:v>
                </c:pt>
                <c:pt idx="1188">
                  <c:v>177.21081584692</c:v>
                </c:pt>
                <c:pt idx="1189">
                  <c:v>177.380597651005</c:v>
                </c:pt>
                <c:pt idx="1190">
                  <c:v>177.568713605404</c:v>
                </c:pt>
                <c:pt idx="1191">
                  <c:v>177.71298378706</c:v>
                </c:pt>
                <c:pt idx="1192">
                  <c:v>177.856085121632</c:v>
                </c:pt>
                <c:pt idx="1193">
                  <c:v>177.99523961544</c:v>
                </c:pt>
                <c:pt idx="1194">
                  <c:v>178.11744838953</c:v>
                </c:pt>
                <c:pt idx="1195">
                  <c:v>178.234596431255</c:v>
                </c:pt>
                <c:pt idx="1196">
                  <c:v>178.338789343834</c:v>
                </c:pt>
                <c:pt idx="1197">
                  <c:v>178.422927975655</c:v>
                </c:pt>
                <c:pt idx="1198">
                  <c:v>178.523742973804</c:v>
                </c:pt>
                <c:pt idx="1199">
                  <c:v>178.63936984539</c:v>
                </c:pt>
                <c:pt idx="1200">
                  <c:v>178.78574514389</c:v>
                </c:pt>
                <c:pt idx="1201">
                  <c:v>178.94771873951</c:v>
                </c:pt>
                <c:pt idx="1202">
                  <c:v>179.132644176483</c:v>
                </c:pt>
                <c:pt idx="1203">
                  <c:v>179.378078222275</c:v>
                </c:pt>
                <c:pt idx="1204">
                  <c:v>179.631930470467</c:v>
                </c:pt>
                <c:pt idx="1205">
                  <c:v>179.880259513855</c:v>
                </c:pt>
                <c:pt idx="1206">
                  <c:v>180.106911063194</c:v>
                </c:pt>
                <c:pt idx="1207">
                  <c:v>180.340065479279</c:v>
                </c:pt>
                <c:pt idx="1208">
                  <c:v>180.54493778944</c:v>
                </c:pt>
                <c:pt idx="1209">
                  <c:v>180.753191530704</c:v>
                </c:pt>
                <c:pt idx="1210">
                  <c:v>180.969813585281</c:v>
                </c:pt>
                <c:pt idx="1211">
                  <c:v>181.203147828579</c:v>
                </c:pt>
                <c:pt idx="1212">
                  <c:v>181.408774614334</c:v>
                </c:pt>
                <c:pt idx="1213">
                  <c:v>181.590587615967</c:v>
                </c:pt>
                <c:pt idx="1214">
                  <c:v>181.766212046146</c:v>
                </c:pt>
                <c:pt idx="1215">
                  <c:v>181.941581189632</c:v>
                </c:pt>
                <c:pt idx="1216">
                  <c:v>182.130692183971</c:v>
                </c:pt>
                <c:pt idx="1217">
                  <c:v>182.305119097233</c:v>
                </c:pt>
                <c:pt idx="1218">
                  <c:v>182.503832876682</c:v>
                </c:pt>
                <c:pt idx="1219">
                  <c:v>182.696950018406</c:v>
                </c:pt>
                <c:pt idx="1220">
                  <c:v>182.859219789505</c:v>
                </c:pt>
                <c:pt idx="1221">
                  <c:v>183.025676608086</c:v>
                </c:pt>
                <c:pt idx="1222">
                  <c:v>183.168689370155</c:v>
                </c:pt>
                <c:pt idx="1223">
                  <c:v>183.320512294769</c:v>
                </c:pt>
                <c:pt idx="1224">
                  <c:v>183.473765730858</c:v>
                </c:pt>
                <c:pt idx="1225">
                  <c:v>183.648376822472</c:v>
                </c:pt>
                <c:pt idx="1226">
                  <c:v>183.869031608105</c:v>
                </c:pt>
                <c:pt idx="1227">
                  <c:v>184.098674237728</c:v>
                </c:pt>
                <c:pt idx="1228">
                  <c:v>184.364750385284</c:v>
                </c:pt>
                <c:pt idx="1229">
                  <c:v>184.571992337704</c:v>
                </c:pt>
                <c:pt idx="1230">
                  <c:v>184.776693701744</c:v>
                </c:pt>
                <c:pt idx="1231">
                  <c:v>184.879227101803</c:v>
                </c:pt>
                <c:pt idx="1232">
                  <c:v>184.958919286728</c:v>
                </c:pt>
                <c:pt idx="1233">
                  <c:v>185.052932918072</c:v>
                </c:pt>
                <c:pt idx="1234">
                  <c:v>185.129232943058</c:v>
                </c:pt>
                <c:pt idx="1235">
                  <c:v>185.154858827591</c:v>
                </c:pt>
                <c:pt idx="1236">
                  <c:v>185.168796062469</c:v>
                </c:pt>
                <c:pt idx="1237">
                  <c:v>185.215442955494</c:v>
                </c:pt>
                <c:pt idx="1238">
                  <c:v>185.287162482738</c:v>
                </c:pt>
                <c:pt idx="1239">
                  <c:v>185.445971488953</c:v>
                </c:pt>
                <c:pt idx="1240">
                  <c:v>185.594875872135</c:v>
                </c:pt>
                <c:pt idx="1241">
                  <c:v>185.769538581371</c:v>
                </c:pt>
                <c:pt idx="1242">
                  <c:v>185.950329422951</c:v>
                </c:pt>
                <c:pt idx="1243">
                  <c:v>186.056659340858</c:v>
                </c:pt>
                <c:pt idx="1244">
                  <c:v>186.140064895153</c:v>
                </c:pt>
                <c:pt idx="1245">
                  <c:v>186.209773182869</c:v>
                </c:pt>
                <c:pt idx="1246">
                  <c:v>186.266425073147</c:v>
                </c:pt>
                <c:pt idx="1247">
                  <c:v>186.341246128082</c:v>
                </c:pt>
                <c:pt idx="1248">
                  <c:v>186.409716248512</c:v>
                </c:pt>
                <c:pt idx="1249">
                  <c:v>186.418230473995</c:v>
                </c:pt>
                <c:pt idx="1250">
                  <c:v>186.490930259228</c:v>
                </c:pt>
                <c:pt idx="1251">
                  <c:v>186.498169064522</c:v>
                </c:pt>
                <c:pt idx="1252">
                  <c:v>186.529893517494</c:v>
                </c:pt>
                <c:pt idx="1253">
                  <c:v>186.549918472767</c:v>
                </c:pt>
                <c:pt idx="1254">
                  <c:v>186.567240893841</c:v>
                </c:pt>
                <c:pt idx="1255">
                  <c:v>186.618278443813</c:v>
                </c:pt>
                <c:pt idx="1256">
                  <c:v>186.651179671288</c:v>
                </c:pt>
                <c:pt idx="1257">
                  <c:v>186.726608753204</c:v>
                </c:pt>
                <c:pt idx="1258">
                  <c:v>186.790497660637</c:v>
                </c:pt>
                <c:pt idx="1259">
                  <c:v>186.913957118988</c:v>
                </c:pt>
                <c:pt idx="1260">
                  <c:v>187.011513233185</c:v>
                </c:pt>
                <c:pt idx="1261">
                  <c:v>187.090952634811</c:v>
                </c:pt>
                <c:pt idx="1262">
                  <c:v>187.175604760647</c:v>
                </c:pt>
                <c:pt idx="1263">
                  <c:v>187.318387985229</c:v>
                </c:pt>
                <c:pt idx="1264">
                  <c:v>187.511786341667</c:v>
                </c:pt>
                <c:pt idx="1265">
                  <c:v>187.677569627762</c:v>
                </c:pt>
                <c:pt idx="1266">
                  <c:v>187.882640421391</c:v>
                </c:pt>
                <c:pt idx="1267">
                  <c:v>188.105296373367</c:v>
                </c:pt>
                <c:pt idx="1268">
                  <c:v>188.276853263378</c:v>
                </c:pt>
                <c:pt idx="1269">
                  <c:v>188.398157596588</c:v>
                </c:pt>
                <c:pt idx="1270">
                  <c:v>188.51064491272</c:v>
                </c:pt>
                <c:pt idx="1271">
                  <c:v>188.620780825615</c:v>
                </c:pt>
                <c:pt idx="1272">
                  <c:v>188.701735496521</c:v>
                </c:pt>
                <c:pt idx="1273">
                  <c:v>188.791051208973</c:v>
                </c:pt>
                <c:pt idx="1274">
                  <c:v>188.913276016712</c:v>
                </c:pt>
                <c:pt idx="1275">
                  <c:v>189.09647244215</c:v>
                </c:pt>
                <c:pt idx="1276">
                  <c:v>189.226337611675</c:v>
                </c:pt>
                <c:pt idx="1277">
                  <c:v>189.357999920845</c:v>
                </c:pt>
                <c:pt idx="1278">
                  <c:v>189.511034846306</c:v>
                </c:pt>
                <c:pt idx="1279">
                  <c:v>189.659031867981</c:v>
                </c:pt>
                <c:pt idx="1280">
                  <c:v>189.746751308441</c:v>
                </c:pt>
                <c:pt idx="1281">
                  <c:v>189.799474358559</c:v>
                </c:pt>
                <c:pt idx="1282">
                  <c:v>189.940237879753</c:v>
                </c:pt>
                <c:pt idx="1283">
                  <c:v>190.092769742012</c:v>
                </c:pt>
                <c:pt idx="1284">
                  <c:v>190.205392003059</c:v>
                </c:pt>
                <c:pt idx="1285">
                  <c:v>190.261477530003</c:v>
                </c:pt>
                <c:pt idx="1286">
                  <c:v>190.327364265919</c:v>
                </c:pt>
                <c:pt idx="1287">
                  <c:v>190.409870505333</c:v>
                </c:pt>
                <c:pt idx="1288">
                  <c:v>190.514315903187</c:v>
                </c:pt>
                <c:pt idx="1289">
                  <c:v>190.669418931007</c:v>
                </c:pt>
                <c:pt idx="1290">
                  <c:v>190.934943437576</c:v>
                </c:pt>
                <c:pt idx="1291">
                  <c:v>191.210594654083</c:v>
                </c:pt>
                <c:pt idx="1292">
                  <c:v>191.37835675478</c:v>
                </c:pt>
                <c:pt idx="1293">
                  <c:v>191.575471580029</c:v>
                </c:pt>
                <c:pt idx="1294">
                  <c:v>191.738284289837</c:v>
                </c:pt>
                <c:pt idx="1295">
                  <c:v>191.888483762741</c:v>
                </c:pt>
                <c:pt idx="1296">
                  <c:v>192.112945497036</c:v>
                </c:pt>
                <c:pt idx="1297">
                  <c:v>192.369199454784</c:v>
                </c:pt>
                <c:pt idx="1298">
                  <c:v>192.592843532562</c:v>
                </c:pt>
                <c:pt idx="1299">
                  <c:v>192.802477777004</c:v>
                </c:pt>
                <c:pt idx="1300">
                  <c:v>193.033176481724</c:v>
                </c:pt>
                <c:pt idx="1301">
                  <c:v>193.228748321533</c:v>
                </c:pt>
                <c:pt idx="1302">
                  <c:v>193.405791461468</c:v>
                </c:pt>
                <c:pt idx="1303">
                  <c:v>193.609078645706</c:v>
                </c:pt>
                <c:pt idx="1304">
                  <c:v>193.79525578022</c:v>
                </c:pt>
                <c:pt idx="1305">
                  <c:v>193.990354120731</c:v>
                </c:pt>
                <c:pt idx="1306">
                  <c:v>194.130892157555</c:v>
                </c:pt>
                <c:pt idx="1307">
                  <c:v>194.298484444618</c:v>
                </c:pt>
                <c:pt idx="1308">
                  <c:v>194.515052199364</c:v>
                </c:pt>
                <c:pt idx="1309">
                  <c:v>194.708334565163</c:v>
                </c:pt>
                <c:pt idx="1310">
                  <c:v>194.85616338253</c:v>
                </c:pt>
                <c:pt idx="1311">
                  <c:v>195.004374921322</c:v>
                </c:pt>
                <c:pt idx="1312">
                  <c:v>195.147623360157</c:v>
                </c:pt>
                <c:pt idx="1313">
                  <c:v>195.293944180012</c:v>
                </c:pt>
                <c:pt idx="1314">
                  <c:v>195.406181633472</c:v>
                </c:pt>
                <c:pt idx="1315">
                  <c:v>195.486555576324</c:v>
                </c:pt>
                <c:pt idx="1316">
                  <c:v>195.566306769848</c:v>
                </c:pt>
                <c:pt idx="1317">
                  <c:v>195.692170023918</c:v>
                </c:pt>
                <c:pt idx="1318">
                  <c:v>195.805818021297</c:v>
                </c:pt>
                <c:pt idx="1319">
                  <c:v>195.917927920818</c:v>
                </c:pt>
                <c:pt idx="1320">
                  <c:v>196.032367646694</c:v>
                </c:pt>
                <c:pt idx="1321">
                  <c:v>196.132613897324</c:v>
                </c:pt>
                <c:pt idx="1322">
                  <c:v>196.25448602438</c:v>
                </c:pt>
                <c:pt idx="1323">
                  <c:v>196.419136822224</c:v>
                </c:pt>
                <c:pt idx="1324">
                  <c:v>196.583582818508</c:v>
                </c:pt>
                <c:pt idx="1325">
                  <c:v>196.775295197964</c:v>
                </c:pt>
                <c:pt idx="1326">
                  <c:v>196.956390082836</c:v>
                </c:pt>
                <c:pt idx="1327">
                  <c:v>197.078604519367</c:v>
                </c:pt>
                <c:pt idx="1328">
                  <c:v>197.203663468361</c:v>
                </c:pt>
                <c:pt idx="1329">
                  <c:v>197.33497685194</c:v>
                </c:pt>
                <c:pt idx="1330">
                  <c:v>197.495824694633</c:v>
                </c:pt>
                <c:pt idx="1331">
                  <c:v>197.689058184624</c:v>
                </c:pt>
                <c:pt idx="1332">
                  <c:v>197.868965983391</c:v>
                </c:pt>
                <c:pt idx="1333">
                  <c:v>198.016029834747</c:v>
                </c:pt>
                <c:pt idx="1334">
                  <c:v>198.152711391449</c:v>
                </c:pt>
                <c:pt idx="1335">
                  <c:v>198.258508682251</c:v>
                </c:pt>
                <c:pt idx="1336">
                  <c:v>198.360318005085</c:v>
                </c:pt>
                <c:pt idx="1337">
                  <c:v>198.456075251102</c:v>
                </c:pt>
                <c:pt idx="1338">
                  <c:v>198.552888512611</c:v>
                </c:pt>
                <c:pt idx="1339">
                  <c:v>198.637268483639</c:v>
                </c:pt>
                <c:pt idx="1340">
                  <c:v>198.701762318611</c:v>
                </c:pt>
                <c:pt idx="1341">
                  <c:v>198.818336188793</c:v>
                </c:pt>
                <c:pt idx="1342">
                  <c:v>198.923963069916</c:v>
                </c:pt>
                <c:pt idx="1343">
                  <c:v>199.028115689754</c:v>
                </c:pt>
                <c:pt idx="1344">
                  <c:v>199.08924138546</c:v>
                </c:pt>
                <c:pt idx="1345">
                  <c:v>199.141173422337</c:v>
                </c:pt>
                <c:pt idx="1346">
                  <c:v>199.197845578194</c:v>
                </c:pt>
                <c:pt idx="1347">
                  <c:v>199.321069717407</c:v>
                </c:pt>
                <c:pt idx="1348">
                  <c:v>199.47220236063</c:v>
                </c:pt>
                <c:pt idx="1349">
                  <c:v>199.621414601803</c:v>
                </c:pt>
                <c:pt idx="1350">
                  <c:v>199.759494900703</c:v>
                </c:pt>
                <c:pt idx="1351">
                  <c:v>199.857439279556</c:v>
                </c:pt>
                <c:pt idx="1352">
                  <c:v>199.950973451138</c:v>
                </c:pt>
                <c:pt idx="1353">
                  <c:v>200.071296930313</c:v>
                </c:pt>
                <c:pt idx="1354">
                  <c:v>200.223585605621</c:v>
                </c:pt>
                <c:pt idx="1355">
                  <c:v>200.379517257214</c:v>
                </c:pt>
                <c:pt idx="1356">
                  <c:v>200.502155780792</c:v>
                </c:pt>
                <c:pt idx="1357">
                  <c:v>200.591150820255</c:v>
                </c:pt>
                <c:pt idx="1358">
                  <c:v>200.68086284399</c:v>
                </c:pt>
                <c:pt idx="1359">
                  <c:v>200.751837611198</c:v>
                </c:pt>
                <c:pt idx="1360">
                  <c:v>200.788896679878</c:v>
                </c:pt>
                <c:pt idx="1361">
                  <c:v>200.8705291152</c:v>
                </c:pt>
                <c:pt idx="1362">
                  <c:v>200.97018378973</c:v>
                </c:pt>
                <c:pt idx="1363">
                  <c:v>201.104852378368</c:v>
                </c:pt>
                <c:pt idx="1364">
                  <c:v>201.258201479912</c:v>
                </c:pt>
                <c:pt idx="1365">
                  <c:v>201.377366960049</c:v>
                </c:pt>
                <c:pt idx="1366">
                  <c:v>201.551890909672</c:v>
                </c:pt>
                <c:pt idx="1367">
                  <c:v>201.797740399837</c:v>
                </c:pt>
                <c:pt idx="1368">
                  <c:v>202.083784639835</c:v>
                </c:pt>
                <c:pt idx="1369">
                  <c:v>202.381165087223</c:v>
                </c:pt>
                <c:pt idx="1370">
                  <c:v>202.649212300777</c:v>
                </c:pt>
                <c:pt idx="1371">
                  <c:v>202.922626674175</c:v>
                </c:pt>
                <c:pt idx="1372">
                  <c:v>203.173247039318</c:v>
                </c:pt>
                <c:pt idx="1373">
                  <c:v>203.381200015545</c:v>
                </c:pt>
                <c:pt idx="1374">
                  <c:v>203.579135298729</c:v>
                </c:pt>
                <c:pt idx="1375">
                  <c:v>203.71872651577</c:v>
                </c:pt>
                <c:pt idx="1376">
                  <c:v>203.797606348991</c:v>
                </c:pt>
                <c:pt idx="1377">
                  <c:v>203.863554298878</c:v>
                </c:pt>
                <c:pt idx="1378">
                  <c:v>203.904045522213</c:v>
                </c:pt>
                <c:pt idx="1379">
                  <c:v>203.960913181305</c:v>
                </c:pt>
                <c:pt idx="1380">
                  <c:v>203.997293710709</c:v>
                </c:pt>
                <c:pt idx="1381">
                  <c:v>204.057913720608</c:v>
                </c:pt>
                <c:pt idx="1382">
                  <c:v>204.130741536617</c:v>
                </c:pt>
                <c:pt idx="1383">
                  <c:v>204.193161725998</c:v>
                </c:pt>
                <c:pt idx="1384">
                  <c:v>204.274004638195</c:v>
                </c:pt>
                <c:pt idx="1385">
                  <c:v>204.356596469879</c:v>
                </c:pt>
                <c:pt idx="1386">
                  <c:v>204.435754179955</c:v>
                </c:pt>
                <c:pt idx="1387">
                  <c:v>204.517394781113</c:v>
                </c:pt>
                <c:pt idx="1388">
                  <c:v>204.713010966778</c:v>
                </c:pt>
                <c:pt idx="1389">
                  <c:v>204.813649892807</c:v>
                </c:pt>
                <c:pt idx="1390">
                  <c:v>204.866568446159</c:v>
                </c:pt>
                <c:pt idx="1391">
                  <c:v>204.921084821224</c:v>
                </c:pt>
                <c:pt idx="1392">
                  <c:v>205.051316678524</c:v>
                </c:pt>
                <c:pt idx="1393">
                  <c:v>205.203555643559</c:v>
                </c:pt>
                <c:pt idx="1394">
                  <c:v>205.363074600697</c:v>
                </c:pt>
                <c:pt idx="1395">
                  <c:v>205.521043717861</c:v>
                </c:pt>
                <c:pt idx="1396">
                  <c:v>205.626264631748</c:v>
                </c:pt>
                <c:pt idx="1397">
                  <c:v>205.76705044508</c:v>
                </c:pt>
                <c:pt idx="1398">
                  <c:v>205.890861093998</c:v>
                </c:pt>
                <c:pt idx="1399">
                  <c:v>206.014672219753</c:v>
                </c:pt>
                <c:pt idx="1400">
                  <c:v>206.190425753593</c:v>
                </c:pt>
                <c:pt idx="1401">
                  <c:v>206.360911071301</c:v>
                </c:pt>
                <c:pt idx="1402">
                  <c:v>206.489447653294</c:v>
                </c:pt>
                <c:pt idx="1403">
                  <c:v>206.608647167683</c:v>
                </c:pt>
                <c:pt idx="1404">
                  <c:v>206.695381820202</c:v>
                </c:pt>
                <c:pt idx="1405">
                  <c:v>206.797681152821</c:v>
                </c:pt>
                <c:pt idx="1406">
                  <c:v>206.946247577667</c:v>
                </c:pt>
                <c:pt idx="1407">
                  <c:v>207.106661379337</c:v>
                </c:pt>
                <c:pt idx="1408">
                  <c:v>207.220889687538</c:v>
                </c:pt>
                <c:pt idx="1409">
                  <c:v>207.337878227234</c:v>
                </c:pt>
                <c:pt idx="1410">
                  <c:v>207.50828897953</c:v>
                </c:pt>
                <c:pt idx="1411">
                  <c:v>207.682327747345</c:v>
                </c:pt>
                <c:pt idx="1412">
                  <c:v>207.852308034897</c:v>
                </c:pt>
                <c:pt idx="1413">
                  <c:v>207.973104596138</c:v>
                </c:pt>
                <c:pt idx="1414">
                  <c:v>208.192559719086</c:v>
                </c:pt>
                <c:pt idx="1415">
                  <c:v>208.379625082016</c:v>
                </c:pt>
                <c:pt idx="1416">
                  <c:v>208.578369617462</c:v>
                </c:pt>
                <c:pt idx="1417">
                  <c:v>208.727074086666</c:v>
                </c:pt>
                <c:pt idx="1418">
                  <c:v>208.810608208179</c:v>
                </c:pt>
                <c:pt idx="1419">
                  <c:v>208.892203330994</c:v>
                </c:pt>
                <c:pt idx="1420">
                  <c:v>208.97809523344</c:v>
                </c:pt>
                <c:pt idx="1421">
                  <c:v>209.086052775383</c:v>
                </c:pt>
                <c:pt idx="1422">
                  <c:v>209.228468835354</c:v>
                </c:pt>
                <c:pt idx="1423">
                  <c:v>209.368557631969</c:v>
                </c:pt>
                <c:pt idx="1424">
                  <c:v>209.5001501441</c:v>
                </c:pt>
                <c:pt idx="1425">
                  <c:v>209.602877259254</c:v>
                </c:pt>
                <c:pt idx="1426">
                  <c:v>209.7358314991</c:v>
                </c:pt>
                <c:pt idx="1427">
                  <c:v>209.859828174114</c:v>
                </c:pt>
                <c:pt idx="1428">
                  <c:v>210.01476341486</c:v>
                </c:pt>
                <c:pt idx="1429">
                  <c:v>210.147922456264</c:v>
                </c:pt>
                <c:pt idx="1430">
                  <c:v>210.332201004028</c:v>
                </c:pt>
                <c:pt idx="1431">
                  <c:v>210.486247181892</c:v>
                </c:pt>
                <c:pt idx="1432">
                  <c:v>210.641948282719</c:v>
                </c:pt>
                <c:pt idx="1433">
                  <c:v>210.784393310547</c:v>
                </c:pt>
                <c:pt idx="1434">
                  <c:v>210.883037149906</c:v>
                </c:pt>
                <c:pt idx="1435">
                  <c:v>211.000994324684</c:v>
                </c:pt>
                <c:pt idx="1436">
                  <c:v>211.125275015831</c:v>
                </c:pt>
                <c:pt idx="1437">
                  <c:v>211.259905457497</c:v>
                </c:pt>
                <c:pt idx="1438">
                  <c:v>211.399501621723</c:v>
                </c:pt>
                <c:pt idx="1439">
                  <c:v>211.517339408398</c:v>
                </c:pt>
                <c:pt idx="1440">
                  <c:v>211.638212740421</c:v>
                </c:pt>
                <c:pt idx="1441">
                  <c:v>211.777182638645</c:v>
                </c:pt>
                <c:pt idx="1442">
                  <c:v>211.930528104305</c:v>
                </c:pt>
                <c:pt idx="1443">
                  <c:v>212.091120362282</c:v>
                </c:pt>
                <c:pt idx="1444">
                  <c:v>212.293405234814</c:v>
                </c:pt>
                <c:pt idx="1445">
                  <c:v>212.410268604755</c:v>
                </c:pt>
                <c:pt idx="1446">
                  <c:v>212.510731697083</c:v>
                </c:pt>
                <c:pt idx="1447">
                  <c:v>212.630737245083</c:v>
                </c:pt>
                <c:pt idx="1448">
                  <c:v>212.775426805019</c:v>
                </c:pt>
                <c:pt idx="1449">
                  <c:v>212.914538264275</c:v>
                </c:pt>
                <c:pt idx="1450">
                  <c:v>213.082395255566</c:v>
                </c:pt>
                <c:pt idx="1451">
                  <c:v>213.257135331631</c:v>
                </c:pt>
                <c:pt idx="1452">
                  <c:v>213.403291523457</c:v>
                </c:pt>
                <c:pt idx="1453">
                  <c:v>213.531148135662</c:v>
                </c:pt>
                <c:pt idx="1454">
                  <c:v>213.652143478394</c:v>
                </c:pt>
                <c:pt idx="1455">
                  <c:v>213.77894359827</c:v>
                </c:pt>
                <c:pt idx="1456">
                  <c:v>213.884953737259</c:v>
                </c:pt>
                <c:pt idx="1457">
                  <c:v>213.957609415054</c:v>
                </c:pt>
                <c:pt idx="1458">
                  <c:v>214.076558291912</c:v>
                </c:pt>
                <c:pt idx="1459">
                  <c:v>214.193153977394</c:v>
                </c:pt>
                <c:pt idx="1460">
                  <c:v>214.341744244099</c:v>
                </c:pt>
                <c:pt idx="1461">
                  <c:v>214.497276186943</c:v>
                </c:pt>
                <c:pt idx="1462">
                  <c:v>214.662936091423</c:v>
                </c:pt>
                <c:pt idx="1463">
                  <c:v>214.837468922138</c:v>
                </c:pt>
                <c:pt idx="1464">
                  <c:v>215.001907467842</c:v>
                </c:pt>
                <c:pt idx="1465">
                  <c:v>215.170256197453</c:v>
                </c:pt>
                <c:pt idx="1466">
                  <c:v>215.325840771198</c:v>
                </c:pt>
                <c:pt idx="1467">
                  <c:v>215.468751251698</c:v>
                </c:pt>
                <c:pt idx="1468">
                  <c:v>215.544029653072</c:v>
                </c:pt>
                <c:pt idx="1469">
                  <c:v>215.648621857166</c:v>
                </c:pt>
                <c:pt idx="1470">
                  <c:v>215.723906457424</c:v>
                </c:pt>
                <c:pt idx="1471">
                  <c:v>215.778018534184</c:v>
                </c:pt>
                <c:pt idx="1472">
                  <c:v>215.774939000607</c:v>
                </c:pt>
                <c:pt idx="1473">
                  <c:v>215.820477902889</c:v>
                </c:pt>
                <c:pt idx="1474">
                  <c:v>215.929099082947</c:v>
                </c:pt>
                <c:pt idx="1475">
                  <c:v>216.063830375671</c:v>
                </c:pt>
                <c:pt idx="1476">
                  <c:v>216.220302641392</c:v>
                </c:pt>
                <c:pt idx="1477">
                  <c:v>216.456467866898</c:v>
                </c:pt>
                <c:pt idx="1478">
                  <c:v>216.721310436726</c:v>
                </c:pt>
                <c:pt idx="1479">
                  <c:v>216.952945291996</c:v>
                </c:pt>
                <c:pt idx="1480">
                  <c:v>217.206566393375</c:v>
                </c:pt>
                <c:pt idx="1481">
                  <c:v>217.443166434765</c:v>
                </c:pt>
                <c:pt idx="1482">
                  <c:v>217.662077605724</c:v>
                </c:pt>
                <c:pt idx="1483">
                  <c:v>217.856861114502</c:v>
                </c:pt>
                <c:pt idx="1484">
                  <c:v>218.093971312046</c:v>
                </c:pt>
                <c:pt idx="1485">
                  <c:v>218.327669322491</c:v>
                </c:pt>
                <c:pt idx="1486">
                  <c:v>218.554014384747</c:v>
                </c:pt>
                <c:pt idx="1487">
                  <c:v>218.753207623959</c:v>
                </c:pt>
                <c:pt idx="1488">
                  <c:v>218.921180129051</c:v>
                </c:pt>
                <c:pt idx="1489">
                  <c:v>219.125140666962</c:v>
                </c:pt>
                <c:pt idx="1490">
                  <c:v>219.340454995632</c:v>
                </c:pt>
                <c:pt idx="1491">
                  <c:v>219.552993535995</c:v>
                </c:pt>
                <c:pt idx="1492">
                  <c:v>219.776395857334</c:v>
                </c:pt>
                <c:pt idx="1493">
                  <c:v>220.005896270275</c:v>
                </c:pt>
                <c:pt idx="1494">
                  <c:v>220.188485622406</c:v>
                </c:pt>
                <c:pt idx="1495">
                  <c:v>220.356323242187</c:v>
                </c:pt>
                <c:pt idx="1496">
                  <c:v>220.557269454002</c:v>
                </c:pt>
                <c:pt idx="1497">
                  <c:v>220.769225955009</c:v>
                </c:pt>
                <c:pt idx="1498">
                  <c:v>220.93413323164</c:v>
                </c:pt>
                <c:pt idx="1499">
                  <c:v>221.124988853931</c:v>
                </c:pt>
                <c:pt idx="1500">
                  <c:v>221.325208604336</c:v>
                </c:pt>
                <c:pt idx="1501">
                  <c:v>221.524361133575</c:v>
                </c:pt>
                <c:pt idx="1502">
                  <c:v>221.658141732216</c:v>
                </c:pt>
                <c:pt idx="1503">
                  <c:v>221.79118680954</c:v>
                </c:pt>
                <c:pt idx="1504">
                  <c:v>221.895808696747</c:v>
                </c:pt>
                <c:pt idx="1505">
                  <c:v>222.066564559937</c:v>
                </c:pt>
                <c:pt idx="1506">
                  <c:v>222.204082250595</c:v>
                </c:pt>
                <c:pt idx="1507">
                  <c:v>222.371286928654</c:v>
                </c:pt>
                <c:pt idx="1508">
                  <c:v>222.511366307735</c:v>
                </c:pt>
                <c:pt idx="1509">
                  <c:v>222.599819839001</c:v>
                </c:pt>
                <c:pt idx="1510">
                  <c:v>222.634138464928</c:v>
                </c:pt>
                <c:pt idx="1511">
                  <c:v>222.634414851665</c:v>
                </c:pt>
                <c:pt idx="1512">
                  <c:v>222.647064983845</c:v>
                </c:pt>
                <c:pt idx="1513">
                  <c:v>222.691050052643</c:v>
                </c:pt>
                <c:pt idx="1514">
                  <c:v>222.765674650669</c:v>
                </c:pt>
                <c:pt idx="1515">
                  <c:v>222.810007750988</c:v>
                </c:pt>
                <c:pt idx="1516">
                  <c:v>222.840621471405</c:v>
                </c:pt>
                <c:pt idx="1517">
                  <c:v>222.855306506157</c:v>
                </c:pt>
                <c:pt idx="1518">
                  <c:v>222.854725122452</c:v>
                </c:pt>
                <c:pt idx="1519">
                  <c:v>222.888271868229</c:v>
                </c:pt>
                <c:pt idx="1520">
                  <c:v>222.959881365299</c:v>
                </c:pt>
                <c:pt idx="1521">
                  <c:v>223.035431444645</c:v>
                </c:pt>
                <c:pt idx="1522">
                  <c:v>223.109681785107</c:v>
                </c:pt>
                <c:pt idx="1523">
                  <c:v>223.198668241501</c:v>
                </c:pt>
                <c:pt idx="1524">
                  <c:v>223.312256753445</c:v>
                </c:pt>
                <c:pt idx="1525">
                  <c:v>223.447694718838</c:v>
                </c:pt>
                <c:pt idx="1526">
                  <c:v>223.593910753727</c:v>
                </c:pt>
                <c:pt idx="1527">
                  <c:v>223.719150483608</c:v>
                </c:pt>
                <c:pt idx="1528">
                  <c:v>223.809929609299</c:v>
                </c:pt>
                <c:pt idx="1529">
                  <c:v>223.912431776524</c:v>
                </c:pt>
                <c:pt idx="1530">
                  <c:v>224.039147078991</c:v>
                </c:pt>
                <c:pt idx="1531">
                  <c:v>224.206336200237</c:v>
                </c:pt>
                <c:pt idx="1532">
                  <c:v>224.328393936157</c:v>
                </c:pt>
                <c:pt idx="1533">
                  <c:v>224.450645327568</c:v>
                </c:pt>
                <c:pt idx="1534">
                  <c:v>224.549642622471</c:v>
                </c:pt>
                <c:pt idx="1535">
                  <c:v>224.642605900764</c:v>
                </c:pt>
                <c:pt idx="1536">
                  <c:v>224.721616744995</c:v>
                </c:pt>
                <c:pt idx="1537">
                  <c:v>224.821587085724</c:v>
                </c:pt>
                <c:pt idx="1538">
                  <c:v>224.894476830959</c:v>
                </c:pt>
                <c:pt idx="1539">
                  <c:v>224.999695301056</c:v>
                </c:pt>
                <c:pt idx="1540">
                  <c:v>225.173176050186</c:v>
                </c:pt>
                <c:pt idx="1541">
                  <c:v>225.352660298347</c:v>
                </c:pt>
                <c:pt idx="1542">
                  <c:v>225.511644482613</c:v>
                </c:pt>
                <c:pt idx="1543">
                  <c:v>225.642396807671</c:v>
                </c:pt>
                <c:pt idx="1544">
                  <c:v>225.75211161375</c:v>
                </c:pt>
                <c:pt idx="1545">
                  <c:v>225.846238136292</c:v>
                </c:pt>
                <c:pt idx="1546">
                  <c:v>225.925828099251</c:v>
                </c:pt>
                <c:pt idx="1547">
                  <c:v>225.965071976185</c:v>
                </c:pt>
                <c:pt idx="1548">
                  <c:v>225.984911441803</c:v>
                </c:pt>
                <c:pt idx="1549">
                  <c:v>226.019180178642</c:v>
                </c:pt>
                <c:pt idx="1550">
                  <c:v>225.977876901627</c:v>
                </c:pt>
                <c:pt idx="1551">
                  <c:v>225.925013422966</c:v>
                </c:pt>
                <c:pt idx="1552">
                  <c:v>225.896202325821</c:v>
                </c:pt>
                <c:pt idx="1553">
                  <c:v>225.887909650803</c:v>
                </c:pt>
                <c:pt idx="1554">
                  <c:v>225.868560552597</c:v>
                </c:pt>
                <c:pt idx="1555">
                  <c:v>225.884401082993</c:v>
                </c:pt>
                <c:pt idx="1556">
                  <c:v>225.899794697762</c:v>
                </c:pt>
                <c:pt idx="1557">
                  <c:v>225.916019141674</c:v>
                </c:pt>
                <c:pt idx="1558">
                  <c:v>225.948741257191</c:v>
                </c:pt>
                <c:pt idx="1559">
                  <c:v>225.941233217716</c:v>
                </c:pt>
                <c:pt idx="1560">
                  <c:v>225.913023531437</c:v>
                </c:pt>
                <c:pt idx="1561">
                  <c:v>225.945065677166</c:v>
                </c:pt>
                <c:pt idx="1562">
                  <c:v>226.029365420341</c:v>
                </c:pt>
                <c:pt idx="1563">
                  <c:v>226.144025921822</c:v>
                </c:pt>
                <c:pt idx="1564">
                  <c:v>226.296453356743</c:v>
                </c:pt>
                <c:pt idx="1565">
                  <c:v>226.456462740898</c:v>
                </c:pt>
                <c:pt idx="1566">
                  <c:v>226.59613186121</c:v>
                </c:pt>
                <c:pt idx="1567">
                  <c:v>226.746907293797</c:v>
                </c:pt>
                <c:pt idx="1568">
                  <c:v>226.911574542522</c:v>
                </c:pt>
                <c:pt idx="1569">
                  <c:v>227.054864168167</c:v>
                </c:pt>
                <c:pt idx="1570">
                  <c:v>227.261476516724</c:v>
                </c:pt>
                <c:pt idx="1571">
                  <c:v>227.46034681797</c:v>
                </c:pt>
                <c:pt idx="1572">
                  <c:v>227.633606672287</c:v>
                </c:pt>
                <c:pt idx="1573">
                  <c:v>227.835353791714</c:v>
                </c:pt>
                <c:pt idx="1574">
                  <c:v>228.043219745159</c:v>
                </c:pt>
                <c:pt idx="1575">
                  <c:v>228.245766341686</c:v>
                </c:pt>
                <c:pt idx="1576">
                  <c:v>228.450064897537</c:v>
                </c:pt>
                <c:pt idx="1577">
                  <c:v>228.678176999092</c:v>
                </c:pt>
                <c:pt idx="1578">
                  <c:v>228.93400901556</c:v>
                </c:pt>
                <c:pt idx="1579">
                  <c:v>229.20627373457</c:v>
                </c:pt>
                <c:pt idx="1580">
                  <c:v>229.473282694817</c:v>
                </c:pt>
                <c:pt idx="1581">
                  <c:v>229.745106101036</c:v>
                </c:pt>
                <c:pt idx="1582">
                  <c:v>230.007489681244</c:v>
                </c:pt>
                <c:pt idx="1583">
                  <c:v>230.266014277935</c:v>
                </c:pt>
                <c:pt idx="1584">
                  <c:v>230.520328462124</c:v>
                </c:pt>
                <c:pt idx="1585">
                  <c:v>230.778709173203</c:v>
                </c:pt>
                <c:pt idx="1586">
                  <c:v>231.015767872334</c:v>
                </c:pt>
                <c:pt idx="1587">
                  <c:v>231.28496414423</c:v>
                </c:pt>
                <c:pt idx="1588">
                  <c:v>231.539220631123</c:v>
                </c:pt>
                <c:pt idx="1589">
                  <c:v>231.762922227383</c:v>
                </c:pt>
                <c:pt idx="1590">
                  <c:v>231.982674300671</c:v>
                </c:pt>
                <c:pt idx="1591">
                  <c:v>232.190550506115</c:v>
                </c:pt>
                <c:pt idx="1592">
                  <c:v>232.34402269125</c:v>
                </c:pt>
                <c:pt idx="1593">
                  <c:v>232.440498650074</c:v>
                </c:pt>
                <c:pt idx="1594">
                  <c:v>232.531958639622</c:v>
                </c:pt>
                <c:pt idx="1595">
                  <c:v>232.631502330303</c:v>
                </c:pt>
                <c:pt idx="1596">
                  <c:v>232.757884800434</c:v>
                </c:pt>
                <c:pt idx="1597">
                  <c:v>232.885691821575</c:v>
                </c:pt>
                <c:pt idx="1598">
                  <c:v>233.032707035542</c:v>
                </c:pt>
                <c:pt idx="1599">
                  <c:v>233.175167620182</c:v>
                </c:pt>
                <c:pt idx="1600">
                  <c:v>233.288864910603</c:v>
                </c:pt>
                <c:pt idx="1601">
                  <c:v>233.397053480148</c:v>
                </c:pt>
                <c:pt idx="1602">
                  <c:v>233.554639220238</c:v>
                </c:pt>
                <c:pt idx="1603">
                  <c:v>233.713008284569</c:v>
                </c:pt>
                <c:pt idx="1604">
                  <c:v>233.84912109375</c:v>
                </c:pt>
                <c:pt idx="1605">
                  <c:v>233.99484193325</c:v>
                </c:pt>
                <c:pt idx="1606">
                  <c:v>234.117865860462</c:v>
                </c:pt>
                <c:pt idx="1607">
                  <c:v>234.260852754116</c:v>
                </c:pt>
                <c:pt idx="1608">
                  <c:v>234.395955264568</c:v>
                </c:pt>
                <c:pt idx="1609">
                  <c:v>234.4558172822</c:v>
                </c:pt>
                <c:pt idx="1610">
                  <c:v>234.518778860569</c:v>
                </c:pt>
                <c:pt idx="1611">
                  <c:v>234.571117401123</c:v>
                </c:pt>
                <c:pt idx="1612">
                  <c:v>234.590050041676</c:v>
                </c:pt>
                <c:pt idx="1613">
                  <c:v>234.657269656658</c:v>
                </c:pt>
                <c:pt idx="1614">
                  <c:v>234.747078895569</c:v>
                </c:pt>
                <c:pt idx="1615">
                  <c:v>234.91164201498</c:v>
                </c:pt>
                <c:pt idx="1616">
                  <c:v>235.040021717548</c:v>
                </c:pt>
                <c:pt idx="1617">
                  <c:v>235.177924096584</c:v>
                </c:pt>
                <c:pt idx="1618">
                  <c:v>235.350645124912</c:v>
                </c:pt>
                <c:pt idx="1619">
                  <c:v>235.578751027584</c:v>
                </c:pt>
                <c:pt idx="1620">
                  <c:v>235.795398056507</c:v>
                </c:pt>
                <c:pt idx="1621">
                  <c:v>236.036471664906</c:v>
                </c:pt>
                <c:pt idx="1622">
                  <c:v>236.230765163898</c:v>
                </c:pt>
                <c:pt idx="1623">
                  <c:v>236.439049184322</c:v>
                </c:pt>
                <c:pt idx="1624">
                  <c:v>236.605497956276</c:v>
                </c:pt>
                <c:pt idx="1625">
                  <c:v>236.765858590603</c:v>
                </c:pt>
                <c:pt idx="1626">
                  <c:v>236.921392858028</c:v>
                </c:pt>
                <c:pt idx="1627">
                  <c:v>237.099189996719</c:v>
                </c:pt>
                <c:pt idx="1628">
                  <c:v>237.178663611412</c:v>
                </c:pt>
                <c:pt idx="1629">
                  <c:v>237.271093249321</c:v>
                </c:pt>
                <c:pt idx="1630">
                  <c:v>237.414010584354</c:v>
                </c:pt>
                <c:pt idx="1631">
                  <c:v>237.515452504158</c:v>
                </c:pt>
                <c:pt idx="1632">
                  <c:v>237.58860874176</c:v>
                </c:pt>
                <c:pt idx="1633">
                  <c:v>237.598019361496</c:v>
                </c:pt>
                <c:pt idx="1634">
                  <c:v>237.621738553047</c:v>
                </c:pt>
                <c:pt idx="1635">
                  <c:v>237.65361726284</c:v>
                </c:pt>
                <c:pt idx="1636">
                  <c:v>237.651654243469</c:v>
                </c:pt>
                <c:pt idx="1637">
                  <c:v>237.590061783791</c:v>
                </c:pt>
                <c:pt idx="1638">
                  <c:v>237.577805399895</c:v>
                </c:pt>
                <c:pt idx="1639">
                  <c:v>237.561287879944</c:v>
                </c:pt>
                <c:pt idx="1640">
                  <c:v>237.540280461311</c:v>
                </c:pt>
                <c:pt idx="1641">
                  <c:v>237.575593471527</c:v>
                </c:pt>
                <c:pt idx="1642">
                  <c:v>237.618276417255</c:v>
                </c:pt>
                <c:pt idx="1643">
                  <c:v>237.670445978642</c:v>
                </c:pt>
                <c:pt idx="1644">
                  <c:v>237.723433673382</c:v>
                </c:pt>
                <c:pt idx="1645">
                  <c:v>237.779233813286</c:v>
                </c:pt>
                <c:pt idx="1646">
                  <c:v>237.852072000504</c:v>
                </c:pt>
                <c:pt idx="1647">
                  <c:v>237.920579373837</c:v>
                </c:pt>
                <c:pt idx="1648">
                  <c:v>237.95255368948</c:v>
                </c:pt>
                <c:pt idx="1649">
                  <c:v>238.021685957909</c:v>
                </c:pt>
                <c:pt idx="1650">
                  <c:v>238.088932514191</c:v>
                </c:pt>
                <c:pt idx="1651">
                  <c:v>238.122783184052</c:v>
                </c:pt>
                <c:pt idx="1652">
                  <c:v>238.197846472263</c:v>
                </c:pt>
                <c:pt idx="1653">
                  <c:v>238.259635388851</c:v>
                </c:pt>
                <c:pt idx="1654">
                  <c:v>238.34814375639</c:v>
                </c:pt>
                <c:pt idx="1655">
                  <c:v>238.480386316776</c:v>
                </c:pt>
                <c:pt idx="1656">
                  <c:v>238.554278254509</c:v>
                </c:pt>
                <c:pt idx="1657">
                  <c:v>238.656646132469</c:v>
                </c:pt>
                <c:pt idx="1658">
                  <c:v>238.712828040123</c:v>
                </c:pt>
                <c:pt idx="1659">
                  <c:v>238.736315965652</c:v>
                </c:pt>
                <c:pt idx="1660">
                  <c:v>238.742595434189</c:v>
                </c:pt>
                <c:pt idx="1661">
                  <c:v>238.735799431801</c:v>
                </c:pt>
                <c:pt idx="1662">
                  <c:v>238.778522908688</c:v>
                </c:pt>
                <c:pt idx="1663">
                  <c:v>238.905525028706</c:v>
                </c:pt>
                <c:pt idx="1664">
                  <c:v>239.087635755539</c:v>
                </c:pt>
                <c:pt idx="1665">
                  <c:v>239.234625101089</c:v>
                </c:pt>
                <c:pt idx="1666">
                  <c:v>239.384907007217</c:v>
                </c:pt>
                <c:pt idx="1667">
                  <c:v>239.565020561218</c:v>
                </c:pt>
                <c:pt idx="1668">
                  <c:v>239.762627482414</c:v>
                </c:pt>
                <c:pt idx="1669">
                  <c:v>239.961290955544</c:v>
                </c:pt>
                <c:pt idx="1670">
                  <c:v>240.168594717979</c:v>
                </c:pt>
                <c:pt idx="1671">
                  <c:v>240.365275144577</c:v>
                </c:pt>
                <c:pt idx="1672">
                  <c:v>240.564787387848</c:v>
                </c:pt>
                <c:pt idx="1673">
                  <c:v>240.718302249908</c:v>
                </c:pt>
                <c:pt idx="1674">
                  <c:v>240.881011426449</c:v>
                </c:pt>
                <c:pt idx="1675">
                  <c:v>240.971367537975</c:v>
                </c:pt>
                <c:pt idx="1676">
                  <c:v>240.991263568401</c:v>
                </c:pt>
                <c:pt idx="1677">
                  <c:v>241.166578292847</c:v>
                </c:pt>
                <c:pt idx="1678">
                  <c:v>241.228318870068</c:v>
                </c:pt>
                <c:pt idx="1679">
                  <c:v>241.206239879131</c:v>
                </c:pt>
                <c:pt idx="1680">
                  <c:v>241.194217145443</c:v>
                </c:pt>
                <c:pt idx="1681">
                  <c:v>241.199696958065</c:v>
                </c:pt>
                <c:pt idx="1682">
                  <c:v>241.199370920658</c:v>
                </c:pt>
                <c:pt idx="1683">
                  <c:v>241.163478791714</c:v>
                </c:pt>
                <c:pt idx="1684">
                  <c:v>241.150275051594</c:v>
                </c:pt>
                <c:pt idx="1685">
                  <c:v>241.233380615711</c:v>
                </c:pt>
                <c:pt idx="1686">
                  <c:v>241.378488719463</c:v>
                </c:pt>
                <c:pt idx="1687">
                  <c:v>241.40839868784</c:v>
                </c:pt>
                <c:pt idx="1688">
                  <c:v>241.428832709789</c:v>
                </c:pt>
                <c:pt idx="1689">
                  <c:v>241.433796703815</c:v>
                </c:pt>
                <c:pt idx="1690">
                  <c:v>241.422208487988</c:v>
                </c:pt>
                <c:pt idx="1691">
                  <c:v>241.40185469389</c:v>
                </c:pt>
                <c:pt idx="1692">
                  <c:v>241.452525615692</c:v>
                </c:pt>
                <c:pt idx="1693">
                  <c:v>241.464634895325</c:v>
                </c:pt>
                <c:pt idx="1694">
                  <c:v>241.525298774242</c:v>
                </c:pt>
                <c:pt idx="1695">
                  <c:v>241.642706155777</c:v>
                </c:pt>
                <c:pt idx="1696">
                  <c:v>241.695553421974</c:v>
                </c:pt>
                <c:pt idx="1697">
                  <c:v>241.890764594078</c:v>
                </c:pt>
                <c:pt idx="1698">
                  <c:v>242.149870991707</c:v>
                </c:pt>
                <c:pt idx="1699">
                  <c:v>242.379295289516</c:v>
                </c:pt>
                <c:pt idx="1700">
                  <c:v>242.697993695736</c:v>
                </c:pt>
                <c:pt idx="1701">
                  <c:v>243.015742123127</c:v>
                </c:pt>
                <c:pt idx="1702">
                  <c:v>243.288984358311</c:v>
                </c:pt>
                <c:pt idx="1703">
                  <c:v>243.592299044132</c:v>
                </c:pt>
                <c:pt idx="1704">
                  <c:v>243.783784866333</c:v>
                </c:pt>
                <c:pt idx="1705">
                  <c:v>243.878420352936</c:v>
                </c:pt>
                <c:pt idx="1706">
                  <c:v>243.895765006542</c:v>
                </c:pt>
                <c:pt idx="1707">
                  <c:v>243.850749790668</c:v>
                </c:pt>
                <c:pt idx="1708">
                  <c:v>243.792826235294</c:v>
                </c:pt>
                <c:pt idx="1709">
                  <c:v>243.857988357544</c:v>
                </c:pt>
                <c:pt idx="1710">
                  <c:v>243.926970005035</c:v>
                </c:pt>
                <c:pt idx="1711">
                  <c:v>244.042041063309</c:v>
                </c:pt>
                <c:pt idx="1712">
                  <c:v>244.158765554428</c:v>
                </c:pt>
                <c:pt idx="1713">
                  <c:v>244.239841341972</c:v>
                </c:pt>
                <c:pt idx="1714">
                  <c:v>244.333418190479</c:v>
                </c:pt>
                <c:pt idx="1715">
                  <c:v>244.410544514656</c:v>
                </c:pt>
                <c:pt idx="1716">
                  <c:v>244.394822716713</c:v>
                </c:pt>
                <c:pt idx="1717">
                  <c:v>244.314250230789</c:v>
                </c:pt>
                <c:pt idx="1718">
                  <c:v>244.221386551857</c:v>
                </c:pt>
                <c:pt idx="1719">
                  <c:v>244.177953481674</c:v>
                </c:pt>
                <c:pt idx="1720">
                  <c:v>244.156341195107</c:v>
                </c:pt>
                <c:pt idx="1721">
                  <c:v>244.28382152319</c:v>
                </c:pt>
                <c:pt idx="1722">
                  <c:v>244.352888703346</c:v>
                </c:pt>
                <c:pt idx="1723">
                  <c:v>244.439002335072</c:v>
                </c:pt>
                <c:pt idx="1724">
                  <c:v>244.545110166073</c:v>
                </c:pt>
                <c:pt idx="1725">
                  <c:v>244.78233653307</c:v>
                </c:pt>
                <c:pt idx="1726">
                  <c:v>245.281920850277</c:v>
                </c:pt>
                <c:pt idx="1727">
                  <c:v>245.800210833549</c:v>
                </c:pt>
                <c:pt idx="1728">
                  <c:v>246.362004995346</c:v>
                </c:pt>
                <c:pt idx="1729">
                  <c:v>246.860764801502</c:v>
                </c:pt>
                <c:pt idx="1730">
                  <c:v>247.317765057087</c:v>
                </c:pt>
                <c:pt idx="1731">
                  <c:v>247.709051609039</c:v>
                </c:pt>
                <c:pt idx="1732">
                  <c:v>247.981549263</c:v>
                </c:pt>
                <c:pt idx="1733">
                  <c:v>248.195057749748</c:v>
                </c:pt>
                <c:pt idx="1734">
                  <c:v>248.206589758396</c:v>
                </c:pt>
                <c:pt idx="1735">
                  <c:v>248.22695851326</c:v>
                </c:pt>
                <c:pt idx="1736">
                  <c:v>248.251176595688</c:v>
                </c:pt>
                <c:pt idx="1737">
                  <c:v>248.485063791275</c:v>
                </c:pt>
                <c:pt idx="1738">
                  <c:v>248.773649692535</c:v>
                </c:pt>
                <c:pt idx="1739">
                  <c:v>249.000703632832</c:v>
                </c:pt>
                <c:pt idx="1740">
                  <c:v>249.25362932682</c:v>
                </c:pt>
                <c:pt idx="1741">
                  <c:v>249.520072698593</c:v>
                </c:pt>
                <c:pt idx="1742">
                  <c:v>249.811674237251</c:v>
                </c:pt>
                <c:pt idx="1743">
                  <c:v>250.051057457924</c:v>
                </c:pt>
                <c:pt idx="1744">
                  <c:v>250.27883797884</c:v>
                </c:pt>
                <c:pt idx="1745">
                  <c:v>250.516134560108</c:v>
                </c:pt>
                <c:pt idx="1746">
                  <c:v>250.673409879208</c:v>
                </c:pt>
                <c:pt idx="1747">
                  <c:v>250.805160343647</c:v>
                </c:pt>
                <c:pt idx="1748">
                  <c:v>250.952547430992</c:v>
                </c:pt>
                <c:pt idx="1749">
                  <c:v>251.169051647186</c:v>
                </c:pt>
                <c:pt idx="1750">
                  <c:v>251.435810565948</c:v>
                </c:pt>
                <c:pt idx="1751">
                  <c:v>251.669526219368</c:v>
                </c:pt>
                <c:pt idx="1752">
                  <c:v>251.936921238899</c:v>
                </c:pt>
                <c:pt idx="1753">
                  <c:v>252.178722262383</c:v>
                </c:pt>
                <c:pt idx="1754">
                  <c:v>252.456671714783</c:v>
                </c:pt>
                <c:pt idx="1755">
                  <c:v>252.660152435303</c:v>
                </c:pt>
                <c:pt idx="1756">
                  <c:v>252.880812883377</c:v>
                </c:pt>
                <c:pt idx="1757">
                  <c:v>253.111027598381</c:v>
                </c:pt>
                <c:pt idx="1758">
                  <c:v>253.297030091286</c:v>
                </c:pt>
                <c:pt idx="1759">
                  <c:v>253.461141943932</c:v>
                </c:pt>
                <c:pt idx="1760">
                  <c:v>253.620409488678</c:v>
                </c:pt>
                <c:pt idx="1761">
                  <c:v>253.784989714622</c:v>
                </c:pt>
                <c:pt idx="1762">
                  <c:v>253.9081813097</c:v>
                </c:pt>
                <c:pt idx="1763">
                  <c:v>254.045021891594</c:v>
                </c:pt>
                <c:pt idx="1764">
                  <c:v>254.18373644352</c:v>
                </c:pt>
                <c:pt idx="1765">
                  <c:v>254.347383737564</c:v>
                </c:pt>
                <c:pt idx="1766">
                  <c:v>254.495941519737</c:v>
                </c:pt>
                <c:pt idx="1767">
                  <c:v>254.609817028046</c:v>
                </c:pt>
                <c:pt idx="1768">
                  <c:v>254.877745747566</c:v>
                </c:pt>
                <c:pt idx="1769">
                  <c:v>255.292257070541</c:v>
                </c:pt>
                <c:pt idx="1770">
                  <c:v>255.585235595703</c:v>
                </c:pt>
                <c:pt idx="1771">
                  <c:v>255.891695916653</c:v>
                </c:pt>
                <c:pt idx="1772">
                  <c:v>256.194494068623</c:v>
                </c:pt>
                <c:pt idx="1773">
                  <c:v>256.489658534527</c:v>
                </c:pt>
                <c:pt idx="1774">
                  <c:v>256.696060478687</c:v>
                </c:pt>
                <c:pt idx="1775">
                  <c:v>256.787444353104</c:v>
                </c:pt>
                <c:pt idx="1776">
                  <c:v>256.88065892458</c:v>
                </c:pt>
                <c:pt idx="1777">
                  <c:v>256.974541842937</c:v>
                </c:pt>
                <c:pt idx="1778">
                  <c:v>257.010761201382</c:v>
                </c:pt>
                <c:pt idx="1779">
                  <c:v>257.034401714802</c:v>
                </c:pt>
                <c:pt idx="1780">
                  <c:v>257.085963070393</c:v>
                </c:pt>
                <c:pt idx="1781">
                  <c:v>257.175622224808</c:v>
                </c:pt>
                <c:pt idx="1782">
                  <c:v>257.311379611492</c:v>
                </c:pt>
                <c:pt idx="1783">
                  <c:v>257.396815538406</c:v>
                </c:pt>
                <c:pt idx="1784">
                  <c:v>257.510288357735</c:v>
                </c:pt>
                <c:pt idx="1785">
                  <c:v>257.647276043892</c:v>
                </c:pt>
                <c:pt idx="1786">
                  <c:v>257.737760841846</c:v>
                </c:pt>
                <c:pt idx="1787">
                  <c:v>257.84269952774</c:v>
                </c:pt>
                <c:pt idx="1788">
                  <c:v>257.966875016689</c:v>
                </c:pt>
                <c:pt idx="1789">
                  <c:v>258.115139663219</c:v>
                </c:pt>
                <c:pt idx="1790">
                  <c:v>258.243344724178</c:v>
                </c:pt>
                <c:pt idx="1791">
                  <c:v>258.353554546833</c:v>
                </c:pt>
                <c:pt idx="1792">
                  <c:v>258.484044611454</c:v>
                </c:pt>
                <c:pt idx="1793">
                  <c:v>258.59500259161</c:v>
                </c:pt>
                <c:pt idx="1794">
                  <c:v>258.75884270668</c:v>
                </c:pt>
                <c:pt idx="1795">
                  <c:v>258.8245870471</c:v>
                </c:pt>
                <c:pt idx="1796">
                  <c:v>258.914700090885</c:v>
                </c:pt>
                <c:pt idx="1797">
                  <c:v>258.995906293392</c:v>
                </c:pt>
                <c:pt idx="1798">
                  <c:v>258.996149480343</c:v>
                </c:pt>
                <c:pt idx="1799">
                  <c:v>258.995699942112</c:v>
                </c:pt>
                <c:pt idx="1800">
                  <c:v>259.018288254738</c:v>
                </c:pt>
                <c:pt idx="1801">
                  <c:v>259.04916870594</c:v>
                </c:pt>
                <c:pt idx="1802">
                  <c:v>259.140737056732</c:v>
                </c:pt>
                <c:pt idx="1803">
                  <c:v>259.312556803226</c:v>
                </c:pt>
                <c:pt idx="1804">
                  <c:v>259.29516774416</c:v>
                </c:pt>
                <c:pt idx="1805">
                  <c:v>259.327472627163</c:v>
                </c:pt>
                <c:pt idx="1806">
                  <c:v>259.432358145714</c:v>
                </c:pt>
                <c:pt idx="1807">
                  <c:v>259.57487642765</c:v>
                </c:pt>
                <c:pt idx="1808">
                  <c:v>259.687166154385</c:v>
                </c:pt>
                <c:pt idx="1809">
                  <c:v>259.806287705898</c:v>
                </c:pt>
                <c:pt idx="1810">
                  <c:v>259.944703698158</c:v>
                </c:pt>
                <c:pt idx="1811">
                  <c:v>260.138414144516</c:v>
                </c:pt>
                <c:pt idx="1812">
                  <c:v>260.319907546043</c:v>
                </c:pt>
                <c:pt idx="1813">
                  <c:v>260.560309767723</c:v>
                </c:pt>
                <c:pt idx="1814">
                  <c:v>260.789237380028</c:v>
                </c:pt>
                <c:pt idx="1815">
                  <c:v>260.969235658646</c:v>
                </c:pt>
                <c:pt idx="1816">
                  <c:v>261.031571507454</c:v>
                </c:pt>
                <c:pt idx="1817">
                  <c:v>261.157439649105</c:v>
                </c:pt>
                <c:pt idx="1818">
                  <c:v>261.287170112133</c:v>
                </c:pt>
                <c:pt idx="1819">
                  <c:v>261.371156096458</c:v>
                </c:pt>
                <c:pt idx="1820">
                  <c:v>261.423068225384</c:v>
                </c:pt>
                <c:pt idx="1821">
                  <c:v>261.48845154047</c:v>
                </c:pt>
                <c:pt idx="1822">
                  <c:v>261.564989864826</c:v>
                </c:pt>
                <c:pt idx="1823">
                  <c:v>261.664191603661</c:v>
                </c:pt>
                <c:pt idx="1824">
                  <c:v>261.852610468864</c:v>
                </c:pt>
                <c:pt idx="1825">
                  <c:v>262.050877571106</c:v>
                </c:pt>
                <c:pt idx="1826">
                  <c:v>262.225743353367</c:v>
                </c:pt>
                <c:pt idx="1827">
                  <c:v>262.373407781124</c:v>
                </c:pt>
                <c:pt idx="1828">
                  <c:v>262.528947174549</c:v>
                </c:pt>
                <c:pt idx="1829">
                  <c:v>262.649303138256</c:v>
                </c:pt>
                <c:pt idx="1830">
                  <c:v>262.768341600895</c:v>
                </c:pt>
                <c:pt idx="1831">
                  <c:v>263.046473562717</c:v>
                </c:pt>
                <c:pt idx="1832">
                  <c:v>263.290376126766</c:v>
                </c:pt>
                <c:pt idx="1833">
                  <c:v>263.505527734756</c:v>
                </c:pt>
                <c:pt idx="1834">
                  <c:v>263.715269327164</c:v>
                </c:pt>
                <c:pt idx="1835">
                  <c:v>263.977068185806</c:v>
                </c:pt>
                <c:pt idx="1836">
                  <c:v>264.234147369862</c:v>
                </c:pt>
                <c:pt idx="1837">
                  <c:v>264.513398647308</c:v>
                </c:pt>
                <c:pt idx="1838">
                  <c:v>264.747991919518</c:v>
                </c:pt>
                <c:pt idx="1839">
                  <c:v>265.031014442444</c:v>
                </c:pt>
                <c:pt idx="1840">
                  <c:v>265.316816747189</c:v>
                </c:pt>
                <c:pt idx="1841">
                  <c:v>265.512060642242</c:v>
                </c:pt>
                <c:pt idx="1842">
                  <c:v>265.759952068329</c:v>
                </c:pt>
                <c:pt idx="1843">
                  <c:v>266.005214333534</c:v>
                </c:pt>
                <c:pt idx="1844">
                  <c:v>266.244650602341</c:v>
                </c:pt>
                <c:pt idx="1845">
                  <c:v>266.432824492455</c:v>
                </c:pt>
                <c:pt idx="1846">
                  <c:v>266.634300708771</c:v>
                </c:pt>
                <c:pt idx="1847">
                  <c:v>266.818343222141</c:v>
                </c:pt>
                <c:pt idx="1848">
                  <c:v>266.980129897594</c:v>
                </c:pt>
                <c:pt idx="1849">
                  <c:v>267.100581943989</c:v>
                </c:pt>
                <c:pt idx="1850">
                  <c:v>267.210511744022</c:v>
                </c:pt>
                <c:pt idx="1851">
                  <c:v>267.396102845669</c:v>
                </c:pt>
                <c:pt idx="1852">
                  <c:v>267.604043066502</c:v>
                </c:pt>
                <c:pt idx="1853">
                  <c:v>267.797519862652</c:v>
                </c:pt>
                <c:pt idx="1854">
                  <c:v>267.945449948311</c:v>
                </c:pt>
                <c:pt idx="1855">
                  <c:v>268.102967143059</c:v>
                </c:pt>
                <c:pt idx="1856">
                  <c:v>268.275422155857</c:v>
                </c:pt>
                <c:pt idx="1857">
                  <c:v>268.414681494236</c:v>
                </c:pt>
                <c:pt idx="1858">
                  <c:v>268.541187107563</c:v>
                </c:pt>
                <c:pt idx="1859">
                  <c:v>268.654774725437</c:v>
                </c:pt>
                <c:pt idx="1860">
                  <c:v>268.760403811932</c:v>
                </c:pt>
                <c:pt idx="1861">
                  <c:v>268.847263038158</c:v>
                </c:pt>
                <c:pt idx="1862">
                  <c:v>268.890450358391</c:v>
                </c:pt>
                <c:pt idx="1863">
                  <c:v>268.969447910786</c:v>
                </c:pt>
                <c:pt idx="1864">
                  <c:v>269.112761676311</c:v>
                </c:pt>
                <c:pt idx="1865">
                  <c:v>269.253289997578</c:v>
                </c:pt>
                <c:pt idx="1866">
                  <c:v>269.364985108376</c:v>
                </c:pt>
                <c:pt idx="1867">
                  <c:v>269.475091457367</c:v>
                </c:pt>
                <c:pt idx="1868">
                  <c:v>269.636381864548</c:v>
                </c:pt>
                <c:pt idx="1869">
                  <c:v>269.758912086487</c:v>
                </c:pt>
                <c:pt idx="1870">
                  <c:v>269.877737045288</c:v>
                </c:pt>
                <c:pt idx="1871">
                  <c:v>269.952838540077</c:v>
                </c:pt>
                <c:pt idx="1872">
                  <c:v>269.984743595123</c:v>
                </c:pt>
                <c:pt idx="1873">
                  <c:v>269.940155863762</c:v>
                </c:pt>
                <c:pt idx="1874">
                  <c:v>269.974546015263</c:v>
                </c:pt>
                <c:pt idx="1875">
                  <c:v>270.009234726429</c:v>
                </c:pt>
                <c:pt idx="1876">
                  <c:v>270.049752473831</c:v>
                </c:pt>
                <c:pt idx="1877">
                  <c:v>270.033914089203</c:v>
                </c:pt>
                <c:pt idx="1878">
                  <c:v>269.9918217659</c:v>
                </c:pt>
                <c:pt idx="1879">
                  <c:v>269.929523825645</c:v>
                </c:pt>
                <c:pt idx="1880">
                  <c:v>269.829767823219</c:v>
                </c:pt>
                <c:pt idx="1881">
                  <c:v>269.653692007065</c:v>
                </c:pt>
                <c:pt idx="1882">
                  <c:v>269.419849872589</c:v>
                </c:pt>
                <c:pt idx="1883">
                  <c:v>269.647584438324</c:v>
                </c:pt>
                <c:pt idx="1884">
                  <c:v>269.605360388756</c:v>
                </c:pt>
                <c:pt idx="1885">
                  <c:v>269.506369709969</c:v>
                </c:pt>
                <c:pt idx="1886">
                  <c:v>269.286517381668</c:v>
                </c:pt>
                <c:pt idx="1887">
                  <c:v>269.159344673157</c:v>
                </c:pt>
                <c:pt idx="1888">
                  <c:v>269.064493894577</c:v>
                </c:pt>
                <c:pt idx="1889">
                  <c:v>268.979666113853</c:v>
                </c:pt>
                <c:pt idx="1890">
                  <c:v>268.870576262474</c:v>
                </c:pt>
                <c:pt idx="1891">
                  <c:v>268.923349499702</c:v>
                </c:pt>
                <c:pt idx="1892">
                  <c:v>269.054263591766</c:v>
                </c:pt>
                <c:pt idx="1893">
                  <c:v>269.035610079765</c:v>
                </c:pt>
                <c:pt idx="1894">
                  <c:v>268.989405751228</c:v>
                </c:pt>
                <c:pt idx="1895">
                  <c:v>268.90213239193</c:v>
                </c:pt>
                <c:pt idx="1896">
                  <c:v>268.855472445488</c:v>
                </c:pt>
                <c:pt idx="1897">
                  <c:v>268.754153609276</c:v>
                </c:pt>
                <c:pt idx="1898">
                  <c:v>268.774025738239</c:v>
                </c:pt>
                <c:pt idx="1899">
                  <c:v>268.845525562763</c:v>
                </c:pt>
                <c:pt idx="1900">
                  <c:v>268.914701640606</c:v>
                </c:pt>
                <c:pt idx="1901">
                  <c:v>268.959865808487</c:v>
                </c:pt>
                <c:pt idx="1902">
                  <c:v>269.045614302158</c:v>
                </c:pt>
                <c:pt idx="1903">
                  <c:v>269.242027699947</c:v>
                </c:pt>
                <c:pt idx="1904">
                  <c:v>269.482940375805</c:v>
                </c:pt>
                <c:pt idx="1905">
                  <c:v>269.695705711842</c:v>
                </c:pt>
                <c:pt idx="1906">
                  <c:v>269.944358170033</c:v>
                </c:pt>
                <c:pt idx="1907">
                  <c:v>270.203430235386</c:v>
                </c:pt>
                <c:pt idx="1908">
                  <c:v>270.485359489918</c:v>
                </c:pt>
                <c:pt idx="1909">
                  <c:v>270.743648827076</c:v>
                </c:pt>
                <c:pt idx="1910">
                  <c:v>270.928782641888</c:v>
                </c:pt>
                <c:pt idx="1911">
                  <c:v>271.08528393507</c:v>
                </c:pt>
                <c:pt idx="1912">
                  <c:v>271.148217558861</c:v>
                </c:pt>
                <c:pt idx="1913">
                  <c:v>271.185623407364</c:v>
                </c:pt>
                <c:pt idx="1914">
                  <c:v>271.30022674799</c:v>
                </c:pt>
                <c:pt idx="1915">
                  <c:v>271.394550919533</c:v>
                </c:pt>
                <c:pt idx="1916">
                  <c:v>271.576722860336</c:v>
                </c:pt>
                <c:pt idx="1917">
                  <c:v>271.802890539169</c:v>
                </c:pt>
                <c:pt idx="1918">
                  <c:v>271.924288749695</c:v>
                </c:pt>
                <c:pt idx="1919">
                  <c:v>272.118289709091</c:v>
                </c:pt>
                <c:pt idx="1920">
                  <c:v>272.304088115692</c:v>
                </c:pt>
                <c:pt idx="1921">
                  <c:v>272.525508224964</c:v>
                </c:pt>
                <c:pt idx="1922">
                  <c:v>272.832566916943</c:v>
                </c:pt>
                <c:pt idx="1923">
                  <c:v>273.162671744823</c:v>
                </c:pt>
                <c:pt idx="1924">
                  <c:v>273.501860201359</c:v>
                </c:pt>
                <c:pt idx="1925">
                  <c:v>273.875707685947</c:v>
                </c:pt>
                <c:pt idx="1926">
                  <c:v>274.188292682171</c:v>
                </c:pt>
                <c:pt idx="1927">
                  <c:v>274.470938742161</c:v>
                </c:pt>
                <c:pt idx="1928">
                  <c:v>274.784354388714</c:v>
                </c:pt>
                <c:pt idx="1929">
                  <c:v>275.082408845425</c:v>
                </c:pt>
                <c:pt idx="1930">
                  <c:v>275.348722994328</c:v>
                </c:pt>
                <c:pt idx="1931">
                  <c:v>275.656517922878</c:v>
                </c:pt>
                <c:pt idx="1932">
                  <c:v>275.921846687794</c:v>
                </c:pt>
                <c:pt idx="1933">
                  <c:v>276.191044151783</c:v>
                </c:pt>
                <c:pt idx="1934">
                  <c:v>276.442768275738</c:v>
                </c:pt>
                <c:pt idx="1935">
                  <c:v>276.703984260559</c:v>
                </c:pt>
                <c:pt idx="1936">
                  <c:v>277.003454446793</c:v>
                </c:pt>
                <c:pt idx="1937">
                  <c:v>277.268573284149</c:v>
                </c:pt>
                <c:pt idx="1938">
                  <c:v>277.501487314701</c:v>
                </c:pt>
                <c:pt idx="1939">
                  <c:v>277.70369809866</c:v>
                </c:pt>
                <c:pt idx="1940">
                  <c:v>277.929207503796</c:v>
                </c:pt>
                <c:pt idx="1941">
                  <c:v>278.129004836082</c:v>
                </c:pt>
                <c:pt idx="1942">
                  <c:v>278.271540880203</c:v>
                </c:pt>
                <c:pt idx="1943">
                  <c:v>278.425465047359</c:v>
                </c:pt>
                <c:pt idx="1944">
                  <c:v>278.614683508873</c:v>
                </c:pt>
                <c:pt idx="1945">
                  <c:v>278.88073849678</c:v>
                </c:pt>
                <c:pt idx="1946">
                  <c:v>279.147990107536</c:v>
                </c:pt>
                <c:pt idx="1947">
                  <c:v>279.316270589828</c:v>
                </c:pt>
                <c:pt idx="1948">
                  <c:v>279.438613712788</c:v>
                </c:pt>
                <c:pt idx="1949">
                  <c:v>279.583462417126</c:v>
                </c:pt>
                <c:pt idx="1950">
                  <c:v>279.719947755337</c:v>
                </c:pt>
                <c:pt idx="1951">
                  <c:v>279.807510197163</c:v>
                </c:pt>
                <c:pt idx="1952">
                  <c:v>280.005174338818</c:v>
                </c:pt>
                <c:pt idx="1953">
                  <c:v>280.195933461189</c:v>
                </c:pt>
                <c:pt idx="1954">
                  <c:v>280.441901922226</c:v>
                </c:pt>
                <c:pt idx="1955">
                  <c:v>280.617257654667</c:v>
                </c:pt>
                <c:pt idx="1956">
                  <c:v>280.714086651802</c:v>
                </c:pt>
                <c:pt idx="1957">
                  <c:v>280.762482404709</c:v>
                </c:pt>
                <c:pt idx="1958">
                  <c:v>280.796700298786</c:v>
                </c:pt>
                <c:pt idx="1959">
                  <c:v>280.799038946629</c:v>
                </c:pt>
                <c:pt idx="1960">
                  <c:v>280.742984950542</c:v>
                </c:pt>
                <c:pt idx="1961">
                  <c:v>280.64214271307</c:v>
                </c:pt>
                <c:pt idx="1962">
                  <c:v>280.486729323864</c:v>
                </c:pt>
                <c:pt idx="1963">
                  <c:v>280.338320791721</c:v>
                </c:pt>
                <c:pt idx="1964">
                  <c:v>280.198108017445</c:v>
                </c:pt>
                <c:pt idx="1965">
                  <c:v>280.156583845615</c:v>
                </c:pt>
                <c:pt idx="1966">
                  <c:v>280.165864646435</c:v>
                </c:pt>
                <c:pt idx="1967">
                  <c:v>280.201514661312</c:v>
                </c:pt>
                <c:pt idx="1968">
                  <c:v>280.233399093151</c:v>
                </c:pt>
                <c:pt idx="1969">
                  <c:v>280.292123377323</c:v>
                </c:pt>
                <c:pt idx="1970">
                  <c:v>280.406318843365</c:v>
                </c:pt>
                <c:pt idx="1971">
                  <c:v>280.49404835701</c:v>
                </c:pt>
                <c:pt idx="1972">
                  <c:v>280.592933058739</c:v>
                </c:pt>
                <c:pt idx="1973">
                  <c:v>280.673295378685</c:v>
                </c:pt>
                <c:pt idx="1974">
                  <c:v>280.818918704987</c:v>
                </c:pt>
                <c:pt idx="1975">
                  <c:v>280.917578279972</c:v>
                </c:pt>
                <c:pt idx="1976">
                  <c:v>281.030431389809</c:v>
                </c:pt>
                <c:pt idx="1977">
                  <c:v>281.174379706383</c:v>
                </c:pt>
                <c:pt idx="1978">
                  <c:v>281.366753995419</c:v>
                </c:pt>
                <c:pt idx="1979">
                  <c:v>281.478102207184</c:v>
                </c:pt>
                <c:pt idx="1980">
                  <c:v>281.546648204327</c:v>
                </c:pt>
                <c:pt idx="1981">
                  <c:v>281.602785289288</c:v>
                </c:pt>
                <c:pt idx="1982">
                  <c:v>281.776245653629</c:v>
                </c:pt>
                <c:pt idx="1983">
                  <c:v>282.049566566944</c:v>
                </c:pt>
                <c:pt idx="1984">
                  <c:v>282.333100795746</c:v>
                </c:pt>
                <c:pt idx="1985">
                  <c:v>282.615817070007</c:v>
                </c:pt>
                <c:pt idx="1986">
                  <c:v>282.916637063026</c:v>
                </c:pt>
                <c:pt idx="1987">
                  <c:v>283.241285800934</c:v>
                </c:pt>
                <c:pt idx="1988">
                  <c:v>283.555314302444</c:v>
                </c:pt>
                <c:pt idx="1989">
                  <c:v>283.930259585381</c:v>
                </c:pt>
                <c:pt idx="1990">
                  <c:v>284.319447100163</c:v>
                </c:pt>
                <c:pt idx="1991">
                  <c:v>284.733158409595</c:v>
                </c:pt>
                <c:pt idx="1992">
                  <c:v>285.110571920872</c:v>
                </c:pt>
                <c:pt idx="1993">
                  <c:v>285.447094738483</c:v>
                </c:pt>
                <c:pt idx="1994">
                  <c:v>285.748387992382</c:v>
                </c:pt>
                <c:pt idx="1995">
                  <c:v>286.035134494305</c:v>
                </c:pt>
                <c:pt idx="1996">
                  <c:v>286.232645571232</c:v>
                </c:pt>
                <c:pt idx="1997">
                  <c:v>286.385864078999</c:v>
                </c:pt>
                <c:pt idx="1998">
                  <c:v>286.492085039616</c:v>
                </c:pt>
                <c:pt idx="1999">
                  <c:v>286.561325728893</c:v>
                </c:pt>
                <c:pt idx="2000">
                  <c:v>286.620016992092</c:v>
                </c:pt>
                <c:pt idx="2001">
                  <c:v>286.642306566238</c:v>
                </c:pt>
                <c:pt idx="2002">
                  <c:v>286.667427003384</c:v>
                </c:pt>
                <c:pt idx="2003">
                  <c:v>286.638860166073</c:v>
                </c:pt>
                <c:pt idx="2004">
                  <c:v>286.97892254591</c:v>
                </c:pt>
                <c:pt idx="2005">
                  <c:v>287.220135748386</c:v>
                </c:pt>
                <c:pt idx="2006">
                  <c:v>287.547774612904</c:v>
                </c:pt>
                <c:pt idx="2007">
                  <c:v>287.738030731678</c:v>
                </c:pt>
                <c:pt idx="2008">
                  <c:v>287.869394481182</c:v>
                </c:pt>
                <c:pt idx="2009">
                  <c:v>288.002953529358</c:v>
                </c:pt>
                <c:pt idx="2010">
                  <c:v>288.182198405266</c:v>
                </c:pt>
                <c:pt idx="2011">
                  <c:v>288.49421530962</c:v>
                </c:pt>
                <c:pt idx="2012">
                  <c:v>288.800500810146</c:v>
                </c:pt>
                <c:pt idx="2013">
                  <c:v>289.051262676716</c:v>
                </c:pt>
                <c:pt idx="2014">
                  <c:v>289.312607467175</c:v>
                </c:pt>
                <c:pt idx="2015">
                  <c:v>289.56838363409</c:v>
                </c:pt>
                <c:pt idx="2016">
                  <c:v>289.71901267767</c:v>
                </c:pt>
                <c:pt idx="2017">
                  <c:v>289.861746788025</c:v>
                </c:pt>
                <c:pt idx="2018">
                  <c:v>289.881826043129</c:v>
                </c:pt>
                <c:pt idx="2019">
                  <c:v>289.928266048431</c:v>
                </c:pt>
                <c:pt idx="2020">
                  <c:v>289.901556134224</c:v>
                </c:pt>
                <c:pt idx="2021">
                  <c:v>289.908353030682</c:v>
                </c:pt>
                <c:pt idx="2022">
                  <c:v>289.975854337215</c:v>
                </c:pt>
                <c:pt idx="2023">
                  <c:v>290.095586836338</c:v>
                </c:pt>
                <c:pt idx="2024">
                  <c:v>290.243588268757</c:v>
                </c:pt>
                <c:pt idx="2025">
                  <c:v>290.402148604393</c:v>
                </c:pt>
                <c:pt idx="2026">
                  <c:v>290.591212511063</c:v>
                </c:pt>
                <c:pt idx="2027">
                  <c:v>290.791197240353</c:v>
                </c:pt>
                <c:pt idx="2028">
                  <c:v>291.077827572823</c:v>
                </c:pt>
                <c:pt idx="2029">
                  <c:v>291.319885790348</c:v>
                </c:pt>
                <c:pt idx="2030">
                  <c:v>291.585281908512</c:v>
                </c:pt>
                <c:pt idx="2031">
                  <c:v>291.817503273487</c:v>
                </c:pt>
                <c:pt idx="2032">
                  <c:v>292.076655328274</c:v>
                </c:pt>
                <c:pt idx="2033">
                  <c:v>292.292130768299</c:v>
                </c:pt>
                <c:pt idx="2034">
                  <c:v>292.486627697945</c:v>
                </c:pt>
                <c:pt idx="2035">
                  <c:v>292.593570709229</c:v>
                </c:pt>
                <c:pt idx="2036">
                  <c:v>292.749418973923</c:v>
                </c:pt>
                <c:pt idx="2037">
                  <c:v>292.916214168072</c:v>
                </c:pt>
                <c:pt idx="2038">
                  <c:v>293.038453578949</c:v>
                </c:pt>
                <c:pt idx="2039">
                  <c:v>293.198704361916</c:v>
                </c:pt>
                <c:pt idx="2040">
                  <c:v>293.280137419701</c:v>
                </c:pt>
                <c:pt idx="2041">
                  <c:v>293.418138563633</c:v>
                </c:pt>
                <c:pt idx="2042">
                  <c:v>293.573564469814</c:v>
                </c:pt>
                <c:pt idx="2043">
                  <c:v>293.785741269588</c:v>
                </c:pt>
                <c:pt idx="2044">
                  <c:v>294.000547409058</c:v>
                </c:pt>
                <c:pt idx="2045">
                  <c:v>294.246516168118</c:v>
                </c:pt>
                <c:pt idx="2046">
                  <c:v>294.492028415203</c:v>
                </c:pt>
                <c:pt idx="2047">
                  <c:v>294.719724416733</c:v>
                </c:pt>
                <c:pt idx="2048">
                  <c:v>294.941023468971</c:v>
                </c:pt>
                <c:pt idx="2049">
                  <c:v>295.144163608551</c:v>
                </c:pt>
                <c:pt idx="2050">
                  <c:v>295.342870175838</c:v>
                </c:pt>
                <c:pt idx="2051">
                  <c:v>295.522777855396</c:v>
                </c:pt>
                <c:pt idx="2052">
                  <c:v>295.758177578449</c:v>
                </c:pt>
                <c:pt idx="2053">
                  <c:v>295.953551888466</c:v>
                </c:pt>
                <c:pt idx="2054">
                  <c:v>296.109894037247</c:v>
                </c:pt>
                <c:pt idx="2055">
                  <c:v>296.309545516968</c:v>
                </c:pt>
                <c:pt idx="2056">
                  <c:v>296.469062328339</c:v>
                </c:pt>
                <c:pt idx="2057">
                  <c:v>296.697727680206</c:v>
                </c:pt>
                <c:pt idx="2058">
                  <c:v>296.943316161633</c:v>
                </c:pt>
                <c:pt idx="2059">
                  <c:v>297.157488763332</c:v>
                </c:pt>
                <c:pt idx="2060">
                  <c:v>297.437894284725</c:v>
                </c:pt>
                <c:pt idx="2061">
                  <c:v>297.715430617332</c:v>
                </c:pt>
                <c:pt idx="2062">
                  <c:v>297.944274842739</c:v>
                </c:pt>
                <c:pt idx="2063">
                  <c:v>298.120348036289</c:v>
                </c:pt>
                <c:pt idx="2064">
                  <c:v>298.306162953377</c:v>
                </c:pt>
                <c:pt idx="2065">
                  <c:v>298.505420446396</c:v>
                </c:pt>
                <c:pt idx="2066">
                  <c:v>298.749762058258</c:v>
                </c:pt>
                <c:pt idx="2067">
                  <c:v>298.99268835783</c:v>
                </c:pt>
                <c:pt idx="2068">
                  <c:v>299.189123153687</c:v>
                </c:pt>
                <c:pt idx="2069">
                  <c:v>299.432583928108</c:v>
                </c:pt>
                <c:pt idx="2070">
                  <c:v>299.613629639149</c:v>
                </c:pt>
                <c:pt idx="2071">
                  <c:v>299.77004212141</c:v>
                </c:pt>
                <c:pt idx="2072">
                  <c:v>299.944646954536</c:v>
                </c:pt>
                <c:pt idx="2073">
                  <c:v>300.120108067989</c:v>
                </c:pt>
                <c:pt idx="2074">
                  <c:v>300.334738790989</c:v>
                </c:pt>
                <c:pt idx="2075">
                  <c:v>300.518315374851</c:v>
                </c:pt>
                <c:pt idx="2076">
                  <c:v>300.717343151569</c:v>
                </c:pt>
                <c:pt idx="2077">
                  <c:v>300.853402614594</c:v>
                </c:pt>
                <c:pt idx="2078">
                  <c:v>301.002160549164</c:v>
                </c:pt>
                <c:pt idx="2079">
                  <c:v>301.11773532629</c:v>
                </c:pt>
                <c:pt idx="2080">
                  <c:v>301.22711122036</c:v>
                </c:pt>
                <c:pt idx="2081">
                  <c:v>301.385353386402</c:v>
                </c:pt>
                <c:pt idx="2082">
                  <c:v>301.4858751297</c:v>
                </c:pt>
                <c:pt idx="2083">
                  <c:v>301.602641880512</c:v>
                </c:pt>
                <c:pt idx="2084">
                  <c:v>301.607904136181</c:v>
                </c:pt>
                <c:pt idx="2085">
                  <c:v>301.54547315836</c:v>
                </c:pt>
                <c:pt idx="2086">
                  <c:v>301.450783073902</c:v>
                </c:pt>
                <c:pt idx="2087">
                  <c:v>301.421142876148</c:v>
                </c:pt>
                <c:pt idx="2088">
                  <c:v>301.454071342945</c:v>
                </c:pt>
                <c:pt idx="2089">
                  <c:v>301.459753930569</c:v>
                </c:pt>
                <c:pt idx="2090">
                  <c:v>301.43341344595</c:v>
                </c:pt>
                <c:pt idx="2091">
                  <c:v>301.464357018471</c:v>
                </c:pt>
                <c:pt idx="2092">
                  <c:v>301.541180551052</c:v>
                </c:pt>
                <c:pt idx="2093">
                  <c:v>301.609824776649</c:v>
                </c:pt>
                <c:pt idx="2094">
                  <c:v>301.707261323929</c:v>
                </c:pt>
                <c:pt idx="2095">
                  <c:v>301.867836117744</c:v>
                </c:pt>
                <c:pt idx="2096">
                  <c:v>302.020048439503</c:v>
                </c:pt>
                <c:pt idx="2097">
                  <c:v>302.138028979301</c:v>
                </c:pt>
                <c:pt idx="2098">
                  <c:v>302.256721198559</c:v>
                </c:pt>
                <c:pt idx="2099">
                  <c:v>302.344868719578</c:v>
                </c:pt>
                <c:pt idx="2100">
                  <c:v>302.492862761021</c:v>
                </c:pt>
                <c:pt idx="2101">
                  <c:v>302.600255131721</c:v>
                </c:pt>
                <c:pt idx="2102">
                  <c:v>302.713213145733</c:v>
                </c:pt>
                <c:pt idx="2103">
                  <c:v>302.822076320648</c:v>
                </c:pt>
                <c:pt idx="2104">
                  <c:v>302.937693893909</c:v>
                </c:pt>
                <c:pt idx="2105">
                  <c:v>303.061832606792</c:v>
                </c:pt>
                <c:pt idx="2106">
                  <c:v>303.155906140804</c:v>
                </c:pt>
                <c:pt idx="2107">
                  <c:v>303.251605570316</c:v>
                </c:pt>
                <c:pt idx="2108">
                  <c:v>303.331012129784</c:v>
                </c:pt>
                <c:pt idx="2109">
                  <c:v>303.437169373035</c:v>
                </c:pt>
                <c:pt idx="2110">
                  <c:v>303.49631947279</c:v>
                </c:pt>
                <c:pt idx="2111">
                  <c:v>303.562814414501</c:v>
                </c:pt>
                <c:pt idx="2112">
                  <c:v>303.627420306206</c:v>
                </c:pt>
                <c:pt idx="2113">
                  <c:v>303.719660460949</c:v>
                </c:pt>
                <c:pt idx="2114">
                  <c:v>303.897716641426</c:v>
                </c:pt>
                <c:pt idx="2115">
                  <c:v>304.081683218479</c:v>
                </c:pt>
                <c:pt idx="2116">
                  <c:v>304.250803530216</c:v>
                </c:pt>
                <c:pt idx="2117">
                  <c:v>304.422903239727</c:v>
                </c:pt>
                <c:pt idx="2118">
                  <c:v>304.696755826473</c:v>
                </c:pt>
                <c:pt idx="2119">
                  <c:v>304.918356001377</c:v>
                </c:pt>
                <c:pt idx="2120">
                  <c:v>305.184865474701</c:v>
                </c:pt>
                <c:pt idx="2121">
                  <c:v>305.399342894554</c:v>
                </c:pt>
                <c:pt idx="2122">
                  <c:v>305.627733945847</c:v>
                </c:pt>
                <c:pt idx="2123">
                  <c:v>305.863606154919</c:v>
                </c:pt>
                <c:pt idx="2124">
                  <c:v>306.034604668617</c:v>
                </c:pt>
                <c:pt idx="2125">
                  <c:v>306.214157640934</c:v>
                </c:pt>
                <c:pt idx="2126">
                  <c:v>306.395788371563</c:v>
                </c:pt>
                <c:pt idx="2127">
                  <c:v>306.623514354229</c:v>
                </c:pt>
                <c:pt idx="2128">
                  <c:v>306.811151206493</c:v>
                </c:pt>
                <c:pt idx="2129">
                  <c:v>306.994720757008</c:v>
                </c:pt>
                <c:pt idx="2130">
                  <c:v>307.1641523242</c:v>
                </c:pt>
                <c:pt idx="2131">
                  <c:v>307.256513416767</c:v>
                </c:pt>
                <c:pt idx="2132">
                  <c:v>307.359922349453</c:v>
                </c:pt>
                <c:pt idx="2133">
                  <c:v>307.427004933357</c:v>
                </c:pt>
                <c:pt idx="2134">
                  <c:v>307.486758768559</c:v>
                </c:pt>
                <c:pt idx="2135">
                  <c:v>307.603088140488</c:v>
                </c:pt>
                <c:pt idx="2136">
                  <c:v>307.741266667843</c:v>
                </c:pt>
                <c:pt idx="2137">
                  <c:v>307.824454069138</c:v>
                </c:pt>
                <c:pt idx="2138">
                  <c:v>307.983583509922</c:v>
                </c:pt>
                <c:pt idx="2139">
                  <c:v>308.163597524166</c:v>
                </c:pt>
                <c:pt idx="2140">
                  <c:v>308.349227845669</c:v>
                </c:pt>
                <c:pt idx="2141">
                  <c:v>308.604372680187</c:v>
                </c:pt>
                <c:pt idx="2142">
                  <c:v>308.780220270157</c:v>
                </c:pt>
                <c:pt idx="2143">
                  <c:v>309.007706642151</c:v>
                </c:pt>
                <c:pt idx="2144">
                  <c:v>309.192704498768</c:v>
                </c:pt>
                <c:pt idx="2145">
                  <c:v>309.377441167831</c:v>
                </c:pt>
                <c:pt idx="2146">
                  <c:v>309.576889097691</c:v>
                </c:pt>
                <c:pt idx="2147">
                  <c:v>309.804207265377</c:v>
                </c:pt>
                <c:pt idx="2148">
                  <c:v>310.032706916332</c:v>
                </c:pt>
                <c:pt idx="2149">
                  <c:v>310.273093283176</c:v>
                </c:pt>
                <c:pt idx="2150">
                  <c:v>310.448802888393</c:v>
                </c:pt>
                <c:pt idx="2151">
                  <c:v>310.588058888912</c:v>
                </c:pt>
                <c:pt idx="2152">
                  <c:v>310.762632012367</c:v>
                </c:pt>
                <c:pt idx="2153">
                  <c:v>310.864425599575</c:v>
                </c:pt>
                <c:pt idx="2154">
                  <c:v>310.993508338928</c:v>
                </c:pt>
                <c:pt idx="2155">
                  <c:v>311.120434105396</c:v>
                </c:pt>
                <c:pt idx="2156">
                  <c:v>311.293088495731</c:v>
                </c:pt>
                <c:pt idx="2157">
                  <c:v>311.394983112812</c:v>
                </c:pt>
                <c:pt idx="2158">
                  <c:v>311.548168718815</c:v>
                </c:pt>
                <c:pt idx="2159">
                  <c:v>311.69160181284</c:v>
                </c:pt>
                <c:pt idx="2160">
                  <c:v>311.836606562138</c:v>
                </c:pt>
                <c:pt idx="2161">
                  <c:v>311.9302739501</c:v>
                </c:pt>
                <c:pt idx="2162">
                  <c:v>311.985580503941</c:v>
                </c:pt>
                <c:pt idx="2163">
                  <c:v>311.989228248596</c:v>
                </c:pt>
                <c:pt idx="2164">
                  <c:v>312.020158588886</c:v>
                </c:pt>
                <c:pt idx="2165">
                  <c:v>312.082336306572</c:v>
                </c:pt>
                <c:pt idx="2166">
                  <c:v>312.085912108421</c:v>
                </c:pt>
                <c:pt idx="2167">
                  <c:v>312.138687431812</c:v>
                </c:pt>
                <c:pt idx="2168">
                  <c:v>312.213735580444</c:v>
                </c:pt>
                <c:pt idx="2169">
                  <c:v>312.32820981741</c:v>
                </c:pt>
                <c:pt idx="2170">
                  <c:v>312.43770211935</c:v>
                </c:pt>
                <c:pt idx="2171">
                  <c:v>312.520671010017</c:v>
                </c:pt>
                <c:pt idx="2172">
                  <c:v>312.632642567158</c:v>
                </c:pt>
                <c:pt idx="2173">
                  <c:v>312.735365986824</c:v>
                </c:pt>
                <c:pt idx="2174">
                  <c:v>312.835367500782</c:v>
                </c:pt>
                <c:pt idx="2175">
                  <c:v>312.948973596096</c:v>
                </c:pt>
                <c:pt idx="2176">
                  <c:v>313.068242907524</c:v>
                </c:pt>
                <c:pt idx="2177">
                  <c:v>313.087675571442</c:v>
                </c:pt>
                <c:pt idx="2178">
                  <c:v>313.066749453545</c:v>
                </c:pt>
                <c:pt idx="2179">
                  <c:v>313.031305909157</c:v>
                </c:pt>
                <c:pt idx="2180">
                  <c:v>313.004925727844</c:v>
                </c:pt>
                <c:pt idx="2181">
                  <c:v>312.95432639122</c:v>
                </c:pt>
                <c:pt idx="2182">
                  <c:v>312.872912764549</c:v>
                </c:pt>
                <c:pt idx="2183">
                  <c:v>312.891610145569</c:v>
                </c:pt>
                <c:pt idx="2184">
                  <c:v>312.861692070961</c:v>
                </c:pt>
                <c:pt idx="2185">
                  <c:v>312.883476316929</c:v>
                </c:pt>
                <c:pt idx="2186">
                  <c:v>312.857635200024</c:v>
                </c:pt>
                <c:pt idx="2187">
                  <c:v>312.876043736935</c:v>
                </c:pt>
                <c:pt idx="2188">
                  <c:v>313.008222937584</c:v>
                </c:pt>
                <c:pt idx="2189">
                  <c:v>313.184955477715</c:v>
                </c:pt>
                <c:pt idx="2190">
                  <c:v>313.366226613522</c:v>
                </c:pt>
                <c:pt idx="2191">
                  <c:v>313.511678814888</c:v>
                </c:pt>
                <c:pt idx="2192">
                  <c:v>313.772484540939</c:v>
                </c:pt>
                <c:pt idx="2193">
                  <c:v>313.99441576004</c:v>
                </c:pt>
                <c:pt idx="2194">
                  <c:v>314.247278690338</c:v>
                </c:pt>
                <c:pt idx="2195">
                  <c:v>314.44999319315</c:v>
                </c:pt>
                <c:pt idx="2196">
                  <c:v>314.629265844822</c:v>
                </c:pt>
                <c:pt idx="2197">
                  <c:v>314.782853424549</c:v>
                </c:pt>
                <c:pt idx="2198">
                  <c:v>314.865353763103</c:v>
                </c:pt>
                <c:pt idx="2199">
                  <c:v>314.94353055954</c:v>
                </c:pt>
                <c:pt idx="2200">
                  <c:v>315.044164776802</c:v>
                </c:pt>
                <c:pt idx="2201">
                  <c:v>315.247546434402</c:v>
                </c:pt>
                <c:pt idx="2202">
                  <c:v>315.346147358418</c:v>
                </c:pt>
                <c:pt idx="2203">
                  <c:v>315.511877119541</c:v>
                </c:pt>
                <c:pt idx="2204">
                  <c:v>315.700489938259</c:v>
                </c:pt>
              </c:numCache>
            </c:numRef>
          </c:val>
          <c:smooth val="0"/>
        </c:ser>
        <c:ser>
          <c:idx val="5"/>
          <c:order val="5"/>
          <c:tx>
            <c:strRef>
              <c:f>Sheet1!$G$1</c:f>
              <c:strCache>
                <c:ptCount val="1"/>
                <c:pt idx="0">
                  <c:v>HI_Neu_daily_20days</c:v>
                </c:pt>
              </c:strCache>
            </c:strRef>
          </c:tx>
          <c:spPr>
            <a:ln w="28575" cap="rnd">
              <a:solidFill>
                <a:schemeClr val="accent6"/>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Sheet1!$G$2:$G$2206</c:f>
              <c:numCache>
                <c:formatCode>General</c:formatCode>
                <c:ptCount val="2205"/>
                <c:pt idx="0">
                  <c:v>0.015612959861755</c:v>
                </c:pt>
                <c:pt idx="1">
                  <c:v>-0.000242114067074861</c:v>
                </c:pt>
                <c:pt idx="2">
                  <c:v>0.0677565336227441</c:v>
                </c:pt>
                <c:pt idx="3">
                  <c:v>0.168426752090456</c:v>
                </c:pt>
                <c:pt idx="4">
                  <c:v>0.239064514636995</c:v>
                </c:pt>
                <c:pt idx="5">
                  <c:v>0.296051144599916</c:v>
                </c:pt>
                <c:pt idx="6">
                  <c:v>0.407244861125947</c:v>
                </c:pt>
                <c:pt idx="7">
                  <c:v>0.47207123041153</c:v>
                </c:pt>
                <c:pt idx="8">
                  <c:v>0.550153136253357</c:v>
                </c:pt>
                <c:pt idx="9">
                  <c:v>0.632875204086304</c:v>
                </c:pt>
                <c:pt idx="10">
                  <c:v>0.8652223944664</c:v>
                </c:pt>
                <c:pt idx="11">
                  <c:v>1.08542346954346</c:v>
                </c:pt>
                <c:pt idx="12">
                  <c:v>1.35218328237534</c:v>
                </c:pt>
                <c:pt idx="13">
                  <c:v>1.62809062004089</c:v>
                </c:pt>
                <c:pt idx="14">
                  <c:v>1.88223206996918</c:v>
                </c:pt>
                <c:pt idx="15">
                  <c:v>2.12662041187286</c:v>
                </c:pt>
                <c:pt idx="16">
                  <c:v>2.36731952428818</c:v>
                </c:pt>
                <c:pt idx="17">
                  <c:v>2.58295267820358</c:v>
                </c:pt>
                <c:pt idx="18">
                  <c:v>2.78926557302475</c:v>
                </c:pt>
                <c:pt idx="19">
                  <c:v>3.06046384572983</c:v>
                </c:pt>
                <c:pt idx="20">
                  <c:v>3.33088725805283</c:v>
                </c:pt>
                <c:pt idx="21">
                  <c:v>3.67304337024689</c:v>
                </c:pt>
                <c:pt idx="22">
                  <c:v>3.9877450466156</c:v>
                </c:pt>
                <c:pt idx="23">
                  <c:v>4.27932417392731</c:v>
                </c:pt>
                <c:pt idx="24">
                  <c:v>4.5868866443634</c:v>
                </c:pt>
                <c:pt idx="25">
                  <c:v>4.88881814479828</c:v>
                </c:pt>
                <c:pt idx="26">
                  <c:v>5.19161981344223</c:v>
                </c:pt>
                <c:pt idx="27">
                  <c:v>5.51621896028519</c:v>
                </c:pt>
                <c:pt idx="28">
                  <c:v>5.83780711889267</c:v>
                </c:pt>
                <c:pt idx="29">
                  <c:v>6.17214202880859</c:v>
                </c:pt>
                <c:pt idx="30">
                  <c:v>6.4496431350708</c:v>
                </c:pt>
                <c:pt idx="31">
                  <c:v>6.70933389663696</c:v>
                </c:pt>
                <c:pt idx="32">
                  <c:v>6.9157195687294</c:v>
                </c:pt>
                <c:pt idx="33">
                  <c:v>7.08910715579987</c:v>
                </c:pt>
                <c:pt idx="34">
                  <c:v>7.22808533906937</c:v>
                </c:pt>
                <c:pt idx="35">
                  <c:v>7.34178727865219</c:v>
                </c:pt>
                <c:pt idx="36">
                  <c:v>7.46929728984833</c:v>
                </c:pt>
                <c:pt idx="37">
                  <c:v>7.57597810029984</c:v>
                </c:pt>
                <c:pt idx="38">
                  <c:v>7.68692624568939</c:v>
                </c:pt>
                <c:pt idx="39">
                  <c:v>7.81041872501373</c:v>
                </c:pt>
                <c:pt idx="40">
                  <c:v>7.93157976865769</c:v>
                </c:pt>
                <c:pt idx="41">
                  <c:v>8.05465507507324</c:v>
                </c:pt>
                <c:pt idx="42">
                  <c:v>8.17646664381027</c:v>
                </c:pt>
                <c:pt idx="43">
                  <c:v>8.34090965986252</c:v>
                </c:pt>
                <c:pt idx="44">
                  <c:v>8.50917381048203</c:v>
                </c:pt>
                <c:pt idx="45">
                  <c:v>8.68843507766724</c:v>
                </c:pt>
                <c:pt idx="46">
                  <c:v>8.86300766468048</c:v>
                </c:pt>
                <c:pt idx="47">
                  <c:v>9.05397260189057</c:v>
                </c:pt>
                <c:pt idx="48">
                  <c:v>9.2680749297142</c:v>
                </c:pt>
                <c:pt idx="49">
                  <c:v>9.47936522960663</c:v>
                </c:pt>
                <c:pt idx="50">
                  <c:v>9.70275795459747</c:v>
                </c:pt>
                <c:pt idx="51">
                  <c:v>9.92771947383881</c:v>
                </c:pt>
                <c:pt idx="52">
                  <c:v>10.1448424458504</c:v>
                </c:pt>
                <c:pt idx="53">
                  <c:v>10.3911392092705</c:v>
                </c:pt>
                <c:pt idx="54">
                  <c:v>10.614823281765</c:v>
                </c:pt>
                <c:pt idx="55">
                  <c:v>10.83561617136</c:v>
                </c:pt>
                <c:pt idx="56">
                  <c:v>11.0337106585503</c:v>
                </c:pt>
                <c:pt idx="57">
                  <c:v>11.2043034434319</c:v>
                </c:pt>
                <c:pt idx="58">
                  <c:v>11.3283312320709</c:v>
                </c:pt>
                <c:pt idx="59">
                  <c:v>11.4130786061287</c:v>
                </c:pt>
                <c:pt idx="60">
                  <c:v>11.5139513015747</c:v>
                </c:pt>
                <c:pt idx="61">
                  <c:v>11.6288079023361</c:v>
                </c:pt>
                <c:pt idx="62">
                  <c:v>11.7534615397453</c:v>
                </c:pt>
                <c:pt idx="63">
                  <c:v>11.8916130661964</c:v>
                </c:pt>
                <c:pt idx="64">
                  <c:v>12.036638379097</c:v>
                </c:pt>
                <c:pt idx="65">
                  <c:v>12.1877683401108</c:v>
                </c:pt>
                <c:pt idx="66">
                  <c:v>12.3408787250519</c:v>
                </c:pt>
                <c:pt idx="67">
                  <c:v>12.4565531015396</c:v>
                </c:pt>
                <c:pt idx="68">
                  <c:v>12.5431451797485</c:v>
                </c:pt>
                <c:pt idx="69">
                  <c:v>12.63974827528</c:v>
                </c:pt>
                <c:pt idx="70">
                  <c:v>12.6801729798317</c:v>
                </c:pt>
                <c:pt idx="71">
                  <c:v>12.7493544220924</c:v>
                </c:pt>
                <c:pt idx="72">
                  <c:v>12.7691695094109</c:v>
                </c:pt>
                <c:pt idx="73">
                  <c:v>12.7596157193184</c:v>
                </c:pt>
                <c:pt idx="74">
                  <c:v>12.746980369091</c:v>
                </c:pt>
                <c:pt idx="75">
                  <c:v>12.7106179594994</c:v>
                </c:pt>
                <c:pt idx="76">
                  <c:v>12.6776186823845</c:v>
                </c:pt>
                <c:pt idx="77">
                  <c:v>12.642700612545</c:v>
                </c:pt>
                <c:pt idx="78">
                  <c:v>12.6075133681297</c:v>
                </c:pt>
                <c:pt idx="79">
                  <c:v>12.549996316433</c:v>
                </c:pt>
                <c:pt idx="80">
                  <c:v>12.534187734127</c:v>
                </c:pt>
                <c:pt idx="81">
                  <c:v>12.5153508782387</c:v>
                </c:pt>
                <c:pt idx="82">
                  <c:v>12.5160006284714</c:v>
                </c:pt>
                <c:pt idx="83">
                  <c:v>12.4774576425552</c:v>
                </c:pt>
                <c:pt idx="84">
                  <c:v>12.5130620002746</c:v>
                </c:pt>
                <c:pt idx="85">
                  <c:v>12.5329018235207</c:v>
                </c:pt>
                <c:pt idx="86">
                  <c:v>12.6272624731064</c:v>
                </c:pt>
                <c:pt idx="87">
                  <c:v>12.7783550024033</c:v>
                </c:pt>
                <c:pt idx="88">
                  <c:v>12.9432166814804</c:v>
                </c:pt>
                <c:pt idx="89">
                  <c:v>13.0723271369934</c:v>
                </c:pt>
                <c:pt idx="90">
                  <c:v>13.2105949521065</c:v>
                </c:pt>
                <c:pt idx="91">
                  <c:v>13.352271258831</c:v>
                </c:pt>
                <c:pt idx="92">
                  <c:v>13.5628247261047</c:v>
                </c:pt>
                <c:pt idx="93">
                  <c:v>13.8410526514053</c:v>
                </c:pt>
                <c:pt idx="94">
                  <c:v>14.1106299161911</c:v>
                </c:pt>
                <c:pt idx="95">
                  <c:v>14.4095616340637</c:v>
                </c:pt>
                <c:pt idx="96">
                  <c:v>14.7281146049499</c:v>
                </c:pt>
                <c:pt idx="97">
                  <c:v>14.9898545742035</c:v>
                </c:pt>
                <c:pt idx="98">
                  <c:v>15.351136803627</c:v>
                </c:pt>
                <c:pt idx="99">
                  <c:v>15.6910171508789</c:v>
                </c:pt>
                <c:pt idx="100">
                  <c:v>16.0523607730865</c:v>
                </c:pt>
                <c:pt idx="101">
                  <c:v>16.38874989748</c:v>
                </c:pt>
                <c:pt idx="102">
                  <c:v>16.7140857577324</c:v>
                </c:pt>
                <c:pt idx="103">
                  <c:v>17.0401310324669</c:v>
                </c:pt>
                <c:pt idx="104">
                  <c:v>17.3438670039177</c:v>
                </c:pt>
                <c:pt idx="105">
                  <c:v>17.6804782748222</c:v>
                </c:pt>
                <c:pt idx="106">
                  <c:v>17.9758926033974</c:v>
                </c:pt>
                <c:pt idx="107">
                  <c:v>18.2349308133125</c:v>
                </c:pt>
                <c:pt idx="108">
                  <c:v>18.4571878910065</c:v>
                </c:pt>
                <c:pt idx="109">
                  <c:v>18.6753003001213</c:v>
                </c:pt>
                <c:pt idx="110">
                  <c:v>18.8518506288528</c:v>
                </c:pt>
                <c:pt idx="111">
                  <c:v>19.0564247369766</c:v>
                </c:pt>
                <c:pt idx="112">
                  <c:v>19.2783368825912</c:v>
                </c:pt>
                <c:pt idx="113">
                  <c:v>19.4991253614426</c:v>
                </c:pt>
                <c:pt idx="114">
                  <c:v>19.7284111976623</c:v>
                </c:pt>
                <c:pt idx="115">
                  <c:v>19.9615191817284</c:v>
                </c:pt>
                <c:pt idx="116">
                  <c:v>20.1836569309235</c:v>
                </c:pt>
                <c:pt idx="117">
                  <c:v>20.4451209306717</c:v>
                </c:pt>
                <c:pt idx="118">
                  <c:v>20.6946930289268</c:v>
                </c:pt>
                <c:pt idx="119">
                  <c:v>20.9333033561706</c:v>
                </c:pt>
                <c:pt idx="120">
                  <c:v>21.1371756792068</c:v>
                </c:pt>
                <c:pt idx="121">
                  <c:v>21.3561980724335</c:v>
                </c:pt>
                <c:pt idx="122">
                  <c:v>21.5544573068619</c:v>
                </c:pt>
                <c:pt idx="123">
                  <c:v>21.7562670111656</c:v>
                </c:pt>
                <c:pt idx="124">
                  <c:v>21.9670249819755</c:v>
                </c:pt>
                <c:pt idx="125">
                  <c:v>22.1683809161186</c:v>
                </c:pt>
                <c:pt idx="126">
                  <c:v>22.368966460228</c:v>
                </c:pt>
                <c:pt idx="127">
                  <c:v>22.5603627562523</c:v>
                </c:pt>
                <c:pt idx="128">
                  <c:v>22.7484273314476</c:v>
                </c:pt>
                <c:pt idx="129">
                  <c:v>22.9028352499008</c:v>
                </c:pt>
                <c:pt idx="130">
                  <c:v>23.1602673530579</c:v>
                </c:pt>
                <c:pt idx="131">
                  <c:v>23.4282091856003</c:v>
                </c:pt>
                <c:pt idx="132">
                  <c:v>23.725225687027</c:v>
                </c:pt>
                <c:pt idx="133">
                  <c:v>24.0191321969032</c:v>
                </c:pt>
                <c:pt idx="134">
                  <c:v>24.2741321921348</c:v>
                </c:pt>
                <c:pt idx="135">
                  <c:v>24.5192508101463</c:v>
                </c:pt>
                <c:pt idx="136">
                  <c:v>24.7038754820824</c:v>
                </c:pt>
                <c:pt idx="137">
                  <c:v>24.9562931060791</c:v>
                </c:pt>
                <c:pt idx="138">
                  <c:v>25.1549383401871</c:v>
                </c:pt>
                <c:pt idx="139">
                  <c:v>25.3746227025986</c:v>
                </c:pt>
                <c:pt idx="140">
                  <c:v>25.6120953559875</c:v>
                </c:pt>
                <c:pt idx="141">
                  <c:v>25.8244512677193</c:v>
                </c:pt>
                <c:pt idx="142">
                  <c:v>26.0238257050514</c:v>
                </c:pt>
                <c:pt idx="143">
                  <c:v>26.2267449498176</c:v>
                </c:pt>
                <c:pt idx="144">
                  <c:v>26.3949643969536</c:v>
                </c:pt>
                <c:pt idx="145">
                  <c:v>26.5628366470337</c:v>
                </c:pt>
                <c:pt idx="146">
                  <c:v>26.7137091755867</c:v>
                </c:pt>
                <c:pt idx="147">
                  <c:v>26.8308697938919</c:v>
                </c:pt>
                <c:pt idx="148">
                  <c:v>26.9759109020233</c:v>
                </c:pt>
                <c:pt idx="149">
                  <c:v>27.1456477642059</c:v>
                </c:pt>
                <c:pt idx="150">
                  <c:v>27.2506611943245</c:v>
                </c:pt>
                <c:pt idx="151">
                  <c:v>27.32925593853</c:v>
                </c:pt>
                <c:pt idx="152">
                  <c:v>27.3146549463272</c:v>
                </c:pt>
                <c:pt idx="153">
                  <c:v>27.3297785520553</c:v>
                </c:pt>
                <c:pt idx="154">
                  <c:v>27.3959187269211</c:v>
                </c:pt>
                <c:pt idx="155">
                  <c:v>27.4623005986214</c:v>
                </c:pt>
                <c:pt idx="156">
                  <c:v>27.5183759927749</c:v>
                </c:pt>
                <c:pt idx="157">
                  <c:v>27.5458802580833</c:v>
                </c:pt>
                <c:pt idx="158">
                  <c:v>27.6156284809112</c:v>
                </c:pt>
                <c:pt idx="159">
                  <c:v>27.6961290240288</c:v>
                </c:pt>
                <c:pt idx="160">
                  <c:v>27.7945699691772</c:v>
                </c:pt>
                <c:pt idx="161">
                  <c:v>27.8944644331932</c:v>
                </c:pt>
                <c:pt idx="162">
                  <c:v>28.0070744752884</c:v>
                </c:pt>
                <c:pt idx="163">
                  <c:v>28.1553839445114</c:v>
                </c:pt>
                <c:pt idx="164">
                  <c:v>28.3291546106338</c:v>
                </c:pt>
                <c:pt idx="165">
                  <c:v>28.5039899349213</c:v>
                </c:pt>
                <c:pt idx="166">
                  <c:v>28.6500486731529</c:v>
                </c:pt>
                <c:pt idx="167">
                  <c:v>28.8333793282509</c:v>
                </c:pt>
                <c:pt idx="168">
                  <c:v>29.0128883719444</c:v>
                </c:pt>
                <c:pt idx="169">
                  <c:v>29.1989451646805</c:v>
                </c:pt>
                <c:pt idx="170">
                  <c:v>29.4637690782547</c:v>
                </c:pt>
                <c:pt idx="171">
                  <c:v>29.7319749593735</c:v>
                </c:pt>
                <c:pt idx="172">
                  <c:v>30.0441738367081</c:v>
                </c:pt>
                <c:pt idx="173">
                  <c:v>30.3816664218902</c:v>
                </c:pt>
                <c:pt idx="174">
                  <c:v>30.6607895493507</c:v>
                </c:pt>
                <c:pt idx="175">
                  <c:v>30.95198148489</c:v>
                </c:pt>
                <c:pt idx="176">
                  <c:v>31.2182776331901</c:v>
                </c:pt>
                <c:pt idx="177">
                  <c:v>31.5094371438026</c:v>
                </c:pt>
                <c:pt idx="178">
                  <c:v>31.7729977965355</c:v>
                </c:pt>
                <c:pt idx="179">
                  <c:v>32.0088675618172</c:v>
                </c:pt>
                <c:pt idx="180">
                  <c:v>32.1998068094253</c:v>
                </c:pt>
                <c:pt idx="181">
                  <c:v>32.4330151081085</c:v>
                </c:pt>
                <c:pt idx="182">
                  <c:v>32.6734745502472</c:v>
                </c:pt>
                <c:pt idx="183">
                  <c:v>32.9082745313644</c:v>
                </c:pt>
                <c:pt idx="184">
                  <c:v>33.0985903739929</c:v>
                </c:pt>
                <c:pt idx="185">
                  <c:v>33.3071787953377</c:v>
                </c:pt>
                <c:pt idx="186">
                  <c:v>33.5071261525154</c:v>
                </c:pt>
                <c:pt idx="187">
                  <c:v>33.6883084774017</c:v>
                </c:pt>
                <c:pt idx="188">
                  <c:v>33.8745956420898</c:v>
                </c:pt>
                <c:pt idx="189">
                  <c:v>34.0170214176178</c:v>
                </c:pt>
                <c:pt idx="190">
                  <c:v>34.128593981266</c:v>
                </c:pt>
                <c:pt idx="191">
                  <c:v>34.2084045410156</c:v>
                </c:pt>
                <c:pt idx="192">
                  <c:v>34.2800470590591</c:v>
                </c:pt>
                <c:pt idx="193">
                  <c:v>34.3581956624985</c:v>
                </c:pt>
                <c:pt idx="194">
                  <c:v>34.4261421561241</c:v>
                </c:pt>
                <c:pt idx="195">
                  <c:v>34.490618109703</c:v>
                </c:pt>
                <c:pt idx="196">
                  <c:v>34.4994992613792</c:v>
                </c:pt>
                <c:pt idx="197">
                  <c:v>34.5515006780624</c:v>
                </c:pt>
                <c:pt idx="198">
                  <c:v>34.7017959356308</c:v>
                </c:pt>
                <c:pt idx="199">
                  <c:v>34.8053072690964</c:v>
                </c:pt>
                <c:pt idx="200">
                  <c:v>34.8415824174881</c:v>
                </c:pt>
                <c:pt idx="201">
                  <c:v>34.916469335556</c:v>
                </c:pt>
                <c:pt idx="202">
                  <c:v>35.0519978404045</c:v>
                </c:pt>
                <c:pt idx="203">
                  <c:v>35.2054526209831</c:v>
                </c:pt>
                <c:pt idx="204">
                  <c:v>35.3815988898277</c:v>
                </c:pt>
                <c:pt idx="205">
                  <c:v>35.5961965918541</c:v>
                </c:pt>
                <c:pt idx="206">
                  <c:v>35.8244946599007</c:v>
                </c:pt>
                <c:pt idx="207">
                  <c:v>36.0415219664574</c:v>
                </c:pt>
                <c:pt idx="208">
                  <c:v>36.2738054394722</c:v>
                </c:pt>
                <c:pt idx="209">
                  <c:v>36.4937446713447</c:v>
                </c:pt>
                <c:pt idx="210">
                  <c:v>36.7285653352737</c:v>
                </c:pt>
                <c:pt idx="211">
                  <c:v>36.9370003938675</c:v>
                </c:pt>
                <c:pt idx="212">
                  <c:v>37.1278355717659</c:v>
                </c:pt>
                <c:pt idx="213">
                  <c:v>37.2853234410286</c:v>
                </c:pt>
                <c:pt idx="214">
                  <c:v>37.418178498745</c:v>
                </c:pt>
                <c:pt idx="215">
                  <c:v>37.5615603327751</c:v>
                </c:pt>
                <c:pt idx="216">
                  <c:v>37.7666108608246</c:v>
                </c:pt>
                <c:pt idx="217">
                  <c:v>37.9404788017273</c:v>
                </c:pt>
                <c:pt idx="218">
                  <c:v>38.0799783468246</c:v>
                </c:pt>
                <c:pt idx="219">
                  <c:v>38.1906185746193</c:v>
                </c:pt>
                <c:pt idx="220">
                  <c:v>38.2451214194298</c:v>
                </c:pt>
                <c:pt idx="221">
                  <c:v>38.3019526004791</c:v>
                </c:pt>
                <c:pt idx="222">
                  <c:v>38.3627777099609</c:v>
                </c:pt>
                <c:pt idx="223">
                  <c:v>38.4123815894127</c:v>
                </c:pt>
                <c:pt idx="224">
                  <c:v>38.4756075143814</c:v>
                </c:pt>
                <c:pt idx="225">
                  <c:v>38.5848317146301</c:v>
                </c:pt>
                <c:pt idx="226">
                  <c:v>38.8655998706817</c:v>
                </c:pt>
                <c:pt idx="227">
                  <c:v>39.1127133369446</c:v>
                </c:pt>
                <c:pt idx="228">
                  <c:v>39.3623968362808</c:v>
                </c:pt>
                <c:pt idx="229">
                  <c:v>39.5554780960083</c:v>
                </c:pt>
                <c:pt idx="230">
                  <c:v>39.7173752784729</c:v>
                </c:pt>
                <c:pt idx="231">
                  <c:v>39.892058968544</c:v>
                </c:pt>
                <c:pt idx="232">
                  <c:v>40.0858457684517</c:v>
                </c:pt>
                <c:pt idx="233">
                  <c:v>40.2728289961815</c:v>
                </c:pt>
                <c:pt idx="234">
                  <c:v>40.3523065447807</c:v>
                </c:pt>
                <c:pt idx="235">
                  <c:v>40.4629124403</c:v>
                </c:pt>
                <c:pt idx="236">
                  <c:v>40.5373058915138</c:v>
                </c:pt>
                <c:pt idx="237">
                  <c:v>40.6641513109207</c:v>
                </c:pt>
                <c:pt idx="238">
                  <c:v>40.8280429244041</c:v>
                </c:pt>
                <c:pt idx="239">
                  <c:v>40.9988662600517</c:v>
                </c:pt>
                <c:pt idx="240">
                  <c:v>41.2259436249733</c:v>
                </c:pt>
                <c:pt idx="241">
                  <c:v>41.4341340661049</c:v>
                </c:pt>
                <c:pt idx="242">
                  <c:v>41.6330886483192</c:v>
                </c:pt>
                <c:pt idx="243">
                  <c:v>41.8300378918648</c:v>
                </c:pt>
                <c:pt idx="244">
                  <c:v>42.0029361248016</c:v>
                </c:pt>
                <c:pt idx="245">
                  <c:v>42.1813247203827</c:v>
                </c:pt>
                <c:pt idx="246">
                  <c:v>42.3012673258781</c:v>
                </c:pt>
                <c:pt idx="247">
                  <c:v>42.4538106322288</c:v>
                </c:pt>
                <c:pt idx="248">
                  <c:v>42.6140323877334</c:v>
                </c:pt>
                <c:pt idx="249">
                  <c:v>42.7873525619507</c:v>
                </c:pt>
                <c:pt idx="250">
                  <c:v>42.9537155628204</c:v>
                </c:pt>
                <c:pt idx="251">
                  <c:v>43.1775843501091</c:v>
                </c:pt>
                <c:pt idx="252">
                  <c:v>43.3778402805328</c:v>
                </c:pt>
                <c:pt idx="253">
                  <c:v>43.6357263326645</c:v>
                </c:pt>
                <c:pt idx="254">
                  <c:v>43.8570405840874</c:v>
                </c:pt>
                <c:pt idx="255">
                  <c:v>44.1089312434196</c:v>
                </c:pt>
                <c:pt idx="256">
                  <c:v>44.3367066979408</c:v>
                </c:pt>
                <c:pt idx="257">
                  <c:v>44.5283136367798</c:v>
                </c:pt>
                <c:pt idx="258">
                  <c:v>44.7082144021988</c:v>
                </c:pt>
                <c:pt idx="259">
                  <c:v>44.8577291965484</c:v>
                </c:pt>
                <c:pt idx="260">
                  <c:v>45.0121495127678</c:v>
                </c:pt>
                <c:pt idx="261">
                  <c:v>45.1725921630859</c:v>
                </c:pt>
                <c:pt idx="262">
                  <c:v>45.3032947778702</c:v>
                </c:pt>
                <c:pt idx="263">
                  <c:v>45.4525456428528</c:v>
                </c:pt>
                <c:pt idx="264">
                  <c:v>45.5808871388435</c:v>
                </c:pt>
                <c:pt idx="265">
                  <c:v>45.6924697756767</c:v>
                </c:pt>
                <c:pt idx="266">
                  <c:v>45.8329635262489</c:v>
                </c:pt>
                <c:pt idx="267">
                  <c:v>45.9784961342811</c:v>
                </c:pt>
                <c:pt idx="268">
                  <c:v>46.1822175383568</c:v>
                </c:pt>
                <c:pt idx="269">
                  <c:v>46.4375283718109</c:v>
                </c:pt>
                <c:pt idx="270">
                  <c:v>46.8696926832199</c:v>
                </c:pt>
                <c:pt idx="271">
                  <c:v>47.3211373090744</c:v>
                </c:pt>
                <c:pt idx="272">
                  <c:v>47.7363240718841</c:v>
                </c:pt>
                <c:pt idx="273">
                  <c:v>48.1768411397934</c:v>
                </c:pt>
                <c:pt idx="274">
                  <c:v>48.5878287553787</c:v>
                </c:pt>
                <c:pt idx="275">
                  <c:v>48.9769321680069</c:v>
                </c:pt>
                <c:pt idx="276">
                  <c:v>49.3728040456772</c:v>
                </c:pt>
                <c:pt idx="277">
                  <c:v>49.7120325565338</c:v>
                </c:pt>
                <c:pt idx="278">
                  <c:v>49.8877031207085</c:v>
                </c:pt>
                <c:pt idx="279">
                  <c:v>50.0131923556328</c:v>
                </c:pt>
                <c:pt idx="280">
                  <c:v>50.1609742045402</c:v>
                </c:pt>
                <c:pt idx="281">
                  <c:v>50.3130136728287</c:v>
                </c:pt>
                <c:pt idx="282">
                  <c:v>50.4665759801864</c:v>
                </c:pt>
                <c:pt idx="283">
                  <c:v>50.5737088918686</c:v>
                </c:pt>
                <c:pt idx="284">
                  <c:v>50.6680371165275</c:v>
                </c:pt>
                <c:pt idx="285">
                  <c:v>50.7485731244087</c:v>
                </c:pt>
                <c:pt idx="286">
                  <c:v>50.8392693400383</c:v>
                </c:pt>
                <c:pt idx="287">
                  <c:v>50.9478935599327</c:v>
                </c:pt>
                <c:pt idx="288">
                  <c:v>51.0540066957474</c:v>
                </c:pt>
                <c:pt idx="289">
                  <c:v>51.1763050556183</c:v>
                </c:pt>
                <c:pt idx="290">
                  <c:v>51.3324516415596</c:v>
                </c:pt>
                <c:pt idx="291">
                  <c:v>51.5145535469055</c:v>
                </c:pt>
                <c:pt idx="292">
                  <c:v>51.7242802381515</c:v>
                </c:pt>
                <c:pt idx="293">
                  <c:v>51.932067155838</c:v>
                </c:pt>
                <c:pt idx="294">
                  <c:v>52.1372138261795</c:v>
                </c:pt>
                <c:pt idx="295">
                  <c:v>52.3276631832123</c:v>
                </c:pt>
                <c:pt idx="296">
                  <c:v>52.5362409353256</c:v>
                </c:pt>
                <c:pt idx="297">
                  <c:v>52.760551571846</c:v>
                </c:pt>
                <c:pt idx="298">
                  <c:v>53.0618408918381</c:v>
                </c:pt>
                <c:pt idx="299">
                  <c:v>53.3256084322929</c:v>
                </c:pt>
                <c:pt idx="300">
                  <c:v>53.596187710762</c:v>
                </c:pt>
                <c:pt idx="301">
                  <c:v>53.8235597610474</c:v>
                </c:pt>
                <c:pt idx="302">
                  <c:v>54.0463520884514</c:v>
                </c:pt>
                <c:pt idx="303">
                  <c:v>54.251379609108</c:v>
                </c:pt>
                <c:pt idx="304">
                  <c:v>54.4611716270447</c:v>
                </c:pt>
                <c:pt idx="305">
                  <c:v>54.6764416098595</c:v>
                </c:pt>
                <c:pt idx="306">
                  <c:v>54.8622369766235</c:v>
                </c:pt>
                <c:pt idx="307">
                  <c:v>55.0697343349457</c:v>
                </c:pt>
                <c:pt idx="308">
                  <c:v>55.2730877399445</c:v>
                </c:pt>
                <c:pt idx="309">
                  <c:v>55.5006648302078</c:v>
                </c:pt>
                <c:pt idx="310">
                  <c:v>55.7182500958443</c:v>
                </c:pt>
                <c:pt idx="311">
                  <c:v>55.9117243289947</c:v>
                </c:pt>
                <c:pt idx="312">
                  <c:v>56.0896641016006</c:v>
                </c:pt>
                <c:pt idx="313">
                  <c:v>56.2780864238739</c:v>
                </c:pt>
                <c:pt idx="314">
                  <c:v>56.4364808797836</c:v>
                </c:pt>
                <c:pt idx="315">
                  <c:v>56.5793908834457</c:v>
                </c:pt>
                <c:pt idx="316">
                  <c:v>56.6898590326309</c:v>
                </c:pt>
                <c:pt idx="317">
                  <c:v>56.7895955443382</c:v>
                </c:pt>
                <c:pt idx="318">
                  <c:v>56.8891699314117</c:v>
                </c:pt>
                <c:pt idx="319">
                  <c:v>56.951219022274</c:v>
                </c:pt>
                <c:pt idx="320">
                  <c:v>56.9745408296585</c:v>
                </c:pt>
                <c:pt idx="321">
                  <c:v>56.986624777317</c:v>
                </c:pt>
                <c:pt idx="322">
                  <c:v>57.0484121441841</c:v>
                </c:pt>
                <c:pt idx="323">
                  <c:v>57.1269359588623</c:v>
                </c:pt>
                <c:pt idx="324">
                  <c:v>57.2078884840012</c:v>
                </c:pt>
                <c:pt idx="325">
                  <c:v>57.3656095266342</c:v>
                </c:pt>
                <c:pt idx="326">
                  <c:v>57.5300652980804</c:v>
                </c:pt>
                <c:pt idx="327">
                  <c:v>57.6745504140854</c:v>
                </c:pt>
                <c:pt idx="328">
                  <c:v>57.8353354334831</c:v>
                </c:pt>
                <c:pt idx="329">
                  <c:v>57.985745549202</c:v>
                </c:pt>
                <c:pt idx="330">
                  <c:v>58.1042570471764</c:v>
                </c:pt>
                <c:pt idx="331">
                  <c:v>58.2504482269287</c:v>
                </c:pt>
                <c:pt idx="332">
                  <c:v>58.3803473114967</c:v>
                </c:pt>
                <c:pt idx="333">
                  <c:v>58.5182631611824</c:v>
                </c:pt>
                <c:pt idx="334">
                  <c:v>58.689049243927</c:v>
                </c:pt>
                <c:pt idx="335">
                  <c:v>58.8966439962387</c:v>
                </c:pt>
                <c:pt idx="336">
                  <c:v>59.095224738121</c:v>
                </c:pt>
                <c:pt idx="337">
                  <c:v>59.3044082522392</c:v>
                </c:pt>
                <c:pt idx="338">
                  <c:v>59.5204509496689</c:v>
                </c:pt>
                <c:pt idx="339">
                  <c:v>59.7365233302116</c:v>
                </c:pt>
                <c:pt idx="340">
                  <c:v>59.9224255681038</c:v>
                </c:pt>
                <c:pt idx="341">
                  <c:v>60.0646033883095</c:v>
                </c:pt>
                <c:pt idx="342">
                  <c:v>60.1972689032555</c:v>
                </c:pt>
                <c:pt idx="343">
                  <c:v>60.2837961316109</c:v>
                </c:pt>
                <c:pt idx="344">
                  <c:v>60.3506401181221</c:v>
                </c:pt>
                <c:pt idx="345">
                  <c:v>60.3607484102249</c:v>
                </c:pt>
                <c:pt idx="346">
                  <c:v>60.4217441082001</c:v>
                </c:pt>
                <c:pt idx="347">
                  <c:v>60.5139425396919</c:v>
                </c:pt>
                <c:pt idx="348">
                  <c:v>60.5989125967026</c:v>
                </c:pt>
                <c:pt idx="349">
                  <c:v>60.696504175663</c:v>
                </c:pt>
                <c:pt idx="350">
                  <c:v>60.7742844820023</c:v>
                </c:pt>
                <c:pt idx="351">
                  <c:v>60.8697118759155</c:v>
                </c:pt>
                <c:pt idx="352">
                  <c:v>60.960197687149</c:v>
                </c:pt>
                <c:pt idx="353">
                  <c:v>61.0606841444969</c:v>
                </c:pt>
                <c:pt idx="354">
                  <c:v>61.1812169551849</c:v>
                </c:pt>
                <c:pt idx="355">
                  <c:v>61.3910573720932</c:v>
                </c:pt>
                <c:pt idx="356">
                  <c:v>61.6060695648193</c:v>
                </c:pt>
                <c:pt idx="357">
                  <c:v>61.8425003290176</c:v>
                </c:pt>
                <c:pt idx="358">
                  <c:v>62.0501891970634</c:v>
                </c:pt>
                <c:pt idx="359">
                  <c:v>62.2924237847328</c:v>
                </c:pt>
                <c:pt idx="360">
                  <c:v>62.5506821274757</c:v>
                </c:pt>
                <c:pt idx="361">
                  <c:v>62.7992834448814</c:v>
                </c:pt>
                <c:pt idx="362">
                  <c:v>63.0812513232231</c:v>
                </c:pt>
                <c:pt idx="363">
                  <c:v>63.3321140408516</c:v>
                </c:pt>
                <c:pt idx="364">
                  <c:v>63.5570039749145</c:v>
                </c:pt>
                <c:pt idx="365">
                  <c:v>63.7958382964134</c:v>
                </c:pt>
                <c:pt idx="366">
                  <c:v>64.0196173787117</c:v>
                </c:pt>
                <c:pt idx="367">
                  <c:v>64.1956456303596</c:v>
                </c:pt>
                <c:pt idx="368">
                  <c:v>64.350411593914</c:v>
                </c:pt>
                <c:pt idx="369">
                  <c:v>64.5044205784798</c:v>
                </c:pt>
                <c:pt idx="370">
                  <c:v>64.7172626256943</c:v>
                </c:pt>
                <c:pt idx="371">
                  <c:v>64.9792165160179</c:v>
                </c:pt>
                <c:pt idx="372">
                  <c:v>65.2440970540047</c:v>
                </c:pt>
                <c:pt idx="373">
                  <c:v>65.5012345910072</c:v>
                </c:pt>
                <c:pt idx="374">
                  <c:v>65.7316285967827</c:v>
                </c:pt>
                <c:pt idx="375">
                  <c:v>65.9394097924232</c:v>
                </c:pt>
                <c:pt idx="376">
                  <c:v>66.1450593471527</c:v>
                </c:pt>
                <c:pt idx="377">
                  <c:v>66.3362234830856</c:v>
                </c:pt>
                <c:pt idx="378">
                  <c:v>66.4898301959038</c:v>
                </c:pt>
                <c:pt idx="379">
                  <c:v>66.6529544591904</c:v>
                </c:pt>
                <c:pt idx="380">
                  <c:v>66.8177735209465</c:v>
                </c:pt>
                <c:pt idx="381">
                  <c:v>67.0231047272682</c:v>
                </c:pt>
                <c:pt idx="382">
                  <c:v>67.237859249115</c:v>
                </c:pt>
                <c:pt idx="383">
                  <c:v>67.4487543106079</c:v>
                </c:pt>
                <c:pt idx="384">
                  <c:v>67.6327614784241</c:v>
                </c:pt>
                <c:pt idx="385">
                  <c:v>67.7941696047783</c:v>
                </c:pt>
                <c:pt idx="386">
                  <c:v>67.979533135891</c:v>
                </c:pt>
                <c:pt idx="387">
                  <c:v>68.210509955883</c:v>
                </c:pt>
                <c:pt idx="388">
                  <c:v>68.4307065010071</c:v>
                </c:pt>
                <c:pt idx="389">
                  <c:v>68.6250239610672</c:v>
                </c:pt>
                <c:pt idx="390">
                  <c:v>68.8306164741516</c:v>
                </c:pt>
                <c:pt idx="391">
                  <c:v>69.0532667040825</c:v>
                </c:pt>
                <c:pt idx="392">
                  <c:v>69.2480726838112</c:v>
                </c:pt>
                <c:pt idx="393">
                  <c:v>69.4236087203026</c:v>
                </c:pt>
                <c:pt idx="394">
                  <c:v>69.580884873867</c:v>
                </c:pt>
                <c:pt idx="395">
                  <c:v>69.7298465371132</c:v>
                </c:pt>
                <c:pt idx="396">
                  <c:v>69.8949143886566</c:v>
                </c:pt>
                <c:pt idx="397">
                  <c:v>70.0212435126305</c:v>
                </c:pt>
                <c:pt idx="398">
                  <c:v>70.1391136646271</c:v>
                </c:pt>
                <c:pt idx="399">
                  <c:v>70.2072904109955</c:v>
                </c:pt>
                <c:pt idx="400">
                  <c:v>70.3060513138771</c:v>
                </c:pt>
                <c:pt idx="401">
                  <c:v>70.4184029698372</c:v>
                </c:pt>
                <c:pt idx="402">
                  <c:v>70.5444951653481</c:v>
                </c:pt>
                <c:pt idx="403">
                  <c:v>70.6473232507706</c:v>
                </c:pt>
                <c:pt idx="404">
                  <c:v>70.755164206028</c:v>
                </c:pt>
                <c:pt idx="405">
                  <c:v>70.8763419985771</c:v>
                </c:pt>
                <c:pt idx="406">
                  <c:v>71.0201453566551</c:v>
                </c:pt>
                <c:pt idx="407">
                  <c:v>71.1326293945312</c:v>
                </c:pt>
                <c:pt idx="408">
                  <c:v>71.2374784350395</c:v>
                </c:pt>
                <c:pt idx="409">
                  <c:v>71.367039501667</c:v>
                </c:pt>
                <c:pt idx="410">
                  <c:v>71.5184710621834</c:v>
                </c:pt>
                <c:pt idx="411">
                  <c:v>71.636819422245</c:v>
                </c:pt>
                <c:pt idx="412">
                  <c:v>71.7644757032394</c:v>
                </c:pt>
                <c:pt idx="413">
                  <c:v>71.9238086938858</c:v>
                </c:pt>
                <c:pt idx="414">
                  <c:v>72.0468501448631</c:v>
                </c:pt>
                <c:pt idx="415">
                  <c:v>72.1391803026199</c:v>
                </c:pt>
                <c:pt idx="416">
                  <c:v>72.2649555206299</c:v>
                </c:pt>
                <c:pt idx="417">
                  <c:v>72.3986676931381</c:v>
                </c:pt>
                <c:pt idx="418">
                  <c:v>72.5586897134781</c:v>
                </c:pt>
                <c:pt idx="419">
                  <c:v>72.7544375061989</c:v>
                </c:pt>
                <c:pt idx="420">
                  <c:v>72.929149210453</c:v>
                </c:pt>
                <c:pt idx="421">
                  <c:v>73.0896774530411</c:v>
                </c:pt>
                <c:pt idx="422">
                  <c:v>73.280659198761</c:v>
                </c:pt>
                <c:pt idx="423">
                  <c:v>73.4436276555061</c:v>
                </c:pt>
                <c:pt idx="424">
                  <c:v>73.5908700823784</c:v>
                </c:pt>
                <c:pt idx="425">
                  <c:v>73.778795003891</c:v>
                </c:pt>
                <c:pt idx="426">
                  <c:v>73.9518808722496</c:v>
                </c:pt>
                <c:pt idx="427">
                  <c:v>74.0963639616966</c:v>
                </c:pt>
                <c:pt idx="428">
                  <c:v>74.2549920678139</c:v>
                </c:pt>
                <c:pt idx="429">
                  <c:v>74.419338285923</c:v>
                </c:pt>
                <c:pt idx="430">
                  <c:v>74.5586739182472</c:v>
                </c:pt>
                <c:pt idx="431">
                  <c:v>74.7334633469582</c:v>
                </c:pt>
                <c:pt idx="432">
                  <c:v>75.0145600438118</c:v>
                </c:pt>
                <c:pt idx="433">
                  <c:v>75.3346934914589</c:v>
                </c:pt>
                <c:pt idx="434">
                  <c:v>75.6793975830078</c:v>
                </c:pt>
                <c:pt idx="435">
                  <c:v>75.9997471570969</c:v>
                </c:pt>
                <c:pt idx="436">
                  <c:v>76.3460162878036</c:v>
                </c:pt>
                <c:pt idx="437">
                  <c:v>76.6736761331558</c:v>
                </c:pt>
                <c:pt idx="438">
                  <c:v>76.9752275943756</c:v>
                </c:pt>
                <c:pt idx="439">
                  <c:v>77.2858240604401</c:v>
                </c:pt>
                <c:pt idx="440">
                  <c:v>77.5368285179138</c:v>
                </c:pt>
                <c:pt idx="441">
                  <c:v>77.8183201551437</c:v>
                </c:pt>
                <c:pt idx="442">
                  <c:v>78.0316903591156</c:v>
                </c:pt>
                <c:pt idx="443">
                  <c:v>78.2443063259125</c:v>
                </c:pt>
                <c:pt idx="444">
                  <c:v>78.4599828124046</c:v>
                </c:pt>
                <c:pt idx="445">
                  <c:v>78.6861076951027</c:v>
                </c:pt>
                <c:pt idx="446">
                  <c:v>78.9047237038612</c:v>
                </c:pt>
                <c:pt idx="447">
                  <c:v>79.141984641552</c:v>
                </c:pt>
                <c:pt idx="448">
                  <c:v>79.3499774932861</c:v>
                </c:pt>
                <c:pt idx="449">
                  <c:v>79.5160627365112</c:v>
                </c:pt>
                <c:pt idx="450">
                  <c:v>79.710910320282</c:v>
                </c:pt>
                <c:pt idx="451">
                  <c:v>79.9335641860962</c:v>
                </c:pt>
                <c:pt idx="452">
                  <c:v>80.151319205761</c:v>
                </c:pt>
                <c:pt idx="453">
                  <c:v>80.4088765978813</c:v>
                </c:pt>
                <c:pt idx="454">
                  <c:v>80.6762419342995</c:v>
                </c:pt>
                <c:pt idx="455">
                  <c:v>80.956258058548</c:v>
                </c:pt>
                <c:pt idx="456">
                  <c:v>81.2816189527512</c:v>
                </c:pt>
                <c:pt idx="457">
                  <c:v>81.6336535215378</c:v>
                </c:pt>
                <c:pt idx="458">
                  <c:v>81.9091419577599</c:v>
                </c:pt>
                <c:pt idx="459">
                  <c:v>82.2077879309654</c:v>
                </c:pt>
                <c:pt idx="460">
                  <c:v>82.4782713055611</c:v>
                </c:pt>
                <c:pt idx="461">
                  <c:v>82.7128699421883</c:v>
                </c:pt>
                <c:pt idx="462">
                  <c:v>82.9258330464363</c:v>
                </c:pt>
                <c:pt idx="463">
                  <c:v>83.0584216117859</c:v>
                </c:pt>
                <c:pt idx="464">
                  <c:v>83.1816858649254</c:v>
                </c:pt>
                <c:pt idx="465">
                  <c:v>83.2559396624565</c:v>
                </c:pt>
                <c:pt idx="466">
                  <c:v>83.3416803479195</c:v>
                </c:pt>
                <c:pt idx="467">
                  <c:v>83.4553855061531</c:v>
                </c:pt>
                <c:pt idx="468">
                  <c:v>83.6035155057907</c:v>
                </c:pt>
                <c:pt idx="469">
                  <c:v>83.8591126203537</c:v>
                </c:pt>
                <c:pt idx="470">
                  <c:v>84.0533199906349</c:v>
                </c:pt>
                <c:pt idx="471">
                  <c:v>84.2382102608681</c:v>
                </c:pt>
                <c:pt idx="472">
                  <c:v>84.4164633154869</c:v>
                </c:pt>
                <c:pt idx="473">
                  <c:v>84.5589654445648</c:v>
                </c:pt>
                <c:pt idx="474">
                  <c:v>84.7367752790451</c:v>
                </c:pt>
                <c:pt idx="475">
                  <c:v>84.9121261835098</c:v>
                </c:pt>
                <c:pt idx="476">
                  <c:v>85.0902996659279</c:v>
                </c:pt>
                <c:pt idx="477">
                  <c:v>85.2541667819023</c:v>
                </c:pt>
                <c:pt idx="478">
                  <c:v>85.4654822349548</c:v>
                </c:pt>
                <c:pt idx="479">
                  <c:v>85.6575610637665</c:v>
                </c:pt>
                <c:pt idx="480">
                  <c:v>85.8522039055824</c:v>
                </c:pt>
                <c:pt idx="481">
                  <c:v>86.0633887648582</c:v>
                </c:pt>
                <c:pt idx="482">
                  <c:v>86.2412733435631</c:v>
                </c:pt>
                <c:pt idx="483">
                  <c:v>86.4107434153557</c:v>
                </c:pt>
                <c:pt idx="484">
                  <c:v>86.5852208733559</c:v>
                </c:pt>
                <c:pt idx="485">
                  <c:v>86.816797375679</c:v>
                </c:pt>
                <c:pt idx="486">
                  <c:v>87.0171959996223</c:v>
                </c:pt>
                <c:pt idx="487">
                  <c:v>87.2153300046921</c:v>
                </c:pt>
                <c:pt idx="488">
                  <c:v>87.4539839625359</c:v>
                </c:pt>
                <c:pt idx="489">
                  <c:v>87.6999025940895</c:v>
                </c:pt>
                <c:pt idx="490">
                  <c:v>87.9779656529427</c:v>
                </c:pt>
                <c:pt idx="491">
                  <c:v>88.2380359768867</c:v>
                </c:pt>
                <c:pt idx="492">
                  <c:v>88.4951539635658</c:v>
                </c:pt>
                <c:pt idx="493">
                  <c:v>88.7676644921303</c:v>
                </c:pt>
                <c:pt idx="494">
                  <c:v>88.9934426546097</c:v>
                </c:pt>
                <c:pt idx="495">
                  <c:v>89.2162741422653</c:v>
                </c:pt>
                <c:pt idx="496">
                  <c:v>89.4024567604065</c:v>
                </c:pt>
                <c:pt idx="497">
                  <c:v>89.5697529911995</c:v>
                </c:pt>
                <c:pt idx="498">
                  <c:v>89.7414014935493</c:v>
                </c:pt>
                <c:pt idx="499">
                  <c:v>89.9175677895546</c:v>
                </c:pt>
                <c:pt idx="500">
                  <c:v>89.9946773648262</c:v>
                </c:pt>
                <c:pt idx="501">
                  <c:v>90.0375548601151</c:v>
                </c:pt>
                <c:pt idx="502">
                  <c:v>90.1299965381622</c:v>
                </c:pt>
                <c:pt idx="503">
                  <c:v>90.2250512838364</c:v>
                </c:pt>
                <c:pt idx="504">
                  <c:v>90.2932238578796</c:v>
                </c:pt>
                <c:pt idx="505">
                  <c:v>90.337603867054</c:v>
                </c:pt>
                <c:pt idx="506">
                  <c:v>90.372629404068</c:v>
                </c:pt>
                <c:pt idx="507">
                  <c:v>90.3707512617111</c:v>
                </c:pt>
                <c:pt idx="508">
                  <c:v>90.3557451963425</c:v>
                </c:pt>
                <c:pt idx="509">
                  <c:v>90.4879762530327</c:v>
                </c:pt>
                <c:pt idx="510">
                  <c:v>90.5393247008324</c:v>
                </c:pt>
                <c:pt idx="511">
                  <c:v>90.5576049089432</c:v>
                </c:pt>
                <c:pt idx="512">
                  <c:v>90.5386538505554</c:v>
                </c:pt>
                <c:pt idx="513">
                  <c:v>90.4671853780746</c:v>
                </c:pt>
                <c:pt idx="514">
                  <c:v>90.4569681882858</c:v>
                </c:pt>
                <c:pt idx="515">
                  <c:v>90.4381552934647</c:v>
                </c:pt>
                <c:pt idx="516">
                  <c:v>90.4630845785141</c:v>
                </c:pt>
                <c:pt idx="517">
                  <c:v>90.5311015844345</c:v>
                </c:pt>
                <c:pt idx="518">
                  <c:v>90.6380552053452</c:v>
                </c:pt>
                <c:pt idx="519">
                  <c:v>90.7490196824074</c:v>
                </c:pt>
                <c:pt idx="520">
                  <c:v>90.8602140545845</c:v>
                </c:pt>
                <c:pt idx="521">
                  <c:v>90.9911369085312</c:v>
                </c:pt>
                <c:pt idx="522">
                  <c:v>91.1545029878616</c:v>
                </c:pt>
                <c:pt idx="523">
                  <c:v>91.3378779888153</c:v>
                </c:pt>
                <c:pt idx="524">
                  <c:v>91.4973001480103</c:v>
                </c:pt>
                <c:pt idx="525">
                  <c:v>91.6516940593719</c:v>
                </c:pt>
                <c:pt idx="526">
                  <c:v>91.8246613740921</c:v>
                </c:pt>
                <c:pt idx="527">
                  <c:v>92.012709736824</c:v>
                </c:pt>
                <c:pt idx="528">
                  <c:v>92.212958753109</c:v>
                </c:pt>
                <c:pt idx="529">
                  <c:v>92.4403983354568</c:v>
                </c:pt>
                <c:pt idx="530">
                  <c:v>92.7143238782883</c:v>
                </c:pt>
                <c:pt idx="531">
                  <c:v>92.9542392492294</c:v>
                </c:pt>
                <c:pt idx="532">
                  <c:v>93.156291782856</c:v>
                </c:pt>
                <c:pt idx="533">
                  <c:v>93.3384266495705</c:v>
                </c:pt>
                <c:pt idx="534">
                  <c:v>93.5299872159958</c:v>
                </c:pt>
                <c:pt idx="535">
                  <c:v>93.7206087112427</c:v>
                </c:pt>
                <c:pt idx="536">
                  <c:v>93.8529159426689</c:v>
                </c:pt>
                <c:pt idx="537">
                  <c:v>94.0195891261101</c:v>
                </c:pt>
                <c:pt idx="538">
                  <c:v>94.2222413420677</c:v>
                </c:pt>
                <c:pt idx="539">
                  <c:v>94.4238354563713</c:v>
                </c:pt>
                <c:pt idx="540">
                  <c:v>94.6398666501045</c:v>
                </c:pt>
                <c:pt idx="541">
                  <c:v>94.8492383360863</c:v>
                </c:pt>
                <c:pt idx="542">
                  <c:v>95.0632971525192</c:v>
                </c:pt>
                <c:pt idx="543">
                  <c:v>95.3210450410843</c:v>
                </c:pt>
                <c:pt idx="544">
                  <c:v>95.5553668141365</c:v>
                </c:pt>
                <c:pt idx="545">
                  <c:v>95.787416100502</c:v>
                </c:pt>
                <c:pt idx="546">
                  <c:v>96.0331277251244</c:v>
                </c:pt>
                <c:pt idx="547">
                  <c:v>96.2857892513275</c:v>
                </c:pt>
                <c:pt idx="548">
                  <c:v>96.5200328826904</c:v>
                </c:pt>
                <c:pt idx="549">
                  <c:v>96.7341192364693</c:v>
                </c:pt>
                <c:pt idx="550">
                  <c:v>96.9863123893738</c:v>
                </c:pt>
                <c:pt idx="551">
                  <c:v>97.2560914158821</c:v>
                </c:pt>
                <c:pt idx="552">
                  <c:v>97.5063935518265</c:v>
                </c:pt>
                <c:pt idx="553">
                  <c:v>97.7434329390526</c:v>
                </c:pt>
                <c:pt idx="554">
                  <c:v>97.9612755775452</c:v>
                </c:pt>
                <c:pt idx="555">
                  <c:v>98.1860920190811</c:v>
                </c:pt>
                <c:pt idx="556">
                  <c:v>98.4728088378906</c:v>
                </c:pt>
                <c:pt idx="557">
                  <c:v>98.7790528535843</c:v>
                </c:pt>
                <c:pt idx="558">
                  <c:v>99.0726736783981</c:v>
                </c:pt>
                <c:pt idx="559">
                  <c:v>99.3875796794891</c:v>
                </c:pt>
                <c:pt idx="560">
                  <c:v>99.6901816129684</c:v>
                </c:pt>
                <c:pt idx="561">
                  <c:v>100.010105609894</c:v>
                </c:pt>
                <c:pt idx="562">
                  <c:v>100.34920156002</c:v>
                </c:pt>
                <c:pt idx="563">
                  <c:v>100.630955398083</c:v>
                </c:pt>
                <c:pt idx="564">
                  <c:v>100.873325109482</c:v>
                </c:pt>
                <c:pt idx="565">
                  <c:v>101.03737950325</c:v>
                </c:pt>
                <c:pt idx="566">
                  <c:v>101.156408786774</c:v>
                </c:pt>
                <c:pt idx="567">
                  <c:v>101.301880002022</c:v>
                </c:pt>
                <c:pt idx="568">
                  <c:v>101.46934145689</c:v>
                </c:pt>
                <c:pt idx="569">
                  <c:v>101.624866425991</c:v>
                </c:pt>
                <c:pt idx="570">
                  <c:v>101.72266459465</c:v>
                </c:pt>
                <c:pt idx="571">
                  <c:v>101.854433178902</c:v>
                </c:pt>
                <c:pt idx="572">
                  <c:v>102.02488130331</c:v>
                </c:pt>
                <c:pt idx="573">
                  <c:v>102.169384539127</c:v>
                </c:pt>
                <c:pt idx="574">
                  <c:v>102.391143083572</c:v>
                </c:pt>
                <c:pt idx="575">
                  <c:v>102.620971918106</c:v>
                </c:pt>
                <c:pt idx="576">
                  <c:v>102.798349380493</c:v>
                </c:pt>
                <c:pt idx="577">
                  <c:v>102.928077578545</c:v>
                </c:pt>
                <c:pt idx="578">
                  <c:v>103.081814885139</c:v>
                </c:pt>
                <c:pt idx="579">
                  <c:v>103.255013346672</c:v>
                </c:pt>
                <c:pt idx="580">
                  <c:v>103.435065865517</c:v>
                </c:pt>
                <c:pt idx="581">
                  <c:v>103.581915259361</c:v>
                </c:pt>
                <c:pt idx="582">
                  <c:v>103.724985837936</c:v>
                </c:pt>
                <c:pt idx="583">
                  <c:v>103.921018302441</c:v>
                </c:pt>
                <c:pt idx="584">
                  <c:v>104.113139986992</c:v>
                </c:pt>
                <c:pt idx="585">
                  <c:v>104.28843152523</c:v>
                </c:pt>
                <c:pt idx="586">
                  <c:v>104.472179174423</c:v>
                </c:pt>
                <c:pt idx="587">
                  <c:v>104.656262218952</c:v>
                </c:pt>
                <c:pt idx="588">
                  <c:v>104.821919262409</c:v>
                </c:pt>
                <c:pt idx="589">
                  <c:v>105.000389754772</c:v>
                </c:pt>
                <c:pt idx="590">
                  <c:v>105.186100780964</c:v>
                </c:pt>
                <c:pt idx="591">
                  <c:v>105.342580616474</c:v>
                </c:pt>
                <c:pt idx="592">
                  <c:v>105.515719950199</c:v>
                </c:pt>
                <c:pt idx="593">
                  <c:v>105.726419150829</c:v>
                </c:pt>
                <c:pt idx="594">
                  <c:v>105.959615528584</c:v>
                </c:pt>
                <c:pt idx="595">
                  <c:v>106.163887917995</c:v>
                </c:pt>
                <c:pt idx="596">
                  <c:v>106.345220625401</c:v>
                </c:pt>
                <c:pt idx="597">
                  <c:v>106.517108023167</c:v>
                </c:pt>
                <c:pt idx="598">
                  <c:v>106.707477211952</c:v>
                </c:pt>
                <c:pt idx="599">
                  <c:v>106.907116830349</c:v>
                </c:pt>
                <c:pt idx="600">
                  <c:v>107.123522818089</c:v>
                </c:pt>
                <c:pt idx="601">
                  <c:v>107.403429090977</c:v>
                </c:pt>
                <c:pt idx="602">
                  <c:v>107.644463002682</c:v>
                </c:pt>
                <c:pt idx="603">
                  <c:v>107.834378659725</c:v>
                </c:pt>
                <c:pt idx="604">
                  <c:v>108.038384497166</c:v>
                </c:pt>
                <c:pt idx="605">
                  <c:v>108.213882029057</c:v>
                </c:pt>
                <c:pt idx="606">
                  <c:v>108.393008768559</c:v>
                </c:pt>
                <c:pt idx="607">
                  <c:v>108.574524998665</c:v>
                </c:pt>
                <c:pt idx="608">
                  <c:v>108.782915711403</c:v>
                </c:pt>
                <c:pt idx="609">
                  <c:v>108.989822626114</c:v>
                </c:pt>
                <c:pt idx="610">
                  <c:v>109.166980743408</c:v>
                </c:pt>
                <c:pt idx="611">
                  <c:v>109.337889552116</c:v>
                </c:pt>
                <c:pt idx="612">
                  <c:v>109.494138419628</c:v>
                </c:pt>
                <c:pt idx="613">
                  <c:v>109.639098346233</c:v>
                </c:pt>
                <c:pt idx="614">
                  <c:v>109.77483189106</c:v>
                </c:pt>
                <c:pt idx="615">
                  <c:v>109.892854511738</c:v>
                </c:pt>
                <c:pt idx="616">
                  <c:v>110.031595647335</c:v>
                </c:pt>
                <c:pt idx="617">
                  <c:v>110.174590170383</c:v>
                </c:pt>
                <c:pt idx="618">
                  <c:v>110.346515476704</c:v>
                </c:pt>
                <c:pt idx="619">
                  <c:v>110.550255119801</c:v>
                </c:pt>
                <c:pt idx="620">
                  <c:v>110.729537427425</c:v>
                </c:pt>
                <c:pt idx="621">
                  <c:v>110.882986903191</c:v>
                </c:pt>
                <c:pt idx="622">
                  <c:v>111.018575310707</c:v>
                </c:pt>
                <c:pt idx="623">
                  <c:v>111.14379799366</c:v>
                </c:pt>
                <c:pt idx="624">
                  <c:v>111.252932906151</c:v>
                </c:pt>
                <c:pt idx="625">
                  <c:v>111.367196857929</c:v>
                </c:pt>
                <c:pt idx="626">
                  <c:v>111.486064553261</c:v>
                </c:pt>
                <c:pt idx="627">
                  <c:v>111.588762700558</c:v>
                </c:pt>
                <c:pt idx="628">
                  <c:v>111.68328756094</c:v>
                </c:pt>
                <c:pt idx="629">
                  <c:v>111.79815363884</c:v>
                </c:pt>
                <c:pt idx="630">
                  <c:v>111.956639349461</c:v>
                </c:pt>
                <c:pt idx="631">
                  <c:v>112.128267109394</c:v>
                </c:pt>
                <c:pt idx="632">
                  <c:v>112.329859852791</c:v>
                </c:pt>
                <c:pt idx="633">
                  <c:v>112.523757100105</c:v>
                </c:pt>
                <c:pt idx="634">
                  <c:v>112.707821369171</c:v>
                </c:pt>
                <c:pt idx="635">
                  <c:v>112.863267481327</c:v>
                </c:pt>
                <c:pt idx="636">
                  <c:v>112.983001768589</c:v>
                </c:pt>
                <c:pt idx="637">
                  <c:v>113.143292605877</c:v>
                </c:pt>
                <c:pt idx="638">
                  <c:v>113.302853286266</c:v>
                </c:pt>
                <c:pt idx="639">
                  <c:v>113.470535576344</c:v>
                </c:pt>
                <c:pt idx="640">
                  <c:v>113.612581312656</c:v>
                </c:pt>
                <c:pt idx="641">
                  <c:v>113.720991194248</c:v>
                </c:pt>
                <c:pt idx="642">
                  <c:v>113.826822578907</c:v>
                </c:pt>
                <c:pt idx="643">
                  <c:v>113.932359874249</c:v>
                </c:pt>
                <c:pt idx="644">
                  <c:v>114.046726107597</c:v>
                </c:pt>
                <c:pt idx="645">
                  <c:v>114.143672287464</c:v>
                </c:pt>
                <c:pt idx="646">
                  <c:v>114.284964025021</c:v>
                </c:pt>
                <c:pt idx="647">
                  <c:v>114.45811599493</c:v>
                </c:pt>
                <c:pt idx="648">
                  <c:v>114.678508937359</c:v>
                </c:pt>
                <c:pt idx="649">
                  <c:v>114.885446488857</c:v>
                </c:pt>
                <c:pt idx="650">
                  <c:v>115.078700482845</c:v>
                </c:pt>
                <c:pt idx="651">
                  <c:v>115.266309499741</c:v>
                </c:pt>
                <c:pt idx="652">
                  <c:v>115.467577695847</c:v>
                </c:pt>
                <c:pt idx="653">
                  <c:v>115.700336754322</c:v>
                </c:pt>
                <c:pt idx="654">
                  <c:v>115.947740733624</c:v>
                </c:pt>
                <c:pt idx="655">
                  <c:v>116.181376039982</c:v>
                </c:pt>
                <c:pt idx="656">
                  <c:v>116.435133397579</c:v>
                </c:pt>
                <c:pt idx="657">
                  <c:v>116.741075694561</c:v>
                </c:pt>
                <c:pt idx="658">
                  <c:v>117.036239385605</c:v>
                </c:pt>
                <c:pt idx="659">
                  <c:v>117.316178202629</c:v>
                </c:pt>
                <c:pt idx="660">
                  <c:v>117.615556180477</c:v>
                </c:pt>
                <c:pt idx="661">
                  <c:v>117.927335560322</c:v>
                </c:pt>
                <c:pt idx="662">
                  <c:v>118.230520308018</c:v>
                </c:pt>
                <c:pt idx="663">
                  <c:v>118.550526440144</c:v>
                </c:pt>
                <c:pt idx="664">
                  <c:v>118.878168046474</c:v>
                </c:pt>
                <c:pt idx="665">
                  <c:v>119.190854668617</c:v>
                </c:pt>
                <c:pt idx="666">
                  <c:v>119.496856331825</c:v>
                </c:pt>
                <c:pt idx="667">
                  <c:v>119.780537247658</c:v>
                </c:pt>
                <c:pt idx="668">
                  <c:v>120.021251797676</c:v>
                </c:pt>
                <c:pt idx="669">
                  <c:v>120.249388754368</c:v>
                </c:pt>
                <c:pt idx="670">
                  <c:v>120.442989647388</c:v>
                </c:pt>
                <c:pt idx="671">
                  <c:v>120.659506618977</c:v>
                </c:pt>
                <c:pt idx="672">
                  <c:v>120.876261651516</c:v>
                </c:pt>
                <c:pt idx="673">
                  <c:v>121.072593867779</c:v>
                </c:pt>
                <c:pt idx="674">
                  <c:v>121.260297894478</c:v>
                </c:pt>
                <c:pt idx="675">
                  <c:v>121.460053086281</c:v>
                </c:pt>
                <c:pt idx="676">
                  <c:v>121.627753794193</c:v>
                </c:pt>
                <c:pt idx="677">
                  <c:v>121.775560498238</c:v>
                </c:pt>
                <c:pt idx="678">
                  <c:v>121.918331980705</c:v>
                </c:pt>
                <c:pt idx="679">
                  <c:v>122.07385879755</c:v>
                </c:pt>
                <c:pt idx="680">
                  <c:v>122.209687769413</c:v>
                </c:pt>
                <c:pt idx="681">
                  <c:v>122.332376480103</c:v>
                </c:pt>
                <c:pt idx="682">
                  <c:v>122.457232952118</c:v>
                </c:pt>
                <c:pt idx="683">
                  <c:v>122.563001811504</c:v>
                </c:pt>
                <c:pt idx="684">
                  <c:v>122.680917859077</c:v>
                </c:pt>
                <c:pt idx="685">
                  <c:v>122.839550793171</c:v>
                </c:pt>
                <c:pt idx="686">
                  <c:v>123.030393779278</c:v>
                </c:pt>
                <c:pt idx="687">
                  <c:v>123.22288531065</c:v>
                </c:pt>
                <c:pt idx="688">
                  <c:v>123.385147988796</c:v>
                </c:pt>
                <c:pt idx="689">
                  <c:v>123.543540835381</c:v>
                </c:pt>
                <c:pt idx="690">
                  <c:v>123.71807384491</c:v>
                </c:pt>
                <c:pt idx="691">
                  <c:v>123.894524216652</c:v>
                </c:pt>
                <c:pt idx="692">
                  <c:v>124.06826364994</c:v>
                </c:pt>
                <c:pt idx="693">
                  <c:v>124.251236438751</c:v>
                </c:pt>
                <c:pt idx="694">
                  <c:v>124.391457557678</c:v>
                </c:pt>
                <c:pt idx="695">
                  <c:v>124.522832810879</c:v>
                </c:pt>
                <c:pt idx="696">
                  <c:v>124.693208396435</c:v>
                </c:pt>
                <c:pt idx="697">
                  <c:v>124.847193181515</c:v>
                </c:pt>
                <c:pt idx="698">
                  <c:v>124.989944458008</c:v>
                </c:pt>
                <c:pt idx="699">
                  <c:v>125.071526408195</c:v>
                </c:pt>
                <c:pt idx="700">
                  <c:v>125.150745034218</c:v>
                </c:pt>
                <c:pt idx="701">
                  <c:v>125.217362642288</c:v>
                </c:pt>
                <c:pt idx="702">
                  <c:v>125.309577405453</c:v>
                </c:pt>
                <c:pt idx="703">
                  <c:v>125.364262342453</c:v>
                </c:pt>
                <c:pt idx="704">
                  <c:v>125.438108444214</c:v>
                </c:pt>
                <c:pt idx="705">
                  <c:v>125.525510549545</c:v>
                </c:pt>
                <c:pt idx="706">
                  <c:v>125.580647349358</c:v>
                </c:pt>
                <c:pt idx="707">
                  <c:v>125.61286687851</c:v>
                </c:pt>
                <c:pt idx="708">
                  <c:v>125.662885904312</c:v>
                </c:pt>
                <c:pt idx="709">
                  <c:v>125.716678261757</c:v>
                </c:pt>
                <c:pt idx="710">
                  <c:v>125.798189580441</c:v>
                </c:pt>
                <c:pt idx="711">
                  <c:v>125.867103636265</c:v>
                </c:pt>
                <c:pt idx="712">
                  <c:v>125.936296224594</c:v>
                </c:pt>
                <c:pt idx="713">
                  <c:v>126.012194037437</c:v>
                </c:pt>
                <c:pt idx="714">
                  <c:v>126.106411993504</c:v>
                </c:pt>
                <c:pt idx="715">
                  <c:v>126.227682590485</c:v>
                </c:pt>
                <c:pt idx="716">
                  <c:v>126.396940946579</c:v>
                </c:pt>
                <c:pt idx="717">
                  <c:v>126.588536798954</c:v>
                </c:pt>
                <c:pt idx="718">
                  <c:v>126.800207912922</c:v>
                </c:pt>
                <c:pt idx="719">
                  <c:v>126.986604869366</c:v>
                </c:pt>
                <c:pt idx="720">
                  <c:v>127.17480379343</c:v>
                </c:pt>
                <c:pt idx="721">
                  <c:v>127.378422677517</c:v>
                </c:pt>
                <c:pt idx="722">
                  <c:v>127.597167134285</c:v>
                </c:pt>
                <c:pt idx="723">
                  <c:v>127.822091817856</c:v>
                </c:pt>
                <c:pt idx="724">
                  <c:v>128.024587452412</c:v>
                </c:pt>
                <c:pt idx="725">
                  <c:v>128.186582565308</c:v>
                </c:pt>
                <c:pt idx="726">
                  <c:v>128.320111393929</c:v>
                </c:pt>
                <c:pt idx="727">
                  <c:v>128.466626048088</c:v>
                </c:pt>
                <c:pt idx="728">
                  <c:v>128.63755106926</c:v>
                </c:pt>
                <c:pt idx="729">
                  <c:v>128.818650722504</c:v>
                </c:pt>
                <c:pt idx="730">
                  <c:v>128.937795698643</c:v>
                </c:pt>
                <c:pt idx="731">
                  <c:v>129.004602968693</c:v>
                </c:pt>
                <c:pt idx="732">
                  <c:v>129.091944515705</c:v>
                </c:pt>
                <c:pt idx="733">
                  <c:v>129.178397417068</c:v>
                </c:pt>
                <c:pt idx="734">
                  <c:v>129.281371831894</c:v>
                </c:pt>
                <c:pt idx="735">
                  <c:v>129.378346800804</c:v>
                </c:pt>
                <c:pt idx="736">
                  <c:v>129.487875401974</c:v>
                </c:pt>
                <c:pt idx="737">
                  <c:v>129.546368300915</c:v>
                </c:pt>
                <c:pt idx="738">
                  <c:v>129.579120576382</c:v>
                </c:pt>
                <c:pt idx="739">
                  <c:v>129.560336530209</c:v>
                </c:pt>
                <c:pt idx="740">
                  <c:v>129.555150687695</c:v>
                </c:pt>
                <c:pt idx="741">
                  <c:v>129.530552208424</c:v>
                </c:pt>
                <c:pt idx="742">
                  <c:v>129.509271800518</c:v>
                </c:pt>
                <c:pt idx="743">
                  <c:v>129.474327862263</c:v>
                </c:pt>
                <c:pt idx="744">
                  <c:v>129.398223459721</c:v>
                </c:pt>
                <c:pt idx="745">
                  <c:v>129.340365350246</c:v>
                </c:pt>
                <c:pt idx="746">
                  <c:v>129.293491780758</c:v>
                </c:pt>
                <c:pt idx="747">
                  <c:v>129.325517117977</c:v>
                </c:pt>
                <c:pt idx="748">
                  <c:v>129.409146130085</c:v>
                </c:pt>
                <c:pt idx="749">
                  <c:v>129.395458161831</c:v>
                </c:pt>
                <c:pt idx="750">
                  <c:v>129.476944625378</c:v>
                </c:pt>
                <c:pt idx="751">
                  <c:v>129.632915794849</c:v>
                </c:pt>
                <c:pt idx="752">
                  <c:v>129.850716650486</c:v>
                </c:pt>
                <c:pt idx="753">
                  <c:v>130.028920710087</c:v>
                </c:pt>
                <c:pt idx="754">
                  <c:v>130.184919416904</c:v>
                </c:pt>
                <c:pt idx="755">
                  <c:v>130.383736312389</c:v>
                </c:pt>
                <c:pt idx="756">
                  <c:v>130.608814895153</c:v>
                </c:pt>
                <c:pt idx="757">
                  <c:v>130.824791014194</c:v>
                </c:pt>
                <c:pt idx="758">
                  <c:v>131.061941206455</c:v>
                </c:pt>
                <c:pt idx="759">
                  <c:v>131.326725304127</c:v>
                </c:pt>
                <c:pt idx="760">
                  <c:v>131.558830976486</c:v>
                </c:pt>
                <c:pt idx="761">
                  <c:v>131.778531908989</c:v>
                </c:pt>
                <c:pt idx="762">
                  <c:v>132.031296610832</c:v>
                </c:pt>
                <c:pt idx="763">
                  <c:v>132.324976921082</c:v>
                </c:pt>
                <c:pt idx="764">
                  <c:v>132.6665340662</c:v>
                </c:pt>
                <c:pt idx="765">
                  <c:v>132.969381213188</c:v>
                </c:pt>
                <c:pt idx="766">
                  <c:v>133.243555724621</c:v>
                </c:pt>
                <c:pt idx="767">
                  <c:v>133.536684572697</c:v>
                </c:pt>
                <c:pt idx="768">
                  <c:v>133.839349806309</c:v>
                </c:pt>
                <c:pt idx="769">
                  <c:v>134.156444013119</c:v>
                </c:pt>
                <c:pt idx="770">
                  <c:v>134.473745524883</c:v>
                </c:pt>
                <c:pt idx="771">
                  <c:v>134.781923651695</c:v>
                </c:pt>
                <c:pt idx="772">
                  <c:v>135.061192691326</c:v>
                </c:pt>
                <c:pt idx="773">
                  <c:v>135.322074592113</c:v>
                </c:pt>
                <c:pt idx="774">
                  <c:v>135.602136075497</c:v>
                </c:pt>
                <c:pt idx="775">
                  <c:v>135.857014775276</c:v>
                </c:pt>
                <c:pt idx="776">
                  <c:v>136.147662639618</c:v>
                </c:pt>
                <c:pt idx="777">
                  <c:v>136.412735700607</c:v>
                </c:pt>
                <c:pt idx="778">
                  <c:v>136.684859633446</c:v>
                </c:pt>
                <c:pt idx="779">
                  <c:v>136.937258720398</c:v>
                </c:pt>
                <c:pt idx="780">
                  <c:v>137.201768875122</c:v>
                </c:pt>
                <c:pt idx="781">
                  <c:v>137.464050889015</c:v>
                </c:pt>
                <c:pt idx="782">
                  <c:v>137.706306695938</c:v>
                </c:pt>
                <c:pt idx="783">
                  <c:v>137.93849247694</c:v>
                </c:pt>
                <c:pt idx="784">
                  <c:v>138.167480230331</c:v>
                </c:pt>
                <c:pt idx="785">
                  <c:v>138.368405640125</c:v>
                </c:pt>
                <c:pt idx="786">
                  <c:v>138.560481548309</c:v>
                </c:pt>
                <c:pt idx="787">
                  <c:v>138.711652636528</c:v>
                </c:pt>
                <c:pt idx="788">
                  <c:v>138.889651060104</c:v>
                </c:pt>
                <c:pt idx="789">
                  <c:v>139.066141068935</c:v>
                </c:pt>
                <c:pt idx="790">
                  <c:v>139.213364958763</c:v>
                </c:pt>
                <c:pt idx="791">
                  <c:v>139.33725631237</c:v>
                </c:pt>
                <c:pt idx="792">
                  <c:v>139.470658183098</c:v>
                </c:pt>
                <c:pt idx="793">
                  <c:v>139.622307181358</c:v>
                </c:pt>
                <c:pt idx="794">
                  <c:v>139.769881844521</c:v>
                </c:pt>
                <c:pt idx="795">
                  <c:v>139.937790691853</c:v>
                </c:pt>
                <c:pt idx="796">
                  <c:v>140.123901903629</c:v>
                </c:pt>
                <c:pt idx="797">
                  <c:v>140.322009444237</c:v>
                </c:pt>
                <c:pt idx="798">
                  <c:v>140.480117321014</c:v>
                </c:pt>
                <c:pt idx="799">
                  <c:v>140.636108636856</c:v>
                </c:pt>
                <c:pt idx="800">
                  <c:v>140.800381302834</c:v>
                </c:pt>
                <c:pt idx="801">
                  <c:v>140.945309400558</c:v>
                </c:pt>
                <c:pt idx="802">
                  <c:v>141.127373933792</c:v>
                </c:pt>
                <c:pt idx="803">
                  <c:v>141.340428650379</c:v>
                </c:pt>
                <c:pt idx="804">
                  <c:v>141.575290739536</c:v>
                </c:pt>
                <c:pt idx="805">
                  <c:v>141.784474790096</c:v>
                </c:pt>
                <c:pt idx="806">
                  <c:v>141.970306396484</c:v>
                </c:pt>
                <c:pt idx="807">
                  <c:v>142.116166949272</c:v>
                </c:pt>
                <c:pt idx="808">
                  <c:v>142.231994390488</c:v>
                </c:pt>
                <c:pt idx="809">
                  <c:v>142.348558306694</c:v>
                </c:pt>
                <c:pt idx="810">
                  <c:v>142.492813587189</c:v>
                </c:pt>
                <c:pt idx="811">
                  <c:v>142.666798293591</c:v>
                </c:pt>
                <c:pt idx="812">
                  <c:v>142.859733343124</c:v>
                </c:pt>
                <c:pt idx="813">
                  <c:v>143.047280967236</c:v>
                </c:pt>
                <c:pt idx="814">
                  <c:v>143.263466417789</c:v>
                </c:pt>
                <c:pt idx="815">
                  <c:v>143.472354710102</c:v>
                </c:pt>
                <c:pt idx="816">
                  <c:v>143.699718952179</c:v>
                </c:pt>
                <c:pt idx="817">
                  <c:v>143.92867898941</c:v>
                </c:pt>
                <c:pt idx="818">
                  <c:v>144.154430031776</c:v>
                </c:pt>
                <c:pt idx="819">
                  <c:v>144.348153114319</c:v>
                </c:pt>
                <c:pt idx="820">
                  <c:v>144.571591198444</c:v>
                </c:pt>
                <c:pt idx="821">
                  <c:v>144.771160006523</c:v>
                </c:pt>
                <c:pt idx="822">
                  <c:v>144.972731947899</c:v>
                </c:pt>
                <c:pt idx="823">
                  <c:v>145.222646951675</c:v>
                </c:pt>
                <c:pt idx="824">
                  <c:v>145.428372263908</c:v>
                </c:pt>
                <c:pt idx="825">
                  <c:v>145.633649468422</c:v>
                </c:pt>
                <c:pt idx="826">
                  <c:v>145.797391474247</c:v>
                </c:pt>
                <c:pt idx="827">
                  <c:v>145.950926959515</c:v>
                </c:pt>
                <c:pt idx="828">
                  <c:v>146.064825296402</c:v>
                </c:pt>
                <c:pt idx="829">
                  <c:v>146.198181927204</c:v>
                </c:pt>
                <c:pt idx="830">
                  <c:v>146.33664727211</c:v>
                </c:pt>
                <c:pt idx="831">
                  <c:v>146.513034582138</c:v>
                </c:pt>
                <c:pt idx="832">
                  <c:v>146.633690774441</c:v>
                </c:pt>
                <c:pt idx="833">
                  <c:v>146.718066751957</c:v>
                </c:pt>
                <c:pt idx="834">
                  <c:v>146.785740375519</c:v>
                </c:pt>
                <c:pt idx="835">
                  <c:v>146.804025232792</c:v>
                </c:pt>
                <c:pt idx="836">
                  <c:v>146.804021298885</c:v>
                </c:pt>
                <c:pt idx="837">
                  <c:v>146.787685334682</c:v>
                </c:pt>
                <c:pt idx="838">
                  <c:v>146.765085399151</c:v>
                </c:pt>
                <c:pt idx="839">
                  <c:v>146.820210576057</c:v>
                </c:pt>
                <c:pt idx="840">
                  <c:v>146.905834555626</c:v>
                </c:pt>
                <c:pt idx="841">
                  <c:v>147.004050076008</c:v>
                </c:pt>
                <c:pt idx="842">
                  <c:v>147.093921482563</c:v>
                </c:pt>
                <c:pt idx="843">
                  <c:v>147.183420479298</c:v>
                </c:pt>
                <c:pt idx="844">
                  <c:v>147.28713965416</c:v>
                </c:pt>
                <c:pt idx="845">
                  <c:v>147.377438664436</c:v>
                </c:pt>
                <c:pt idx="846">
                  <c:v>147.483035564423</c:v>
                </c:pt>
                <c:pt idx="847">
                  <c:v>147.612271666527</c:v>
                </c:pt>
                <c:pt idx="848">
                  <c:v>147.735420703888</c:v>
                </c:pt>
                <c:pt idx="849">
                  <c:v>147.848512291908</c:v>
                </c:pt>
                <c:pt idx="850">
                  <c:v>147.982550978661</c:v>
                </c:pt>
                <c:pt idx="851">
                  <c:v>148.12230104208</c:v>
                </c:pt>
                <c:pt idx="852">
                  <c:v>148.242154836655</c:v>
                </c:pt>
                <c:pt idx="853">
                  <c:v>148.403040349483</c:v>
                </c:pt>
                <c:pt idx="854">
                  <c:v>148.610938608646</c:v>
                </c:pt>
                <c:pt idx="855">
                  <c:v>148.845921874046</c:v>
                </c:pt>
                <c:pt idx="856">
                  <c:v>149.099181294441</c:v>
                </c:pt>
                <c:pt idx="857">
                  <c:v>149.396282434464</c:v>
                </c:pt>
                <c:pt idx="858">
                  <c:v>149.683257818222</c:v>
                </c:pt>
                <c:pt idx="859">
                  <c:v>149.911202907562</c:v>
                </c:pt>
                <c:pt idx="860">
                  <c:v>150.100288748741</c:v>
                </c:pt>
                <c:pt idx="861">
                  <c:v>150.272801935673</c:v>
                </c:pt>
                <c:pt idx="862">
                  <c:v>150.446157097816</c:v>
                </c:pt>
                <c:pt idx="863">
                  <c:v>150.590678334236</c:v>
                </c:pt>
                <c:pt idx="864">
                  <c:v>150.765680968761</c:v>
                </c:pt>
                <c:pt idx="865">
                  <c:v>150.953331291676</c:v>
                </c:pt>
                <c:pt idx="866">
                  <c:v>151.092856526375</c:v>
                </c:pt>
                <c:pt idx="867">
                  <c:v>151.234961867332</c:v>
                </c:pt>
                <c:pt idx="868">
                  <c:v>151.407046318054</c:v>
                </c:pt>
                <c:pt idx="869">
                  <c:v>151.648790419102</c:v>
                </c:pt>
                <c:pt idx="870">
                  <c:v>151.901586830616</c:v>
                </c:pt>
                <c:pt idx="871">
                  <c:v>152.181526422501</c:v>
                </c:pt>
                <c:pt idx="872">
                  <c:v>152.479365587234</c:v>
                </c:pt>
                <c:pt idx="873">
                  <c:v>152.778519511223</c:v>
                </c:pt>
                <c:pt idx="874">
                  <c:v>153.104120016098</c:v>
                </c:pt>
                <c:pt idx="875">
                  <c:v>153.424538373947</c:v>
                </c:pt>
                <c:pt idx="876">
                  <c:v>153.724930763245</c:v>
                </c:pt>
                <c:pt idx="877">
                  <c:v>154.01113474369</c:v>
                </c:pt>
                <c:pt idx="878">
                  <c:v>154.311278522015</c:v>
                </c:pt>
                <c:pt idx="879">
                  <c:v>154.605140566826</c:v>
                </c:pt>
                <c:pt idx="880">
                  <c:v>154.948552250862</c:v>
                </c:pt>
                <c:pt idx="881">
                  <c:v>155.287128567696</c:v>
                </c:pt>
                <c:pt idx="882">
                  <c:v>155.627155661583</c:v>
                </c:pt>
                <c:pt idx="883">
                  <c:v>155.959325373173</c:v>
                </c:pt>
                <c:pt idx="884">
                  <c:v>156.282086908817</c:v>
                </c:pt>
                <c:pt idx="885">
                  <c:v>156.588147640228</c:v>
                </c:pt>
                <c:pt idx="886">
                  <c:v>156.854010045528</c:v>
                </c:pt>
                <c:pt idx="887">
                  <c:v>157.074628651142</c:v>
                </c:pt>
                <c:pt idx="888">
                  <c:v>157.254839062691</c:v>
                </c:pt>
                <c:pt idx="889">
                  <c:v>157.352652192116</c:v>
                </c:pt>
                <c:pt idx="890">
                  <c:v>157.469120025635</c:v>
                </c:pt>
                <c:pt idx="891">
                  <c:v>157.594419121742</c:v>
                </c:pt>
                <c:pt idx="892">
                  <c:v>157.748187124729</c:v>
                </c:pt>
                <c:pt idx="893">
                  <c:v>157.886789917946</c:v>
                </c:pt>
                <c:pt idx="894">
                  <c:v>158.030804872513</c:v>
                </c:pt>
                <c:pt idx="895">
                  <c:v>158.096088647842</c:v>
                </c:pt>
                <c:pt idx="896">
                  <c:v>158.124512553215</c:v>
                </c:pt>
                <c:pt idx="897">
                  <c:v>158.172966957092</c:v>
                </c:pt>
                <c:pt idx="898">
                  <c:v>158.254558146</c:v>
                </c:pt>
                <c:pt idx="899">
                  <c:v>158.398910939693</c:v>
                </c:pt>
                <c:pt idx="900">
                  <c:v>158.542005836964</c:v>
                </c:pt>
                <c:pt idx="901">
                  <c:v>158.591356694698</c:v>
                </c:pt>
                <c:pt idx="902">
                  <c:v>158.721354901791</c:v>
                </c:pt>
                <c:pt idx="903">
                  <c:v>158.877912044525</c:v>
                </c:pt>
                <c:pt idx="904">
                  <c:v>159.028025865555</c:v>
                </c:pt>
                <c:pt idx="905">
                  <c:v>159.122819542885</c:v>
                </c:pt>
                <c:pt idx="906">
                  <c:v>159.214071273804</c:v>
                </c:pt>
                <c:pt idx="907">
                  <c:v>159.303577184677</c:v>
                </c:pt>
                <c:pt idx="908">
                  <c:v>159.382149755955</c:v>
                </c:pt>
                <c:pt idx="909">
                  <c:v>159.401109158993</c:v>
                </c:pt>
                <c:pt idx="910">
                  <c:v>159.477608442306</c:v>
                </c:pt>
                <c:pt idx="911">
                  <c:v>159.514693796635</c:v>
                </c:pt>
                <c:pt idx="912">
                  <c:v>159.562601387501</c:v>
                </c:pt>
                <c:pt idx="913">
                  <c:v>159.579217970371</c:v>
                </c:pt>
                <c:pt idx="914">
                  <c:v>159.589315354824</c:v>
                </c:pt>
                <c:pt idx="915">
                  <c:v>159.604872763157</c:v>
                </c:pt>
                <c:pt idx="916">
                  <c:v>159.691393971443</c:v>
                </c:pt>
                <c:pt idx="917">
                  <c:v>159.814304351807</c:v>
                </c:pt>
                <c:pt idx="918">
                  <c:v>159.913572788238</c:v>
                </c:pt>
                <c:pt idx="919">
                  <c:v>160.029776394367</c:v>
                </c:pt>
                <c:pt idx="920">
                  <c:v>160.168530225754</c:v>
                </c:pt>
                <c:pt idx="921">
                  <c:v>160.331572711468</c:v>
                </c:pt>
                <c:pt idx="922">
                  <c:v>160.523500621319</c:v>
                </c:pt>
                <c:pt idx="923">
                  <c:v>160.66167896986</c:v>
                </c:pt>
                <c:pt idx="924">
                  <c:v>160.823110342026</c:v>
                </c:pt>
                <c:pt idx="925">
                  <c:v>160.991165518761</c:v>
                </c:pt>
                <c:pt idx="926">
                  <c:v>161.17059636116</c:v>
                </c:pt>
                <c:pt idx="927">
                  <c:v>161.34057700634</c:v>
                </c:pt>
                <c:pt idx="928">
                  <c:v>161.522950291634</c:v>
                </c:pt>
                <c:pt idx="929">
                  <c:v>161.724605560303</c:v>
                </c:pt>
                <c:pt idx="930">
                  <c:v>161.821956932545</c:v>
                </c:pt>
                <c:pt idx="931">
                  <c:v>161.984412848949</c:v>
                </c:pt>
                <c:pt idx="932">
                  <c:v>162.192988753319</c:v>
                </c:pt>
                <c:pt idx="933">
                  <c:v>162.395791172981</c:v>
                </c:pt>
                <c:pt idx="934">
                  <c:v>162.647002696991</c:v>
                </c:pt>
                <c:pt idx="935">
                  <c:v>162.837622880936</c:v>
                </c:pt>
                <c:pt idx="936">
                  <c:v>163.120460033417</c:v>
                </c:pt>
                <c:pt idx="937">
                  <c:v>163.377785682678</c:v>
                </c:pt>
                <c:pt idx="938">
                  <c:v>163.59001737833</c:v>
                </c:pt>
                <c:pt idx="939">
                  <c:v>163.792646944523</c:v>
                </c:pt>
                <c:pt idx="940">
                  <c:v>163.953620374203</c:v>
                </c:pt>
                <c:pt idx="941">
                  <c:v>164.113696873188</c:v>
                </c:pt>
                <c:pt idx="942">
                  <c:v>164.284554839134</c:v>
                </c:pt>
                <c:pt idx="943">
                  <c:v>164.472091019154</c:v>
                </c:pt>
                <c:pt idx="944">
                  <c:v>164.640374600887</c:v>
                </c:pt>
                <c:pt idx="945">
                  <c:v>164.813928842545</c:v>
                </c:pt>
                <c:pt idx="946">
                  <c:v>164.964208841324</c:v>
                </c:pt>
                <c:pt idx="947">
                  <c:v>165.126165807247</c:v>
                </c:pt>
                <c:pt idx="948">
                  <c:v>165.254243552685</c:v>
                </c:pt>
                <c:pt idx="949">
                  <c:v>165.391816437244</c:v>
                </c:pt>
                <c:pt idx="950">
                  <c:v>165.512077093124</c:v>
                </c:pt>
                <c:pt idx="951">
                  <c:v>165.640371620655</c:v>
                </c:pt>
                <c:pt idx="952">
                  <c:v>165.800880968571</c:v>
                </c:pt>
                <c:pt idx="953">
                  <c:v>165.954290986061</c:v>
                </c:pt>
                <c:pt idx="954">
                  <c:v>166.090604364872</c:v>
                </c:pt>
                <c:pt idx="955">
                  <c:v>166.203739285469</c:v>
                </c:pt>
                <c:pt idx="956">
                  <c:v>166.327835083008</c:v>
                </c:pt>
                <c:pt idx="957">
                  <c:v>166.454507946968</c:v>
                </c:pt>
                <c:pt idx="958">
                  <c:v>166.608267426491</c:v>
                </c:pt>
                <c:pt idx="959">
                  <c:v>166.73401337862</c:v>
                </c:pt>
                <c:pt idx="960">
                  <c:v>166.898149013519</c:v>
                </c:pt>
                <c:pt idx="961">
                  <c:v>167.053548455238</c:v>
                </c:pt>
                <c:pt idx="962">
                  <c:v>167.194980859756</c:v>
                </c:pt>
                <c:pt idx="963">
                  <c:v>167.35183095932</c:v>
                </c:pt>
                <c:pt idx="964">
                  <c:v>167.488899230957</c:v>
                </c:pt>
                <c:pt idx="965">
                  <c:v>167.636522352695</c:v>
                </c:pt>
                <c:pt idx="966">
                  <c:v>167.81127423048</c:v>
                </c:pt>
                <c:pt idx="967">
                  <c:v>167.995082497597</c:v>
                </c:pt>
                <c:pt idx="968">
                  <c:v>168.174207270145</c:v>
                </c:pt>
                <c:pt idx="969">
                  <c:v>168.368560433388</c:v>
                </c:pt>
                <c:pt idx="970">
                  <c:v>168.519327878952</c:v>
                </c:pt>
                <c:pt idx="971">
                  <c:v>168.706780552864</c:v>
                </c:pt>
                <c:pt idx="972">
                  <c:v>168.872831642628</c:v>
                </c:pt>
                <c:pt idx="973">
                  <c:v>169.052403151989</c:v>
                </c:pt>
                <c:pt idx="974">
                  <c:v>169.238609492779</c:v>
                </c:pt>
                <c:pt idx="975">
                  <c:v>169.456303298473</c:v>
                </c:pt>
                <c:pt idx="976">
                  <c:v>169.670941531658</c:v>
                </c:pt>
                <c:pt idx="977">
                  <c:v>169.908226311207</c:v>
                </c:pt>
                <c:pt idx="978">
                  <c:v>170.122331440449</c:v>
                </c:pt>
                <c:pt idx="979">
                  <c:v>170.311218976974</c:v>
                </c:pt>
                <c:pt idx="980">
                  <c:v>170.481360673904</c:v>
                </c:pt>
                <c:pt idx="981">
                  <c:v>170.64503133297</c:v>
                </c:pt>
                <c:pt idx="982">
                  <c:v>170.834281563759</c:v>
                </c:pt>
                <c:pt idx="983">
                  <c:v>171.041431307793</c:v>
                </c:pt>
                <c:pt idx="984">
                  <c:v>171.201655983925</c:v>
                </c:pt>
                <c:pt idx="985">
                  <c:v>171.383433818817</c:v>
                </c:pt>
                <c:pt idx="986">
                  <c:v>171.528395175934</c:v>
                </c:pt>
                <c:pt idx="987">
                  <c:v>171.715554594994</c:v>
                </c:pt>
                <c:pt idx="988">
                  <c:v>171.897871792316</c:v>
                </c:pt>
                <c:pt idx="989">
                  <c:v>172.090784609318</c:v>
                </c:pt>
                <c:pt idx="990">
                  <c:v>172.273457884788</c:v>
                </c:pt>
                <c:pt idx="991">
                  <c:v>172.412610054016</c:v>
                </c:pt>
                <c:pt idx="992">
                  <c:v>172.534269452095</c:v>
                </c:pt>
                <c:pt idx="993">
                  <c:v>172.624445617199</c:v>
                </c:pt>
                <c:pt idx="994">
                  <c:v>172.727005302906</c:v>
                </c:pt>
                <c:pt idx="995">
                  <c:v>172.834845542908</c:v>
                </c:pt>
                <c:pt idx="996">
                  <c:v>172.986177325249</c:v>
                </c:pt>
                <c:pt idx="997">
                  <c:v>173.130835652351</c:v>
                </c:pt>
                <c:pt idx="998">
                  <c:v>173.315635144711</c:v>
                </c:pt>
                <c:pt idx="999">
                  <c:v>173.451860010624</c:v>
                </c:pt>
                <c:pt idx="1000">
                  <c:v>173.582430899143</c:v>
                </c:pt>
                <c:pt idx="1001">
                  <c:v>173.735415279865</c:v>
                </c:pt>
                <c:pt idx="1002">
                  <c:v>173.895010769367</c:v>
                </c:pt>
                <c:pt idx="1003">
                  <c:v>174.017192006111</c:v>
                </c:pt>
                <c:pt idx="1004">
                  <c:v>174.143345832825</c:v>
                </c:pt>
                <c:pt idx="1005">
                  <c:v>174.257468104362</c:v>
                </c:pt>
                <c:pt idx="1006">
                  <c:v>174.422215104103</c:v>
                </c:pt>
                <c:pt idx="1007">
                  <c:v>174.567826390266</c:v>
                </c:pt>
                <c:pt idx="1008">
                  <c:v>174.722068667412</c:v>
                </c:pt>
                <c:pt idx="1009">
                  <c:v>174.853148519993</c:v>
                </c:pt>
                <c:pt idx="1010">
                  <c:v>175.004896461964</c:v>
                </c:pt>
                <c:pt idx="1011">
                  <c:v>175.141766905785</c:v>
                </c:pt>
                <c:pt idx="1012">
                  <c:v>175.309442877769</c:v>
                </c:pt>
                <c:pt idx="1013">
                  <c:v>175.465469360352</c:v>
                </c:pt>
                <c:pt idx="1014">
                  <c:v>175.594714820385</c:v>
                </c:pt>
                <c:pt idx="1015">
                  <c:v>175.736995339394</c:v>
                </c:pt>
                <c:pt idx="1016">
                  <c:v>175.887965857983</c:v>
                </c:pt>
                <c:pt idx="1017">
                  <c:v>176.043766975403</c:v>
                </c:pt>
                <c:pt idx="1018">
                  <c:v>176.170841515064</c:v>
                </c:pt>
                <c:pt idx="1019">
                  <c:v>176.297098815441</c:v>
                </c:pt>
                <c:pt idx="1020">
                  <c:v>176.465389192104</c:v>
                </c:pt>
                <c:pt idx="1021">
                  <c:v>176.655129492283</c:v>
                </c:pt>
                <c:pt idx="1022">
                  <c:v>176.887699604034</c:v>
                </c:pt>
                <c:pt idx="1023">
                  <c:v>177.1125857234</c:v>
                </c:pt>
                <c:pt idx="1024">
                  <c:v>177.317499816418</c:v>
                </c:pt>
                <c:pt idx="1025">
                  <c:v>177.520723223686</c:v>
                </c:pt>
                <c:pt idx="1026">
                  <c:v>177.704539179802</c:v>
                </c:pt>
                <c:pt idx="1027">
                  <c:v>177.87900531292</c:v>
                </c:pt>
                <c:pt idx="1028">
                  <c:v>178.03807502985</c:v>
                </c:pt>
                <c:pt idx="1029">
                  <c:v>178.209072172642</c:v>
                </c:pt>
                <c:pt idx="1030">
                  <c:v>178.399633824825</c:v>
                </c:pt>
                <c:pt idx="1031">
                  <c:v>178.574890851974</c:v>
                </c:pt>
                <c:pt idx="1032">
                  <c:v>178.769241094589</c:v>
                </c:pt>
                <c:pt idx="1033">
                  <c:v>178.948987424374</c:v>
                </c:pt>
                <c:pt idx="1034">
                  <c:v>179.114804446697</c:v>
                </c:pt>
                <c:pt idx="1035">
                  <c:v>179.276038587093</c:v>
                </c:pt>
                <c:pt idx="1036">
                  <c:v>179.435976922512</c:v>
                </c:pt>
                <c:pt idx="1037">
                  <c:v>179.562121629715</c:v>
                </c:pt>
                <c:pt idx="1038">
                  <c:v>179.688677668571</c:v>
                </c:pt>
                <c:pt idx="1039">
                  <c:v>179.842044115066</c:v>
                </c:pt>
                <c:pt idx="1040">
                  <c:v>179.982210993767</c:v>
                </c:pt>
                <c:pt idx="1041">
                  <c:v>180.115372538567</c:v>
                </c:pt>
                <c:pt idx="1042">
                  <c:v>180.185622155666</c:v>
                </c:pt>
                <c:pt idx="1043">
                  <c:v>180.266969263554</c:v>
                </c:pt>
                <c:pt idx="1044">
                  <c:v>180.353734076023</c:v>
                </c:pt>
                <c:pt idx="1045">
                  <c:v>180.407972633839</c:v>
                </c:pt>
                <c:pt idx="1046">
                  <c:v>180.441975176334</c:v>
                </c:pt>
                <c:pt idx="1047">
                  <c:v>180.474194765091</c:v>
                </c:pt>
                <c:pt idx="1048">
                  <c:v>180.47940415144</c:v>
                </c:pt>
                <c:pt idx="1049">
                  <c:v>180.465687811375</c:v>
                </c:pt>
                <c:pt idx="1050">
                  <c:v>180.443395197391</c:v>
                </c:pt>
                <c:pt idx="1051">
                  <c:v>180.362280189991</c:v>
                </c:pt>
                <c:pt idx="1052">
                  <c:v>180.234457075596</c:v>
                </c:pt>
                <c:pt idx="1053">
                  <c:v>180.133657753468</c:v>
                </c:pt>
                <c:pt idx="1054">
                  <c:v>180.074622690678</c:v>
                </c:pt>
                <c:pt idx="1055">
                  <c:v>180.081727683544</c:v>
                </c:pt>
                <c:pt idx="1056">
                  <c:v>180.160050988197</c:v>
                </c:pt>
                <c:pt idx="1057">
                  <c:v>180.219513297081</c:v>
                </c:pt>
                <c:pt idx="1058">
                  <c:v>180.282848954201</c:v>
                </c:pt>
                <c:pt idx="1059">
                  <c:v>180.334199368954</c:v>
                </c:pt>
                <c:pt idx="1060">
                  <c:v>180.408775985241</c:v>
                </c:pt>
                <c:pt idx="1061">
                  <c:v>180.489033281803</c:v>
                </c:pt>
                <c:pt idx="1062">
                  <c:v>180.612881720066</c:v>
                </c:pt>
                <c:pt idx="1063">
                  <c:v>180.731874406338</c:v>
                </c:pt>
                <c:pt idx="1064">
                  <c:v>180.833729684353</c:v>
                </c:pt>
                <c:pt idx="1065">
                  <c:v>180.937711298466</c:v>
                </c:pt>
                <c:pt idx="1066">
                  <c:v>181.012743711472</c:v>
                </c:pt>
                <c:pt idx="1067">
                  <c:v>181.078095853329</c:v>
                </c:pt>
                <c:pt idx="1068">
                  <c:v>181.197229027748</c:v>
                </c:pt>
                <c:pt idx="1069">
                  <c:v>181.299563169479</c:v>
                </c:pt>
                <c:pt idx="1070">
                  <c:v>181.397464454174</c:v>
                </c:pt>
                <c:pt idx="1071">
                  <c:v>181.530156612396</c:v>
                </c:pt>
                <c:pt idx="1072">
                  <c:v>181.663910269737</c:v>
                </c:pt>
                <c:pt idx="1073">
                  <c:v>181.82560646534</c:v>
                </c:pt>
                <c:pt idx="1074">
                  <c:v>181.968715190887</c:v>
                </c:pt>
                <c:pt idx="1075">
                  <c:v>182.071602940559</c:v>
                </c:pt>
                <c:pt idx="1076">
                  <c:v>182.140577852726</c:v>
                </c:pt>
                <c:pt idx="1077">
                  <c:v>182.20946586132</c:v>
                </c:pt>
                <c:pt idx="1078">
                  <c:v>182.260198831558</c:v>
                </c:pt>
                <c:pt idx="1079">
                  <c:v>182.301966130733</c:v>
                </c:pt>
                <c:pt idx="1080">
                  <c:v>182.335473537445</c:v>
                </c:pt>
                <c:pt idx="1081">
                  <c:v>182.366314828396</c:v>
                </c:pt>
                <c:pt idx="1082">
                  <c:v>182.444886445999</c:v>
                </c:pt>
                <c:pt idx="1083">
                  <c:v>182.526598393917</c:v>
                </c:pt>
                <c:pt idx="1084">
                  <c:v>182.594121575356</c:v>
                </c:pt>
                <c:pt idx="1085">
                  <c:v>182.690943837166</c:v>
                </c:pt>
                <c:pt idx="1086">
                  <c:v>182.756227076054</c:v>
                </c:pt>
                <c:pt idx="1087">
                  <c:v>182.801723182201</c:v>
                </c:pt>
                <c:pt idx="1088">
                  <c:v>182.812798500061</c:v>
                </c:pt>
                <c:pt idx="1089">
                  <c:v>182.826810717583</c:v>
                </c:pt>
                <c:pt idx="1090">
                  <c:v>182.85382437706</c:v>
                </c:pt>
                <c:pt idx="1091">
                  <c:v>182.927587866783</c:v>
                </c:pt>
                <c:pt idx="1092">
                  <c:v>183.039497613907</c:v>
                </c:pt>
                <c:pt idx="1093">
                  <c:v>183.112170934677</c:v>
                </c:pt>
                <c:pt idx="1094">
                  <c:v>183.161690235138</c:v>
                </c:pt>
                <c:pt idx="1095">
                  <c:v>183.200466811657</c:v>
                </c:pt>
                <c:pt idx="1096">
                  <c:v>183.254685640335</c:v>
                </c:pt>
                <c:pt idx="1097">
                  <c:v>183.25548440218</c:v>
                </c:pt>
                <c:pt idx="1098">
                  <c:v>183.280043780804</c:v>
                </c:pt>
                <c:pt idx="1099">
                  <c:v>183.298255205154</c:v>
                </c:pt>
                <c:pt idx="1100">
                  <c:v>183.350407600403</c:v>
                </c:pt>
                <c:pt idx="1101">
                  <c:v>183.408382177353</c:v>
                </c:pt>
                <c:pt idx="1102">
                  <c:v>183.449094176292</c:v>
                </c:pt>
                <c:pt idx="1103">
                  <c:v>183.478364646435</c:v>
                </c:pt>
                <c:pt idx="1104">
                  <c:v>183.527818858623</c:v>
                </c:pt>
                <c:pt idx="1105">
                  <c:v>183.591332614422</c:v>
                </c:pt>
                <c:pt idx="1106">
                  <c:v>183.687503695488</c:v>
                </c:pt>
                <c:pt idx="1107">
                  <c:v>183.824679076672</c:v>
                </c:pt>
                <c:pt idx="1108">
                  <c:v>183.977385342121</c:v>
                </c:pt>
                <c:pt idx="1109">
                  <c:v>184.116417765617</c:v>
                </c:pt>
                <c:pt idx="1110">
                  <c:v>184.218287050724</c:v>
                </c:pt>
                <c:pt idx="1111">
                  <c:v>184.301384627819</c:v>
                </c:pt>
                <c:pt idx="1112">
                  <c:v>184.403602480888</c:v>
                </c:pt>
                <c:pt idx="1113">
                  <c:v>184.539428591728</c:v>
                </c:pt>
                <c:pt idx="1114">
                  <c:v>184.667589485645</c:v>
                </c:pt>
                <c:pt idx="1115">
                  <c:v>184.783702373505</c:v>
                </c:pt>
                <c:pt idx="1116">
                  <c:v>184.864089906216</c:v>
                </c:pt>
                <c:pt idx="1117">
                  <c:v>185.035760581493</c:v>
                </c:pt>
                <c:pt idx="1118">
                  <c:v>185.162586271763</c:v>
                </c:pt>
                <c:pt idx="1119">
                  <c:v>185.332244873047</c:v>
                </c:pt>
                <c:pt idx="1120">
                  <c:v>185.501091480255</c:v>
                </c:pt>
                <c:pt idx="1121">
                  <c:v>185.67006611824</c:v>
                </c:pt>
                <c:pt idx="1122">
                  <c:v>185.873384773731</c:v>
                </c:pt>
                <c:pt idx="1123">
                  <c:v>186.086296200752</c:v>
                </c:pt>
                <c:pt idx="1124">
                  <c:v>186.292780637741</c:v>
                </c:pt>
                <c:pt idx="1125">
                  <c:v>186.492701232433</c:v>
                </c:pt>
                <c:pt idx="1126">
                  <c:v>186.654935777187</c:v>
                </c:pt>
                <c:pt idx="1127">
                  <c:v>186.819905817509</c:v>
                </c:pt>
                <c:pt idx="1128">
                  <c:v>186.997890889645</c:v>
                </c:pt>
                <c:pt idx="1129">
                  <c:v>187.159905672073</c:v>
                </c:pt>
                <c:pt idx="1130">
                  <c:v>187.328157901764</c:v>
                </c:pt>
                <c:pt idx="1131">
                  <c:v>187.521961450577</c:v>
                </c:pt>
                <c:pt idx="1132">
                  <c:v>187.727444529533</c:v>
                </c:pt>
                <c:pt idx="1133">
                  <c:v>187.920381247997</c:v>
                </c:pt>
                <c:pt idx="1134">
                  <c:v>188.127410113811</c:v>
                </c:pt>
                <c:pt idx="1135">
                  <c:v>188.360741555691</c:v>
                </c:pt>
                <c:pt idx="1136">
                  <c:v>188.575913846493</c:v>
                </c:pt>
                <c:pt idx="1137">
                  <c:v>188.780416429043</c:v>
                </c:pt>
                <c:pt idx="1138">
                  <c:v>189.034284412861</c:v>
                </c:pt>
                <c:pt idx="1139">
                  <c:v>189.257254719734</c:v>
                </c:pt>
                <c:pt idx="1140">
                  <c:v>189.46311467886</c:v>
                </c:pt>
                <c:pt idx="1141">
                  <c:v>189.687072873116</c:v>
                </c:pt>
                <c:pt idx="1142">
                  <c:v>189.920576393604</c:v>
                </c:pt>
                <c:pt idx="1143">
                  <c:v>190.099536240101</c:v>
                </c:pt>
                <c:pt idx="1144">
                  <c:v>190.249474227428</c:v>
                </c:pt>
                <c:pt idx="1145">
                  <c:v>190.393173277378</c:v>
                </c:pt>
                <c:pt idx="1146">
                  <c:v>190.559764802456</c:v>
                </c:pt>
                <c:pt idx="1147">
                  <c:v>190.708746135235</c:v>
                </c:pt>
                <c:pt idx="1148">
                  <c:v>190.809299886227</c:v>
                </c:pt>
                <c:pt idx="1149">
                  <c:v>190.925391614437</c:v>
                </c:pt>
                <c:pt idx="1150">
                  <c:v>191.053800165653</c:v>
                </c:pt>
                <c:pt idx="1151">
                  <c:v>191.158774554729</c:v>
                </c:pt>
                <c:pt idx="1152">
                  <c:v>191.251387894154</c:v>
                </c:pt>
                <c:pt idx="1153">
                  <c:v>191.321516156197</c:v>
                </c:pt>
                <c:pt idx="1154">
                  <c:v>191.396150708199</c:v>
                </c:pt>
                <c:pt idx="1155">
                  <c:v>191.477265179157</c:v>
                </c:pt>
                <c:pt idx="1156">
                  <c:v>191.540951490402</c:v>
                </c:pt>
                <c:pt idx="1157">
                  <c:v>191.601260721683</c:v>
                </c:pt>
                <c:pt idx="1158">
                  <c:v>191.624311983585</c:v>
                </c:pt>
                <c:pt idx="1159">
                  <c:v>191.696586191654</c:v>
                </c:pt>
                <c:pt idx="1160">
                  <c:v>191.725166201591</c:v>
                </c:pt>
                <c:pt idx="1161">
                  <c:v>191.765121996403</c:v>
                </c:pt>
                <c:pt idx="1162">
                  <c:v>191.781842410564</c:v>
                </c:pt>
                <c:pt idx="1163">
                  <c:v>191.851160645485</c:v>
                </c:pt>
                <c:pt idx="1164">
                  <c:v>191.932243227959</c:v>
                </c:pt>
                <c:pt idx="1165">
                  <c:v>192.01564180851</c:v>
                </c:pt>
                <c:pt idx="1166">
                  <c:v>192.122839033604</c:v>
                </c:pt>
                <c:pt idx="1167">
                  <c:v>192.211522698402</c:v>
                </c:pt>
                <c:pt idx="1168">
                  <c:v>192.283838331699</c:v>
                </c:pt>
                <c:pt idx="1169">
                  <c:v>192.342282295227</c:v>
                </c:pt>
                <c:pt idx="1170">
                  <c:v>192.427248060703</c:v>
                </c:pt>
                <c:pt idx="1171">
                  <c:v>192.483039438724</c:v>
                </c:pt>
                <c:pt idx="1172">
                  <c:v>192.50830322504</c:v>
                </c:pt>
                <c:pt idx="1173">
                  <c:v>192.544734835625</c:v>
                </c:pt>
                <c:pt idx="1174">
                  <c:v>192.619173169136</c:v>
                </c:pt>
                <c:pt idx="1175">
                  <c:v>192.661650836468</c:v>
                </c:pt>
                <c:pt idx="1176">
                  <c:v>192.80005812645</c:v>
                </c:pt>
                <c:pt idx="1177">
                  <c:v>192.913976967335</c:v>
                </c:pt>
                <c:pt idx="1178">
                  <c:v>193.050562858582</c:v>
                </c:pt>
                <c:pt idx="1179">
                  <c:v>193.192631304264</c:v>
                </c:pt>
                <c:pt idx="1180">
                  <c:v>193.325206458569</c:v>
                </c:pt>
                <c:pt idx="1181">
                  <c:v>193.468627989292</c:v>
                </c:pt>
                <c:pt idx="1182">
                  <c:v>193.626966953278</c:v>
                </c:pt>
                <c:pt idx="1183">
                  <c:v>193.75131714344</c:v>
                </c:pt>
                <c:pt idx="1184">
                  <c:v>193.880685150623</c:v>
                </c:pt>
                <c:pt idx="1185">
                  <c:v>194.006910324097</c:v>
                </c:pt>
                <c:pt idx="1186">
                  <c:v>194.155415892601</c:v>
                </c:pt>
                <c:pt idx="1187">
                  <c:v>194.290536463261</c:v>
                </c:pt>
                <c:pt idx="1188">
                  <c:v>194.497818648815</c:v>
                </c:pt>
                <c:pt idx="1189">
                  <c:v>194.707990825176</c:v>
                </c:pt>
                <c:pt idx="1190">
                  <c:v>194.930654346943</c:v>
                </c:pt>
                <c:pt idx="1191">
                  <c:v>195.109275400639</c:v>
                </c:pt>
                <c:pt idx="1192">
                  <c:v>195.276607871056</c:v>
                </c:pt>
                <c:pt idx="1193">
                  <c:v>195.48010122776</c:v>
                </c:pt>
                <c:pt idx="1194">
                  <c:v>195.672422349453</c:v>
                </c:pt>
                <c:pt idx="1195">
                  <c:v>195.86610430479</c:v>
                </c:pt>
                <c:pt idx="1196">
                  <c:v>196.049364686012</c:v>
                </c:pt>
                <c:pt idx="1197">
                  <c:v>196.217452049255</c:v>
                </c:pt>
                <c:pt idx="1198">
                  <c:v>196.406765282154</c:v>
                </c:pt>
                <c:pt idx="1199">
                  <c:v>196.58600217104</c:v>
                </c:pt>
                <c:pt idx="1200">
                  <c:v>196.801362276077</c:v>
                </c:pt>
                <c:pt idx="1201">
                  <c:v>197.058091640472</c:v>
                </c:pt>
                <c:pt idx="1202">
                  <c:v>197.338064968586</c:v>
                </c:pt>
                <c:pt idx="1203">
                  <c:v>197.632581353188</c:v>
                </c:pt>
                <c:pt idx="1204">
                  <c:v>197.915099024773</c:v>
                </c:pt>
                <c:pt idx="1205">
                  <c:v>198.190012812614</c:v>
                </c:pt>
                <c:pt idx="1206">
                  <c:v>198.465778470039</c:v>
                </c:pt>
                <c:pt idx="1207">
                  <c:v>198.726584374905</c:v>
                </c:pt>
                <c:pt idx="1208">
                  <c:v>198.975446283817</c:v>
                </c:pt>
                <c:pt idx="1209">
                  <c:v>199.234914779663</c:v>
                </c:pt>
                <c:pt idx="1210">
                  <c:v>199.516477227211</c:v>
                </c:pt>
                <c:pt idx="1211">
                  <c:v>199.824828505516</c:v>
                </c:pt>
                <c:pt idx="1212">
                  <c:v>200.062916994095</c:v>
                </c:pt>
                <c:pt idx="1213">
                  <c:v>200.320037424564</c:v>
                </c:pt>
                <c:pt idx="1214">
                  <c:v>200.563570082188</c:v>
                </c:pt>
                <c:pt idx="1215">
                  <c:v>200.834673047066</c:v>
                </c:pt>
                <c:pt idx="1216">
                  <c:v>201.124241828918</c:v>
                </c:pt>
                <c:pt idx="1217">
                  <c:v>201.397170245647</c:v>
                </c:pt>
                <c:pt idx="1218">
                  <c:v>201.648815691471</c:v>
                </c:pt>
                <c:pt idx="1219">
                  <c:v>201.831905007362</c:v>
                </c:pt>
                <c:pt idx="1220">
                  <c:v>202.012600541115</c:v>
                </c:pt>
                <c:pt idx="1221">
                  <c:v>202.16909122467</c:v>
                </c:pt>
                <c:pt idx="1222">
                  <c:v>202.324563860893</c:v>
                </c:pt>
                <c:pt idx="1223">
                  <c:v>202.474463820457</c:v>
                </c:pt>
                <c:pt idx="1224">
                  <c:v>202.642755925655</c:v>
                </c:pt>
                <c:pt idx="1225">
                  <c:v>202.822795808315</c:v>
                </c:pt>
                <c:pt idx="1226">
                  <c:v>203.035486996174</c:v>
                </c:pt>
                <c:pt idx="1227">
                  <c:v>203.27320253849</c:v>
                </c:pt>
                <c:pt idx="1228">
                  <c:v>203.51144438982</c:v>
                </c:pt>
                <c:pt idx="1229">
                  <c:v>203.722779929638</c:v>
                </c:pt>
                <c:pt idx="1230">
                  <c:v>203.967025578022</c:v>
                </c:pt>
                <c:pt idx="1231">
                  <c:v>204.162186264992</c:v>
                </c:pt>
                <c:pt idx="1232">
                  <c:v>204.28124243021</c:v>
                </c:pt>
                <c:pt idx="1233">
                  <c:v>204.390190184116</c:v>
                </c:pt>
                <c:pt idx="1234">
                  <c:v>204.437242627144</c:v>
                </c:pt>
                <c:pt idx="1235">
                  <c:v>204.483624279499</c:v>
                </c:pt>
                <c:pt idx="1236">
                  <c:v>204.521935284138</c:v>
                </c:pt>
                <c:pt idx="1237">
                  <c:v>204.541288852692</c:v>
                </c:pt>
                <c:pt idx="1238">
                  <c:v>204.594004154205</c:v>
                </c:pt>
                <c:pt idx="1239">
                  <c:v>204.653941214085</c:v>
                </c:pt>
                <c:pt idx="1240">
                  <c:v>204.75469237566</c:v>
                </c:pt>
                <c:pt idx="1241">
                  <c:v>204.880047857761</c:v>
                </c:pt>
                <c:pt idx="1242">
                  <c:v>204.986574351788</c:v>
                </c:pt>
                <c:pt idx="1243">
                  <c:v>205.031910598278</c:v>
                </c:pt>
                <c:pt idx="1244">
                  <c:v>205.04685074091</c:v>
                </c:pt>
                <c:pt idx="1245">
                  <c:v>205.036162436008</c:v>
                </c:pt>
                <c:pt idx="1246">
                  <c:v>205.005619466305</c:v>
                </c:pt>
                <c:pt idx="1247">
                  <c:v>205.009940207005</c:v>
                </c:pt>
                <c:pt idx="1248">
                  <c:v>205.037483930588</c:v>
                </c:pt>
                <c:pt idx="1249">
                  <c:v>205.033609747887</c:v>
                </c:pt>
                <c:pt idx="1250">
                  <c:v>205.059568524361</c:v>
                </c:pt>
                <c:pt idx="1251">
                  <c:v>205.035207390785</c:v>
                </c:pt>
                <c:pt idx="1252">
                  <c:v>205.026831150055</c:v>
                </c:pt>
                <c:pt idx="1253">
                  <c:v>205.015101671219</c:v>
                </c:pt>
                <c:pt idx="1254">
                  <c:v>205.065617024899</c:v>
                </c:pt>
                <c:pt idx="1255">
                  <c:v>205.151232302189</c:v>
                </c:pt>
                <c:pt idx="1256">
                  <c:v>205.239653587341</c:v>
                </c:pt>
                <c:pt idx="1257">
                  <c:v>205.34424585104</c:v>
                </c:pt>
                <c:pt idx="1258">
                  <c:v>205.437602460384</c:v>
                </c:pt>
                <c:pt idx="1259">
                  <c:v>205.558716833591</c:v>
                </c:pt>
                <c:pt idx="1260">
                  <c:v>205.648445904255</c:v>
                </c:pt>
                <c:pt idx="1261">
                  <c:v>205.750604093075</c:v>
                </c:pt>
                <c:pt idx="1262">
                  <c:v>205.840879499912</c:v>
                </c:pt>
                <c:pt idx="1263">
                  <c:v>205.978980123997</c:v>
                </c:pt>
                <c:pt idx="1264">
                  <c:v>206.155117273331</c:v>
                </c:pt>
                <c:pt idx="1265">
                  <c:v>206.33646851778</c:v>
                </c:pt>
                <c:pt idx="1266">
                  <c:v>206.543821454048</c:v>
                </c:pt>
                <c:pt idx="1267">
                  <c:v>206.80043554306</c:v>
                </c:pt>
                <c:pt idx="1268">
                  <c:v>207.057048678398</c:v>
                </c:pt>
                <c:pt idx="1269">
                  <c:v>207.304254710674</c:v>
                </c:pt>
                <c:pt idx="1270">
                  <c:v>207.550054132938</c:v>
                </c:pt>
                <c:pt idx="1271">
                  <c:v>207.775103390217</c:v>
                </c:pt>
                <c:pt idx="1272">
                  <c:v>207.981074273586</c:v>
                </c:pt>
                <c:pt idx="1273">
                  <c:v>208.196586370468</c:v>
                </c:pt>
                <c:pt idx="1274">
                  <c:v>208.438233852386</c:v>
                </c:pt>
                <c:pt idx="1275">
                  <c:v>208.645756661892</c:v>
                </c:pt>
                <c:pt idx="1276">
                  <c:v>208.830776631832</c:v>
                </c:pt>
                <c:pt idx="1277">
                  <c:v>209.008770883083</c:v>
                </c:pt>
                <c:pt idx="1278">
                  <c:v>209.165375947952</c:v>
                </c:pt>
                <c:pt idx="1279">
                  <c:v>209.354341745377</c:v>
                </c:pt>
                <c:pt idx="1280">
                  <c:v>209.560310125351</c:v>
                </c:pt>
                <c:pt idx="1281">
                  <c:v>209.759053885937</c:v>
                </c:pt>
                <c:pt idx="1282">
                  <c:v>209.942790567875</c:v>
                </c:pt>
                <c:pt idx="1283">
                  <c:v>210.160950183868</c:v>
                </c:pt>
                <c:pt idx="1284">
                  <c:v>210.356220126152</c:v>
                </c:pt>
                <c:pt idx="1285">
                  <c:v>210.517579317093</c:v>
                </c:pt>
                <c:pt idx="1286">
                  <c:v>210.700929403305</c:v>
                </c:pt>
                <c:pt idx="1287">
                  <c:v>210.886566877365</c:v>
                </c:pt>
                <c:pt idx="1288">
                  <c:v>211.069030046463</c:v>
                </c:pt>
                <c:pt idx="1289">
                  <c:v>211.241081416607</c:v>
                </c:pt>
                <c:pt idx="1290">
                  <c:v>211.51093262434</c:v>
                </c:pt>
                <c:pt idx="1291">
                  <c:v>211.78451436758</c:v>
                </c:pt>
                <c:pt idx="1292">
                  <c:v>211.964523375034</c:v>
                </c:pt>
                <c:pt idx="1293">
                  <c:v>212.181464612484</c:v>
                </c:pt>
                <c:pt idx="1294">
                  <c:v>212.354451298714</c:v>
                </c:pt>
                <c:pt idx="1295">
                  <c:v>212.55676138401</c:v>
                </c:pt>
                <c:pt idx="1296">
                  <c:v>212.814410567284</c:v>
                </c:pt>
                <c:pt idx="1297">
                  <c:v>213.084057688713</c:v>
                </c:pt>
                <c:pt idx="1298">
                  <c:v>213.340712428093</c:v>
                </c:pt>
                <c:pt idx="1299">
                  <c:v>213.551716983318</c:v>
                </c:pt>
                <c:pt idx="1300">
                  <c:v>213.754716277122</c:v>
                </c:pt>
                <c:pt idx="1301">
                  <c:v>213.956662416458</c:v>
                </c:pt>
                <c:pt idx="1302">
                  <c:v>214.157955825329</c:v>
                </c:pt>
                <c:pt idx="1303">
                  <c:v>214.380987644196</c:v>
                </c:pt>
                <c:pt idx="1304">
                  <c:v>214.581674993038</c:v>
                </c:pt>
                <c:pt idx="1305">
                  <c:v>214.764022052288</c:v>
                </c:pt>
                <c:pt idx="1306">
                  <c:v>214.936751246452</c:v>
                </c:pt>
                <c:pt idx="1307">
                  <c:v>215.120809316635</c:v>
                </c:pt>
                <c:pt idx="1308">
                  <c:v>215.308598637581</c:v>
                </c:pt>
                <c:pt idx="1309">
                  <c:v>215.478021681309</c:v>
                </c:pt>
                <c:pt idx="1310">
                  <c:v>215.624025642872</c:v>
                </c:pt>
                <c:pt idx="1311">
                  <c:v>215.779918909073</c:v>
                </c:pt>
                <c:pt idx="1312">
                  <c:v>215.931184589863</c:v>
                </c:pt>
                <c:pt idx="1313">
                  <c:v>216.089929878712</c:v>
                </c:pt>
                <c:pt idx="1314">
                  <c:v>216.221009671688</c:v>
                </c:pt>
                <c:pt idx="1315">
                  <c:v>216.345556795597</c:v>
                </c:pt>
                <c:pt idx="1316">
                  <c:v>216.462586581707</c:v>
                </c:pt>
                <c:pt idx="1317">
                  <c:v>216.588804900646</c:v>
                </c:pt>
                <c:pt idx="1318">
                  <c:v>216.736639797688</c:v>
                </c:pt>
                <c:pt idx="1319">
                  <c:v>216.890632688999</c:v>
                </c:pt>
                <c:pt idx="1320">
                  <c:v>217.051048874855</c:v>
                </c:pt>
                <c:pt idx="1321">
                  <c:v>217.191212058067</c:v>
                </c:pt>
                <c:pt idx="1322">
                  <c:v>217.31776535511</c:v>
                </c:pt>
                <c:pt idx="1323">
                  <c:v>217.453482151031</c:v>
                </c:pt>
                <c:pt idx="1324">
                  <c:v>217.597124218941</c:v>
                </c:pt>
                <c:pt idx="1325">
                  <c:v>217.741973876953</c:v>
                </c:pt>
                <c:pt idx="1326">
                  <c:v>217.879094779491</c:v>
                </c:pt>
                <c:pt idx="1327">
                  <c:v>217.99156588316</c:v>
                </c:pt>
                <c:pt idx="1328">
                  <c:v>218.127876698971</c:v>
                </c:pt>
                <c:pt idx="1329">
                  <c:v>218.26172631979</c:v>
                </c:pt>
                <c:pt idx="1330">
                  <c:v>218.420163810253</c:v>
                </c:pt>
                <c:pt idx="1331">
                  <c:v>218.62488847971</c:v>
                </c:pt>
                <c:pt idx="1332">
                  <c:v>218.801249682903</c:v>
                </c:pt>
                <c:pt idx="1333">
                  <c:v>218.924728035927</c:v>
                </c:pt>
                <c:pt idx="1334">
                  <c:v>219.038895905018</c:v>
                </c:pt>
                <c:pt idx="1335">
                  <c:v>219.136853396893</c:v>
                </c:pt>
                <c:pt idx="1336">
                  <c:v>219.219299733639</c:v>
                </c:pt>
                <c:pt idx="1337">
                  <c:v>219.341213047504</c:v>
                </c:pt>
                <c:pt idx="1338">
                  <c:v>219.468448460102</c:v>
                </c:pt>
                <c:pt idx="1339">
                  <c:v>219.563133358955</c:v>
                </c:pt>
                <c:pt idx="1340">
                  <c:v>219.666345834732</c:v>
                </c:pt>
                <c:pt idx="1341">
                  <c:v>219.762431442738</c:v>
                </c:pt>
                <c:pt idx="1342">
                  <c:v>219.871855020523</c:v>
                </c:pt>
                <c:pt idx="1343">
                  <c:v>219.977932393551</c:v>
                </c:pt>
                <c:pt idx="1344">
                  <c:v>220.076695501804</c:v>
                </c:pt>
                <c:pt idx="1345">
                  <c:v>220.185555040836</c:v>
                </c:pt>
                <c:pt idx="1346">
                  <c:v>220.272577524185</c:v>
                </c:pt>
                <c:pt idx="1347">
                  <c:v>220.363429069519</c:v>
                </c:pt>
                <c:pt idx="1348">
                  <c:v>220.480146944523</c:v>
                </c:pt>
                <c:pt idx="1349">
                  <c:v>220.574666500092</c:v>
                </c:pt>
                <c:pt idx="1350">
                  <c:v>220.68863260746</c:v>
                </c:pt>
                <c:pt idx="1351">
                  <c:v>220.79745131731</c:v>
                </c:pt>
                <c:pt idx="1352">
                  <c:v>220.895074427128</c:v>
                </c:pt>
                <c:pt idx="1353">
                  <c:v>221.035690307617</c:v>
                </c:pt>
                <c:pt idx="1354">
                  <c:v>221.229373812675</c:v>
                </c:pt>
                <c:pt idx="1355">
                  <c:v>221.430413246155</c:v>
                </c:pt>
                <c:pt idx="1356">
                  <c:v>221.627575278282</c:v>
                </c:pt>
                <c:pt idx="1357">
                  <c:v>221.850628197193</c:v>
                </c:pt>
                <c:pt idx="1358">
                  <c:v>222.010888159275</c:v>
                </c:pt>
                <c:pt idx="1359">
                  <c:v>222.167073071003</c:v>
                </c:pt>
                <c:pt idx="1360">
                  <c:v>222.338122069836</c:v>
                </c:pt>
                <c:pt idx="1361">
                  <c:v>222.539004683495</c:v>
                </c:pt>
                <c:pt idx="1362">
                  <c:v>222.718408763409</c:v>
                </c:pt>
                <c:pt idx="1363">
                  <c:v>222.887068927288</c:v>
                </c:pt>
                <c:pt idx="1364">
                  <c:v>223.069214761257</c:v>
                </c:pt>
                <c:pt idx="1365">
                  <c:v>223.225553810596</c:v>
                </c:pt>
                <c:pt idx="1366">
                  <c:v>223.435019314289</c:v>
                </c:pt>
                <c:pt idx="1367">
                  <c:v>223.663990736008</c:v>
                </c:pt>
                <c:pt idx="1368">
                  <c:v>223.92165017128</c:v>
                </c:pt>
                <c:pt idx="1369">
                  <c:v>224.183703958988</c:v>
                </c:pt>
                <c:pt idx="1370">
                  <c:v>224.398047327995</c:v>
                </c:pt>
                <c:pt idx="1371">
                  <c:v>224.592380046844</c:v>
                </c:pt>
                <c:pt idx="1372">
                  <c:v>224.790526986122</c:v>
                </c:pt>
                <c:pt idx="1373">
                  <c:v>224.958764672279</c:v>
                </c:pt>
                <c:pt idx="1374">
                  <c:v>225.03112000227</c:v>
                </c:pt>
                <c:pt idx="1375">
                  <c:v>225.1275613904</c:v>
                </c:pt>
                <c:pt idx="1376">
                  <c:v>225.211548089981</c:v>
                </c:pt>
                <c:pt idx="1377">
                  <c:v>225.286458432674</c:v>
                </c:pt>
                <c:pt idx="1378">
                  <c:v>225.398520052433</c:v>
                </c:pt>
                <c:pt idx="1379">
                  <c:v>225.496096968651</c:v>
                </c:pt>
                <c:pt idx="1380">
                  <c:v>225.597380280495</c:v>
                </c:pt>
                <c:pt idx="1381">
                  <c:v>225.717537820339</c:v>
                </c:pt>
                <c:pt idx="1382">
                  <c:v>225.856287658215</c:v>
                </c:pt>
                <c:pt idx="1383">
                  <c:v>225.992628574371</c:v>
                </c:pt>
                <c:pt idx="1384">
                  <c:v>226.118165254593</c:v>
                </c:pt>
                <c:pt idx="1385">
                  <c:v>226.228619754314</c:v>
                </c:pt>
                <c:pt idx="1386">
                  <c:v>226.341995954514</c:v>
                </c:pt>
                <c:pt idx="1387">
                  <c:v>226.465656101704</c:v>
                </c:pt>
                <c:pt idx="1388">
                  <c:v>226.619313061237</c:v>
                </c:pt>
                <c:pt idx="1389">
                  <c:v>226.767935454845</c:v>
                </c:pt>
                <c:pt idx="1390">
                  <c:v>226.897445142269</c:v>
                </c:pt>
                <c:pt idx="1391">
                  <c:v>227.007507741451</c:v>
                </c:pt>
                <c:pt idx="1392">
                  <c:v>227.164390027523</c:v>
                </c:pt>
                <c:pt idx="1393">
                  <c:v>227.331799089909</c:v>
                </c:pt>
                <c:pt idx="1394">
                  <c:v>227.460215508938</c:v>
                </c:pt>
                <c:pt idx="1395">
                  <c:v>227.617140114307</c:v>
                </c:pt>
                <c:pt idx="1396">
                  <c:v>227.753074884415</c:v>
                </c:pt>
                <c:pt idx="1397">
                  <c:v>227.899170517921</c:v>
                </c:pt>
                <c:pt idx="1398">
                  <c:v>228.014016389847</c:v>
                </c:pt>
                <c:pt idx="1399">
                  <c:v>228.148887217045</c:v>
                </c:pt>
                <c:pt idx="1400">
                  <c:v>228.344810187817</c:v>
                </c:pt>
                <c:pt idx="1401">
                  <c:v>228.516340613365</c:v>
                </c:pt>
                <c:pt idx="1402">
                  <c:v>228.639618098736</c:v>
                </c:pt>
                <c:pt idx="1403">
                  <c:v>228.754724085331</c:v>
                </c:pt>
                <c:pt idx="1404">
                  <c:v>228.917935907841</c:v>
                </c:pt>
                <c:pt idx="1405">
                  <c:v>229.097894012928</c:v>
                </c:pt>
                <c:pt idx="1406">
                  <c:v>229.275913834572</c:v>
                </c:pt>
                <c:pt idx="1407">
                  <c:v>229.484367489815</c:v>
                </c:pt>
                <c:pt idx="1408">
                  <c:v>229.652663230896</c:v>
                </c:pt>
                <c:pt idx="1409">
                  <c:v>229.806965172291</c:v>
                </c:pt>
                <c:pt idx="1410">
                  <c:v>229.974479198456</c:v>
                </c:pt>
                <c:pt idx="1411">
                  <c:v>230.149023890495</c:v>
                </c:pt>
                <c:pt idx="1412">
                  <c:v>230.301017701626</c:v>
                </c:pt>
                <c:pt idx="1413">
                  <c:v>230.388099253178</c:v>
                </c:pt>
                <c:pt idx="1414">
                  <c:v>230.489373087883</c:v>
                </c:pt>
                <c:pt idx="1415">
                  <c:v>230.586468577385</c:v>
                </c:pt>
                <c:pt idx="1416">
                  <c:v>230.679350376129</c:v>
                </c:pt>
                <c:pt idx="1417">
                  <c:v>230.751489758491</c:v>
                </c:pt>
                <c:pt idx="1418">
                  <c:v>230.811165869236</c:v>
                </c:pt>
                <c:pt idx="1419">
                  <c:v>230.897090554237</c:v>
                </c:pt>
                <c:pt idx="1420">
                  <c:v>231.030516266823</c:v>
                </c:pt>
                <c:pt idx="1421">
                  <c:v>231.160564899445</c:v>
                </c:pt>
                <c:pt idx="1422">
                  <c:v>231.295219957828</c:v>
                </c:pt>
                <c:pt idx="1423">
                  <c:v>231.449342489243</c:v>
                </c:pt>
                <c:pt idx="1424">
                  <c:v>231.57199215889</c:v>
                </c:pt>
                <c:pt idx="1425">
                  <c:v>231.663670420647</c:v>
                </c:pt>
                <c:pt idx="1426">
                  <c:v>231.780879914761</c:v>
                </c:pt>
                <c:pt idx="1427">
                  <c:v>231.901169717312</c:v>
                </c:pt>
                <c:pt idx="1428">
                  <c:v>232.020660221577</c:v>
                </c:pt>
                <c:pt idx="1429">
                  <c:v>232.139926195145</c:v>
                </c:pt>
                <c:pt idx="1430">
                  <c:v>232.292623698711</c:v>
                </c:pt>
                <c:pt idx="1431">
                  <c:v>232.428091347218</c:v>
                </c:pt>
                <c:pt idx="1432">
                  <c:v>232.570088863373</c:v>
                </c:pt>
                <c:pt idx="1433">
                  <c:v>232.72023665905</c:v>
                </c:pt>
                <c:pt idx="1434">
                  <c:v>232.863135576248</c:v>
                </c:pt>
                <c:pt idx="1435">
                  <c:v>233.021047472954</c:v>
                </c:pt>
                <c:pt idx="1436">
                  <c:v>233.15860414505</c:v>
                </c:pt>
                <c:pt idx="1437">
                  <c:v>233.312634646893</c:v>
                </c:pt>
                <c:pt idx="1438">
                  <c:v>233.499406516552</c:v>
                </c:pt>
                <c:pt idx="1439">
                  <c:v>233.668546974659</c:v>
                </c:pt>
                <c:pt idx="1440">
                  <c:v>233.807039797306</c:v>
                </c:pt>
                <c:pt idx="1441">
                  <c:v>233.929515302181</c:v>
                </c:pt>
                <c:pt idx="1442">
                  <c:v>234.04703348875</c:v>
                </c:pt>
                <c:pt idx="1443">
                  <c:v>234.153162300587</c:v>
                </c:pt>
                <c:pt idx="1444">
                  <c:v>234.261643052101</c:v>
                </c:pt>
                <c:pt idx="1445">
                  <c:v>234.327641487122</c:v>
                </c:pt>
                <c:pt idx="1446">
                  <c:v>234.436158299446</c:v>
                </c:pt>
                <c:pt idx="1447">
                  <c:v>234.546675145626</c:v>
                </c:pt>
                <c:pt idx="1448">
                  <c:v>234.686134696007</c:v>
                </c:pt>
                <c:pt idx="1449">
                  <c:v>234.845485270023</c:v>
                </c:pt>
                <c:pt idx="1450">
                  <c:v>235.046827673912</c:v>
                </c:pt>
                <c:pt idx="1451">
                  <c:v>235.256578564644</c:v>
                </c:pt>
                <c:pt idx="1452">
                  <c:v>235.48334646225</c:v>
                </c:pt>
                <c:pt idx="1453">
                  <c:v>235.681205034256</c:v>
                </c:pt>
                <c:pt idx="1454">
                  <c:v>235.850358963013</c:v>
                </c:pt>
                <c:pt idx="1455">
                  <c:v>236.010802984238</c:v>
                </c:pt>
                <c:pt idx="1456">
                  <c:v>236.134260952473</c:v>
                </c:pt>
                <c:pt idx="1457">
                  <c:v>236.268144965172</c:v>
                </c:pt>
                <c:pt idx="1458">
                  <c:v>236.362061977386</c:v>
                </c:pt>
                <c:pt idx="1459">
                  <c:v>236.43114566803</c:v>
                </c:pt>
                <c:pt idx="1460">
                  <c:v>236.513794779777</c:v>
                </c:pt>
                <c:pt idx="1461">
                  <c:v>236.643340528011</c:v>
                </c:pt>
                <c:pt idx="1462">
                  <c:v>236.751012146473</c:v>
                </c:pt>
                <c:pt idx="1463">
                  <c:v>236.910741865635</c:v>
                </c:pt>
                <c:pt idx="1464">
                  <c:v>237.093726158142</c:v>
                </c:pt>
                <c:pt idx="1465">
                  <c:v>237.28674864769</c:v>
                </c:pt>
                <c:pt idx="1466">
                  <c:v>237.461992383003</c:v>
                </c:pt>
                <c:pt idx="1467">
                  <c:v>237.622540831566</c:v>
                </c:pt>
                <c:pt idx="1468">
                  <c:v>237.727113962173</c:v>
                </c:pt>
                <c:pt idx="1469">
                  <c:v>237.889018177986</c:v>
                </c:pt>
                <c:pt idx="1470">
                  <c:v>238.062780320644</c:v>
                </c:pt>
                <c:pt idx="1471">
                  <c:v>238.21204829216</c:v>
                </c:pt>
                <c:pt idx="1472">
                  <c:v>238.330406188965</c:v>
                </c:pt>
                <c:pt idx="1473">
                  <c:v>238.499089479446</c:v>
                </c:pt>
                <c:pt idx="1474">
                  <c:v>238.733382225037</c:v>
                </c:pt>
                <c:pt idx="1475">
                  <c:v>238.99643009901</c:v>
                </c:pt>
                <c:pt idx="1476">
                  <c:v>239.256104648113</c:v>
                </c:pt>
                <c:pt idx="1477">
                  <c:v>239.540173828602</c:v>
                </c:pt>
                <c:pt idx="1478">
                  <c:v>239.849115669727</c:v>
                </c:pt>
                <c:pt idx="1479">
                  <c:v>240.137077569962</c:v>
                </c:pt>
                <c:pt idx="1480">
                  <c:v>240.415558755398</c:v>
                </c:pt>
                <c:pt idx="1481">
                  <c:v>240.685842573643</c:v>
                </c:pt>
                <c:pt idx="1482">
                  <c:v>240.971440851688</c:v>
                </c:pt>
                <c:pt idx="1483">
                  <c:v>241.247550487518</c:v>
                </c:pt>
                <c:pt idx="1484">
                  <c:v>241.528593897819</c:v>
                </c:pt>
                <c:pt idx="1485">
                  <c:v>241.798288226128</c:v>
                </c:pt>
                <c:pt idx="1486">
                  <c:v>242.090069234371</c:v>
                </c:pt>
                <c:pt idx="1487">
                  <c:v>242.373767912388</c:v>
                </c:pt>
                <c:pt idx="1488">
                  <c:v>242.628022313118</c:v>
                </c:pt>
                <c:pt idx="1489">
                  <c:v>242.886202037334</c:v>
                </c:pt>
                <c:pt idx="1490">
                  <c:v>243.131864607334</c:v>
                </c:pt>
                <c:pt idx="1491">
                  <c:v>243.384143769741</c:v>
                </c:pt>
                <c:pt idx="1492">
                  <c:v>243.614473581314</c:v>
                </c:pt>
                <c:pt idx="1493">
                  <c:v>243.834952235222</c:v>
                </c:pt>
                <c:pt idx="1494">
                  <c:v>244.040285170078</c:v>
                </c:pt>
                <c:pt idx="1495">
                  <c:v>244.235820055008</c:v>
                </c:pt>
                <c:pt idx="1496">
                  <c:v>244.416962206364</c:v>
                </c:pt>
                <c:pt idx="1497">
                  <c:v>244.561694145203</c:v>
                </c:pt>
                <c:pt idx="1498">
                  <c:v>244.699697256088</c:v>
                </c:pt>
                <c:pt idx="1499">
                  <c:v>244.840913951397</c:v>
                </c:pt>
                <c:pt idx="1500">
                  <c:v>244.991066157818</c:v>
                </c:pt>
                <c:pt idx="1501">
                  <c:v>245.131699025631</c:v>
                </c:pt>
                <c:pt idx="1502">
                  <c:v>245.223572611809</c:v>
                </c:pt>
                <c:pt idx="1503">
                  <c:v>245.309091687202</c:v>
                </c:pt>
                <c:pt idx="1504">
                  <c:v>245.385875701904</c:v>
                </c:pt>
                <c:pt idx="1505">
                  <c:v>245.477118253708</c:v>
                </c:pt>
                <c:pt idx="1506">
                  <c:v>245.562461793423</c:v>
                </c:pt>
                <c:pt idx="1507">
                  <c:v>245.612630605698</c:v>
                </c:pt>
                <c:pt idx="1508">
                  <c:v>245.685056746006</c:v>
                </c:pt>
                <c:pt idx="1509">
                  <c:v>245.746017217636</c:v>
                </c:pt>
                <c:pt idx="1510">
                  <c:v>245.800400793552</c:v>
                </c:pt>
                <c:pt idx="1511">
                  <c:v>245.816088557243</c:v>
                </c:pt>
                <c:pt idx="1512">
                  <c:v>245.851620435715</c:v>
                </c:pt>
                <c:pt idx="1513">
                  <c:v>245.921416044235</c:v>
                </c:pt>
                <c:pt idx="1514">
                  <c:v>246.062659978867</c:v>
                </c:pt>
                <c:pt idx="1515">
                  <c:v>246.169533133507</c:v>
                </c:pt>
                <c:pt idx="1516">
                  <c:v>246.308801472187</c:v>
                </c:pt>
                <c:pt idx="1517">
                  <c:v>246.407958388329</c:v>
                </c:pt>
                <c:pt idx="1518">
                  <c:v>246.538672268391</c:v>
                </c:pt>
                <c:pt idx="1519">
                  <c:v>246.678456664085</c:v>
                </c:pt>
                <c:pt idx="1520">
                  <c:v>246.816515445709</c:v>
                </c:pt>
                <c:pt idx="1521">
                  <c:v>246.979285240173</c:v>
                </c:pt>
                <c:pt idx="1522">
                  <c:v>247.117377996445</c:v>
                </c:pt>
                <c:pt idx="1523">
                  <c:v>247.271428227425</c:v>
                </c:pt>
                <c:pt idx="1524">
                  <c:v>247.421770334244</c:v>
                </c:pt>
                <c:pt idx="1525">
                  <c:v>247.577852010727</c:v>
                </c:pt>
                <c:pt idx="1526">
                  <c:v>247.729264438152</c:v>
                </c:pt>
                <c:pt idx="1527">
                  <c:v>247.889026045799</c:v>
                </c:pt>
                <c:pt idx="1528">
                  <c:v>248.019304692745</c:v>
                </c:pt>
                <c:pt idx="1529">
                  <c:v>248.137546181679</c:v>
                </c:pt>
                <c:pt idx="1530">
                  <c:v>248.26458466053</c:v>
                </c:pt>
                <c:pt idx="1531">
                  <c:v>248.423016965389</c:v>
                </c:pt>
                <c:pt idx="1532">
                  <c:v>248.563137948513</c:v>
                </c:pt>
                <c:pt idx="1533">
                  <c:v>248.672628700733</c:v>
                </c:pt>
                <c:pt idx="1534">
                  <c:v>248.772143483162</c:v>
                </c:pt>
                <c:pt idx="1535">
                  <c:v>248.798632740974</c:v>
                </c:pt>
                <c:pt idx="1536">
                  <c:v>248.793134570122</c:v>
                </c:pt>
                <c:pt idx="1537">
                  <c:v>248.773189425468</c:v>
                </c:pt>
                <c:pt idx="1538">
                  <c:v>248.758285284042</c:v>
                </c:pt>
                <c:pt idx="1539">
                  <c:v>248.818238079548</c:v>
                </c:pt>
                <c:pt idx="1540">
                  <c:v>248.879892289638</c:v>
                </c:pt>
                <c:pt idx="1541">
                  <c:v>248.93712413311</c:v>
                </c:pt>
                <c:pt idx="1542">
                  <c:v>248.908422470093</c:v>
                </c:pt>
                <c:pt idx="1543">
                  <c:v>248.873121380806</c:v>
                </c:pt>
                <c:pt idx="1544">
                  <c:v>248.83698284626</c:v>
                </c:pt>
                <c:pt idx="1545">
                  <c:v>248.838186621666</c:v>
                </c:pt>
                <c:pt idx="1546">
                  <c:v>248.845952868462</c:v>
                </c:pt>
                <c:pt idx="1547">
                  <c:v>248.818954586983</c:v>
                </c:pt>
                <c:pt idx="1548">
                  <c:v>248.816861391067</c:v>
                </c:pt>
                <c:pt idx="1549">
                  <c:v>248.780828118324</c:v>
                </c:pt>
                <c:pt idx="1550">
                  <c:v>248.714212298393</c:v>
                </c:pt>
                <c:pt idx="1551">
                  <c:v>248.626422762871</c:v>
                </c:pt>
                <c:pt idx="1552">
                  <c:v>248.577882528305</c:v>
                </c:pt>
                <c:pt idx="1553">
                  <c:v>248.549645900726</c:v>
                </c:pt>
                <c:pt idx="1554">
                  <c:v>248.530653238296</c:v>
                </c:pt>
                <c:pt idx="1555">
                  <c:v>248.544631421566</c:v>
                </c:pt>
                <c:pt idx="1556">
                  <c:v>248.571147859096</c:v>
                </c:pt>
                <c:pt idx="1557">
                  <c:v>248.64628559351</c:v>
                </c:pt>
                <c:pt idx="1558">
                  <c:v>248.74828773737</c:v>
                </c:pt>
                <c:pt idx="1559">
                  <c:v>248.814838349819</c:v>
                </c:pt>
                <c:pt idx="1560">
                  <c:v>248.910435914993</c:v>
                </c:pt>
                <c:pt idx="1561">
                  <c:v>249.040581226349</c:v>
                </c:pt>
                <c:pt idx="1562">
                  <c:v>249.200329065323</c:v>
                </c:pt>
                <c:pt idx="1563">
                  <c:v>249.400659799576</c:v>
                </c:pt>
                <c:pt idx="1564">
                  <c:v>249.639975845814</c:v>
                </c:pt>
                <c:pt idx="1565">
                  <c:v>249.867616832256</c:v>
                </c:pt>
                <c:pt idx="1566">
                  <c:v>250.089038848877</c:v>
                </c:pt>
                <c:pt idx="1567">
                  <c:v>250.31684499979</c:v>
                </c:pt>
                <c:pt idx="1568">
                  <c:v>250.520641863346</c:v>
                </c:pt>
                <c:pt idx="1569">
                  <c:v>250.749288678169</c:v>
                </c:pt>
                <c:pt idx="1570">
                  <c:v>250.995439767837</c:v>
                </c:pt>
                <c:pt idx="1571">
                  <c:v>251.268595218658</c:v>
                </c:pt>
                <c:pt idx="1572">
                  <c:v>251.52695274353</c:v>
                </c:pt>
                <c:pt idx="1573">
                  <c:v>251.796339452267</c:v>
                </c:pt>
                <c:pt idx="1574">
                  <c:v>252.082061827183</c:v>
                </c:pt>
                <c:pt idx="1575">
                  <c:v>252.357974052429</c:v>
                </c:pt>
                <c:pt idx="1576">
                  <c:v>252.679233551025</c:v>
                </c:pt>
                <c:pt idx="1577">
                  <c:v>253.011767923832</c:v>
                </c:pt>
                <c:pt idx="1578">
                  <c:v>253.349212706089</c:v>
                </c:pt>
                <c:pt idx="1579">
                  <c:v>253.672501385212</c:v>
                </c:pt>
                <c:pt idx="1580">
                  <c:v>253.98131519556</c:v>
                </c:pt>
                <c:pt idx="1581">
                  <c:v>254.284958779812</c:v>
                </c:pt>
                <c:pt idx="1582">
                  <c:v>254.59013324976</c:v>
                </c:pt>
                <c:pt idx="1583">
                  <c:v>254.871312201023</c:v>
                </c:pt>
                <c:pt idx="1584">
                  <c:v>255.121315777302</c:v>
                </c:pt>
                <c:pt idx="1585">
                  <c:v>255.369157552719</c:v>
                </c:pt>
                <c:pt idx="1586">
                  <c:v>255.619975686073</c:v>
                </c:pt>
                <c:pt idx="1587">
                  <c:v>255.892075836658</c:v>
                </c:pt>
                <c:pt idx="1588">
                  <c:v>256.100921034813</c:v>
                </c:pt>
                <c:pt idx="1589">
                  <c:v>256.273928642273</c:v>
                </c:pt>
                <c:pt idx="1590">
                  <c:v>256.457892775536</c:v>
                </c:pt>
                <c:pt idx="1591">
                  <c:v>256.597841084003</c:v>
                </c:pt>
                <c:pt idx="1592">
                  <c:v>256.711055696011</c:v>
                </c:pt>
                <c:pt idx="1593">
                  <c:v>256.803794145584</c:v>
                </c:pt>
                <c:pt idx="1594">
                  <c:v>256.872386574745</c:v>
                </c:pt>
                <c:pt idx="1595">
                  <c:v>256.97834700346</c:v>
                </c:pt>
                <c:pt idx="1596">
                  <c:v>257.075960993767</c:v>
                </c:pt>
                <c:pt idx="1597">
                  <c:v>257.191708624363</c:v>
                </c:pt>
                <c:pt idx="1598">
                  <c:v>257.333396613598</c:v>
                </c:pt>
                <c:pt idx="1599">
                  <c:v>257.420329093933</c:v>
                </c:pt>
                <c:pt idx="1600">
                  <c:v>257.485905230045</c:v>
                </c:pt>
                <c:pt idx="1601">
                  <c:v>257.558236062527</c:v>
                </c:pt>
                <c:pt idx="1602">
                  <c:v>257.604439437389</c:v>
                </c:pt>
                <c:pt idx="1603">
                  <c:v>257.678704679012</c:v>
                </c:pt>
                <c:pt idx="1604">
                  <c:v>257.790825724602</c:v>
                </c:pt>
                <c:pt idx="1605">
                  <c:v>257.919569671154</c:v>
                </c:pt>
                <c:pt idx="1606">
                  <c:v>258.022531032562</c:v>
                </c:pt>
                <c:pt idx="1607">
                  <c:v>258.129167854786</c:v>
                </c:pt>
                <c:pt idx="1608">
                  <c:v>258.245763659477</c:v>
                </c:pt>
                <c:pt idx="1609">
                  <c:v>258.372121930122</c:v>
                </c:pt>
                <c:pt idx="1610">
                  <c:v>258.509664416313</c:v>
                </c:pt>
                <c:pt idx="1611">
                  <c:v>258.634199976921</c:v>
                </c:pt>
                <c:pt idx="1612">
                  <c:v>258.749109208584</c:v>
                </c:pt>
                <c:pt idx="1613">
                  <c:v>258.839653670788</c:v>
                </c:pt>
                <c:pt idx="1614">
                  <c:v>258.91873729229</c:v>
                </c:pt>
                <c:pt idx="1615">
                  <c:v>259.021240830421</c:v>
                </c:pt>
                <c:pt idx="1616">
                  <c:v>259.129654049873</c:v>
                </c:pt>
                <c:pt idx="1617">
                  <c:v>259.277906775475</c:v>
                </c:pt>
                <c:pt idx="1618">
                  <c:v>259.41758286953</c:v>
                </c:pt>
                <c:pt idx="1619">
                  <c:v>259.563076257706</c:v>
                </c:pt>
                <c:pt idx="1620">
                  <c:v>259.718497157097</c:v>
                </c:pt>
                <c:pt idx="1621">
                  <c:v>259.855477571487</c:v>
                </c:pt>
                <c:pt idx="1622">
                  <c:v>259.970068216324</c:v>
                </c:pt>
                <c:pt idx="1623">
                  <c:v>260.107305407524</c:v>
                </c:pt>
                <c:pt idx="1624">
                  <c:v>260.198358654976</c:v>
                </c:pt>
                <c:pt idx="1625">
                  <c:v>260.288410663605</c:v>
                </c:pt>
                <c:pt idx="1626">
                  <c:v>260.35862749815</c:v>
                </c:pt>
                <c:pt idx="1627">
                  <c:v>260.404136955738</c:v>
                </c:pt>
                <c:pt idx="1628">
                  <c:v>260.423992753029</c:v>
                </c:pt>
                <c:pt idx="1629">
                  <c:v>260.438764929771</c:v>
                </c:pt>
                <c:pt idx="1630">
                  <c:v>260.480845689774</c:v>
                </c:pt>
                <c:pt idx="1631">
                  <c:v>260.540608942509</c:v>
                </c:pt>
                <c:pt idx="1632">
                  <c:v>260.586181044579</c:v>
                </c:pt>
                <c:pt idx="1633">
                  <c:v>260.601120471954</c:v>
                </c:pt>
                <c:pt idx="1634">
                  <c:v>260.611684381962</c:v>
                </c:pt>
                <c:pt idx="1635">
                  <c:v>260.625744879246</c:v>
                </c:pt>
                <c:pt idx="1636">
                  <c:v>260.640411019325</c:v>
                </c:pt>
                <c:pt idx="1637">
                  <c:v>260.624818444252</c:v>
                </c:pt>
                <c:pt idx="1638">
                  <c:v>260.636351168156</c:v>
                </c:pt>
                <c:pt idx="1639">
                  <c:v>260.669571399689</c:v>
                </c:pt>
                <c:pt idx="1640">
                  <c:v>260.700564861298</c:v>
                </c:pt>
                <c:pt idx="1641">
                  <c:v>260.734918415546</c:v>
                </c:pt>
                <c:pt idx="1642">
                  <c:v>260.767585277557</c:v>
                </c:pt>
                <c:pt idx="1643">
                  <c:v>260.813814222813</c:v>
                </c:pt>
                <c:pt idx="1644">
                  <c:v>260.852097213268</c:v>
                </c:pt>
                <c:pt idx="1645">
                  <c:v>260.887883782387</c:v>
                </c:pt>
                <c:pt idx="1646">
                  <c:v>260.935871779919</c:v>
                </c:pt>
                <c:pt idx="1647">
                  <c:v>261.012817800045</c:v>
                </c:pt>
                <c:pt idx="1648">
                  <c:v>261.049470126629</c:v>
                </c:pt>
                <c:pt idx="1649">
                  <c:v>261.112688958645</c:v>
                </c:pt>
                <c:pt idx="1650">
                  <c:v>261.133202373981</c:v>
                </c:pt>
                <c:pt idx="1651">
                  <c:v>261.154925823212</c:v>
                </c:pt>
                <c:pt idx="1652">
                  <c:v>261.264821529388</c:v>
                </c:pt>
                <c:pt idx="1653">
                  <c:v>261.406019449234</c:v>
                </c:pt>
                <c:pt idx="1654">
                  <c:v>261.58519411087</c:v>
                </c:pt>
                <c:pt idx="1655">
                  <c:v>261.765454530716</c:v>
                </c:pt>
                <c:pt idx="1656">
                  <c:v>261.904632925987</c:v>
                </c:pt>
                <c:pt idx="1657">
                  <c:v>262.042769551277</c:v>
                </c:pt>
                <c:pt idx="1658">
                  <c:v>262.189917743206</c:v>
                </c:pt>
                <c:pt idx="1659">
                  <c:v>262.298834741116</c:v>
                </c:pt>
                <c:pt idx="1660">
                  <c:v>262.393318355083</c:v>
                </c:pt>
                <c:pt idx="1661">
                  <c:v>262.431488215923</c:v>
                </c:pt>
                <c:pt idx="1662">
                  <c:v>262.516343712807</c:v>
                </c:pt>
                <c:pt idx="1663">
                  <c:v>262.620577096939</c:v>
                </c:pt>
                <c:pt idx="1664">
                  <c:v>262.755605220795</c:v>
                </c:pt>
                <c:pt idx="1665">
                  <c:v>262.888566493988</c:v>
                </c:pt>
                <c:pt idx="1666">
                  <c:v>263.011585474014</c:v>
                </c:pt>
                <c:pt idx="1667">
                  <c:v>263.147559762001</c:v>
                </c:pt>
                <c:pt idx="1668">
                  <c:v>263.308041453362</c:v>
                </c:pt>
                <c:pt idx="1669">
                  <c:v>263.488967776299</c:v>
                </c:pt>
                <c:pt idx="1670">
                  <c:v>263.692689239979</c:v>
                </c:pt>
                <c:pt idx="1671">
                  <c:v>263.894691407681</c:v>
                </c:pt>
                <c:pt idx="1672">
                  <c:v>264.105132043362</c:v>
                </c:pt>
                <c:pt idx="1673">
                  <c:v>264.284639298916</c:v>
                </c:pt>
                <c:pt idx="1674">
                  <c:v>264.407789647579</c:v>
                </c:pt>
                <c:pt idx="1675">
                  <c:v>264.537191569805</c:v>
                </c:pt>
                <c:pt idx="1676">
                  <c:v>264.630370020866</c:v>
                </c:pt>
                <c:pt idx="1677">
                  <c:v>264.75843334198</c:v>
                </c:pt>
                <c:pt idx="1678">
                  <c:v>264.815870821476</c:v>
                </c:pt>
                <c:pt idx="1679">
                  <c:v>264.878668367863</c:v>
                </c:pt>
                <c:pt idx="1680">
                  <c:v>264.957894861698</c:v>
                </c:pt>
                <c:pt idx="1681">
                  <c:v>265.077588260174</c:v>
                </c:pt>
                <c:pt idx="1682">
                  <c:v>265.209213793278</c:v>
                </c:pt>
                <c:pt idx="1683">
                  <c:v>265.230196774006</c:v>
                </c:pt>
                <c:pt idx="1684">
                  <c:v>265.235385477543</c:v>
                </c:pt>
                <c:pt idx="1685">
                  <c:v>265.252822935581</c:v>
                </c:pt>
                <c:pt idx="1686">
                  <c:v>265.327819764614</c:v>
                </c:pt>
                <c:pt idx="1687">
                  <c:v>265.416551053524</c:v>
                </c:pt>
                <c:pt idx="1688">
                  <c:v>265.535613715649</c:v>
                </c:pt>
                <c:pt idx="1689">
                  <c:v>265.664849340916</c:v>
                </c:pt>
                <c:pt idx="1690">
                  <c:v>265.907073557377</c:v>
                </c:pt>
                <c:pt idx="1691">
                  <c:v>266.204207360744</c:v>
                </c:pt>
                <c:pt idx="1692">
                  <c:v>266.479817450047</c:v>
                </c:pt>
                <c:pt idx="1693">
                  <c:v>266.728442728519</c:v>
                </c:pt>
                <c:pt idx="1694">
                  <c:v>266.935421288013</c:v>
                </c:pt>
                <c:pt idx="1695">
                  <c:v>266.992120206356</c:v>
                </c:pt>
                <c:pt idx="1696">
                  <c:v>266.987172305584</c:v>
                </c:pt>
                <c:pt idx="1697">
                  <c:v>267.023369669914</c:v>
                </c:pt>
                <c:pt idx="1698">
                  <c:v>267.120156824589</c:v>
                </c:pt>
                <c:pt idx="1699">
                  <c:v>267.264841258526</c:v>
                </c:pt>
                <c:pt idx="1700">
                  <c:v>267.42966157198</c:v>
                </c:pt>
                <c:pt idx="1701">
                  <c:v>267.640047311783</c:v>
                </c:pt>
                <c:pt idx="1702">
                  <c:v>267.85388058424</c:v>
                </c:pt>
                <c:pt idx="1703">
                  <c:v>268.014311313629</c:v>
                </c:pt>
                <c:pt idx="1704">
                  <c:v>268.161200106144</c:v>
                </c:pt>
                <c:pt idx="1705">
                  <c:v>268.236640095711</c:v>
                </c:pt>
                <c:pt idx="1706">
                  <c:v>268.233198165894</c:v>
                </c:pt>
                <c:pt idx="1707">
                  <c:v>268.177235126495</c:v>
                </c:pt>
                <c:pt idx="1708">
                  <c:v>268.115190625191</c:v>
                </c:pt>
                <c:pt idx="1709">
                  <c:v>268.129886090755</c:v>
                </c:pt>
                <c:pt idx="1710">
                  <c:v>268.173128962517</c:v>
                </c:pt>
                <c:pt idx="1711">
                  <c:v>268.232081353664</c:v>
                </c:pt>
                <c:pt idx="1712">
                  <c:v>268.21963506937</c:v>
                </c:pt>
                <c:pt idx="1713">
                  <c:v>268.191333115101</c:v>
                </c:pt>
                <c:pt idx="1714">
                  <c:v>268.246710598469</c:v>
                </c:pt>
                <c:pt idx="1715">
                  <c:v>268.351528942585</c:v>
                </c:pt>
                <c:pt idx="1716">
                  <c:v>268.516374707222</c:v>
                </c:pt>
                <c:pt idx="1717">
                  <c:v>268.596194207668</c:v>
                </c:pt>
                <c:pt idx="1718">
                  <c:v>268.658807456493</c:v>
                </c:pt>
                <c:pt idx="1719">
                  <c:v>268.6637160182</c:v>
                </c:pt>
                <c:pt idx="1720">
                  <c:v>268.676904082298</c:v>
                </c:pt>
                <c:pt idx="1721">
                  <c:v>268.736728072166</c:v>
                </c:pt>
                <c:pt idx="1722">
                  <c:v>268.804332435131</c:v>
                </c:pt>
                <c:pt idx="1723">
                  <c:v>268.90096861124</c:v>
                </c:pt>
                <c:pt idx="1724">
                  <c:v>268.948763251305</c:v>
                </c:pt>
                <c:pt idx="1725">
                  <c:v>269.107991933823</c:v>
                </c:pt>
                <c:pt idx="1726">
                  <c:v>269.522373437881</c:v>
                </c:pt>
                <c:pt idx="1727">
                  <c:v>270.01059961319</c:v>
                </c:pt>
                <c:pt idx="1728">
                  <c:v>270.572949111462</c:v>
                </c:pt>
                <c:pt idx="1729">
                  <c:v>271.065023601055</c:v>
                </c:pt>
                <c:pt idx="1730">
                  <c:v>271.536235749722</c:v>
                </c:pt>
                <c:pt idx="1731">
                  <c:v>272.005562007427</c:v>
                </c:pt>
                <c:pt idx="1732">
                  <c:v>272.429620563984</c:v>
                </c:pt>
                <c:pt idx="1733">
                  <c:v>272.811699688435</c:v>
                </c:pt>
                <c:pt idx="1734">
                  <c:v>273.071682035923</c:v>
                </c:pt>
                <c:pt idx="1735">
                  <c:v>273.260825812817</c:v>
                </c:pt>
                <c:pt idx="1736">
                  <c:v>273.454730987549</c:v>
                </c:pt>
                <c:pt idx="1737">
                  <c:v>273.755451202393</c:v>
                </c:pt>
                <c:pt idx="1738">
                  <c:v>274.109166741371</c:v>
                </c:pt>
                <c:pt idx="1739">
                  <c:v>274.439155459404</c:v>
                </c:pt>
                <c:pt idx="1740">
                  <c:v>274.80020403862</c:v>
                </c:pt>
                <c:pt idx="1741">
                  <c:v>275.164403617382</c:v>
                </c:pt>
                <c:pt idx="1742">
                  <c:v>275.5293212533</c:v>
                </c:pt>
                <c:pt idx="1743">
                  <c:v>275.839954435825</c:v>
                </c:pt>
                <c:pt idx="1744">
                  <c:v>276.156506240368</c:v>
                </c:pt>
                <c:pt idx="1745">
                  <c:v>276.429126381874</c:v>
                </c:pt>
                <c:pt idx="1746">
                  <c:v>276.684398055077</c:v>
                </c:pt>
                <c:pt idx="1747">
                  <c:v>276.92416703701</c:v>
                </c:pt>
                <c:pt idx="1748">
                  <c:v>277.138279736042</c:v>
                </c:pt>
                <c:pt idx="1749">
                  <c:v>277.342882156372</c:v>
                </c:pt>
                <c:pt idx="1750">
                  <c:v>277.591446697712</c:v>
                </c:pt>
                <c:pt idx="1751">
                  <c:v>277.803202211857</c:v>
                </c:pt>
                <c:pt idx="1752">
                  <c:v>278.033013284206</c:v>
                </c:pt>
                <c:pt idx="1753">
                  <c:v>278.25503641367</c:v>
                </c:pt>
                <c:pt idx="1754">
                  <c:v>278.484189748764</c:v>
                </c:pt>
                <c:pt idx="1755">
                  <c:v>278.693093001842</c:v>
                </c:pt>
                <c:pt idx="1756">
                  <c:v>278.914556324482</c:v>
                </c:pt>
                <c:pt idx="1757">
                  <c:v>279.119688510895</c:v>
                </c:pt>
                <c:pt idx="1758">
                  <c:v>279.361234664917</c:v>
                </c:pt>
                <c:pt idx="1759">
                  <c:v>279.597557842731</c:v>
                </c:pt>
                <c:pt idx="1760">
                  <c:v>279.808743000031</c:v>
                </c:pt>
                <c:pt idx="1761">
                  <c:v>279.996979117393</c:v>
                </c:pt>
                <c:pt idx="1762">
                  <c:v>280.156511187553</c:v>
                </c:pt>
                <c:pt idx="1763">
                  <c:v>280.321442008018</c:v>
                </c:pt>
                <c:pt idx="1764">
                  <c:v>280.474746823311</c:v>
                </c:pt>
                <c:pt idx="1765">
                  <c:v>280.662019252777</c:v>
                </c:pt>
                <c:pt idx="1766">
                  <c:v>280.820258617401</c:v>
                </c:pt>
                <c:pt idx="1767">
                  <c:v>280.950953662395</c:v>
                </c:pt>
                <c:pt idx="1768">
                  <c:v>281.160299539566</c:v>
                </c:pt>
                <c:pt idx="1769">
                  <c:v>281.505263924599</c:v>
                </c:pt>
                <c:pt idx="1770">
                  <c:v>281.710330486298</c:v>
                </c:pt>
                <c:pt idx="1771">
                  <c:v>281.919957876205</c:v>
                </c:pt>
                <c:pt idx="1772">
                  <c:v>282.192116856575</c:v>
                </c:pt>
                <c:pt idx="1773">
                  <c:v>282.408962249756</c:v>
                </c:pt>
                <c:pt idx="1774">
                  <c:v>282.560106694698</c:v>
                </c:pt>
                <c:pt idx="1775">
                  <c:v>282.675061404705</c:v>
                </c:pt>
                <c:pt idx="1776">
                  <c:v>282.76052325964</c:v>
                </c:pt>
                <c:pt idx="1777">
                  <c:v>282.872389614582</c:v>
                </c:pt>
                <c:pt idx="1778">
                  <c:v>282.924097657204</c:v>
                </c:pt>
                <c:pt idx="1779">
                  <c:v>282.995517551899</c:v>
                </c:pt>
                <c:pt idx="1780">
                  <c:v>283.034197747707</c:v>
                </c:pt>
                <c:pt idx="1781">
                  <c:v>283.026090323925</c:v>
                </c:pt>
                <c:pt idx="1782">
                  <c:v>283.069666743279</c:v>
                </c:pt>
                <c:pt idx="1783">
                  <c:v>283.06688439846</c:v>
                </c:pt>
                <c:pt idx="1784">
                  <c:v>283.088265657425</c:v>
                </c:pt>
                <c:pt idx="1785">
                  <c:v>283.156069815159</c:v>
                </c:pt>
                <c:pt idx="1786">
                  <c:v>283.225332677364</c:v>
                </c:pt>
                <c:pt idx="1787">
                  <c:v>283.331653177738</c:v>
                </c:pt>
                <c:pt idx="1788">
                  <c:v>283.420785486698</c:v>
                </c:pt>
                <c:pt idx="1789">
                  <c:v>283.520415782928</c:v>
                </c:pt>
                <c:pt idx="1790">
                  <c:v>283.619669675827</c:v>
                </c:pt>
                <c:pt idx="1791">
                  <c:v>283.703178286552</c:v>
                </c:pt>
                <c:pt idx="1792">
                  <c:v>283.829412460327</c:v>
                </c:pt>
                <c:pt idx="1793">
                  <c:v>283.943269789219</c:v>
                </c:pt>
                <c:pt idx="1794">
                  <c:v>284.043481588364</c:v>
                </c:pt>
                <c:pt idx="1795">
                  <c:v>284.11038672924</c:v>
                </c:pt>
                <c:pt idx="1796">
                  <c:v>284.207861304283</c:v>
                </c:pt>
                <c:pt idx="1797">
                  <c:v>284.31275832653</c:v>
                </c:pt>
                <c:pt idx="1798">
                  <c:v>284.359163820744</c:v>
                </c:pt>
                <c:pt idx="1799">
                  <c:v>284.386118590832</c:v>
                </c:pt>
                <c:pt idx="1800">
                  <c:v>284.492630779743</c:v>
                </c:pt>
                <c:pt idx="1801">
                  <c:v>284.641254484653</c:v>
                </c:pt>
                <c:pt idx="1802">
                  <c:v>284.786286830902</c:v>
                </c:pt>
                <c:pt idx="1803">
                  <c:v>285.020217835903</c:v>
                </c:pt>
                <c:pt idx="1804">
                  <c:v>285.109045147896</c:v>
                </c:pt>
                <c:pt idx="1805">
                  <c:v>285.15817964077</c:v>
                </c:pt>
                <c:pt idx="1806">
                  <c:v>285.217536151409</c:v>
                </c:pt>
                <c:pt idx="1807">
                  <c:v>285.347081363201</c:v>
                </c:pt>
                <c:pt idx="1808">
                  <c:v>285.481883585453</c:v>
                </c:pt>
                <c:pt idx="1809">
                  <c:v>285.606018483639</c:v>
                </c:pt>
                <c:pt idx="1810">
                  <c:v>285.694074034691</c:v>
                </c:pt>
                <c:pt idx="1811">
                  <c:v>285.812006652355</c:v>
                </c:pt>
                <c:pt idx="1812">
                  <c:v>285.918522596359</c:v>
                </c:pt>
                <c:pt idx="1813">
                  <c:v>286.044424474239</c:v>
                </c:pt>
                <c:pt idx="1814">
                  <c:v>286.190614879131</c:v>
                </c:pt>
                <c:pt idx="1815">
                  <c:v>286.313250303268</c:v>
                </c:pt>
                <c:pt idx="1816">
                  <c:v>286.389357805252</c:v>
                </c:pt>
                <c:pt idx="1817">
                  <c:v>286.477479577065</c:v>
                </c:pt>
                <c:pt idx="1818">
                  <c:v>286.603885412216</c:v>
                </c:pt>
                <c:pt idx="1819">
                  <c:v>286.695209622383</c:v>
                </c:pt>
                <c:pt idx="1820">
                  <c:v>286.778894066811</c:v>
                </c:pt>
                <c:pt idx="1821">
                  <c:v>286.861244857311</c:v>
                </c:pt>
                <c:pt idx="1822">
                  <c:v>286.954623222351</c:v>
                </c:pt>
                <c:pt idx="1823">
                  <c:v>287.031719088554</c:v>
                </c:pt>
                <c:pt idx="1824">
                  <c:v>287.18916785717</c:v>
                </c:pt>
                <c:pt idx="1825">
                  <c:v>287.403719604015</c:v>
                </c:pt>
                <c:pt idx="1826">
                  <c:v>287.631027758121</c:v>
                </c:pt>
                <c:pt idx="1827">
                  <c:v>287.806477129459</c:v>
                </c:pt>
                <c:pt idx="1828">
                  <c:v>287.95976048708</c:v>
                </c:pt>
                <c:pt idx="1829">
                  <c:v>288.130508422852</c:v>
                </c:pt>
                <c:pt idx="1830">
                  <c:v>288.30738735199</c:v>
                </c:pt>
                <c:pt idx="1831">
                  <c:v>288.558317601681</c:v>
                </c:pt>
                <c:pt idx="1832">
                  <c:v>288.806274950504</c:v>
                </c:pt>
                <c:pt idx="1833">
                  <c:v>289.024653792381</c:v>
                </c:pt>
                <c:pt idx="1834">
                  <c:v>289.23026829958</c:v>
                </c:pt>
                <c:pt idx="1835">
                  <c:v>289.426900625229</c:v>
                </c:pt>
                <c:pt idx="1836">
                  <c:v>289.581165373325</c:v>
                </c:pt>
                <c:pt idx="1837">
                  <c:v>289.756994485855</c:v>
                </c:pt>
                <c:pt idx="1838">
                  <c:v>289.934152245522</c:v>
                </c:pt>
                <c:pt idx="1839">
                  <c:v>290.146429657936</c:v>
                </c:pt>
                <c:pt idx="1840">
                  <c:v>290.377663254738</c:v>
                </c:pt>
                <c:pt idx="1841">
                  <c:v>290.637652397156</c:v>
                </c:pt>
                <c:pt idx="1842">
                  <c:v>290.934707045555</c:v>
                </c:pt>
                <c:pt idx="1843">
                  <c:v>291.191262662411</c:v>
                </c:pt>
                <c:pt idx="1844">
                  <c:v>291.392887055874</c:v>
                </c:pt>
                <c:pt idx="1845">
                  <c:v>291.609712779522</c:v>
                </c:pt>
                <c:pt idx="1846">
                  <c:v>291.830858528614</c:v>
                </c:pt>
                <c:pt idx="1847">
                  <c:v>292.017601251602</c:v>
                </c:pt>
                <c:pt idx="1848">
                  <c:v>292.169545352459</c:v>
                </c:pt>
                <c:pt idx="1849">
                  <c:v>292.259051978588</c:v>
                </c:pt>
                <c:pt idx="1850">
                  <c:v>292.345553815365</c:v>
                </c:pt>
                <c:pt idx="1851">
                  <c:v>292.476960837841</c:v>
                </c:pt>
                <c:pt idx="1852">
                  <c:v>292.621232509613</c:v>
                </c:pt>
                <c:pt idx="1853">
                  <c:v>292.761174440384</c:v>
                </c:pt>
                <c:pt idx="1854">
                  <c:v>292.885586559772</c:v>
                </c:pt>
                <c:pt idx="1855">
                  <c:v>293.027278602123</c:v>
                </c:pt>
                <c:pt idx="1856">
                  <c:v>293.148863196373</c:v>
                </c:pt>
                <c:pt idx="1857">
                  <c:v>293.243331670761</c:v>
                </c:pt>
                <c:pt idx="1858">
                  <c:v>293.362053275108</c:v>
                </c:pt>
                <c:pt idx="1859">
                  <c:v>293.467862010002</c:v>
                </c:pt>
                <c:pt idx="1860">
                  <c:v>293.601588070393</c:v>
                </c:pt>
                <c:pt idx="1861">
                  <c:v>293.735121130943</c:v>
                </c:pt>
                <c:pt idx="1862">
                  <c:v>293.809282660484</c:v>
                </c:pt>
                <c:pt idx="1863">
                  <c:v>293.765921235085</c:v>
                </c:pt>
                <c:pt idx="1864">
                  <c:v>293.779137432575</c:v>
                </c:pt>
                <c:pt idx="1865">
                  <c:v>293.809590518475</c:v>
                </c:pt>
                <c:pt idx="1866">
                  <c:v>293.850263118744</c:v>
                </c:pt>
                <c:pt idx="1867">
                  <c:v>293.811506867409</c:v>
                </c:pt>
                <c:pt idx="1868">
                  <c:v>293.780010223389</c:v>
                </c:pt>
                <c:pt idx="1869">
                  <c:v>293.753352642059</c:v>
                </c:pt>
                <c:pt idx="1870">
                  <c:v>293.702201843262</c:v>
                </c:pt>
                <c:pt idx="1871">
                  <c:v>293.625027894974</c:v>
                </c:pt>
                <c:pt idx="1872">
                  <c:v>293.514753818512</c:v>
                </c:pt>
                <c:pt idx="1873">
                  <c:v>293.416455507278</c:v>
                </c:pt>
                <c:pt idx="1874">
                  <c:v>293.365419745445</c:v>
                </c:pt>
                <c:pt idx="1875">
                  <c:v>293.289412379265</c:v>
                </c:pt>
                <c:pt idx="1876">
                  <c:v>293.193868756294</c:v>
                </c:pt>
                <c:pt idx="1877">
                  <c:v>293.095014929771</c:v>
                </c:pt>
                <c:pt idx="1878">
                  <c:v>292.971242785454</c:v>
                </c:pt>
                <c:pt idx="1879">
                  <c:v>292.894987225533</c:v>
                </c:pt>
                <c:pt idx="1880">
                  <c:v>292.780640006065</c:v>
                </c:pt>
                <c:pt idx="1881">
                  <c:v>292.653771877289</c:v>
                </c:pt>
                <c:pt idx="1882">
                  <c:v>292.594541192055</c:v>
                </c:pt>
                <c:pt idx="1883">
                  <c:v>292.741912066936</c:v>
                </c:pt>
                <c:pt idx="1884">
                  <c:v>292.711039960384</c:v>
                </c:pt>
                <c:pt idx="1885">
                  <c:v>292.609235465527</c:v>
                </c:pt>
                <c:pt idx="1886">
                  <c:v>292.448050916195</c:v>
                </c:pt>
                <c:pt idx="1887">
                  <c:v>292.291345179081</c:v>
                </c:pt>
                <c:pt idx="1888">
                  <c:v>292.1726141572</c:v>
                </c:pt>
                <c:pt idx="1889">
                  <c:v>292.053143560886</c:v>
                </c:pt>
                <c:pt idx="1890">
                  <c:v>291.950410068035</c:v>
                </c:pt>
                <c:pt idx="1891">
                  <c:v>291.923540771008</c:v>
                </c:pt>
                <c:pt idx="1892">
                  <c:v>292.008235394955</c:v>
                </c:pt>
                <c:pt idx="1893">
                  <c:v>292.059796631336</c:v>
                </c:pt>
                <c:pt idx="1894">
                  <c:v>292.081206262112</c:v>
                </c:pt>
                <c:pt idx="1895">
                  <c:v>292.083442986012</c:v>
                </c:pt>
                <c:pt idx="1896">
                  <c:v>292.14660435915</c:v>
                </c:pt>
                <c:pt idx="1897">
                  <c:v>292.249304056168</c:v>
                </c:pt>
                <c:pt idx="1898">
                  <c:v>292.410020411015</c:v>
                </c:pt>
                <c:pt idx="1899">
                  <c:v>292.598710715771</c:v>
                </c:pt>
                <c:pt idx="1900">
                  <c:v>292.79255259037</c:v>
                </c:pt>
                <c:pt idx="1901">
                  <c:v>292.936578989029</c:v>
                </c:pt>
                <c:pt idx="1902">
                  <c:v>293.028037309647</c:v>
                </c:pt>
                <c:pt idx="1903">
                  <c:v>293.154259681702</c:v>
                </c:pt>
                <c:pt idx="1904">
                  <c:v>293.346412181854</c:v>
                </c:pt>
                <c:pt idx="1905">
                  <c:v>293.530306458473</c:v>
                </c:pt>
                <c:pt idx="1906">
                  <c:v>293.733092069626</c:v>
                </c:pt>
                <c:pt idx="1907">
                  <c:v>294.023673117161</c:v>
                </c:pt>
                <c:pt idx="1908">
                  <c:v>294.279904663563</c:v>
                </c:pt>
                <c:pt idx="1909">
                  <c:v>294.556503236294</c:v>
                </c:pt>
                <c:pt idx="1910">
                  <c:v>294.823344230652</c:v>
                </c:pt>
                <c:pt idx="1911">
                  <c:v>295.09966468811</c:v>
                </c:pt>
                <c:pt idx="1912">
                  <c:v>295.367774128914</c:v>
                </c:pt>
                <c:pt idx="1913">
                  <c:v>295.64490377903</c:v>
                </c:pt>
                <c:pt idx="1914">
                  <c:v>295.974648833275</c:v>
                </c:pt>
                <c:pt idx="1915">
                  <c:v>296.314085245132</c:v>
                </c:pt>
                <c:pt idx="1916">
                  <c:v>296.660153031349</c:v>
                </c:pt>
                <c:pt idx="1917">
                  <c:v>296.984888911247</c:v>
                </c:pt>
                <c:pt idx="1918">
                  <c:v>297.271932065487</c:v>
                </c:pt>
                <c:pt idx="1919">
                  <c:v>297.590040564537</c:v>
                </c:pt>
                <c:pt idx="1920">
                  <c:v>297.90228921175</c:v>
                </c:pt>
                <c:pt idx="1921">
                  <c:v>298.252404272556</c:v>
                </c:pt>
                <c:pt idx="1922">
                  <c:v>298.636035740376</c:v>
                </c:pt>
                <c:pt idx="1923">
                  <c:v>299.032546699047</c:v>
                </c:pt>
                <c:pt idx="1924">
                  <c:v>299.415193140507</c:v>
                </c:pt>
                <c:pt idx="1925">
                  <c:v>299.813150823116</c:v>
                </c:pt>
                <c:pt idx="1926">
                  <c:v>300.230676233768</c:v>
                </c:pt>
                <c:pt idx="1927">
                  <c:v>300.610114037991</c:v>
                </c:pt>
                <c:pt idx="1928">
                  <c:v>300.986934423447</c:v>
                </c:pt>
                <c:pt idx="1929">
                  <c:v>301.300429403782</c:v>
                </c:pt>
                <c:pt idx="1930">
                  <c:v>301.6145414114</c:v>
                </c:pt>
                <c:pt idx="1931">
                  <c:v>301.947173416615</c:v>
                </c:pt>
                <c:pt idx="1932">
                  <c:v>302.141890108585</c:v>
                </c:pt>
                <c:pt idx="1933">
                  <c:v>302.319485723972</c:v>
                </c:pt>
                <c:pt idx="1934">
                  <c:v>302.469511985779</c:v>
                </c:pt>
                <c:pt idx="1935">
                  <c:v>302.646469652653</c:v>
                </c:pt>
                <c:pt idx="1936">
                  <c:v>302.851481437683</c:v>
                </c:pt>
                <c:pt idx="1937">
                  <c:v>303.006873369217</c:v>
                </c:pt>
                <c:pt idx="1938">
                  <c:v>303.183178782463</c:v>
                </c:pt>
                <c:pt idx="1939">
                  <c:v>303.375920474529</c:v>
                </c:pt>
                <c:pt idx="1940">
                  <c:v>303.54714602232</c:v>
                </c:pt>
                <c:pt idx="1941">
                  <c:v>303.748784124851</c:v>
                </c:pt>
                <c:pt idx="1942">
                  <c:v>303.902995288372</c:v>
                </c:pt>
                <c:pt idx="1943">
                  <c:v>304.010025203228</c:v>
                </c:pt>
                <c:pt idx="1944">
                  <c:v>304.168421506882</c:v>
                </c:pt>
                <c:pt idx="1945">
                  <c:v>304.412208855152</c:v>
                </c:pt>
                <c:pt idx="1946">
                  <c:v>304.623101651669</c:v>
                </c:pt>
                <c:pt idx="1947">
                  <c:v>304.798337519169</c:v>
                </c:pt>
                <c:pt idx="1948">
                  <c:v>304.971418559551</c:v>
                </c:pt>
                <c:pt idx="1949">
                  <c:v>305.140566587448</c:v>
                </c:pt>
                <c:pt idx="1950">
                  <c:v>305.270445108414</c:v>
                </c:pt>
                <c:pt idx="1951">
                  <c:v>305.381705105305</c:v>
                </c:pt>
                <c:pt idx="1952">
                  <c:v>305.420043349266</c:v>
                </c:pt>
                <c:pt idx="1953">
                  <c:v>305.482331752777</c:v>
                </c:pt>
                <c:pt idx="1954">
                  <c:v>305.537683129311</c:v>
                </c:pt>
                <c:pt idx="1955">
                  <c:v>305.599881947041</c:v>
                </c:pt>
                <c:pt idx="1956">
                  <c:v>305.617654800415</c:v>
                </c:pt>
                <c:pt idx="1957">
                  <c:v>305.608690738678</c:v>
                </c:pt>
                <c:pt idx="1958">
                  <c:v>305.602762103081</c:v>
                </c:pt>
                <c:pt idx="1959">
                  <c:v>305.584132790565</c:v>
                </c:pt>
                <c:pt idx="1960">
                  <c:v>305.552424550056</c:v>
                </c:pt>
                <c:pt idx="1961">
                  <c:v>305.505790114403</c:v>
                </c:pt>
                <c:pt idx="1962">
                  <c:v>305.407708287239</c:v>
                </c:pt>
                <c:pt idx="1963">
                  <c:v>305.304981589317</c:v>
                </c:pt>
                <c:pt idx="1964">
                  <c:v>305.276350975037</c:v>
                </c:pt>
                <c:pt idx="1965">
                  <c:v>305.290669739246</c:v>
                </c:pt>
                <c:pt idx="1966">
                  <c:v>305.293424069881</c:v>
                </c:pt>
                <c:pt idx="1967">
                  <c:v>305.328511357307</c:v>
                </c:pt>
                <c:pt idx="1968">
                  <c:v>305.403944075108</c:v>
                </c:pt>
                <c:pt idx="1969">
                  <c:v>305.430303096771</c:v>
                </c:pt>
                <c:pt idx="1970">
                  <c:v>305.494835138321</c:v>
                </c:pt>
                <c:pt idx="1971">
                  <c:v>305.542948067188</c:v>
                </c:pt>
                <c:pt idx="1972">
                  <c:v>305.641358733177</c:v>
                </c:pt>
                <c:pt idx="1973">
                  <c:v>305.780850529671</c:v>
                </c:pt>
                <c:pt idx="1974">
                  <c:v>306.013185739517</c:v>
                </c:pt>
                <c:pt idx="1975">
                  <c:v>306.210314512253</c:v>
                </c:pt>
                <c:pt idx="1976">
                  <c:v>306.378885746002</c:v>
                </c:pt>
                <c:pt idx="1977">
                  <c:v>306.606963157654</c:v>
                </c:pt>
                <c:pt idx="1978">
                  <c:v>306.846626639366</c:v>
                </c:pt>
                <c:pt idx="1979">
                  <c:v>307.099886357784</c:v>
                </c:pt>
                <c:pt idx="1980">
                  <c:v>307.373881340027</c:v>
                </c:pt>
                <c:pt idx="1981">
                  <c:v>307.684224843979</c:v>
                </c:pt>
                <c:pt idx="1982">
                  <c:v>308.014094471931</c:v>
                </c:pt>
                <c:pt idx="1983">
                  <c:v>308.338858366013</c:v>
                </c:pt>
                <c:pt idx="1984">
                  <c:v>308.622179746628</c:v>
                </c:pt>
                <c:pt idx="1985">
                  <c:v>308.915465712547</c:v>
                </c:pt>
                <c:pt idx="1986">
                  <c:v>309.191530823708</c:v>
                </c:pt>
                <c:pt idx="1987">
                  <c:v>309.45862609148</c:v>
                </c:pt>
                <c:pt idx="1988">
                  <c:v>309.69234931469</c:v>
                </c:pt>
                <c:pt idx="1989">
                  <c:v>309.942162513733</c:v>
                </c:pt>
                <c:pt idx="1990">
                  <c:v>310.224224984646</c:v>
                </c:pt>
                <c:pt idx="1991">
                  <c:v>310.513052284718</c:v>
                </c:pt>
                <c:pt idx="1992">
                  <c:v>310.795263826847</c:v>
                </c:pt>
                <c:pt idx="1993">
                  <c:v>311.038411438465</c:v>
                </c:pt>
                <c:pt idx="1994">
                  <c:v>311.20387506485</c:v>
                </c:pt>
                <c:pt idx="1995">
                  <c:v>311.417435586452</c:v>
                </c:pt>
                <c:pt idx="1996">
                  <c:v>311.598750531673</c:v>
                </c:pt>
                <c:pt idx="1997">
                  <c:v>311.813305199146</c:v>
                </c:pt>
                <c:pt idx="1998">
                  <c:v>312.012441694736</c:v>
                </c:pt>
                <c:pt idx="1999">
                  <c:v>312.202021062374</c:v>
                </c:pt>
                <c:pt idx="2000">
                  <c:v>312.364748299122</c:v>
                </c:pt>
                <c:pt idx="2001">
                  <c:v>312.453600168228</c:v>
                </c:pt>
                <c:pt idx="2002">
                  <c:v>312.464440882206</c:v>
                </c:pt>
                <c:pt idx="2003">
                  <c:v>312.456056177616</c:v>
                </c:pt>
                <c:pt idx="2004">
                  <c:v>312.768053114414</c:v>
                </c:pt>
                <c:pt idx="2005">
                  <c:v>313.047209620476</c:v>
                </c:pt>
                <c:pt idx="2006">
                  <c:v>313.339809536934</c:v>
                </c:pt>
                <c:pt idx="2007">
                  <c:v>313.635335564613</c:v>
                </c:pt>
                <c:pt idx="2008">
                  <c:v>313.86235833168</c:v>
                </c:pt>
                <c:pt idx="2009">
                  <c:v>314.071470975876</c:v>
                </c:pt>
                <c:pt idx="2010">
                  <c:v>314.247036218643</c:v>
                </c:pt>
                <c:pt idx="2011">
                  <c:v>314.433619320393</c:v>
                </c:pt>
                <c:pt idx="2012">
                  <c:v>314.616473019123</c:v>
                </c:pt>
                <c:pt idx="2013">
                  <c:v>314.783122479916</c:v>
                </c:pt>
                <c:pt idx="2014">
                  <c:v>314.996174573898</c:v>
                </c:pt>
                <c:pt idx="2015">
                  <c:v>315.204802393913</c:v>
                </c:pt>
                <c:pt idx="2016">
                  <c:v>315.353450417519</c:v>
                </c:pt>
                <c:pt idx="2017">
                  <c:v>315.469047904015</c:v>
                </c:pt>
                <c:pt idx="2018">
                  <c:v>315.583940505981</c:v>
                </c:pt>
                <c:pt idx="2019">
                  <c:v>315.657154738903</c:v>
                </c:pt>
                <c:pt idx="2020">
                  <c:v>315.721497952938</c:v>
                </c:pt>
                <c:pt idx="2021">
                  <c:v>315.808789491653</c:v>
                </c:pt>
                <c:pt idx="2022">
                  <c:v>315.925166249275</c:v>
                </c:pt>
                <c:pt idx="2023">
                  <c:v>316.091626822948</c:v>
                </c:pt>
                <c:pt idx="2024">
                  <c:v>316.272668540478</c:v>
                </c:pt>
                <c:pt idx="2025">
                  <c:v>316.447407960892</c:v>
                </c:pt>
                <c:pt idx="2026">
                  <c:v>316.633561849594</c:v>
                </c:pt>
                <c:pt idx="2027">
                  <c:v>316.821645498276</c:v>
                </c:pt>
                <c:pt idx="2028">
                  <c:v>317.039467513561</c:v>
                </c:pt>
                <c:pt idx="2029">
                  <c:v>317.252649605274</c:v>
                </c:pt>
                <c:pt idx="2030">
                  <c:v>317.452914774418</c:v>
                </c:pt>
                <c:pt idx="2031">
                  <c:v>317.6648042202</c:v>
                </c:pt>
                <c:pt idx="2032">
                  <c:v>317.883670926094</c:v>
                </c:pt>
                <c:pt idx="2033">
                  <c:v>318.109685838223</c:v>
                </c:pt>
                <c:pt idx="2034">
                  <c:v>318.344879806042</c:v>
                </c:pt>
                <c:pt idx="2035">
                  <c:v>318.530564725399</c:v>
                </c:pt>
                <c:pt idx="2036">
                  <c:v>318.755919039249</c:v>
                </c:pt>
                <c:pt idx="2037">
                  <c:v>318.931366980076</c:v>
                </c:pt>
                <c:pt idx="2038">
                  <c:v>319.103925287724</c:v>
                </c:pt>
                <c:pt idx="2039">
                  <c:v>319.277453958988</c:v>
                </c:pt>
                <c:pt idx="2040">
                  <c:v>319.383531808853</c:v>
                </c:pt>
                <c:pt idx="2041">
                  <c:v>319.522410035133</c:v>
                </c:pt>
                <c:pt idx="2042">
                  <c:v>319.675773739815</c:v>
                </c:pt>
                <c:pt idx="2043">
                  <c:v>319.855996847153</c:v>
                </c:pt>
                <c:pt idx="2044">
                  <c:v>320.023431420326</c:v>
                </c:pt>
                <c:pt idx="2045">
                  <c:v>320.251246333122</c:v>
                </c:pt>
                <c:pt idx="2046">
                  <c:v>320.470441818237</c:v>
                </c:pt>
                <c:pt idx="2047">
                  <c:v>320.710177540779</c:v>
                </c:pt>
                <c:pt idx="2048">
                  <c:v>320.950822532177</c:v>
                </c:pt>
                <c:pt idx="2049">
                  <c:v>321.180745720863</c:v>
                </c:pt>
                <c:pt idx="2050">
                  <c:v>321.43099796772</c:v>
                </c:pt>
                <c:pt idx="2051">
                  <c:v>321.644562840462</c:v>
                </c:pt>
                <c:pt idx="2052">
                  <c:v>321.818000555038</c:v>
                </c:pt>
                <c:pt idx="2053">
                  <c:v>321.970059037209</c:v>
                </c:pt>
                <c:pt idx="2054">
                  <c:v>322.100524306297</c:v>
                </c:pt>
                <c:pt idx="2055">
                  <c:v>322.266155719757</c:v>
                </c:pt>
                <c:pt idx="2056">
                  <c:v>322.440098822117</c:v>
                </c:pt>
                <c:pt idx="2057">
                  <c:v>322.61253452301</c:v>
                </c:pt>
                <c:pt idx="2058">
                  <c:v>322.78269803524</c:v>
                </c:pt>
                <c:pt idx="2059">
                  <c:v>322.99503827095</c:v>
                </c:pt>
                <c:pt idx="2060">
                  <c:v>323.246874451637</c:v>
                </c:pt>
                <c:pt idx="2061">
                  <c:v>323.48518794775</c:v>
                </c:pt>
                <c:pt idx="2062">
                  <c:v>323.708952903748</c:v>
                </c:pt>
                <c:pt idx="2063">
                  <c:v>323.916447520256</c:v>
                </c:pt>
                <c:pt idx="2064">
                  <c:v>324.151710391045</c:v>
                </c:pt>
                <c:pt idx="2065">
                  <c:v>324.347069740295</c:v>
                </c:pt>
                <c:pt idx="2066">
                  <c:v>324.572232365608</c:v>
                </c:pt>
                <c:pt idx="2067">
                  <c:v>324.725845992565</c:v>
                </c:pt>
                <c:pt idx="2068">
                  <c:v>324.840546071529</c:v>
                </c:pt>
                <c:pt idx="2069">
                  <c:v>325.018232047558</c:v>
                </c:pt>
                <c:pt idx="2070">
                  <c:v>325.159986317158</c:v>
                </c:pt>
                <c:pt idx="2071">
                  <c:v>325.308503329754</c:v>
                </c:pt>
                <c:pt idx="2072">
                  <c:v>325.431343972683</c:v>
                </c:pt>
                <c:pt idx="2073">
                  <c:v>325.57204580307</c:v>
                </c:pt>
                <c:pt idx="2074">
                  <c:v>325.660473525524</c:v>
                </c:pt>
                <c:pt idx="2075">
                  <c:v>325.670882821083</c:v>
                </c:pt>
                <c:pt idx="2076">
                  <c:v>325.675818502903</c:v>
                </c:pt>
                <c:pt idx="2077">
                  <c:v>325.672622382641</c:v>
                </c:pt>
                <c:pt idx="2078">
                  <c:v>325.719643950462</c:v>
                </c:pt>
                <c:pt idx="2079">
                  <c:v>325.698084592819</c:v>
                </c:pt>
                <c:pt idx="2080">
                  <c:v>325.666836977005</c:v>
                </c:pt>
                <c:pt idx="2081">
                  <c:v>325.704435944557</c:v>
                </c:pt>
                <c:pt idx="2082">
                  <c:v>325.739525973797</c:v>
                </c:pt>
                <c:pt idx="2083">
                  <c:v>325.785932838917</c:v>
                </c:pt>
                <c:pt idx="2084">
                  <c:v>325.765268146992</c:v>
                </c:pt>
                <c:pt idx="2085">
                  <c:v>325.734972059727</c:v>
                </c:pt>
                <c:pt idx="2086">
                  <c:v>325.703591883183</c:v>
                </c:pt>
                <c:pt idx="2087">
                  <c:v>325.70044785738</c:v>
                </c:pt>
                <c:pt idx="2088">
                  <c:v>325.7455291152</c:v>
                </c:pt>
                <c:pt idx="2089">
                  <c:v>325.759899914265</c:v>
                </c:pt>
                <c:pt idx="2090">
                  <c:v>325.79149723053</c:v>
                </c:pt>
                <c:pt idx="2091">
                  <c:v>325.843197762966</c:v>
                </c:pt>
                <c:pt idx="2092">
                  <c:v>325.921035706997</c:v>
                </c:pt>
                <c:pt idx="2093">
                  <c:v>325.995673894882</c:v>
                </c:pt>
                <c:pt idx="2094">
                  <c:v>326.107730150223</c:v>
                </c:pt>
                <c:pt idx="2095">
                  <c:v>326.270611822605</c:v>
                </c:pt>
                <c:pt idx="2096">
                  <c:v>326.406847119331</c:v>
                </c:pt>
                <c:pt idx="2097">
                  <c:v>326.500404417515</c:v>
                </c:pt>
                <c:pt idx="2098">
                  <c:v>326.558340966702</c:v>
                </c:pt>
                <c:pt idx="2099">
                  <c:v>326.636302649975</c:v>
                </c:pt>
                <c:pt idx="2100">
                  <c:v>326.72571349144</c:v>
                </c:pt>
                <c:pt idx="2101">
                  <c:v>326.802727043629</c:v>
                </c:pt>
                <c:pt idx="2102">
                  <c:v>326.911964535713</c:v>
                </c:pt>
                <c:pt idx="2103">
                  <c:v>327.03426450491</c:v>
                </c:pt>
                <c:pt idx="2104">
                  <c:v>327.234732151031</c:v>
                </c:pt>
                <c:pt idx="2105">
                  <c:v>327.4469165802</c:v>
                </c:pt>
                <c:pt idx="2106">
                  <c:v>327.653300225735</c:v>
                </c:pt>
                <c:pt idx="2107">
                  <c:v>327.851059556007</c:v>
                </c:pt>
                <c:pt idx="2108">
                  <c:v>328.057605147362</c:v>
                </c:pt>
                <c:pt idx="2109">
                  <c:v>328.246184408665</c:v>
                </c:pt>
                <c:pt idx="2110">
                  <c:v>328.447191059589</c:v>
                </c:pt>
                <c:pt idx="2111">
                  <c:v>328.60612142086</c:v>
                </c:pt>
                <c:pt idx="2112">
                  <c:v>328.790639042854</c:v>
                </c:pt>
                <c:pt idx="2113">
                  <c:v>329.03939807415</c:v>
                </c:pt>
                <c:pt idx="2114">
                  <c:v>329.301219582558</c:v>
                </c:pt>
                <c:pt idx="2115">
                  <c:v>329.559772849083</c:v>
                </c:pt>
                <c:pt idx="2116">
                  <c:v>329.843037366867</c:v>
                </c:pt>
                <c:pt idx="2117">
                  <c:v>330.165516674519</c:v>
                </c:pt>
                <c:pt idx="2118">
                  <c:v>330.483250439167</c:v>
                </c:pt>
                <c:pt idx="2119">
                  <c:v>330.764539778233</c:v>
                </c:pt>
                <c:pt idx="2120">
                  <c:v>331.056480169296</c:v>
                </c:pt>
                <c:pt idx="2121">
                  <c:v>331.282997608185</c:v>
                </c:pt>
                <c:pt idx="2122">
                  <c:v>331.493004798889</c:v>
                </c:pt>
                <c:pt idx="2123">
                  <c:v>331.671387910843</c:v>
                </c:pt>
                <c:pt idx="2124">
                  <c:v>331.817823290825</c:v>
                </c:pt>
                <c:pt idx="2125">
                  <c:v>332.013692438602</c:v>
                </c:pt>
                <c:pt idx="2126">
                  <c:v>332.21859151125</c:v>
                </c:pt>
                <c:pt idx="2127">
                  <c:v>332.432760536671</c:v>
                </c:pt>
                <c:pt idx="2128">
                  <c:v>332.636617600918</c:v>
                </c:pt>
                <c:pt idx="2129">
                  <c:v>332.870100438595</c:v>
                </c:pt>
                <c:pt idx="2130">
                  <c:v>333.077918231487</c:v>
                </c:pt>
                <c:pt idx="2131">
                  <c:v>333.309785783291</c:v>
                </c:pt>
                <c:pt idx="2132">
                  <c:v>333.491163849831</c:v>
                </c:pt>
                <c:pt idx="2133">
                  <c:v>333.652743220329</c:v>
                </c:pt>
                <c:pt idx="2134">
                  <c:v>333.818703055382</c:v>
                </c:pt>
                <c:pt idx="2135">
                  <c:v>334.027220249176</c:v>
                </c:pt>
                <c:pt idx="2136">
                  <c:v>334.239812254906</c:v>
                </c:pt>
                <c:pt idx="2137">
                  <c:v>334.413222551346</c:v>
                </c:pt>
                <c:pt idx="2138">
                  <c:v>334.648440182209</c:v>
                </c:pt>
                <c:pt idx="2139">
                  <c:v>334.888701200485</c:v>
                </c:pt>
                <c:pt idx="2140">
                  <c:v>335.107542872429</c:v>
                </c:pt>
                <c:pt idx="2141">
                  <c:v>335.365514993668</c:v>
                </c:pt>
                <c:pt idx="2142">
                  <c:v>335.564430773258</c:v>
                </c:pt>
                <c:pt idx="2143">
                  <c:v>335.787625551224</c:v>
                </c:pt>
                <c:pt idx="2144">
                  <c:v>336.002995967865</c:v>
                </c:pt>
                <c:pt idx="2145">
                  <c:v>336.203399300575</c:v>
                </c:pt>
                <c:pt idx="2146">
                  <c:v>336.427166521549</c:v>
                </c:pt>
                <c:pt idx="2147">
                  <c:v>336.651677668095</c:v>
                </c:pt>
                <c:pt idx="2148">
                  <c:v>336.832729101181</c:v>
                </c:pt>
                <c:pt idx="2149">
                  <c:v>336.974745988846</c:v>
                </c:pt>
                <c:pt idx="2150">
                  <c:v>337.112668991089</c:v>
                </c:pt>
                <c:pt idx="2151">
                  <c:v>337.233914256096</c:v>
                </c:pt>
                <c:pt idx="2152">
                  <c:v>337.355623781681</c:v>
                </c:pt>
                <c:pt idx="2153">
                  <c:v>337.419050276279</c:v>
                </c:pt>
                <c:pt idx="2154">
                  <c:v>337.516369044781</c:v>
                </c:pt>
                <c:pt idx="2155">
                  <c:v>337.596616744995</c:v>
                </c:pt>
                <c:pt idx="2156">
                  <c:v>337.691603839397</c:v>
                </c:pt>
                <c:pt idx="2157">
                  <c:v>337.807277798653</c:v>
                </c:pt>
                <c:pt idx="2158">
                  <c:v>337.961471796036</c:v>
                </c:pt>
                <c:pt idx="2159">
                  <c:v>338.105959415436</c:v>
                </c:pt>
                <c:pt idx="2160">
                  <c:v>338.224519968033</c:v>
                </c:pt>
                <c:pt idx="2161">
                  <c:v>338.310792326927</c:v>
                </c:pt>
                <c:pt idx="2162">
                  <c:v>338.402458429337</c:v>
                </c:pt>
                <c:pt idx="2163">
                  <c:v>338.444412589073</c:v>
                </c:pt>
                <c:pt idx="2164">
                  <c:v>338.541359186172</c:v>
                </c:pt>
                <c:pt idx="2165">
                  <c:v>338.617925167084</c:v>
                </c:pt>
                <c:pt idx="2166">
                  <c:v>338.698974847794</c:v>
                </c:pt>
                <c:pt idx="2167">
                  <c:v>338.737270057201</c:v>
                </c:pt>
                <c:pt idx="2168">
                  <c:v>338.743257403374</c:v>
                </c:pt>
                <c:pt idx="2169">
                  <c:v>338.763883411884</c:v>
                </c:pt>
                <c:pt idx="2170">
                  <c:v>338.781285822392</c:v>
                </c:pt>
                <c:pt idx="2171">
                  <c:v>338.785717964172</c:v>
                </c:pt>
                <c:pt idx="2172">
                  <c:v>338.763942241669</c:v>
                </c:pt>
                <c:pt idx="2173">
                  <c:v>338.772210359573</c:v>
                </c:pt>
                <c:pt idx="2174">
                  <c:v>338.752647399902</c:v>
                </c:pt>
                <c:pt idx="2175">
                  <c:v>338.753401398659</c:v>
                </c:pt>
                <c:pt idx="2176">
                  <c:v>338.740250706673</c:v>
                </c:pt>
                <c:pt idx="2177">
                  <c:v>338.71835398674</c:v>
                </c:pt>
                <c:pt idx="2178">
                  <c:v>338.776740252972</c:v>
                </c:pt>
                <c:pt idx="2179">
                  <c:v>338.828393995762</c:v>
                </c:pt>
                <c:pt idx="2180">
                  <c:v>338.896966218948</c:v>
                </c:pt>
                <c:pt idx="2181">
                  <c:v>338.939349532127</c:v>
                </c:pt>
                <c:pt idx="2182">
                  <c:v>339.044482409954</c:v>
                </c:pt>
                <c:pt idx="2183">
                  <c:v>339.16045075655</c:v>
                </c:pt>
                <c:pt idx="2184">
                  <c:v>339.271952688694</c:v>
                </c:pt>
                <c:pt idx="2185">
                  <c:v>339.422985196114</c:v>
                </c:pt>
                <c:pt idx="2186">
                  <c:v>339.559834897518</c:v>
                </c:pt>
                <c:pt idx="2187">
                  <c:v>339.726145327091</c:v>
                </c:pt>
                <c:pt idx="2188">
                  <c:v>339.882005095482</c:v>
                </c:pt>
                <c:pt idx="2189">
                  <c:v>340.081866621971</c:v>
                </c:pt>
                <c:pt idx="2190">
                  <c:v>340.30891251564</c:v>
                </c:pt>
                <c:pt idx="2191">
                  <c:v>340.537125468254</c:v>
                </c:pt>
                <c:pt idx="2192">
                  <c:v>340.769588112831</c:v>
                </c:pt>
                <c:pt idx="2193">
                  <c:v>340.997744202614</c:v>
                </c:pt>
                <c:pt idx="2194">
                  <c:v>341.278088986874</c:v>
                </c:pt>
              </c:numCache>
            </c:numRef>
          </c:val>
          <c:smooth val="0"/>
        </c:ser>
        <c:ser>
          <c:idx val="6"/>
          <c:order val="6"/>
          <c:tx>
            <c:strRef>
              <c:f>Sheet1!$H$1</c:f>
              <c:strCache>
                <c:ptCount val="1"/>
                <c:pt idx="0">
                  <c:v>GRU_daily_10days</c:v>
                </c:pt>
              </c:strCache>
            </c:strRef>
          </c:tx>
          <c:spPr>
            <a:ln w="28575" cap="rnd">
              <a:solidFill>
                <a:schemeClr val="accent1">
                  <a:lumMod val="60000"/>
                </a:schemeClr>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Sheet1!$H$2:$H$2206</c:f>
              <c:numCache>
                <c:formatCode>General</c:formatCode>
                <c:ptCount val="2205"/>
                <c:pt idx="0">
                  <c:v>-0.0399632453918499</c:v>
                </c:pt>
                <c:pt idx="1">
                  <c:v>-0.0249905586242719</c:v>
                </c:pt>
                <c:pt idx="2">
                  <c:v>0.0270227789878801</c:v>
                </c:pt>
                <c:pt idx="3">
                  <c:v>0.0994048118591261</c:v>
                </c:pt>
                <c:pt idx="4">
                  <c:v>0.149181306362147</c:v>
                </c:pt>
                <c:pt idx="5">
                  <c:v>0.205451488494868</c:v>
                </c:pt>
                <c:pt idx="6">
                  <c:v>0.232996761798854</c:v>
                </c:pt>
                <c:pt idx="7">
                  <c:v>0.269241690635677</c:v>
                </c:pt>
                <c:pt idx="8">
                  <c:v>0.327699244022365</c:v>
                </c:pt>
                <c:pt idx="9">
                  <c:v>0.326846659183495</c:v>
                </c:pt>
                <c:pt idx="10">
                  <c:v>0.58786487579345</c:v>
                </c:pt>
                <c:pt idx="11">
                  <c:v>0.790635943412774</c:v>
                </c:pt>
                <c:pt idx="12">
                  <c:v>1.08764433860778</c:v>
                </c:pt>
                <c:pt idx="13">
                  <c:v>1.37422913312911</c:v>
                </c:pt>
                <c:pt idx="14">
                  <c:v>1.54296660423278</c:v>
                </c:pt>
                <c:pt idx="15">
                  <c:v>1.65055489540099</c:v>
                </c:pt>
                <c:pt idx="16">
                  <c:v>1.72714495658874</c:v>
                </c:pt>
                <c:pt idx="17">
                  <c:v>1.74629634618758</c:v>
                </c:pt>
                <c:pt idx="18">
                  <c:v>1.71054106950759</c:v>
                </c:pt>
                <c:pt idx="19">
                  <c:v>1.72361296415328</c:v>
                </c:pt>
                <c:pt idx="20">
                  <c:v>1.72486966848373</c:v>
                </c:pt>
                <c:pt idx="21">
                  <c:v>1.82874435186386</c:v>
                </c:pt>
                <c:pt idx="22">
                  <c:v>1.94924640655517</c:v>
                </c:pt>
                <c:pt idx="23">
                  <c:v>2.10989469289779</c:v>
                </c:pt>
                <c:pt idx="24">
                  <c:v>2.31929153203964</c:v>
                </c:pt>
                <c:pt idx="25">
                  <c:v>2.55552178621292</c:v>
                </c:pt>
                <c:pt idx="26">
                  <c:v>2.81701523065567</c:v>
                </c:pt>
                <c:pt idx="27">
                  <c:v>3.10837489366531</c:v>
                </c:pt>
                <c:pt idx="28">
                  <c:v>3.45291209220886</c:v>
                </c:pt>
                <c:pt idx="29">
                  <c:v>3.80559200048446</c:v>
                </c:pt>
                <c:pt idx="30">
                  <c:v>4.19087302684784</c:v>
                </c:pt>
                <c:pt idx="31">
                  <c:v>4.62987911701202</c:v>
                </c:pt>
                <c:pt idx="32">
                  <c:v>5.00409495830536</c:v>
                </c:pt>
                <c:pt idx="33">
                  <c:v>5.33150207996368</c:v>
                </c:pt>
                <c:pt idx="34">
                  <c:v>5.62362325191497</c:v>
                </c:pt>
                <c:pt idx="35">
                  <c:v>5.89644372463226</c:v>
                </c:pt>
                <c:pt idx="36">
                  <c:v>6.16016221046447</c:v>
                </c:pt>
                <c:pt idx="37">
                  <c:v>6.41276681423187</c:v>
                </c:pt>
                <c:pt idx="38">
                  <c:v>6.61817020177841</c:v>
                </c:pt>
                <c:pt idx="39">
                  <c:v>6.79405134916305</c:v>
                </c:pt>
                <c:pt idx="40">
                  <c:v>6.92292988300323</c:v>
                </c:pt>
                <c:pt idx="41">
                  <c:v>6.99078869819641</c:v>
                </c:pt>
                <c:pt idx="42">
                  <c:v>7.04993188381195</c:v>
                </c:pt>
                <c:pt idx="43">
                  <c:v>7.16343051195144</c:v>
                </c:pt>
                <c:pt idx="44">
                  <c:v>7.25163495540619</c:v>
                </c:pt>
                <c:pt idx="45">
                  <c:v>7.28326660394668</c:v>
                </c:pt>
                <c:pt idx="46">
                  <c:v>7.31207394599914</c:v>
                </c:pt>
                <c:pt idx="47">
                  <c:v>7.35442852973938</c:v>
                </c:pt>
                <c:pt idx="48">
                  <c:v>7.49050259590148</c:v>
                </c:pt>
                <c:pt idx="49">
                  <c:v>7.61596167087554</c:v>
                </c:pt>
                <c:pt idx="50">
                  <c:v>7.76555281877517</c:v>
                </c:pt>
                <c:pt idx="51">
                  <c:v>7.92708927392959</c:v>
                </c:pt>
                <c:pt idx="52">
                  <c:v>8.12093269824981</c:v>
                </c:pt>
                <c:pt idx="53">
                  <c:v>8.31547355651855</c:v>
                </c:pt>
                <c:pt idx="54">
                  <c:v>8.48420214653015</c:v>
                </c:pt>
                <c:pt idx="55">
                  <c:v>8.69455158710479</c:v>
                </c:pt>
                <c:pt idx="56">
                  <c:v>8.84999340772628</c:v>
                </c:pt>
                <c:pt idx="57">
                  <c:v>9.02661472558975</c:v>
                </c:pt>
                <c:pt idx="58">
                  <c:v>9.187480032444</c:v>
                </c:pt>
                <c:pt idx="59">
                  <c:v>9.29851818084716</c:v>
                </c:pt>
                <c:pt idx="60">
                  <c:v>9.44233059883117</c:v>
                </c:pt>
                <c:pt idx="61">
                  <c:v>9.56773382425308</c:v>
                </c:pt>
                <c:pt idx="62">
                  <c:v>9.66122984886169</c:v>
                </c:pt>
                <c:pt idx="63">
                  <c:v>9.79434299468994</c:v>
                </c:pt>
                <c:pt idx="64">
                  <c:v>9.89858567714691</c:v>
                </c:pt>
                <c:pt idx="65">
                  <c:v>10.0723565816879</c:v>
                </c:pt>
                <c:pt idx="66">
                  <c:v>10.2880321145058</c:v>
                </c:pt>
                <c:pt idx="67">
                  <c:v>10.4605447053909</c:v>
                </c:pt>
                <c:pt idx="68">
                  <c:v>10.5964697003365</c:v>
                </c:pt>
                <c:pt idx="69">
                  <c:v>10.7653683423996</c:v>
                </c:pt>
                <c:pt idx="70">
                  <c:v>10.8485132455826</c:v>
                </c:pt>
                <c:pt idx="71">
                  <c:v>10.9164178371429</c:v>
                </c:pt>
                <c:pt idx="72">
                  <c:v>11.0191314816475</c:v>
                </c:pt>
                <c:pt idx="73">
                  <c:v>11.1910869479179</c:v>
                </c:pt>
                <c:pt idx="74">
                  <c:v>11.3720224499702</c:v>
                </c:pt>
                <c:pt idx="75">
                  <c:v>11.4798172712326</c:v>
                </c:pt>
                <c:pt idx="76">
                  <c:v>11.5169628858566</c:v>
                </c:pt>
                <c:pt idx="77">
                  <c:v>11.542118370533</c:v>
                </c:pt>
                <c:pt idx="78">
                  <c:v>11.5986629724503</c:v>
                </c:pt>
                <c:pt idx="79">
                  <c:v>11.6286716461182</c:v>
                </c:pt>
                <c:pt idx="80">
                  <c:v>11.7453347444534</c:v>
                </c:pt>
                <c:pt idx="81">
                  <c:v>11.8332948684692</c:v>
                </c:pt>
                <c:pt idx="82">
                  <c:v>11.8583063483238</c:v>
                </c:pt>
                <c:pt idx="83">
                  <c:v>11.7086755633354</c:v>
                </c:pt>
                <c:pt idx="84">
                  <c:v>11.5626508593559</c:v>
                </c:pt>
                <c:pt idx="85">
                  <c:v>11.4274460673332</c:v>
                </c:pt>
                <c:pt idx="86">
                  <c:v>11.3383211493492</c:v>
                </c:pt>
                <c:pt idx="87">
                  <c:v>11.2635107636452</c:v>
                </c:pt>
                <c:pt idx="88">
                  <c:v>11.150904238224</c:v>
                </c:pt>
                <c:pt idx="89">
                  <c:v>11.0394271016121</c:v>
                </c:pt>
                <c:pt idx="90">
                  <c:v>10.918595969677</c:v>
                </c:pt>
                <c:pt idx="91">
                  <c:v>10.8641032576561</c:v>
                </c:pt>
                <c:pt idx="92">
                  <c:v>10.8849874138832</c:v>
                </c:pt>
                <c:pt idx="93">
                  <c:v>11.0423243045807</c:v>
                </c:pt>
                <c:pt idx="94">
                  <c:v>11.2172552347183</c:v>
                </c:pt>
                <c:pt idx="95">
                  <c:v>11.271208524704</c:v>
                </c:pt>
                <c:pt idx="96">
                  <c:v>11.4251040220261</c:v>
                </c:pt>
                <c:pt idx="97">
                  <c:v>11.7024589776993</c:v>
                </c:pt>
                <c:pt idx="98">
                  <c:v>12.174627840519</c:v>
                </c:pt>
                <c:pt idx="99">
                  <c:v>12.6618253588676</c:v>
                </c:pt>
                <c:pt idx="100">
                  <c:v>13.1369136571884</c:v>
                </c:pt>
                <c:pt idx="101">
                  <c:v>13.5365544557571</c:v>
                </c:pt>
                <c:pt idx="102">
                  <c:v>13.8913633823395</c:v>
                </c:pt>
                <c:pt idx="103">
                  <c:v>14.1824280619621</c:v>
                </c:pt>
                <c:pt idx="104">
                  <c:v>14.4297919869423</c:v>
                </c:pt>
                <c:pt idx="105">
                  <c:v>14.7761649489403</c:v>
                </c:pt>
                <c:pt idx="106">
                  <c:v>15.0352097153664</c:v>
                </c:pt>
                <c:pt idx="107">
                  <c:v>15.1944510936737</c:v>
                </c:pt>
                <c:pt idx="108">
                  <c:v>15.3100089430809</c:v>
                </c:pt>
                <c:pt idx="109">
                  <c:v>15.4946417808533</c:v>
                </c:pt>
                <c:pt idx="110">
                  <c:v>15.6600234508514</c:v>
                </c:pt>
                <c:pt idx="111">
                  <c:v>15.8643768429756</c:v>
                </c:pt>
                <c:pt idx="112">
                  <c:v>16.0844534039497</c:v>
                </c:pt>
                <c:pt idx="113">
                  <c:v>16.3394887447357</c:v>
                </c:pt>
                <c:pt idx="114">
                  <c:v>16.613161444664</c:v>
                </c:pt>
                <c:pt idx="115">
                  <c:v>16.8203703165054</c:v>
                </c:pt>
                <c:pt idx="116">
                  <c:v>16.9852334260941</c:v>
                </c:pt>
                <c:pt idx="117">
                  <c:v>17.1679891943932</c:v>
                </c:pt>
                <c:pt idx="118">
                  <c:v>17.3545653223991</c:v>
                </c:pt>
                <c:pt idx="119">
                  <c:v>17.4980241656303</c:v>
                </c:pt>
                <c:pt idx="120">
                  <c:v>17.620531141758</c:v>
                </c:pt>
                <c:pt idx="121">
                  <c:v>17.7740916013718</c:v>
                </c:pt>
                <c:pt idx="122">
                  <c:v>17.8813573718071</c:v>
                </c:pt>
                <c:pt idx="123">
                  <c:v>17.9488016366959</c:v>
                </c:pt>
                <c:pt idx="124">
                  <c:v>17.9865017533302</c:v>
                </c:pt>
                <c:pt idx="125">
                  <c:v>18.0477556586266</c:v>
                </c:pt>
                <c:pt idx="126">
                  <c:v>18.1314944028854</c:v>
                </c:pt>
                <c:pt idx="127">
                  <c:v>18.1953098773956</c:v>
                </c:pt>
                <c:pt idx="128">
                  <c:v>18.3167207241058</c:v>
                </c:pt>
                <c:pt idx="129">
                  <c:v>18.3846302628517</c:v>
                </c:pt>
                <c:pt idx="130">
                  <c:v>18.6427218317986</c:v>
                </c:pt>
                <c:pt idx="131">
                  <c:v>18.7908525466919</c:v>
                </c:pt>
                <c:pt idx="132">
                  <c:v>18.9634518027306</c:v>
                </c:pt>
                <c:pt idx="133">
                  <c:v>19.0604445338249</c:v>
                </c:pt>
                <c:pt idx="134">
                  <c:v>19.1464312672615</c:v>
                </c:pt>
                <c:pt idx="135">
                  <c:v>19.2199496626854</c:v>
                </c:pt>
                <c:pt idx="136">
                  <c:v>19.2804836034775</c:v>
                </c:pt>
                <c:pt idx="137">
                  <c:v>19.3331066966057</c:v>
                </c:pt>
                <c:pt idx="138">
                  <c:v>19.397879421711</c:v>
                </c:pt>
                <c:pt idx="139">
                  <c:v>19.5631975531578</c:v>
                </c:pt>
                <c:pt idx="140">
                  <c:v>19.8136190772057</c:v>
                </c:pt>
                <c:pt idx="141">
                  <c:v>20.0213309526443</c:v>
                </c:pt>
                <c:pt idx="142">
                  <c:v>20.3275762796402</c:v>
                </c:pt>
                <c:pt idx="143">
                  <c:v>20.6783540248871</c:v>
                </c:pt>
                <c:pt idx="144">
                  <c:v>20.9093943238258</c:v>
                </c:pt>
                <c:pt idx="145">
                  <c:v>21.2528935074806</c:v>
                </c:pt>
                <c:pt idx="146">
                  <c:v>21.5577698349953</c:v>
                </c:pt>
                <c:pt idx="147">
                  <c:v>21.9347804188728</c:v>
                </c:pt>
                <c:pt idx="148">
                  <c:v>22.3369817733765</c:v>
                </c:pt>
                <c:pt idx="149">
                  <c:v>22.6220741271973</c:v>
                </c:pt>
                <c:pt idx="150">
                  <c:v>22.9415547847748</c:v>
                </c:pt>
                <c:pt idx="151">
                  <c:v>23.2507539987564</c:v>
                </c:pt>
                <c:pt idx="152">
                  <c:v>23.3671787381172</c:v>
                </c:pt>
                <c:pt idx="153">
                  <c:v>23.5222044587135</c:v>
                </c:pt>
                <c:pt idx="154">
                  <c:v>23.5285727977753</c:v>
                </c:pt>
                <c:pt idx="155">
                  <c:v>23.5648112297058</c:v>
                </c:pt>
                <c:pt idx="156">
                  <c:v>23.623396217823</c:v>
                </c:pt>
                <c:pt idx="157">
                  <c:v>23.6535049080849</c:v>
                </c:pt>
                <c:pt idx="158">
                  <c:v>23.7343837618828</c:v>
                </c:pt>
                <c:pt idx="159">
                  <c:v>23.7651457190514</c:v>
                </c:pt>
                <c:pt idx="160">
                  <c:v>23.7333107590675</c:v>
                </c:pt>
                <c:pt idx="161">
                  <c:v>23.7139740586281</c:v>
                </c:pt>
                <c:pt idx="162">
                  <c:v>23.7143734693527</c:v>
                </c:pt>
                <c:pt idx="163">
                  <c:v>23.746561229229</c:v>
                </c:pt>
                <c:pt idx="164">
                  <c:v>23.9227625727654</c:v>
                </c:pt>
                <c:pt idx="165">
                  <c:v>24.1160535812378</c:v>
                </c:pt>
                <c:pt idx="166">
                  <c:v>24.2976641654968</c:v>
                </c:pt>
                <c:pt idx="167">
                  <c:v>24.4648882746696</c:v>
                </c:pt>
                <c:pt idx="168">
                  <c:v>24.6446204781532</c:v>
                </c:pt>
                <c:pt idx="169">
                  <c:v>24.8456971049309</c:v>
                </c:pt>
                <c:pt idx="170">
                  <c:v>25.1280894875526</c:v>
                </c:pt>
                <c:pt idx="171">
                  <c:v>25.3886243700981</c:v>
                </c:pt>
                <c:pt idx="172">
                  <c:v>25.6576642990112</c:v>
                </c:pt>
                <c:pt idx="173">
                  <c:v>25.9385378360748</c:v>
                </c:pt>
                <c:pt idx="174">
                  <c:v>26.1603838205338</c:v>
                </c:pt>
                <c:pt idx="175">
                  <c:v>26.3741309642792</c:v>
                </c:pt>
                <c:pt idx="176">
                  <c:v>26.5895000100136</c:v>
                </c:pt>
                <c:pt idx="177">
                  <c:v>26.8688099980354</c:v>
                </c:pt>
                <c:pt idx="178">
                  <c:v>27.0906638503075</c:v>
                </c:pt>
                <c:pt idx="179">
                  <c:v>27.3128016591072</c:v>
                </c:pt>
                <c:pt idx="180">
                  <c:v>27.5112505555153</c:v>
                </c:pt>
                <c:pt idx="181">
                  <c:v>27.7631345391273</c:v>
                </c:pt>
                <c:pt idx="182">
                  <c:v>28.1142644286156</c:v>
                </c:pt>
                <c:pt idx="183">
                  <c:v>28.4390322566032</c:v>
                </c:pt>
                <c:pt idx="184">
                  <c:v>28.7680072784424</c:v>
                </c:pt>
                <c:pt idx="185">
                  <c:v>29.1147898435593</c:v>
                </c:pt>
                <c:pt idx="186">
                  <c:v>29.4032801389694</c:v>
                </c:pt>
                <c:pt idx="187">
                  <c:v>29.6428804993629</c:v>
                </c:pt>
                <c:pt idx="188">
                  <c:v>29.8923620581627</c:v>
                </c:pt>
                <c:pt idx="189">
                  <c:v>30.1415400505066</c:v>
                </c:pt>
                <c:pt idx="190">
                  <c:v>30.3818757534027</c:v>
                </c:pt>
                <c:pt idx="191">
                  <c:v>30.5732433795929</c:v>
                </c:pt>
                <c:pt idx="192">
                  <c:v>30.6867939829826</c:v>
                </c:pt>
                <c:pt idx="193">
                  <c:v>30.8205513954163</c:v>
                </c:pt>
                <c:pt idx="194">
                  <c:v>30.9507995247841</c:v>
                </c:pt>
                <c:pt idx="195">
                  <c:v>31.0349456071854</c:v>
                </c:pt>
                <c:pt idx="196">
                  <c:v>31.1054063439369</c:v>
                </c:pt>
                <c:pt idx="197">
                  <c:v>31.1447279453278</c:v>
                </c:pt>
                <c:pt idx="198">
                  <c:v>31.2196633219719</c:v>
                </c:pt>
                <c:pt idx="199">
                  <c:v>31.2373549938202</c:v>
                </c:pt>
                <c:pt idx="200">
                  <c:v>31.363180577755</c:v>
                </c:pt>
                <c:pt idx="201">
                  <c:v>31.4406777024269</c:v>
                </c:pt>
                <c:pt idx="202">
                  <c:v>31.5406557917595</c:v>
                </c:pt>
                <c:pt idx="203">
                  <c:v>31.6369228959084</c:v>
                </c:pt>
                <c:pt idx="204">
                  <c:v>31.7467949986458</c:v>
                </c:pt>
                <c:pt idx="205">
                  <c:v>31.8362897634506</c:v>
                </c:pt>
                <c:pt idx="206">
                  <c:v>31.9784259796143</c:v>
                </c:pt>
                <c:pt idx="207">
                  <c:v>32.1230284571648</c:v>
                </c:pt>
                <c:pt idx="208">
                  <c:v>32.2753764390945</c:v>
                </c:pt>
                <c:pt idx="209">
                  <c:v>32.4461010694504</c:v>
                </c:pt>
                <c:pt idx="210">
                  <c:v>32.6741533279419</c:v>
                </c:pt>
                <c:pt idx="211">
                  <c:v>32.8118669390678</c:v>
                </c:pt>
                <c:pt idx="212">
                  <c:v>32.9375836849213</c:v>
                </c:pt>
                <c:pt idx="213">
                  <c:v>33.0110018253326</c:v>
                </c:pt>
                <c:pt idx="214">
                  <c:v>33.1492254734039</c:v>
                </c:pt>
                <c:pt idx="215">
                  <c:v>33.203814804554</c:v>
                </c:pt>
                <c:pt idx="216">
                  <c:v>33.2540994286537</c:v>
                </c:pt>
                <c:pt idx="217">
                  <c:v>33.3375853300095</c:v>
                </c:pt>
                <c:pt idx="218">
                  <c:v>33.4309746026993</c:v>
                </c:pt>
                <c:pt idx="219">
                  <c:v>33.5473621487617</c:v>
                </c:pt>
                <c:pt idx="220">
                  <c:v>33.7274739146233</c:v>
                </c:pt>
                <c:pt idx="221">
                  <c:v>33.83178794384</c:v>
                </c:pt>
                <c:pt idx="222">
                  <c:v>33.9462596178055</c:v>
                </c:pt>
                <c:pt idx="223">
                  <c:v>34.0585070848465</c:v>
                </c:pt>
                <c:pt idx="224">
                  <c:v>34.1703775525093</c:v>
                </c:pt>
                <c:pt idx="225">
                  <c:v>34.3026873469353</c:v>
                </c:pt>
                <c:pt idx="226">
                  <c:v>34.5279695391655</c:v>
                </c:pt>
                <c:pt idx="227">
                  <c:v>34.6276630759239</c:v>
                </c:pt>
                <c:pt idx="228">
                  <c:v>34.6752179861069</c:v>
                </c:pt>
                <c:pt idx="229">
                  <c:v>34.6673842668533</c:v>
                </c:pt>
                <c:pt idx="230">
                  <c:v>34.6040171384811</c:v>
                </c:pt>
                <c:pt idx="231">
                  <c:v>34.6587356328964</c:v>
                </c:pt>
                <c:pt idx="232">
                  <c:v>34.7117574214935</c:v>
                </c:pt>
                <c:pt idx="233">
                  <c:v>34.7977609634399</c:v>
                </c:pt>
                <c:pt idx="234">
                  <c:v>34.89034897089</c:v>
                </c:pt>
                <c:pt idx="235">
                  <c:v>34.9905849099159</c:v>
                </c:pt>
                <c:pt idx="236">
                  <c:v>35.0184531807899</c:v>
                </c:pt>
                <c:pt idx="237">
                  <c:v>35.1173517107964</c:v>
                </c:pt>
                <c:pt idx="238">
                  <c:v>35.2918017506599</c:v>
                </c:pt>
                <c:pt idx="239">
                  <c:v>35.4236131310463</c:v>
                </c:pt>
                <c:pt idx="240">
                  <c:v>35.6195144057274</c:v>
                </c:pt>
                <c:pt idx="241">
                  <c:v>35.7104573845863</c:v>
                </c:pt>
                <c:pt idx="242">
                  <c:v>35.8504801988602</c:v>
                </c:pt>
                <c:pt idx="243">
                  <c:v>35.9460645914078</c:v>
                </c:pt>
                <c:pt idx="244">
                  <c:v>35.9339061975479</c:v>
                </c:pt>
                <c:pt idx="245">
                  <c:v>35.9931811690331</c:v>
                </c:pt>
                <c:pt idx="246">
                  <c:v>36.0106016397476</c:v>
                </c:pt>
                <c:pt idx="247">
                  <c:v>36.1328482627869</c:v>
                </c:pt>
                <c:pt idx="248">
                  <c:v>36.2335171103478</c:v>
                </c:pt>
                <c:pt idx="249">
                  <c:v>36.3581412434578</c:v>
                </c:pt>
                <c:pt idx="250">
                  <c:v>36.4991119503975</c:v>
                </c:pt>
                <c:pt idx="251">
                  <c:v>36.6919413805008</c:v>
                </c:pt>
                <c:pt idx="252">
                  <c:v>36.8840236067772</c:v>
                </c:pt>
                <c:pt idx="253">
                  <c:v>37.0522353053093</c:v>
                </c:pt>
                <c:pt idx="254">
                  <c:v>37.2354878783226</c:v>
                </c:pt>
                <c:pt idx="255">
                  <c:v>37.4758569598198</c:v>
                </c:pt>
                <c:pt idx="256">
                  <c:v>37.5636786222458</c:v>
                </c:pt>
                <c:pt idx="257">
                  <c:v>37.5766643881798</c:v>
                </c:pt>
                <c:pt idx="258">
                  <c:v>37.5870908498764</c:v>
                </c:pt>
                <c:pt idx="259">
                  <c:v>37.5756381750107</c:v>
                </c:pt>
                <c:pt idx="260">
                  <c:v>37.5711166858673</c:v>
                </c:pt>
                <c:pt idx="261">
                  <c:v>37.6003791689873</c:v>
                </c:pt>
                <c:pt idx="262">
                  <c:v>37.6494355797768</c:v>
                </c:pt>
                <c:pt idx="263">
                  <c:v>37.7493951320648</c:v>
                </c:pt>
                <c:pt idx="264">
                  <c:v>37.8978470563889</c:v>
                </c:pt>
                <c:pt idx="265">
                  <c:v>38.0348949432373</c:v>
                </c:pt>
                <c:pt idx="266">
                  <c:v>38.2065731287003</c:v>
                </c:pt>
                <c:pt idx="267">
                  <c:v>38.3031282424927</c:v>
                </c:pt>
                <c:pt idx="268">
                  <c:v>38.3501339554787</c:v>
                </c:pt>
                <c:pt idx="269">
                  <c:v>38.5361976623535</c:v>
                </c:pt>
                <c:pt idx="270">
                  <c:v>38.8300162553787</c:v>
                </c:pt>
                <c:pt idx="271">
                  <c:v>39.1913449764252</c:v>
                </c:pt>
                <c:pt idx="272">
                  <c:v>39.5584081411362</c:v>
                </c:pt>
                <c:pt idx="273">
                  <c:v>39.9585348367691</c:v>
                </c:pt>
                <c:pt idx="274">
                  <c:v>40.323606133461</c:v>
                </c:pt>
                <c:pt idx="275">
                  <c:v>40.690394282341</c:v>
                </c:pt>
                <c:pt idx="276">
                  <c:v>41.0599601864815</c:v>
                </c:pt>
                <c:pt idx="277">
                  <c:v>41.3780530691147</c:v>
                </c:pt>
                <c:pt idx="278">
                  <c:v>41.6923831701279</c:v>
                </c:pt>
                <c:pt idx="279">
                  <c:v>41.9099828600884</c:v>
                </c:pt>
                <c:pt idx="280">
                  <c:v>42.0404146313667</c:v>
                </c:pt>
                <c:pt idx="281">
                  <c:v>42.1948872208595</c:v>
                </c:pt>
                <c:pt idx="282">
                  <c:v>42.317976474762</c:v>
                </c:pt>
                <c:pt idx="283">
                  <c:v>42.4334290027619</c:v>
                </c:pt>
                <c:pt idx="284">
                  <c:v>42.5678024888039</c:v>
                </c:pt>
                <c:pt idx="285">
                  <c:v>42.6869785785675</c:v>
                </c:pt>
                <c:pt idx="286">
                  <c:v>42.8453416824341</c:v>
                </c:pt>
                <c:pt idx="287">
                  <c:v>43.0118091106415</c:v>
                </c:pt>
                <c:pt idx="288">
                  <c:v>43.1960514187813</c:v>
                </c:pt>
                <c:pt idx="289">
                  <c:v>43.3690814375878</c:v>
                </c:pt>
                <c:pt idx="290">
                  <c:v>43.5483376383782</c:v>
                </c:pt>
                <c:pt idx="291">
                  <c:v>43.7197169065476</c:v>
                </c:pt>
                <c:pt idx="292">
                  <c:v>43.9402685165405</c:v>
                </c:pt>
                <c:pt idx="293">
                  <c:v>44.1912939548493</c:v>
                </c:pt>
                <c:pt idx="294">
                  <c:v>44.4154067635536</c:v>
                </c:pt>
                <c:pt idx="295">
                  <c:v>44.5742309689522</c:v>
                </c:pt>
                <c:pt idx="296">
                  <c:v>44.751677274704</c:v>
                </c:pt>
                <c:pt idx="297">
                  <c:v>44.9484711289406</c:v>
                </c:pt>
                <c:pt idx="298">
                  <c:v>45.3128804564476</c:v>
                </c:pt>
                <c:pt idx="299">
                  <c:v>45.6451405882836</c:v>
                </c:pt>
                <c:pt idx="300">
                  <c:v>45.9648371934891</c:v>
                </c:pt>
                <c:pt idx="301">
                  <c:v>46.2343987226486</c:v>
                </c:pt>
                <c:pt idx="302">
                  <c:v>46.3957989215851</c:v>
                </c:pt>
                <c:pt idx="303">
                  <c:v>46.5437876582146</c:v>
                </c:pt>
                <c:pt idx="304">
                  <c:v>46.6925967335701</c:v>
                </c:pt>
                <c:pt idx="305">
                  <c:v>46.8444510102272</c:v>
                </c:pt>
                <c:pt idx="306">
                  <c:v>46.9713025093079</c:v>
                </c:pt>
                <c:pt idx="307">
                  <c:v>47.2108520269394</c:v>
                </c:pt>
                <c:pt idx="308">
                  <c:v>47.3941083550453</c:v>
                </c:pt>
                <c:pt idx="309">
                  <c:v>47.5475903749466</c:v>
                </c:pt>
                <c:pt idx="310">
                  <c:v>47.7249909639359</c:v>
                </c:pt>
                <c:pt idx="311">
                  <c:v>47.8974936008454</c:v>
                </c:pt>
                <c:pt idx="312">
                  <c:v>48.1076607704163</c:v>
                </c:pt>
                <c:pt idx="313">
                  <c:v>48.3068858981133</c:v>
                </c:pt>
                <c:pt idx="314">
                  <c:v>48.5176486372948</c:v>
                </c:pt>
                <c:pt idx="315">
                  <c:v>48.7049732804299</c:v>
                </c:pt>
                <c:pt idx="316">
                  <c:v>48.9158113598824</c:v>
                </c:pt>
                <c:pt idx="317">
                  <c:v>49.0886781811714</c:v>
                </c:pt>
                <c:pt idx="318">
                  <c:v>49.2862245440483</c:v>
                </c:pt>
                <c:pt idx="319">
                  <c:v>49.5267477035523</c:v>
                </c:pt>
                <c:pt idx="320">
                  <c:v>49.7623811364174</c:v>
                </c:pt>
                <c:pt idx="321">
                  <c:v>49.9332610368729</c:v>
                </c:pt>
                <c:pt idx="322">
                  <c:v>50.0721616744995</c:v>
                </c:pt>
                <c:pt idx="323">
                  <c:v>50.2374371886253</c:v>
                </c:pt>
                <c:pt idx="324">
                  <c:v>50.3866900801659</c:v>
                </c:pt>
                <c:pt idx="325">
                  <c:v>50.5849362015724</c:v>
                </c:pt>
                <c:pt idx="326">
                  <c:v>50.770388007164</c:v>
                </c:pt>
                <c:pt idx="327">
                  <c:v>50.9321798682213</c:v>
                </c:pt>
                <c:pt idx="328">
                  <c:v>51.0490671396256</c:v>
                </c:pt>
                <c:pt idx="329">
                  <c:v>51.1651463508606</c:v>
                </c:pt>
                <c:pt idx="330">
                  <c:v>51.2809202671051</c:v>
                </c:pt>
                <c:pt idx="331">
                  <c:v>51.4198914766312</c:v>
                </c:pt>
                <c:pt idx="332">
                  <c:v>51.6192466020584</c:v>
                </c:pt>
                <c:pt idx="333">
                  <c:v>51.8269520401955</c:v>
                </c:pt>
                <c:pt idx="334">
                  <c:v>52.0543405413628</c:v>
                </c:pt>
                <c:pt idx="335">
                  <c:v>52.3068452477455</c:v>
                </c:pt>
                <c:pt idx="336">
                  <c:v>52.5627325177193</c:v>
                </c:pt>
                <c:pt idx="337">
                  <c:v>52.8079490065575</c:v>
                </c:pt>
                <c:pt idx="338">
                  <c:v>53.0803788304329</c:v>
                </c:pt>
                <c:pt idx="339">
                  <c:v>53.3126593232155</c:v>
                </c:pt>
                <c:pt idx="340">
                  <c:v>53.4968236088753</c:v>
                </c:pt>
                <c:pt idx="341">
                  <c:v>53.6615493893623</c:v>
                </c:pt>
                <c:pt idx="342">
                  <c:v>53.8129660487175</c:v>
                </c:pt>
                <c:pt idx="343">
                  <c:v>53.9338907003403</c:v>
                </c:pt>
                <c:pt idx="344">
                  <c:v>54.0439832210541</c:v>
                </c:pt>
                <c:pt idx="345">
                  <c:v>54.110853612423</c:v>
                </c:pt>
                <c:pt idx="346">
                  <c:v>54.2090793251991</c:v>
                </c:pt>
                <c:pt idx="347">
                  <c:v>54.3435484170914</c:v>
                </c:pt>
                <c:pt idx="348">
                  <c:v>54.4656302928925</c:v>
                </c:pt>
                <c:pt idx="349">
                  <c:v>54.568373799324</c:v>
                </c:pt>
                <c:pt idx="350">
                  <c:v>54.669048011303</c:v>
                </c:pt>
                <c:pt idx="351">
                  <c:v>54.7385810017586</c:v>
                </c:pt>
                <c:pt idx="352">
                  <c:v>54.792705655098</c:v>
                </c:pt>
                <c:pt idx="353">
                  <c:v>54.8687737584114</c:v>
                </c:pt>
                <c:pt idx="354">
                  <c:v>54.9886228442192</c:v>
                </c:pt>
                <c:pt idx="355">
                  <c:v>55.2262964844704</c:v>
                </c:pt>
                <c:pt idx="356">
                  <c:v>55.4640517830849</c:v>
                </c:pt>
                <c:pt idx="357">
                  <c:v>55.7539821267128</c:v>
                </c:pt>
                <c:pt idx="358">
                  <c:v>56.0083587169647</c:v>
                </c:pt>
                <c:pt idx="359">
                  <c:v>56.2954914569855</c:v>
                </c:pt>
                <c:pt idx="360">
                  <c:v>56.499078810215</c:v>
                </c:pt>
                <c:pt idx="361">
                  <c:v>56.4965876936913</c:v>
                </c:pt>
                <c:pt idx="362">
                  <c:v>56.6216793656349</c:v>
                </c:pt>
                <c:pt idx="363">
                  <c:v>56.6512217521668</c:v>
                </c:pt>
                <c:pt idx="364">
                  <c:v>56.7065132260323</c:v>
                </c:pt>
                <c:pt idx="365">
                  <c:v>56.7387738823891</c:v>
                </c:pt>
                <c:pt idx="366">
                  <c:v>56.8786873221398</c:v>
                </c:pt>
                <c:pt idx="367">
                  <c:v>56.9767872095108</c:v>
                </c:pt>
                <c:pt idx="368">
                  <c:v>57.0674810409546</c:v>
                </c:pt>
                <c:pt idx="369">
                  <c:v>57.133453309536</c:v>
                </c:pt>
                <c:pt idx="370">
                  <c:v>57.2480006814003</c:v>
                </c:pt>
                <c:pt idx="371">
                  <c:v>57.5847075581551</c:v>
                </c:pt>
                <c:pt idx="372">
                  <c:v>57.9551893472672</c:v>
                </c:pt>
                <c:pt idx="373">
                  <c:v>58.245817065239</c:v>
                </c:pt>
                <c:pt idx="374">
                  <c:v>58.4483178853989</c:v>
                </c:pt>
                <c:pt idx="375">
                  <c:v>58.6537120342255</c:v>
                </c:pt>
                <c:pt idx="376">
                  <c:v>58.798961520195</c:v>
                </c:pt>
                <c:pt idx="377">
                  <c:v>58.844052374363</c:v>
                </c:pt>
                <c:pt idx="378">
                  <c:v>58.8670340180397</c:v>
                </c:pt>
                <c:pt idx="379">
                  <c:v>58.8665936589241</c:v>
                </c:pt>
                <c:pt idx="380">
                  <c:v>58.8371265530586</c:v>
                </c:pt>
                <c:pt idx="381">
                  <c:v>58.7394495606423</c:v>
                </c:pt>
                <c:pt idx="382">
                  <c:v>58.620008289814</c:v>
                </c:pt>
                <c:pt idx="383">
                  <c:v>58.5526224970818</c:v>
                </c:pt>
                <c:pt idx="384">
                  <c:v>58.5778861641884</c:v>
                </c:pt>
                <c:pt idx="385">
                  <c:v>58.5307679772377</c:v>
                </c:pt>
                <c:pt idx="386">
                  <c:v>58.5147262215614</c:v>
                </c:pt>
                <c:pt idx="387">
                  <c:v>58.6333619356156</c:v>
                </c:pt>
                <c:pt idx="388">
                  <c:v>58.711268723011</c:v>
                </c:pt>
                <c:pt idx="389">
                  <c:v>58.9004091620445</c:v>
                </c:pt>
                <c:pt idx="390">
                  <c:v>59.0872392654419</c:v>
                </c:pt>
                <c:pt idx="391">
                  <c:v>59.2905613183975</c:v>
                </c:pt>
                <c:pt idx="392">
                  <c:v>59.4838870763779</c:v>
                </c:pt>
                <c:pt idx="393">
                  <c:v>59.610998749733</c:v>
                </c:pt>
                <c:pt idx="394">
                  <c:v>59.7295479178429</c:v>
                </c:pt>
                <c:pt idx="395">
                  <c:v>59.8925819993019</c:v>
                </c:pt>
                <c:pt idx="396">
                  <c:v>60.1047433018685</c:v>
                </c:pt>
                <c:pt idx="397">
                  <c:v>60.239743411541</c:v>
                </c:pt>
                <c:pt idx="398">
                  <c:v>60.4006062150002</c:v>
                </c:pt>
                <c:pt idx="399">
                  <c:v>60.4674529433251</c:v>
                </c:pt>
                <c:pt idx="400">
                  <c:v>60.5772313475609</c:v>
                </c:pt>
                <c:pt idx="401">
                  <c:v>60.7133050560951</c:v>
                </c:pt>
                <c:pt idx="402">
                  <c:v>60.7991588115692</c:v>
                </c:pt>
                <c:pt idx="403">
                  <c:v>60.8796880245209</c:v>
                </c:pt>
                <c:pt idx="404">
                  <c:v>60.9178504943848</c:v>
                </c:pt>
                <c:pt idx="405">
                  <c:v>60.9636217355728</c:v>
                </c:pt>
                <c:pt idx="406">
                  <c:v>61.0325426459313</c:v>
                </c:pt>
                <c:pt idx="407">
                  <c:v>61.0653738379479</c:v>
                </c:pt>
                <c:pt idx="408">
                  <c:v>61.086438536644</c:v>
                </c:pt>
                <c:pt idx="409">
                  <c:v>61.0943233966828</c:v>
                </c:pt>
                <c:pt idx="410">
                  <c:v>61.0794130563736</c:v>
                </c:pt>
                <c:pt idx="411">
                  <c:v>61.1006751060486</c:v>
                </c:pt>
                <c:pt idx="412">
                  <c:v>61.1494755148888</c:v>
                </c:pt>
                <c:pt idx="413">
                  <c:v>61.2021735906601</c:v>
                </c:pt>
                <c:pt idx="414">
                  <c:v>61.2431621551514</c:v>
                </c:pt>
                <c:pt idx="415">
                  <c:v>61.3223547935486</c:v>
                </c:pt>
                <c:pt idx="416">
                  <c:v>61.4077032804489</c:v>
                </c:pt>
                <c:pt idx="417">
                  <c:v>61.5996788740158</c:v>
                </c:pt>
                <c:pt idx="418">
                  <c:v>61.7801913619042</c:v>
                </c:pt>
                <c:pt idx="419">
                  <c:v>61.9408485293389</c:v>
                </c:pt>
                <c:pt idx="420">
                  <c:v>62.0774226784706</c:v>
                </c:pt>
                <c:pt idx="421">
                  <c:v>62.2044757604599</c:v>
                </c:pt>
                <c:pt idx="422">
                  <c:v>62.3635178804398</c:v>
                </c:pt>
                <c:pt idx="423">
                  <c:v>62.4834582805634</c:v>
                </c:pt>
                <c:pt idx="424">
                  <c:v>62.5837232470513</c:v>
                </c:pt>
                <c:pt idx="425">
                  <c:v>62.7020139694214</c:v>
                </c:pt>
                <c:pt idx="426">
                  <c:v>62.8198608756066</c:v>
                </c:pt>
                <c:pt idx="427">
                  <c:v>62.8942413926125</c:v>
                </c:pt>
                <c:pt idx="428">
                  <c:v>63.0545856356621</c:v>
                </c:pt>
                <c:pt idx="429">
                  <c:v>63.2151911854744</c:v>
                </c:pt>
                <c:pt idx="430">
                  <c:v>63.348741889</c:v>
                </c:pt>
                <c:pt idx="431">
                  <c:v>63.4442658424378</c:v>
                </c:pt>
                <c:pt idx="432">
                  <c:v>63.6108415722847</c:v>
                </c:pt>
                <c:pt idx="433">
                  <c:v>63.7406435012818</c:v>
                </c:pt>
                <c:pt idx="434">
                  <c:v>63.892281472683</c:v>
                </c:pt>
                <c:pt idx="435">
                  <c:v>64.086885035038</c:v>
                </c:pt>
                <c:pt idx="436">
                  <c:v>64.3166826367378</c:v>
                </c:pt>
                <c:pt idx="437">
                  <c:v>64.5877453088761</c:v>
                </c:pt>
                <c:pt idx="438">
                  <c:v>64.8424590826035</c:v>
                </c:pt>
                <c:pt idx="439">
                  <c:v>65.0578159093857</c:v>
                </c:pt>
                <c:pt idx="440">
                  <c:v>65.2715514302254</c:v>
                </c:pt>
                <c:pt idx="441">
                  <c:v>65.5561948418617</c:v>
                </c:pt>
                <c:pt idx="442">
                  <c:v>65.8304324746132</c:v>
                </c:pt>
                <c:pt idx="443">
                  <c:v>66.1771993041039</c:v>
                </c:pt>
                <c:pt idx="444">
                  <c:v>66.5393647551537</c:v>
                </c:pt>
                <c:pt idx="445">
                  <c:v>66.8441787958145</c:v>
                </c:pt>
                <c:pt idx="446">
                  <c:v>67.1061947345734</c:v>
                </c:pt>
                <c:pt idx="447">
                  <c:v>67.2937604188919</c:v>
                </c:pt>
                <c:pt idx="448">
                  <c:v>67.4230016469956</c:v>
                </c:pt>
                <c:pt idx="449">
                  <c:v>67.494589805603</c:v>
                </c:pt>
                <c:pt idx="450">
                  <c:v>67.5504412651062</c:v>
                </c:pt>
                <c:pt idx="451">
                  <c:v>67.5904282927513</c:v>
                </c:pt>
                <c:pt idx="452">
                  <c:v>67.6708820462227</c:v>
                </c:pt>
                <c:pt idx="453">
                  <c:v>67.7846848368645</c:v>
                </c:pt>
                <c:pt idx="454">
                  <c:v>67.9197753071785</c:v>
                </c:pt>
                <c:pt idx="455">
                  <c:v>68.0848753452301</c:v>
                </c:pt>
                <c:pt idx="456">
                  <c:v>68.3712344169617</c:v>
                </c:pt>
                <c:pt idx="457">
                  <c:v>68.7051163315773</c:v>
                </c:pt>
                <c:pt idx="458">
                  <c:v>69.051462829113</c:v>
                </c:pt>
                <c:pt idx="459">
                  <c:v>69.4092635512352</c:v>
                </c:pt>
                <c:pt idx="460">
                  <c:v>69.7882093787193</c:v>
                </c:pt>
                <c:pt idx="461">
                  <c:v>70.1210132837296</c:v>
                </c:pt>
                <c:pt idx="462">
                  <c:v>70.4106156826019</c:v>
                </c:pt>
                <c:pt idx="463">
                  <c:v>70.6563355922699</c:v>
                </c:pt>
                <c:pt idx="464">
                  <c:v>70.8858726024628</c:v>
                </c:pt>
                <c:pt idx="465">
                  <c:v>71.079278588295</c:v>
                </c:pt>
                <c:pt idx="466">
                  <c:v>71.2554523944855</c:v>
                </c:pt>
                <c:pt idx="467">
                  <c:v>71.4254179000855</c:v>
                </c:pt>
                <c:pt idx="468">
                  <c:v>71.5851833224297</c:v>
                </c:pt>
                <c:pt idx="469">
                  <c:v>71.798720061779</c:v>
                </c:pt>
                <c:pt idx="470">
                  <c:v>71.8986594080925</c:v>
                </c:pt>
                <c:pt idx="471">
                  <c:v>71.9352056980133</c:v>
                </c:pt>
                <c:pt idx="472">
                  <c:v>71.9620458483696</c:v>
                </c:pt>
                <c:pt idx="473">
                  <c:v>71.9739018082619</c:v>
                </c:pt>
                <c:pt idx="474">
                  <c:v>72.0407279729843</c:v>
                </c:pt>
                <c:pt idx="475">
                  <c:v>72.0660661458969</c:v>
                </c:pt>
                <c:pt idx="476">
                  <c:v>72.176829636097</c:v>
                </c:pt>
                <c:pt idx="477">
                  <c:v>72.2711645960808</c:v>
                </c:pt>
                <c:pt idx="478">
                  <c:v>72.4040371775627</c:v>
                </c:pt>
                <c:pt idx="479">
                  <c:v>72.5167289972305</c:v>
                </c:pt>
                <c:pt idx="480">
                  <c:v>72.5854727029801</c:v>
                </c:pt>
                <c:pt idx="481">
                  <c:v>72.6784963607788</c:v>
                </c:pt>
                <c:pt idx="482">
                  <c:v>72.7481461763382</c:v>
                </c:pt>
                <c:pt idx="483">
                  <c:v>72.8219996094704</c:v>
                </c:pt>
                <c:pt idx="484">
                  <c:v>72.9293672442436</c:v>
                </c:pt>
                <c:pt idx="485">
                  <c:v>73.0184416770935</c:v>
                </c:pt>
                <c:pt idx="486">
                  <c:v>73.0934862494469</c:v>
                </c:pt>
                <c:pt idx="487">
                  <c:v>73.1151868700981</c:v>
                </c:pt>
                <c:pt idx="488">
                  <c:v>73.167549610138</c:v>
                </c:pt>
                <c:pt idx="489">
                  <c:v>73.2465673685074</c:v>
                </c:pt>
                <c:pt idx="490">
                  <c:v>73.440122961998</c:v>
                </c:pt>
                <c:pt idx="491">
                  <c:v>73.6658232212067</c:v>
                </c:pt>
                <c:pt idx="492">
                  <c:v>73.8794824481011</c:v>
                </c:pt>
                <c:pt idx="493">
                  <c:v>74.1371571421623</c:v>
                </c:pt>
                <c:pt idx="494">
                  <c:v>74.4032657146454</c:v>
                </c:pt>
                <c:pt idx="495">
                  <c:v>74.7218587398529</c:v>
                </c:pt>
                <c:pt idx="496">
                  <c:v>75.039819598198</c:v>
                </c:pt>
                <c:pt idx="497">
                  <c:v>75.3754079341889</c:v>
                </c:pt>
                <c:pt idx="498">
                  <c:v>75.7268475294113</c:v>
                </c:pt>
                <c:pt idx="499">
                  <c:v>76.0628123283386</c:v>
                </c:pt>
                <c:pt idx="500">
                  <c:v>76.3444929122925</c:v>
                </c:pt>
                <c:pt idx="501">
                  <c:v>76.6278201341629</c:v>
                </c:pt>
                <c:pt idx="502">
                  <c:v>76.9266520142555</c:v>
                </c:pt>
                <c:pt idx="503">
                  <c:v>77.2164638638497</c:v>
                </c:pt>
                <c:pt idx="504">
                  <c:v>77.4825351834297</c:v>
                </c:pt>
                <c:pt idx="505">
                  <c:v>77.6659342646599</c:v>
                </c:pt>
                <c:pt idx="506">
                  <c:v>77.8133606910706</c:v>
                </c:pt>
                <c:pt idx="507">
                  <c:v>77.9011224508286</c:v>
                </c:pt>
                <c:pt idx="508">
                  <c:v>77.927061855793</c:v>
                </c:pt>
                <c:pt idx="509">
                  <c:v>77.946993291378</c:v>
                </c:pt>
                <c:pt idx="510">
                  <c:v>77.9496834874153</c:v>
                </c:pt>
                <c:pt idx="511">
                  <c:v>77.9898329377175</c:v>
                </c:pt>
                <c:pt idx="512">
                  <c:v>78.0570232868195</c:v>
                </c:pt>
                <c:pt idx="513">
                  <c:v>78.1124979257584</c:v>
                </c:pt>
                <c:pt idx="514">
                  <c:v>78.2205045819283</c:v>
                </c:pt>
                <c:pt idx="515">
                  <c:v>78.3078914284706</c:v>
                </c:pt>
                <c:pt idx="516">
                  <c:v>78.3859931826592</c:v>
                </c:pt>
                <c:pt idx="517">
                  <c:v>78.4501040577889</c:v>
                </c:pt>
                <c:pt idx="518">
                  <c:v>78.5090199708939</c:v>
                </c:pt>
                <c:pt idx="519">
                  <c:v>78.6221032738686</c:v>
                </c:pt>
                <c:pt idx="520">
                  <c:v>78.6995466947556</c:v>
                </c:pt>
                <c:pt idx="521">
                  <c:v>78.7407091259957</c:v>
                </c:pt>
                <c:pt idx="522">
                  <c:v>78.752991437912</c:v>
                </c:pt>
                <c:pt idx="523">
                  <c:v>78.8050202727318</c:v>
                </c:pt>
                <c:pt idx="524">
                  <c:v>78.8406634926796</c:v>
                </c:pt>
                <c:pt idx="525">
                  <c:v>78.9738379120827</c:v>
                </c:pt>
                <c:pt idx="526">
                  <c:v>79.1621298193932</c:v>
                </c:pt>
                <c:pt idx="527">
                  <c:v>79.3972092270851</c:v>
                </c:pt>
                <c:pt idx="528">
                  <c:v>79.6581532359123</c:v>
                </c:pt>
                <c:pt idx="529">
                  <c:v>79.8997803330422</c:v>
                </c:pt>
                <c:pt idx="530">
                  <c:v>80.2047105431557</c:v>
                </c:pt>
                <c:pt idx="531">
                  <c:v>80.5085122585297</c:v>
                </c:pt>
                <c:pt idx="532">
                  <c:v>80.8279715776444</c:v>
                </c:pt>
                <c:pt idx="533">
                  <c:v>81.0823758840561</c:v>
                </c:pt>
                <c:pt idx="534">
                  <c:v>81.3259220719338</c:v>
                </c:pt>
                <c:pt idx="535">
                  <c:v>81.5099648833275</c:v>
                </c:pt>
                <c:pt idx="536">
                  <c:v>81.6479175686836</c:v>
                </c:pt>
                <c:pt idx="537">
                  <c:v>81.8042150139809</c:v>
                </c:pt>
                <c:pt idx="538">
                  <c:v>82.0016345977783</c:v>
                </c:pt>
                <c:pt idx="539">
                  <c:v>82.2490804791451</c:v>
                </c:pt>
                <c:pt idx="540">
                  <c:v>82.4887918233872</c:v>
                </c:pt>
                <c:pt idx="541">
                  <c:v>82.6788508892059</c:v>
                </c:pt>
                <c:pt idx="542">
                  <c:v>82.8780252337456</c:v>
                </c:pt>
                <c:pt idx="543">
                  <c:v>83.0774762034416</c:v>
                </c:pt>
                <c:pt idx="544">
                  <c:v>83.1813539862633</c:v>
                </c:pt>
                <c:pt idx="545">
                  <c:v>83.3231382966042</c:v>
                </c:pt>
                <c:pt idx="546">
                  <c:v>83.5191650986672</c:v>
                </c:pt>
                <c:pt idx="547">
                  <c:v>83.679969727993</c:v>
                </c:pt>
                <c:pt idx="548">
                  <c:v>83.8440319895744</c:v>
                </c:pt>
                <c:pt idx="549">
                  <c:v>83.9975165128708</c:v>
                </c:pt>
                <c:pt idx="550">
                  <c:v>84.1470903754234</c:v>
                </c:pt>
                <c:pt idx="551">
                  <c:v>84.3466700911522</c:v>
                </c:pt>
                <c:pt idx="552">
                  <c:v>84.4932001233101</c:v>
                </c:pt>
                <c:pt idx="553">
                  <c:v>84.6672846674919</c:v>
                </c:pt>
                <c:pt idx="554">
                  <c:v>84.8603506684303</c:v>
                </c:pt>
                <c:pt idx="555">
                  <c:v>85.1179509758949</c:v>
                </c:pt>
                <c:pt idx="556">
                  <c:v>85.4067068696022</c:v>
                </c:pt>
                <c:pt idx="557">
                  <c:v>85.749419093132</c:v>
                </c:pt>
                <c:pt idx="558">
                  <c:v>86.1114800572395</c:v>
                </c:pt>
                <c:pt idx="559">
                  <c:v>86.4854356050491</c:v>
                </c:pt>
                <c:pt idx="560">
                  <c:v>86.8548058271408</c:v>
                </c:pt>
                <c:pt idx="561">
                  <c:v>87.2042510509491</c:v>
                </c:pt>
                <c:pt idx="562">
                  <c:v>87.5722340345383</c:v>
                </c:pt>
                <c:pt idx="563">
                  <c:v>87.8961542844773</c:v>
                </c:pt>
                <c:pt idx="564">
                  <c:v>88.1740915775299</c:v>
                </c:pt>
                <c:pt idx="565">
                  <c:v>88.3691568374634</c:v>
                </c:pt>
                <c:pt idx="566">
                  <c:v>88.5626685619355</c:v>
                </c:pt>
                <c:pt idx="567">
                  <c:v>88.7136058807373</c:v>
                </c:pt>
                <c:pt idx="568">
                  <c:v>88.8397169113159</c:v>
                </c:pt>
                <c:pt idx="569">
                  <c:v>88.9464712142945</c:v>
                </c:pt>
                <c:pt idx="570">
                  <c:v>88.9940885305405</c:v>
                </c:pt>
                <c:pt idx="571">
                  <c:v>89.1102556586266</c:v>
                </c:pt>
                <c:pt idx="572">
                  <c:v>89.2510045766831</c:v>
                </c:pt>
                <c:pt idx="573">
                  <c:v>89.4030262827874</c:v>
                </c:pt>
                <c:pt idx="574">
                  <c:v>89.6496382951737</c:v>
                </c:pt>
                <c:pt idx="575">
                  <c:v>89.8608601689339</c:v>
                </c:pt>
                <c:pt idx="576">
                  <c:v>90.0463703870774</c:v>
                </c:pt>
                <c:pt idx="577">
                  <c:v>90.1065490841866</c:v>
                </c:pt>
                <c:pt idx="578">
                  <c:v>90.1823410391808</c:v>
                </c:pt>
                <c:pt idx="579">
                  <c:v>90.2745977044106</c:v>
                </c:pt>
                <c:pt idx="580">
                  <c:v>90.3586150407791</c:v>
                </c:pt>
                <c:pt idx="581">
                  <c:v>90.385914683342</c:v>
                </c:pt>
                <c:pt idx="582">
                  <c:v>90.429713010788</c:v>
                </c:pt>
                <c:pt idx="583">
                  <c:v>90.4796977639198</c:v>
                </c:pt>
                <c:pt idx="584">
                  <c:v>90.5365598201752</c:v>
                </c:pt>
                <c:pt idx="585">
                  <c:v>90.6282098293305</c:v>
                </c:pt>
                <c:pt idx="586">
                  <c:v>90.6881270408631</c:v>
                </c:pt>
                <c:pt idx="587">
                  <c:v>90.7637105584145</c:v>
                </c:pt>
                <c:pt idx="588">
                  <c:v>90.8660193085671</c:v>
                </c:pt>
                <c:pt idx="589">
                  <c:v>91.0512766242027</c:v>
                </c:pt>
                <c:pt idx="590">
                  <c:v>91.2850638628006</c:v>
                </c:pt>
                <c:pt idx="591">
                  <c:v>91.530154645443</c:v>
                </c:pt>
                <c:pt idx="592">
                  <c:v>91.7232414484024</c:v>
                </c:pt>
                <c:pt idx="593">
                  <c:v>91.9632099866867</c:v>
                </c:pt>
                <c:pt idx="594">
                  <c:v>92.2128748297692</c:v>
                </c:pt>
                <c:pt idx="595">
                  <c:v>92.4330409169197</c:v>
                </c:pt>
                <c:pt idx="596">
                  <c:v>92.7128053307534</c:v>
                </c:pt>
                <c:pt idx="597">
                  <c:v>93.0066659450531</c:v>
                </c:pt>
                <c:pt idx="598">
                  <c:v>93.2469172477722</c:v>
                </c:pt>
                <c:pt idx="599">
                  <c:v>93.4811617136002</c:v>
                </c:pt>
                <c:pt idx="600">
                  <c:v>93.7239671945572</c:v>
                </c:pt>
                <c:pt idx="601">
                  <c:v>93.9420710802079</c:v>
                </c:pt>
                <c:pt idx="602">
                  <c:v>94.2209582328797</c:v>
                </c:pt>
                <c:pt idx="603">
                  <c:v>94.435481607914</c:v>
                </c:pt>
                <c:pt idx="604">
                  <c:v>94.6349998116494</c:v>
                </c:pt>
                <c:pt idx="605">
                  <c:v>94.8231208920479</c:v>
                </c:pt>
                <c:pt idx="606">
                  <c:v>94.9980962276459</c:v>
                </c:pt>
                <c:pt idx="607">
                  <c:v>95.1450980305672</c:v>
                </c:pt>
                <c:pt idx="608">
                  <c:v>95.2670216560364</c:v>
                </c:pt>
                <c:pt idx="609">
                  <c:v>95.4099398851395</c:v>
                </c:pt>
                <c:pt idx="610">
                  <c:v>95.5436335802079</c:v>
                </c:pt>
                <c:pt idx="611">
                  <c:v>95.726472735405</c:v>
                </c:pt>
                <c:pt idx="612">
                  <c:v>95.8538632392884</c:v>
                </c:pt>
                <c:pt idx="613">
                  <c:v>95.9765376448632</c:v>
                </c:pt>
                <c:pt idx="614">
                  <c:v>96.0717604160309</c:v>
                </c:pt>
                <c:pt idx="615">
                  <c:v>96.1649921536446</c:v>
                </c:pt>
                <c:pt idx="616">
                  <c:v>96.2815234661103</c:v>
                </c:pt>
                <c:pt idx="617">
                  <c:v>96.4312786459923</c:v>
                </c:pt>
                <c:pt idx="618">
                  <c:v>96.6065444350243</c:v>
                </c:pt>
                <c:pt idx="619">
                  <c:v>96.7884217500687</c:v>
                </c:pt>
                <c:pt idx="620">
                  <c:v>96.9162890911103</c:v>
                </c:pt>
                <c:pt idx="621">
                  <c:v>96.9967976808548</c:v>
                </c:pt>
                <c:pt idx="622">
                  <c:v>97.0996317863465</c:v>
                </c:pt>
                <c:pt idx="623">
                  <c:v>97.2019712328911</c:v>
                </c:pt>
                <c:pt idx="624">
                  <c:v>97.3141934275627</c:v>
                </c:pt>
                <c:pt idx="625">
                  <c:v>97.4190523028374</c:v>
                </c:pt>
                <c:pt idx="626">
                  <c:v>97.5457558035851</c:v>
                </c:pt>
                <c:pt idx="627">
                  <c:v>97.667022228241</c:v>
                </c:pt>
                <c:pt idx="628">
                  <c:v>97.7840389609337</c:v>
                </c:pt>
                <c:pt idx="629">
                  <c:v>97.9481155276299</c:v>
                </c:pt>
                <c:pt idx="630">
                  <c:v>98.1329389214516</c:v>
                </c:pt>
                <c:pt idx="631">
                  <c:v>98.3466293811798</c:v>
                </c:pt>
                <c:pt idx="632">
                  <c:v>98.5133818387986</c:v>
                </c:pt>
                <c:pt idx="633">
                  <c:v>98.6976591348648</c:v>
                </c:pt>
                <c:pt idx="634">
                  <c:v>98.8343196511269</c:v>
                </c:pt>
                <c:pt idx="635">
                  <c:v>98.9671438932419</c:v>
                </c:pt>
                <c:pt idx="636">
                  <c:v>99.0913132429123</c:v>
                </c:pt>
                <c:pt idx="637">
                  <c:v>99.2529504299164</c:v>
                </c:pt>
                <c:pt idx="638">
                  <c:v>99.3793223500252</c:v>
                </c:pt>
                <c:pt idx="639">
                  <c:v>99.4928548336029</c:v>
                </c:pt>
                <c:pt idx="640">
                  <c:v>99.6184703707695</c:v>
                </c:pt>
                <c:pt idx="641">
                  <c:v>99.772107899189</c:v>
                </c:pt>
                <c:pt idx="642">
                  <c:v>99.9179186820984</c:v>
                </c:pt>
                <c:pt idx="643">
                  <c:v>100.08113270998</c:v>
                </c:pt>
                <c:pt idx="644">
                  <c:v>100.240262806416</c:v>
                </c:pt>
                <c:pt idx="645">
                  <c:v>100.368453979492</c:v>
                </c:pt>
                <c:pt idx="646">
                  <c:v>100.472740650177</c:v>
                </c:pt>
                <c:pt idx="647">
                  <c:v>100.547662436962</c:v>
                </c:pt>
                <c:pt idx="648">
                  <c:v>100.600114047527</c:v>
                </c:pt>
                <c:pt idx="649">
                  <c:v>100.638743281364</c:v>
                </c:pt>
                <c:pt idx="650">
                  <c:v>100.681502640247</c:v>
                </c:pt>
                <c:pt idx="651">
                  <c:v>100.70412504673</c:v>
                </c:pt>
                <c:pt idx="652">
                  <c:v>100.749019026756</c:v>
                </c:pt>
                <c:pt idx="653">
                  <c:v>100.794226467609</c:v>
                </c:pt>
                <c:pt idx="654">
                  <c:v>100.878754198551</c:v>
                </c:pt>
                <c:pt idx="655">
                  <c:v>100.944498121738</c:v>
                </c:pt>
                <c:pt idx="656">
                  <c:v>101.085472345352</c:v>
                </c:pt>
                <c:pt idx="657">
                  <c:v>101.289529204369</c:v>
                </c:pt>
                <c:pt idx="658">
                  <c:v>101.603439390659</c:v>
                </c:pt>
                <c:pt idx="659">
                  <c:v>101.90621060133</c:v>
                </c:pt>
                <c:pt idx="660">
                  <c:v>102.241277217865</c:v>
                </c:pt>
                <c:pt idx="661">
                  <c:v>102.56061643362</c:v>
                </c:pt>
                <c:pt idx="662">
                  <c:v>102.858978807926</c:v>
                </c:pt>
                <c:pt idx="663">
                  <c:v>103.184257268906</c:v>
                </c:pt>
                <c:pt idx="664">
                  <c:v>103.477924227715</c:v>
                </c:pt>
                <c:pt idx="665">
                  <c:v>103.804947853088</c:v>
                </c:pt>
                <c:pt idx="666">
                  <c:v>104.14443218708</c:v>
                </c:pt>
                <c:pt idx="667">
                  <c:v>104.435627937317</c:v>
                </c:pt>
                <c:pt idx="668">
                  <c:v>104.645646870136</c:v>
                </c:pt>
                <c:pt idx="669">
                  <c:v>104.836766302586</c:v>
                </c:pt>
                <c:pt idx="670">
                  <c:v>104.998083591461</c:v>
                </c:pt>
                <c:pt idx="671">
                  <c:v>105.172505378723</c:v>
                </c:pt>
                <c:pt idx="672">
                  <c:v>105.392919182777</c:v>
                </c:pt>
                <c:pt idx="673">
                  <c:v>105.666704297066</c:v>
                </c:pt>
                <c:pt idx="674">
                  <c:v>105.919924378395</c:v>
                </c:pt>
                <c:pt idx="675">
                  <c:v>106.134514689446</c:v>
                </c:pt>
                <c:pt idx="676">
                  <c:v>106.32725918293</c:v>
                </c:pt>
                <c:pt idx="677">
                  <c:v>106.493135869503</c:v>
                </c:pt>
                <c:pt idx="678">
                  <c:v>106.696212232113</c:v>
                </c:pt>
                <c:pt idx="679">
                  <c:v>106.899594783783</c:v>
                </c:pt>
                <c:pt idx="680">
                  <c:v>107.053767442703</c:v>
                </c:pt>
                <c:pt idx="681">
                  <c:v>107.182768762112</c:v>
                </c:pt>
                <c:pt idx="682">
                  <c:v>107.351533412933</c:v>
                </c:pt>
                <c:pt idx="683">
                  <c:v>107.47570335865</c:v>
                </c:pt>
                <c:pt idx="684">
                  <c:v>107.600689351559</c:v>
                </c:pt>
                <c:pt idx="685">
                  <c:v>107.719060599804</c:v>
                </c:pt>
                <c:pt idx="686">
                  <c:v>107.850994944572</c:v>
                </c:pt>
                <c:pt idx="687">
                  <c:v>107.989305734634</c:v>
                </c:pt>
                <c:pt idx="688">
                  <c:v>108.096763312817</c:v>
                </c:pt>
                <c:pt idx="689">
                  <c:v>108.194391131401</c:v>
                </c:pt>
                <c:pt idx="690">
                  <c:v>108.30971968174</c:v>
                </c:pt>
                <c:pt idx="691">
                  <c:v>108.41950750351</c:v>
                </c:pt>
                <c:pt idx="692">
                  <c:v>108.544455468655</c:v>
                </c:pt>
                <c:pt idx="693">
                  <c:v>108.682282030582</c:v>
                </c:pt>
                <c:pt idx="694">
                  <c:v>108.840347290039</c:v>
                </c:pt>
                <c:pt idx="695">
                  <c:v>109.057072281837</c:v>
                </c:pt>
                <c:pt idx="696">
                  <c:v>109.295124292374</c:v>
                </c:pt>
                <c:pt idx="697">
                  <c:v>109.488377213478</c:v>
                </c:pt>
                <c:pt idx="698">
                  <c:v>109.66931194067</c:v>
                </c:pt>
                <c:pt idx="699">
                  <c:v>109.740821182728</c:v>
                </c:pt>
                <c:pt idx="700">
                  <c:v>109.823481500149</c:v>
                </c:pt>
                <c:pt idx="701">
                  <c:v>109.981861293316</c:v>
                </c:pt>
                <c:pt idx="702">
                  <c:v>110.113078117371</c:v>
                </c:pt>
                <c:pt idx="703">
                  <c:v>110.221567094326</c:v>
                </c:pt>
                <c:pt idx="704">
                  <c:v>110.283446729183</c:v>
                </c:pt>
                <c:pt idx="705">
                  <c:v>110.407386720181</c:v>
                </c:pt>
                <c:pt idx="706">
                  <c:v>110.504073023796</c:v>
                </c:pt>
                <c:pt idx="707">
                  <c:v>110.57325565815</c:v>
                </c:pt>
                <c:pt idx="708">
                  <c:v>110.599150776863</c:v>
                </c:pt>
                <c:pt idx="709">
                  <c:v>110.662200570107</c:v>
                </c:pt>
                <c:pt idx="710">
                  <c:v>110.703128993511</c:v>
                </c:pt>
                <c:pt idx="711">
                  <c:v>110.72332316637</c:v>
                </c:pt>
                <c:pt idx="712">
                  <c:v>110.735367238522</c:v>
                </c:pt>
                <c:pt idx="713">
                  <c:v>110.701473534107</c:v>
                </c:pt>
                <c:pt idx="714">
                  <c:v>110.698776185513</c:v>
                </c:pt>
                <c:pt idx="715">
                  <c:v>110.810484826565</c:v>
                </c:pt>
                <c:pt idx="716">
                  <c:v>110.942606925964</c:v>
                </c:pt>
                <c:pt idx="717">
                  <c:v>111.103611171246</c:v>
                </c:pt>
                <c:pt idx="718">
                  <c:v>111.238589286804</c:v>
                </c:pt>
                <c:pt idx="719">
                  <c:v>111.355240702629</c:v>
                </c:pt>
                <c:pt idx="720">
                  <c:v>111.53850799799</c:v>
                </c:pt>
                <c:pt idx="721">
                  <c:v>111.765585362911</c:v>
                </c:pt>
                <c:pt idx="722">
                  <c:v>112.018404483795</c:v>
                </c:pt>
                <c:pt idx="723">
                  <c:v>112.269456267357</c:v>
                </c:pt>
                <c:pt idx="724">
                  <c:v>112.487920045853</c:v>
                </c:pt>
                <c:pt idx="725">
                  <c:v>112.637483298779</c:v>
                </c:pt>
                <c:pt idx="726">
                  <c:v>112.739956200123</c:v>
                </c:pt>
                <c:pt idx="727">
                  <c:v>112.8462241292</c:v>
                </c:pt>
                <c:pt idx="728">
                  <c:v>112.9821138978</c:v>
                </c:pt>
                <c:pt idx="729">
                  <c:v>113.006131708622</c:v>
                </c:pt>
                <c:pt idx="730">
                  <c:v>112.975636541843</c:v>
                </c:pt>
                <c:pt idx="731">
                  <c:v>112.925148665905</c:v>
                </c:pt>
                <c:pt idx="732">
                  <c:v>112.876361906528</c:v>
                </c:pt>
                <c:pt idx="733">
                  <c:v>112.868910849094</c:v>
                </c:pt>
                <c:pt idx="734">
                  <c:v>112.896874308586</c:v>
                </c:pt>
                <c:pt idx="735">
                  <c:v>112.982595562935</c:v>
                </c:pt>
                <c:pt idx="736">
                  <c:v>113.075695753098</c:v>
                </c:pt>
                <c:pt idx="737">
                  <c:v>113.194665670395</c:v>
                </c:pt>
                <c:pt idx="738">
                  <c:v>113.313680529594</c:v>
                </c:pt>
                <c:pt idx="739">
                  <c:v>113.421439647675</c:v>
                </c:pt>
                <c:pt idx="740">
                  <c:v>113.4439047575</c:v>
                </c:pt>
                <c:pt idx="741">
                  <c:v>113.451428472996</c:v>
                </c:pt>
                <c:pt idx="742">
                  <c:v>113.461094856262</c:v>
                </c:pt>
                <c:pt idx="743">
                  <c:v>113.433876752853</c:v>
                </c:pt>
                <c:pt idx="744">
                  <c:v>113.351508021355</c:v>
                </c:pt>
                <c:pt idx="745">
                  <c:v>113.181407809258</c:v>
                </c:pt>
                <c:pt idx="746">
                  <c:v>112.96392762661</c:v>
                </c:pt>
                <c:pt idx="747">
                  <c:v>112.822851419449</c:v>
                </c:pt>
                <c:pt idx="748">
                  <c:v>112.983322918415</c:v>
                </c:pt>
                <c:pt idx="749">
                  <c:v>112.755382478237</c:v>
                </c:pt>
                <c:pt idx="750">
                  <c:v>112.764738976955</c:v>
                </c:pt>
                <c:pt idx="751">
                  <c:v>112.643008887768</c:v>
                </c:pt>
                <c:pt idx="752">
                  <c:v>112.659458100796</c:v>
                </c:pt>
                <c:pt idx="753">
                  <c:v>112.68243253231</c:v>
                </c:pt>
                <c:pt idx="754">
                  <c:v>112.580716371536</c:v>
                </c:pt>
                <c:pt idx="755">
                  <c:v>112.673058688641</c:v>
                </c:pt>
                <c:pt idx="756">
                  <c:v>112.794161438942</c:v>
                </c:pt>
                <c:pt idx="757">
                  <c:v>112.919268012047</c:v>
                </c:pt>
                <c:pt idx="758">
                  <c:v>113.051547288895</c:v>
                </c:pt>
                <c:pt idx="759">
                  <c:v>113.246392726898</c:v>
                </c:pt>
                <c:pt idx="760">
                  <c:v>113.42347162962</c:v>
                </c:pt>
                <c:pt idx="761">
                  <c:v>113.653052270412</c:v>
                </c:pt>
                <c:pt idx="762">
                  <c:v>113.919505894184</c:v>
                </c:pt>
                <c:pt idx="763">
                  <c:v>114.254511892796</c:v>
                </c:pt>
                <c:pt idx="764">
                  <c:v>114.705188930035</c:v>
                </c:pt>
                <c:pt idx="765">
                  <c:v>115.03307646513</c:v>
                </c:pt>
                <c:pt idx="766">
                  <c:v>115.325997173786</c:v>
                </c:pt>
                <c:pt idx="767">
                  <c:v>115.616403758526</c:v>
                </c:pt>
                <c:pt idx="768">
                  <c:v>115.996416509151</c:v>
                </c:pt>
                <c:pt idx="769">
                  <c:v>116.377127110958</c:v>
                </c:pt>
                <c:pt idx="770">
                  <c:v>116.714297473431</c:v>
                </c:pt>
                <c:pt idx="771">
                  <c:v>116.954433143139</c:v>
                </c:pt>
                <c:pt idx="772">
                  <c:v>117.153621375561</c:v>
                </c:pt>
                <c:pt idx="773">
                  <c:v>117.402367949486</c:v>
                </c:pt>
                <c:pt idx="774">
                  <c:v>117.665484786034</c:v>
                </c:pt>
                <c:pt idx="775">
                  <c:v>117.89552462101</c:v>
                </c:pt>
                <c:pt idx="776">
                  <c:v>118.179114222527</c:v>
                </c:pt>
                <c:pt idx="777">
                  <c:v>118.521866977215</c:v>
                </c:pt>
                <c:pt idx="778">
                  <c:v>118.772221744061</c:v>
                </c:pt>
                <c:pt idx="779">
                  <c:v>118.984107196331</c:v>
                </c:pt>
                <c:pt idx="780">
                  <c:v>119.224392592907</c:v>
                </c:pt>
                <c:pt idx="781">
                  <c:v>119.47022151947</c:v>
                </c:pt>
                <c:pt idx="782">
                  <c:v>119.722798168659</c:v>
                </c:pt>
                <c:pt idx="783">
                  <c:v>119.938199877739</c:v>
                </c:pt>
                <c:pt idx="784">
                  <c:v>120.150136530399</c:v>
                </c:pt>
                <c:pt idx="785">
                  <c:v>120.325805187225</c:v>
                </c:pt>
                <c:pt idx="786">
                  <c:v>120.524516165257</c:v>
                </c:pt>
                <c:pt idx="787">
                  <c:v>120.673000395298</c:v>
                </c:pt>
                <c:pt idx="788">
                  <c:v>120.919635236263</c:v>
                </c:pt>
                <c:pt idx="789">
                  <c:v>121.196192681789</c:v>
                </c:pt>
                <c:pt idx="790">
                  <c:v>121.413716256618</c:v>
                </c:pt>
                <c:pt idx="791">
                  <c:v>121.616892755032</c:v>
                </c:pt>
                <c:pt idx="792">
                  <c:v>121.825870096684</c:v>
                </c:pt>
                <c:pt idx="793">
                  <c:v>122.007767379284</c:v>
                </c:pt>
                <c:pt idx="794">
                  <c:v>122.144494593143</c:v>
                </c:pt>
                <c:pt idx="795">
                  <c:v>122.323713481426</c:v>
                </c:pt>
                <c:pt idx="796">
                  <c:v>122.493827402592</c:v>
                </c:pt>
                <c:pt idx="797">
                  <c:v>122.683242619038</c:v>
                </c:pt>
                <c:pt idx="798">
                  <c:v>122.855863928795</c:v>
                </c:pt>
                <c:pt idx="799">
                  <c:v>123.056540310383</c:v>
                </c:pt>
                <c:pt idx="800">
                  <c:v>123.321570336819</c:v>
                </c:pt>
                <c:pt idx="801">
                  <c:v>123.507965326309</c:v>
                </c:pt>
                <c:pt idx="802">
                  <c:v>123.73705470562</c:v>
                </c:pt>
                <c:pt idx="803">
                  <c:v>124.044601500034</c:v>
                </c:pt>
                <c:pt idx="804">
                  <c:v>124.344007730484</c:v>
                </c:pt>
                <c:pt idx="805">
                  <c:v>124.617628395557</c:v>
                </c:pt>
                <c:pt idx="806">
                  <c:v>124.896974742413</c:v>
                </c:pt>
                <c:pt idx="807">
                  <c:v>125.126177728176</c:v>
                </c:pt>
                <c:pt idx="808">
                  <c:v>125.286236763</c:v>
                </c:pt>
                <c:pt idx="809">
                  <c:v>125.432081103325</c:v>
                </c:pt>
                <c:pt idx="810">
                  <c:v>125.518812417984</c:v>
                </c:pt>
                <c:pt idx="811">
                  <c:v>125.596701443195</c:v>
                </c:pt>
                <c:pt idx="812">
                  <c:v>125.70842820406</c:v>
                </c:pt>
                <c:pt idx="813">
                  <c:v>125.82738494873</c:v>
                </c:pt>
                <c:pt idx="814">
                  <c:v>125.934021174908</c:v>
                </c:pt>
                <c:pt idx="815">
                  <c:v>126.041490852833</c:v>
                </c:pt>
                <c:pt idx="816">
                  <c:v>126.159457623959</c:v>
                </c:pt>
                <c:pt idx="817">
                  <c:v>126.263427436352</c:v>
                </c:pt>
                <c:pt idx="818">
                  <c:v>126.404388308525</c:v>
                </c:pt>
                <c:pt idx="819">
                  <c:v>126.575536966324</c:v>
                </c:pt>
                <c:pt idx="820">
                  <c:v>126.746099829674</c:v>
                </c:pt>
                <c:pt idx="821">
                  <c:v>126.906552255154</c:v>
                </c:pt>
                <c:pt idx="822">
                  <c:v>127.084623932838</c:v>
                </c:pt>
                <c:pt idx="823">
                  <c:v>127.313537061214</c:v>
                </c:pt>
                <c:pt idx="824">
                  <c:v>127.511624872684</c:v>
                </c:pt>
                <c:pt idx="825">
                  <c:v>127.733589470387</c:v>
                </c:pt>
                <c:pt idx="826">
                  <c:v>127.976714372635</c:v>
                </c:pt>
                <c:pt idx="827">
                  <c:v>128.202105045319</c:v>
                </c:pt>
                <c:pt idx="828">
                  <c:v>128.399552106857</c:v>
                </c:pt>
                <c:pt idx="829">
                  <c:v>128.557757556438</c:v>
                </c:pt>
                <c:pt idx="830">
                  <c:v>128.701968073845</c:v>
                </c:pt>
                <c:pt idx="831">
                  <c:v>128.875489890575</c:v>
                </c:pt>
                <c:pt idx="832">
                  <c:v>129.037584006786</c:v>
                </c:pt>
                <c:pt idx="833">
                  <c:v>129.183582127094</c:v>
                </c:pt>
                <c:pt idx="834">
                  <c:v>129.268035113811</c:v>
                </c:pt>
                <c:pt idx="835">
                  <c:v>129.347469568253</c:v>
                </c:pt>
                <c:pt idx="836">
                  <c:v>129.43752604723</c:v>
                </c:pt>
                <c:pt idx="837">
                  <c:v>129.540444135666</c:v>
                </c:pt>
                <c:pt idx="838">
                  <c:v>129.640596687794</c:v>
                </c:pt>
                <c:pt idx="839">
                  <c:v>129.727864742279</c:v>
                </c:pt>
                <c:pt idx="840">
                  <c:v>129.829825997353</c:v>
                </c:pt>
                <c:pt idx="841">
                  <c:v>129.977463722229</c:v>
                </c:pt>
                <c:pt idx="842">
                  <c:v>130.111364126205</c:v>
                </c:pt>
                <c:pt idx="843">
                  <c:v>130.128191530704</c:v>
                </c:pt>
                <c:pt idx="844">
                  <c:v>130.193433642387</c:v>
                </c:pt>
                <c:pt idx="845">
                  <c:v>130.180913925171</c:v>
                </c:pt>
                <c:pt idx="846">
                  <c:v>130.11520588398</c:v>
                </c:pt>
                <c:pt idx="847">
                  <c:v>130.021900415421</c:v>
                </c:pt>
                <c:pt idx="848">
                  <c:v>130.007941603661</c:v>
                </c:pt>
                <c:pt idx="849">
                  <c:v>130.071991562843</c:v>
                </c:pt>
                <c:pt idx="850">
                  <c:v>130.197555959225</c:v>
                </c:pt>
                <c:pt idx="851">
                  <c:v>130.311979174614</c:v>
                </c:pt>
                <c:pt idx="852">
                  <c:v>130.460993885994</c:v>
                </c:pt>
                <c:pt idx="853">
                  <c:v>130.636591076851</c:v>
                </c:pt>
                <c:pt idx="854">
                  <c:v>130.823302030563</c:v>
                </c:pt>
                <c:pt idx="855">
                  <c:v>131.048861026764</c:v>
                </c:pt>
                <c:pt idx="856">
                  <c:v>131.364342868328</c:v>
                </c:pt>
                <c:pt idx="857">
                  <c:v>131.703798234463</c:v>
                </c:pt>
                <c:pt idx="858">
                  <c:v>131.999857366085</c:v>
                </c:pt>
                <c:pt idx="859">
                  <c:v>132.204646885395</c:v>
                </c:pt>
                <c:pt idx="860">
                  <c:v>132.339682340622</c:v>
                </c:pt>
                <c:pt idx="861">
                  <c:v>132.47368735075</c:v>
                </c:pt>
                <c:pt idx="862">
                  <c:v>132.526860654354</c:v>
                </c:pt>
                <c:pt idx="863">
                  <c:v>132.598202764988</c:v>
                </c:pt>
                <c:pt idx="864">
                  <c:v>132.715645492077</c:v>
                </c:pt>
                <c:pt idx="865">
                  <c:v>132.807011187077</c:v>
                </c:pt>
                <c:pt idx="866">
                  <c:v>132.821664690971</c:v>
                </c:pt>
                <c:pt idx="867">
                  <c:v>132.857501387596</c:v>
                </c:pt>
                <c:pt idx="868">
                  <c:v>132.949819624424</c:v>
                </c:pt>
                <c:pt idx="869">
                  <c:v>133.170921623707</c:v>
                </c:pt>
                <c:pt idx="870">
                  <c:v>133.411640107632</c:v>
                </c:pt>
                <c:pt idx="871">
                  <c:v>133.708197057247</c:v>
                </c:pt>
                <c:pt idx="872">
                  <c:v>134.008742332458</c:v>
                </c:pt>
                <c:pt idx="873">
                  <c:v>134.245254278183</c:v>
                </c:pt>
                <c:pt idx="874">
                  <c:v>134.575606882572</c:v>
                </c:pt>
                <c:pt idx="875">
                  <c:v>134.956146299839</c:v>
                </c:pt>
                <c:pt idx="876">
                  <c:v>135.350979745388</c:v>
                </c:pt>
                <c:pt idx="877">
                  <c:v>135.674561202526</c:v>
                </c:pt>
                <c:pt idx="878">
                  <c:v>136.007285475731</c:v>
                </c:pt>
                <c:pt idx="879">
                  <c:v>136.329949975014</c:v>
                </c:pt>
                <c:pt idx="880">
                  <c:v>136.629007220268</c:v>
                </c:pt>
                <c:pt idx="881">
                  <c:v>136.890664696693</c:v>
                </c:pt>
                <c:pt idx="882">
                  <c:v>137.186277151108</c:v>
                </c:pt>
                <c:pt idx="883">
                  <c:v>137.490269303322</c:v>
                </c:pt>
                <c:pt idx="884">
                  <c:v>137.746285021305</c:v>
                </c:pt>
                <c:pt idx="885">
                  <c:v>137.993291676044</c:v>
                </c:pt>
                <c:pt idx="886">
                  <c:v>138.206214785576</c:v>
                </c:pt>
                <c:pt idx="887">
                  <c:v>138.403049767017</c:v>
                </c:pt>
                <c:pt idx="888">
                  <c:v>138.5440351367</c:v>
                </c:pt>
                <c:pt idx="889">
                  <c:v>138.689796090126</c:v>
                </c:pt>
                <c:pt idx="890">
                  <c:v>138.92616468668</c:v>
                </c:pt>
                <c:pt idx="891">
                  <c:v>139.114858865738</c:v>
                </c:pt>
                <c:pt idx="892">
                  <c:v>139.291942775249</c:v>
                </c:pt>
                <c:pt idx="893">
                  <c:v>139.442355215549</c:v>
                </c:pt>
                <c:pt idx="894">
                  <c:v>139.613283157349</c:v>
                </c:pt>
                <c:pt idx="895">
                  <c:v>139.759441316128</c:v>
                </c:pt>
                <c:pt idx="896">
                  <c:v>139.943807542324</c:v>
                </c:pt>
                <c:pt idx="897">
                  <c:v>140.135311305523</c:v>
                </c:pt>
                <c:pt idx="898">
                  <c:v>140.373292863369</c:v>
                </c:pt>
                <c:pt idx="899">
                  <c:v>140.5204449296</c:v>
                </c:pt>
                <c:pt idx="900">
                  <c:v>140.587552607059</c:v>
                </c:pt>
                <c:pt idx="901">
                  <c:v>140.683426141739</c:v>
                </c:pt>
                <c:pt idx="902">
                  <c:v>140.857483029366</c:v>
                </c:pt>
                <c:pt idx="903">
                  <c:v>141.033805370331</c:v>
                </c:pt>
                <c:pt idx="904">
                  <c:v>141.222918391228</c:v>
                </c:pt>
                <c:pt idx="905">
                  <c:v>141.372418940067</c:v>
                </c:pt>
                <c:pt idx="906">
                  <c:v>141.425619244576</c:v>
                </c:pt>
                <c:pt idx="907">
                  <c:v>141.452251732349</c:v>
                </c:pt>
                <c:pt idx="908">
                  <c:v>141.5394500494</c:v>
                </c:pt>
                <c:pt idx="909">
                  <c:v>141.606125831604</c:v>
                </c:pt>
                <c:pt idx="910">
                  <c:v>141.671944260597</c:v>
                </c:pt>
                <c:pt idx="911">
                  <c:v>141.716602325439</c:v>
                </c:pt>
                <c:pt idx="912">
                  <c:v>141.781652629375</c:v>
                </c:pt>
                <c:pt idx="913">
                  <c:v>141.754316389561</c:v>
                </c:pt>
                <c:pt idx="914">
                  <c:v>141.680353581905</c:v>
                </c:pt>
                <c:pt idx="915">
                  <c:v>141.596165835857</c:v>
                </c:pt>
                <c:pt idx="916">
                  <c:v>141.623722910881</c:v>
                </c:pt>
                <c:pt idx="917">
                  <c:v>141.724822282791</c:v>
                </c:pt>
                <c:pt idx="918">
                  <c:v>141.84359896183</c:v>
                </c:pt>
                <c:pt idx="919">
                  <c:v>141.92291867733</c:v>
                </c:pt>
                <c:pt idx="920">
                  <c:v>142.059066236019</c:v>
                </c:pt>
                <c:pt idx="921">
                  <c:v>142.227222144604</c:v>
                </c:pt>
                <c:pt idx="922">
                  <c:v>142.365549623966</c:v>
                </c:pt>
                <c:pt idx="923">
                  <c:v>142.500093877316</c:v>
                </c:pt>
                <c:pt idx="924">
                  <c:v>142.653390944004</c:v>
                </c:pt>
                <c:pt idx="925">
                  <c:v>142.83627808094</c:v>
                </c:pt>
                <c:pt idx="926">
                  <c:v>143.02425467968</c:v>
                </c:pt>
                <c:pt idx="927">
                  <c:v>143.173117697239</c:v>
                </c:pt>
                <c:pt idx="928">
                  <c:v>143.358569145203</c:v>
                </c:pt>
                <c:pt idx="929">
                  <c:v>143.532549858093</c:v>
                </c:pt>
                <c:pt idx="930">
                  <c:v>143.644617676735</c:v>
                </c:pt>
                <c:pt idx="931">
                  <c:v>143.789508700371</c:v>
                </c:pt>
                <c:pt idx="932">
                  <c:v>143.963505387306</c:v>
                </c:pt>
                <c:pt idx="933">
                  <c:v>144.131296992302</c:v>
                </c:pt>
                <c:pt idx="934">
                  <c:v>144.365182101727</c:v>
                </c:pt>
                <c:pt idx="935">
                  <c:v>144.496898949146</c:v>
                </c:pt>
                <c:pt idx="936">
                  <c:v>144.684244096279</c:v>
                </c:pt>
                <c:pt idx="937">
                  <c:v>144.832259058952</c:v>
                </c:pt>
                <c:pt idx="938">
                  <c:v>144.896394729614</c:v>
                </c:pt>
                <c:pt idx="939">
                  <c:v>144.979018092155</c:v>
                </c:pt>
                <c:pt idx="940">
                  <c:v>145.039481461048</c:v>
                </c:pt>
                <c:pt idx="941">
                  <c:v>145.133506774902</c:v>
                </c:pt>
                <c:pt idx="942">
                  <c:v>145.23769903183</c:v>
                </c:pt>
                <c:pt idx="943">
                  <c:v>145.382154643536</c:v>
                </c:pt>
                <c:pt idx="944">
                  <c:v>145.546303153038</c:v>
                </c:pt>
                <c:pt idx="945">
                  <c:v>145.731442689896</c:v>
                </c:pt>
                <c:pt idx="946">
                  <c:v>145.952185630798</c:v>
                </c:pt>
                <c:pt idx="947">
                  <c:v>146.189217686653</c:v>
                </c:pt>
                <c:pt idx="948">
                  <c:v>146.397839486599</c:v>
                </c:pt>
                <c:pt idx="949">
                  <c:v>146.604718744755</c:v>
                </c:pt>
                <c:pt idx="950">
                  <c:v>146.77454584837</c:v>
                </c:pt>
                <c:pt idx="951">
                  <c:v>146.910965979099</c:v>
                </c:pt>
                <c:pt idx="952">
                  <c:v>147.074903607368</c:v>
                </c:pt>
                <c:pt idx="953">
                  <c:v>147.231157183647</c:v>
                </c:pt>
                <c:pt idx="954">
                  <c:v>147.31661349535</c:v>
                </c:pt>
                <c:pt idx="955">
                  <c:v>147.407694935799</c:v>
                </c:pt>
                <c:pt idx="956">
                  <c:v>147.492692828178</c:v>
                </c:pt>
                <c:pt idx="957">
                  <c:v>147.604779958725</c:v>
                </c:pt>
                <c:pt idx="958">
                  <c:v>147.71100538969</c:v>
                </c:pt>
                <c:pt idx="959">
                  <c:v>147.769800662994</c:v>
                </c:pt>
                <c:pt idx="960">
                  <c:v>147.866527855396</c:v>
                </c:pt>
                <c:pt idx="961">
                  <c:v>147.912683188915</c:v>
                </c:pt>
                <c:pt idx="962">
                  <c:v>147.970772564411</c:v>
                </c:pt>
                <c:pt idx="963">
                  <c:v>148.052980840206</c:v>
                </c:pt>
                <c:pt idx="964">
                  <c:v>148.116070151329</c:v>
                </c:pt>
                <c:pt idx="965">
                  <c:v>148.183773875237</c:v>
                </c:pt>
                <c:pt idx="966">
                  <c:v>148.277343690395</c:v>
                </c:pt>
                <c:pt idx="967">
                  <c:v>148.401770472527</c:v>
                </c:pt>
                <c:pt idx="968">
                  <c:v>148.504549622536</c:v>
                </c:pt>
                <c:pt idx="969">
                  <c:v>148.654167294502</c:v>
                </c:pt>
                <c:pt idx="970">
                  <c:v>148.818807959557</c:v>
                </c:pt>
                <c:pt idx="971">
                  <c:v>149.004252254963</c:v>
                </c:pt>
                <c:pt idx="972">
                  <c:v>149.135369062424</c:v>
                </c:pt>
                <c:pt idx="973">
                  <c:v>149.320057034493</c:v>
                </c:pt>
                <c:pt idx="974">
                  <c:v>149.512777924538</c:v>
                </c:pt>
                <c:pt idx="975">
                  <c:v>149.74009847641</c:v>
                </c:pt>
                <c:pt idx="976">
                  <c:v>149.971855163574</c:v>
                </c:pt>
                <c:pt idx="977">
                  <c:v>150.258949995041</c:v>
                </c:pt>
                <c:pt idx="978">
                  <c:v>150.577773928642</c:v>
                </c:pt>
                <c:pt idx="979">
                  <c:v>150.809611439705</c:v>
                </c:pt>
                <c:pt idx="980">
                  <c:v>150.969487071037</c:v>
                </c:pt>
                <c:pt idx="981">
                  <c:v>151.191435158253</c:v>
                </c:pt>
                <c:pt idx="982">
                  <c:v>151.467341005802</c:v>
                </c:pt>
                <c:pt idx="983">
                  <c:v>151.743301928043</c:v>
                </c:pt>
                <c:pt idx="984">
                  <c:v>151.874257147312</c:v>
                </c:pt>
                <c:pt idx="985">
                  <c:v>151.980250775814</c:v>
                </c:pt>
                <c:pt idx="986">
                  <c:v>152.088945150375</c:v>
                </c:pt>
                <c:pt idx="987">
                  <c:v>152.225761294365</c:v>
                </c:pt>
                <c:pt idx="988">
                  <c:v>152.344517111778</c:v>
                </c:pt>
                <c:pt idx="989">
                  <c:v>152.501961708069</c:v>
                </c:pt>
                <c:pt idx="990">
                  <c:v>152.641542077065</c:v>
                </c:pt>
                <c:pt idx="991">
                  <c:v>152.720512509346</c:v>
                </c:pt>
                <c:pt idx="992">
                  <c:v>152.830203175545</c:v>
                </c:pt>
                <c:pt idx="993">
                  <c:v>152.930812060833</c:v>
                </c:pt>
                <c:pt idx="994">
                  <c:v>152.985747158527</c:v>
                </c:pt>
                <c:pt idx="995">
                  <c:v>153.000373125076</c:v>
                </c:pt>
                <c:pt idx="996">
                  <c:v>153.040704548359</c:v>
                </c:pt>
                <c:pt idx="997">
                  <c:v>153.122953474522</c:v>
                </c:pt>
                <c:pt idx="998">
                  <c:v>153.211782157421</c:v>
                </c:pt>
                <c:pt idx="999">
                  <c:v>153.368855535984</c:v>
                </c:pt>
                <c:pt idx="1000">
                  <c:v>153.532341778278</c:v>
                </c:pt>
                <c:pt idx="1001">
                  <c:v>153.685049295425</c:v>
                </c:pt>
                <c:pt idx="1002">
                  <c:v>153.781643152237</c:v>
                </c:pt>
                <c:pt idx="1003">
                  <c:v>153.804526984692</c:v>
                </c:pt>
                <c:pt idx="1004">
                  <c:v>153.865490138531</c:v>
                </c:pt>
                <c:pt idx="1005">
                  <c:v>154.020218908787</c:v>
                </c:pt>
                <c:pt idx="1006">
                  <c:v>154.174445092678</c:v>
                </c:pt>
                <c:pt idx="1007">
                  <c:v>154.27165222168</c:v>
                </c:pt>
                <c:pt idx="1008">
                  <c:v>154.4055814147</c:v>
                </c:pt>
                <c:pt idx="1009">
                  <c:v>154.449280321598</c:v>
                </c:pt>
                <c:pt idx="1010">
                  <c:v>154.504975616932</c:v>
                </c:pt>
                <c:pt idx="1011">
                  <c:v>154.517899215221</c:v>
                </c:pt>
                <c:pt idx="1012">
                  <c:v>154.582574307919</c:v>
                </c:pt>
                <c:pt idx="1013">
                  <c:v>154.656766176224</c:v>
                </c:pt>
                <c:pt idx="1014">
                  <c:v>154.713092565536</c:v>
                </c:pt>
                <c:pt idx="1015">
                  <c:v>154.749757111073</c:v>
                </c:pt>
                <c:pt idx="1016">
                  <c:v>154.854324817657</c:v>
                </c:pt>
                <c:pt idx="1017">
                  <c:v>154.980883777142</c:v>
                </c:pt>
                <c:pt idx="1018">
                  <c:v>155.157623410225</c:v>
                </c:pt>
                <c:pt idx="1019">
                  <c:v>155.302163362503</c:v>
                </c:pt>
                <c:pt idx="1020">
                  <c:v>155.412516713142</c:v>
                </c:pt>
                <c:pt idx="1021">
                  <c:v>155.540329098701</c:v>
                </c:pt>
                <c:pt idx="1022">
                  <c:v>155.665802299976</c:v>
                </c:pt>
                <c:pt idx="1023">
                  <c:v>155.802754163742</c:v>
                </c:pt>
                <c:pt idx="1024">
                  <c:v>155.937738001347</c:v>
                </c:pt>
                <c:pt idx="1025">
                  <c:v>156.127995431423</c:v>
                </c:pt>
                <c:pt idx="1026">
                  <c:v>156.240562021732</c:v>
                </c:pt>
                <c:pt idx="1027">
                  <c:v>156.439578473568</c:v>
                </c:pt>
                <c:pt idx="1028">
                  <c:v>156.64539450407</c:v>
                </c:pt>
                <c:pt idx="1029">
                  <c:v>156.817557573318</c:v>
                </c:pt>
                <c:pt idx="1030">
                  <c:v>157.001611351967</c:v>
                </c:pt>
                <c:pt idx="1031">
                  <c:v>157.160056114197</c:v>
                </c:pt>
                <c:pt idx="1032">
                  <c:v>157.357914209366</c:v>
                </c:pt>
                <c:pt idx="1033">
                  <c:v>157.495783925056</c:v>
                </c:pt>
                <c:pt idx="1034">
                  <c:v>157.622656226158</c:v>
                </c:pt>
                <c:pt idx="1035">
                  <c:v>157.775311648846</c:v>
                </c:pt>
                <c:pt idx="1036">
                  <c:v>158.008497655392</c:v>
                </c:pt>
                <c:pt idx="1037">
                  <c:v>158.212585389614</c:v>
                </c:pt>
                <c:pt idx="1038">
                  <c:v>158.428313553333</c:v>
                </c:pt>
                <c:pt idx="1039">
                  <c:v>158.695421993732</c:v>
                </c:pt>
                <c:pt idx="1040">
                  <c:v>158.963777661324</c:v>
                </c:pt>
                <c:pt idx="1041">
                  <c:v>159.218856453896</c:v>
                </c:pt>
                <c:pt idx="1042">
                  <c:v>159.418862223625</c:v>
                </c:pt>
                <c:pt idx="1043">
                  <c:v>159.65014231205</c:v>
                </c:pt>
                <c:pt idx="1044">
                  <c:v>159.851028084755</c:v>
                </c:pt>
                <c:pt idx="1045">
                  <c:v>159.982888996601</c:v>
                </c:pt>
                <c:pt idx="1046">
                  <c:v>160.038205325603</c:v>
                </c:pt>
                <c:pt idx="1047">
                  <c:v>160.103180408478</c:v>
                </c:pt>
                <c:pt idx="1048">
                  <c:v>160.118917405605</c:v>
                </c:pt>
                <c:pt idx="1049">
                  <c:v>160.126469254494</c:v>
                </c:pt>
                <c:pt idx="1050">
                  <c:v>160.107675671577</c:v>
                </c:pt>
                <c:pt idx="1051">
                  <c:v>160.076661109924</c:v>
                </c:pt>
                <c:pt idx="1052">
                  <c:v>159.969023346901</c:v>
                </c:pt>
                <c:pt idx="1053">
                  <c:v>159.828511118889</c:v>
                </c:pt>
                <c:pt idx="1054">
                  <c:v>159.751755952835</c:v>
                </c:pt>
                <c:pt idx="1055">
                  <c:v>159.726425528526</c:v>
                </c:pt>
                <c:pt idx="1056">
                  <c:v>159.782019734383</c:v>
                </c:pt>
                <c:pt idx="1057">
                  <c:v>159.851585805416</c:v>
                </c:pt>
                <c:pt idx="1058">
                  <c:v>159.886328697205</c:v>
                </c:pt>
                <c:pt idx="1059">
                  <c:v>159.909331262112</c:v>
                </c:pt>
                <c:pt idx="1060">
                  <c:v>159.930204391479</c:v>
                </c:pt>
                <c:pt idx="1061">
                  <c:v>159.911788344383</c:v>
                </c:pt>
                <c:pt idx="1062">
                  <c:v>159.93755620718</c:v>
                </c:pt>
                <c:pt idx="1063">
                  <c:v>160.006907224655</c:v>
                </c:pt>
                <c:pt idx="1064">
                  <c:v>160.085683166981</c:v>
                </c:pt>
                <c:pt idx="1065">
                  <c:v>160.235749065876</c:v>
                </c:pt>
                <c:pt idx="1066">
                  <c:v>160.371674358845</c:v>
                </c:pt>
                <c:pt idx="1067">
                  <c:v>160.480428874493</c:v>
                </c:pt>
                <c:pt idx="1068">
                  <c:v>160.624002873898</c:v>
                </c:pt>
                <c:pt idx="1069">
                  <c:v>160.748987674713</c:v>
                </c:pt>
                <c:pt idx="1070">
                  <c:v>160.87779045105</c:v>
                </c:pt>
                <c:pt idx="1071">
                  <c:v>161.076893925667</c:v>
                </c:pt>
                <c:pt idx="1072">
                  <c:v>161.317680001259</c:v>
                </c:pt>
                <c:pt idx="1073">
                  <c:v>161.514142513275</c:v>
                </c:pt>
                <c:pt idx="1074">
                  <c:v>161.698137402534</c:v>
                </c:pt>
                <c:pt idx="1075">
                  <c:v>161.801019191742</c:v>
                </c:pt>
                <c:pt idx="1076">
                  <c:v>161.879190981388</c:v>
                </c:pt>
                <c:pt idx="1077">
                  <c:v>161.907000124454</c:v>
                </c:pt>
                <c:pt idx="1078">
                  <c:v>162.011023700237</c:v>
                </c:pt>
                <c:pt idx="1079">
                  <c:v>162.126291275024</c:v>
                </c:pt>
                <c:pt idx="1080">
                  <c:v>162.221588551998</c:v>
                </c:pt>
                <c:pt idx="1081">
                  <c:v>162.313840985298</c:v>
                </c:pt>
                <c:pt idx="1082">
                  <c:v>162.408307731152</c:v>
                </c:pt>
                <c:pt idx="1083">
                  <c:v>162.542935907841</c:v>
                </c:pt>
                <c:pt idx="1084">
                  <c:v>162.654053270817</c:v>
                </c:pt>
                <c:pt idx="1085">
                  <c:v>162.788568556309</c:v>
                </c:pt>
                <c:pt idx="1086">
                  <c:v>162.922388315201</c:v>
                </c:pt>
                <c:pt idx="1087">
                  <c:v>163.029411613941</c:v>
                </c:pt>
                <c:pt idx="1088">
                  <c:v>163.031926929951</c:v>
                </c:pt>
                <c:pt idx="1089">
                  <c:v>163.032610595226</c:v>
                </c:pt>
                <c:pt idx="1090">
                  <c:v>163.043291926384</c:v>
                </c:pt>
                <c:pt idx="1091">
                  <c:v>163.040697336197</c:v>
                </c:pt>
                <c:pt idx="1092">
                  <c:v>163.080866217613</c:v>
                </c:pt>
                <c:pt idx="1093">
                  <c:v>163.150980591774</c:v>
                </c:pt>
                <c:pt idx="1094">
                  <c:v>163.219758987427</c:v>
                </c:pt>
                <c:pt idx="1095">
                  <c:v>163.287093043327</c:v>
                </c:pt>
                <c:pt idx="1096">
                  <c:v>163.307481348515</c:v>
                </c:pt>
                <c:pt idx="1097">
                  <c:v>163.275662839413</c:v>
                </c:pt>
                <c:pt idx="1098">
                  <c:v>163.247552216053</c:v>
                </c:pt>
                <c:pt idx="1099">
                  <c:v>163.207773029804</c:v>
                </c:pt>
                <c:pt idx="1100">
                  <c:v>163.233899056911</c:v>
                </c:pt>
                <c:pt idx="1101">
                  <c:v>163.31123405695</c:v>
                </c:pt>
                <c:pt idx="1102">
                  <c:v>163.432790398598</c:v>
                </c:pt>
                <c:pt idx="1103">
                  <c:v>163.461734116077</c:v>
                </c:pt>
                <c:pt idx="1104">
                  <c:v>163.516662538052</c:v>
                </c:pt>
                <c:pt idx="1105">
                  <c:v>163.522829651833</c:v>
                </c:pt>
                <c:pt idx="1106">
                  <c:v>163.55597525835</c:v>
                </c:pt>
                <c:pt idx="1107">
                  <c:v>163.597148001194</c:v>
                </c:pt>
                <c:pt idx="1108">
                  <c:v>163.640315890312</c:v>
                </c:pt>
                <c:pt idx="1109">
                  <c:v>163.670465290546</c:v>
                </c:pt>
                <c:pt idx="1110">
                  <c:v>163.718795239925</c:v>
                </c:pt>
                <c:pt idx="1111">
                  <c:v>163.763224422932</c:v>
                </c:pt>
                <c:pt idx="1112">
                  <c:v>163.753826200962</c:v>
                </c:pt>
                <c:pt idx="1113">
                  <c:v>163.852973341942</c:v>
                </c:pt>
                <c:pt idx="1114">
                  <c:v>163.962667286396</c:v>
                </c:pt>
                <c:pt idx="1115">
                  <c:v>164.09485244751</c:v>
                </c:pt>
                <c:pt idx="1116">
                  <c:v>164.170509576797</c:v>
                </c:pt>
                <c:pt idx="1117">
                  <c:v>164.334620952606</c:v>
                </c:pt>
                <c:pt idx="1118">
                  <c:v>164.437867224216</c:v>
                </c:pt>
                <c:pt idx="1119">
                  <c:v>164.586068212986</c:v>
                </c:pt>
                <c:pt idx="1120">
                  <c:v>164.657628774643</c:v>
                </c:pt>
                <c:pt idx="1121">
                  <c:v>164.781588852406</c:v>
                </c:pt>
                <c:pt idx="1122">
                  <c:v>164.940519154072</c:v>
                </c:pt>
                <c:pt idx="1123">
                  <c:v>165.120686531067</c:v>
                </c:pt>
                <c:pt idx="1124">
                  <c:v>165.279720842838</c:v>
                </c:pt>
                <c:pt idx="1125">
                  <c:v>165.36147326231</c:v>
                </c:pt>
                <c:pt idx="1126">
                  <c:v>165.456372261047</c:v>
                </c:pt>
                <c:pt idx="1127">
                  <c:v>165.620709598064</c:v>
                </c:pt>
                <c:pt idx="1128">
                  <c:v>165.737143397331</c:v>
                </c:pt>
                <c:pt idx="1129">
                  <c:v>165.869787216187</c:v>
                </c:pt>
                <c:pt idx="1130">
                  <c:v>166.038451135159</c:v>
                </c:pt>
                <c:pt idx="1131">
                  <c:v>166.229731559753</c:v>
                </c:pt>
                <c:pt idx="1132">
                  <c:v>166.42061650753</c:v>
                </c:pt>
                <c:pt idx="1133">
                  <c:v>166.599581778049</c:v>
                </c:pt>
                <c:pt idx="1134">
                  <c:v>166.7746732831</c:v>
                </c:pt>
                <c:pt idx="1135">
                  <c:v>166.989262580872</c:v>
                </c:pt>
                <c:pt idx="1136">
                  <c:v>167.126267433167</c:v>
                </c:pt>
                <c:pt idx="1137">
                  <c:v>167.233825802803</c:v>
                </c:pt>
                <c:pt idx="1138">
                  <c:v>167.377653956413</c:v>
                </c:pt>
                <c:pt idx="1139">
                  <c:v>167.473480701447</c:v>
                </c:pt>
                <c:pt idx="1140">
                  <c:v>167.578175187111</c:v>
                </c:pt>
                <c:pt idx="1141">
                  <c:v>167.719079852104</c:v>
                </c:pt>
                <c:pt idx="1142">
                  <c:v>167.866953790188</c:v>
                </c:pt>
                <c:pt idx="1143">
                  <c:v>168.036485791206</c:v>
                </c:pt>
                <c:pt idx="1144">
                  <c:v>168.198881924152</c:v>
                </c:pt>
                <c:pt idx="1145">
                  <c:v>168.424441754818</c:v>
                </c:pt>
                <c:pt idx="1146">
                  <c:v>168.65708643198</c:v>
                </c:pt>
                <c:pt idx="1147">
                  <c:v>168.916533529758</c:v>
                </c:pt>
                <c:pt idx="1148">
                  <c:v>169.116075277328</c:v>
                </c:pt>
                <c:pt idx="1149">
                  <c:v>169.317652225494</c:v>
                </c:pt>
                <c:pt idx="1150">
                  <c:v>169.570123255253</c:v>
                </c:pt>
                <c:pt idx="1151">
                  <c:v>169.807391166687</c:v>
                </c:pt>
                <c:pt idx="1152">
                  <c:v>169.987803339958</c:v>
                </c:pt>
                <c:pt idx="1153">
                  <c:v>170.146851718426</c:v>
                </c:pt>
                <c:pt idx="1154">
                  <c:v>170.253630697727</c:v>
                </c:pt>
                <c:pt idx="1155">
                  <c:v>170.358193635941</c:v>
                </c:pt>
                <c:pt idx="1156">
                  <c:v>170.476744771004</c:v>
                </c:pt>
                <c:pt idx="1157">
                  <c:v>170.541202962399</c:v>
                </c:pt>
                <c:pt idx="1158">
                  <c:v>170.540094435215</c:v>
                </c:pt>
                <c:pt idx="1159">
                  <c:v>170.587969183922</c:v>
                </c:pt>
                <c:pt idx="1160">
                  <c:v>170.612091422081</c:v>
                </c:pt>
                <c:pt idx="1161">
                  <c:v>170.67070966959</c:v>
                </c:pt>
                <c:pt idx="1162">
                  <c:v>170.696071743965</c:v>
                </c:pt>
                <c:pt idx="1163">
                  <c:v>170.68293762207</c:v>
                </c:pt>
                <c:pt idx="1164">
                  <c:v>170.7386957407</c:v>
                </c:pt>
                <c:pt idx="1165">
                  <c:v>170.840733587742</c:v>
                </c:pt>
                <c:pt idx="1166">
                  <c:v>170.906925261021</c:v>
                </c:pt>
                <c:pt idx="1167">
                  <c:v>170.979251086712</c:v>
                </c:pt>
                <c:pt idx="1168">
                  <c:v>171.019775569439</c:v>
                </c:pt>
                <c:pt idx="1169">
                  <c:v>171.038841962814</c:v>
                </c:pt>
                <c:pt idx="1170">
                  <c:v>171.049732029438</c:v>
                </c:pt>
                <c:pt idx="1171">
                  <c:v>171.009380280972</c:v>
                </c:pt>
                <c:pt idx="1172">
                  <c:v>170.972085416317</c:v>
                </c:pt>
                <c:pt idx="1173">
                  <c:v>170.934314668179</c:v>
                </c:pt>
                <c:pt idx="1174">
                  <c:v>170.958884894848</c:v>
                </c:pt>
                <c:pt idx="1175">
                  <c:v>170.915936172009</c:v>
                </c:pt>
                <c:pt idx="1176">
                  <c:v>170.939947724342</c:v>
                </c:pt>
                <c:pt idx="1177">
                  <c:v>170.930193305016</c:v>
                </c:pt>
                <c:pt idx="1178">
                  <c:v>170.933157861233</c:v>
                </c:pt>
                <c:pt idx="1179">
                  <c:v>170.9279063344</c:v>
                </c:pt>
                <c:pt idx="1180">
                  <c:v>170.945839047432</c:v>
                </c:pt>
                <c:pt idx="1181">
                  <c:v>171.038111329079</c:v>
                </c:pt>
                <c:pt idx="1182">
                  <c:v>171.090423285961</c:v>
                </c:pt>
                <c:pt idx="1183">
                  <c:v>171.117304027081</c:v>
                </c:pt>
                <c:pt idx="1184">
                  <c:v>171.198211610317</c:v>
                </c:pt>
                <c:pt idx="1185">
                  <c:v>171.28139257431</c:v>
                </c:pt>
                <c:pt idx="1186">
                  <c:v>171.374690532684</c:v>
                </c:pt>
                <c:pt idx="1187">
                  <c:v>171.438827335835</c:v>
                </c:pt>
                <c:pt idx="1188">
                  <c:v>171.567222356796</c:v>
                </c:pt>
                <c:pt idx="1189">
                  <c:v>171.755527734756</c:v>
                </c:pt>
                <c:pt idx="1190">
                  <c:v>171.943785786629</c:v>
                </c:pt>
                <c:pt idx="1191">
                  <c:v>172.113395690918</c:v>
                </c:pt>
                <c:pt idx="1192">
                  <c:v>172.283267617226</c:v>
                </c:pt>
                <c:pt idx="1193">
                  <c:v>172.45226174593</c:v>
                </c:pt>
                <c:pt idx="1194">
                  <c:v>172.602231264114</c:v>
                </c:pt>
                <c:pt idx="1195">
                  <c:v>172.727267742157</c:v>
                </c:pt>
                <c:pt idx="1196">
                  <c:v>172.831195652485</c:v>
                </c:pt>
                <c:pt idx="1197">
                  <c:v>172.904237747192</c:v>
                </c:pt>
                <c:pt idx="1198">
                  <c:v>173.021892666817</c:v>
                </c:pt>
                <c:pt idx="1199">
                  <c:v>173.145818471909</c:v>
                </c:pt>
                <c:pt idx="1200">
                  <c:v>173.297024190426</c:v>
                </c:pt>
                <c:pt idx="1201">
                  <c:v>173.464822947979</c:v>
                </c:pt>
                <c:pt idx="1202">
                  <c:v>173.670926392078</c:v>
                </c:pt>
                <c:pt idx="1203">
                  <c:v>173.935423135757</c:v>
                </c:pt>
                <c:pt idx="1204">
                  <c:v>174.211878061295</c:v>
                </c:pt>
                <c:pt idx="1205">
                  <c:v>174.485433876514</c:v>
                </c:pt>
                <c:pt idx="1206">
                  <c:v>174.751499652863</c:v>
                </c:pt>
                <c:pt idx="1207">
                  <c:v>175.031838417053</c:v>
                </c:pt>
                <c:pt idx="1208">
                  <c:v>175.239459276199</c:v>
                </c:pt>
                <c:pt idx="1209">
                  <c:v>175.503172039986</c:v>
                </c:pt>
                <c:pt idx="1210">
                  <c:v>175.747342586517</c:v>
                </c:pt>
                <c:pt idx="1211">
                  <c:v>176.010986685753</c:v>
                </c:pt>
                <c:pt idx="1212">
                  <c:v>176.187925994396</c:v>
                </c:pt>
                <c:pt idx="1213">
                  <c:v>176.341803848743</c:v>
                </c:pt>
                <c:pt idx="1214">
                  <c:v>176.49814838171</c:v>
                </c:pt>
                <c:pt idx="1215">
                  <c:v>176.656042993069</c:v>
                </c:pt>
                <c:pt idx="1216">
                  <c:v>176.818592846394</c:v>
                </c:pt>
                <c:pt idx="1217">
                  <c:v>176.941886425018</c:v>
                </c:pt>
                <c:pt idx="1218">
                  <c:v>177.171406209469</c:v>
                </c:pt>
                <c:pt idx="1219">
                  <c:v>177.345295369625</c:v>
                </c:pt>
                <c:pt idx="1220">
                  <c:v>177.568829596043</c:v>
                </c:pt>
                <c:pt idx="1221">
                  <c:v>177.766491055489</c:v>
                </c:pt>
                <c:pt idx="1222">
                  <c:v>177.940967738628</c:v>
                </c:pt>
                <c:pt idx="1223">
                  <c:v>178.127249360085</c:v>
                </c:pt>
                <c:pt idx="1224">
                  <c:v>178.35458612442</c:v>
                </c:pt>
                <c:pt idx="1225">
                  <c:v>178.596758246422</c:v>
                </c:pt>
                <c:pt idx="1226">
                  <c:v>178.905966520309</c:v>
                </c:pt>
                <c:pt idx="1227">
                  <c:v>179.207291960716</c:v>
                </c:pt>
                <c:pt idx="1228">
                  <c:v>179.538409233093</c:v>
                </c:pt>
                <c:pt idx="1229">
                  <c:v>179.787450969219</c:v>
                </c:pt>
                <c:pt idx="1230">
                  <c:v>180.019061207771</c:v>
                </c:pt>
                <c:pt idx="1231">
                  <c:v>180.165842354298</c:v>
                </c:pt>
                <c:pt idx="1232">
                  <c:v>180.281819343567</c:v>
                </c:pt>
                <c:pt idx="1233">
                  <c:v>180.366228044033</c:v>
                </c:pt>
                <c:pt idx="1234">
                  <c:v>180.438928544521</c:v>
                </c:pt>
                <c:pt idx="1235">
                  <c:v>180.480143785477</c:v>
                </c:pt>
                <c:pt idx="1236">
                  <c:v>180.482174634933</c:v>
                </c:pt>
                <c:pt idx="1237">
                  <c:v>180.483369112015</c:v>
                </c:pt>
                <c:pt idx="1238">
                  <c:v>180.586616873741</c:v>
                </c:pt>
                <c:pt idx="1239">
                  <c:v>180.74682456255</c:v>
                </c:pt>
                <c:pt idx="1240">
                  <c:v>180.851191163063</c:v>
                </c:pt>
                <c:pt idx="1241">
                  <c:v>180.944291591644</c:v>
                </c:pt>
                <c:pt idx="1242">
                  <c:v>181.11244559288</c:v>
                </c:pt>
                <c:pt idx="1243">
                  <c:v>181.258101224899</c:v>
                </c:pt>
                <c:pt idx="1244">
                  <c:v>181.373955965042</c:v>
                </c:pt>
                <c:pt idx="1245">
                  <c:v>181.433103561401</c:v>
                </c:pt>
                <c:pt idx="1246">
                  <c:v>181.51164662838</c:v>
                </c:pt>
                <c:pt idx="1247">
                  <c:v>181.571678996086</c:v>
                </c:pt>
                <c:pt idx="1248">
                  <c:v>181.641858696938</c:v>
                </c:pt>
                <c:pt idx="1249">
                  <c:v>181.655671656132</c:v>
                </c:pt>
                <c:pt idx="1250">
                  <c:v>181.742731273174</c:v>
                </c:pt>
                <c:pt idx="1251">
                  <c:v>181.747042834759</c:v>
                </c:pt>
                <c:pt idx="1252">
                  <c:v>181.734208166599</c:v>
                </c:pt>
                <c:pt idx="1253">
                  <c:v>181.713281929493</c:v>
                </c:pt>
                <c:pt idx="1254">
                  <c:v>181.718498528004</c:v>
                </c:pt>
                <c:pt idx="1255">
                  <c:v>181.737724483013</c:v>
                </c:pt>
                <c:pt idx="1256">
                  <c:v>181.753273785114</c:v>
                </c:pt>
                <c:pt idx="1257">
                  <c:v>181.813398182392</c:v>
                </c:pt>
                <c:pt idx="1258">
                  <c:v>181.894853413105</c:v>
                </c:pt>
                <c:pt idx="1259">
                  <c:v>182.031068086624</c:v>
                </c:pt>
                <c:pt idx="1260">
                  <c:v>182.136430442333</c:v>
                </c:pt>
                <c:pt idx="1261">
                  <c:v>182.229859411716</c:v>
                </c:pt>
                <c:pt idx="1262">
                  <c:v>182.292206466198</c:v>
                </c:pt>
                <c:pt idx="1263">
                  <c:v>182.369215130806</c:v>
                </c:pt>
                <c:pt idx="1264">
                  <c:v>182.498239636421</c:v>
                </c:pt>
                <c:pt idx="1265">
                  <c:v>182.571419596672</c:v>
                </c:pt>
                <c:pt idx="1266">
                  <c:v>182.725456833839</c:v>
                </c:pt>
                <c:pt idx="1267">
                  <c:v>182.886414289475</c:v>
                </c:pt>
                <c:pt idx="1268">
                  <c:v>183.063791632652</c:v>
                </c:pt>
                <c:pt idx="1269">
                  <c:v>183.173754930496</c:v>
                </c:pt>
                <c:pt idx="1270">
                  <c:v>183.291941344738</c:v>
                </c:pt>
                <c:pt idx="1271">
                  <c:v>183.409810602665</c:v>
                </c:pt>
                <c:pt idx="1272">
                  <c:v>183.546556532383</c:v>
                </c:pt>
                <c:pt idx="1273">
                  <c:v>183.644280612469</c:v>
                </c:pt>
                <c:pt idx="1274">
                  <c:v>183.791351437569</c:v>
                </c:pt>
                <c:pt idx="1275">
                  <c:v>184.05941838026</c:v>
                </c:pt>
                <c:pt idx="1276">
                  <c:v>184.274422585964</c:v>
                </c:pt>
                <c:pt idx="1277">
                  <c:v>184.563667535782</c:v>
                </c:pt>
                <c:pt idx="1278">
                  <c:v>184.841536939144</c:v>
                </c:pt>
                <c:pt idx="1279">
                  <c:v>185.095300912857</c:v>
                </c:pt>
                <c:pt idx="1280">
                  <c:v>185.308669924736</c:v>
                </c:pt>
                <c:pt idx="1281">
                  <c:v>185.45206964016</c:v>
                </c:pt>
                <c:pt idx="1282">
                  <c:v>185.649745047092</c:v>
                </c:pt>
                <c:pt idx="1283">
                  <c:v>185.876700222492</c:v>
                </c:pt>
                <c:pt idx="1284">
                  <c:v>186.068730890751</c:v>
                </c:pt>
                <c:pt idx="1285">
                  <c:v>186.146876811981</c:v>
                </c:pt>
                <c:pt idx="1286">
                  <c:v>186.259394109249</c:v>
                </c:pt>
                <c:pt idx="1287">
                  <c:v>186.375723838806</c:v>
                </c:pt>
                <c:pt idx="1288">
                  <c:v>186.531741380692</c:v>
                </c:pt>
                <c:pt idx="1289">
                  <c:v>186.767830729485</c:v>
                </c:pt>
                <c:pt idx="1290">
                  <c:v>187.130333065987</c:v>
                </c:pt>
                <c:pt idx="1291">
                  <c:v>187.516454398632</c:v>
                </c:pt>
                <c:pt idx="1292">
                  <c:v>187.746571302414</c:v>
                </c:pt>
                <c:pt idx="1293">
                  <c:v>188.073068320751</c:v>
                </c:pt>
                <c:pt idx="1294">
                  <c:v>188.369388461113</c:v>
                </c:pt>
                <c:pt idx="1295">
                  <c:v>188.66006809473</c:v>
                </c:pt>
                <c:pt idx="1296">
                  <c:v>188.988026857376</c:v>
                </c:pt>
                <c:pt idx="1297">
                  <c:v>189.372078537941</c:v>
                </c:pt>
                <c:pt idx="1298">
                  <c:v>189.666494965553</c:v>
                </c:pt>
                <c:pt idx="1299">
                  <c:v>189.912673771381</c:v>
                </c:pt>
                <c:pt idx="1300">
                  <c:v>190.154613137245</c:v>
                </c:pt>
                <c:pt idx="1301">
                  <c:v>190.384081125259</c:v>
                </c:pt>
                <c:pt idx="1302">
                  <c:v>190.588914275169</c:v>
                </c:pt>
                <c:pt idx="1303">
                  <c:v>190.804518520832</c:v>
                </c:pt>
                <c:pt idx="1304">
                  <c:v>190.979693710804</c:v>
                </c:pt>
                <c:pt idx="1305">
                  <c:v>191.176058471203</c:v>
                </c:pt>
                <c:pt idx="1306">
                  <c:v>191.38657271862</c:v>
                </c:pt>
                <c:pt idx="1307">
                  <c:v>191.600469827652</c:v>
                </c:pt>
                <c:pt idx="1308">
                  <c:v>191.846621870995</c:v>
                </c:pt>
                <c:pt idx="1309">
                  <c:v>192.064644813538</c:v>
                </c:pt>
                <c:pt idx="1310">
                  <c:v>192.265708446503</c:v>
                </c:pt>
                <c:pt idx="1311">
                  <c:v>192.518081188202</c:v>
                </c:pt>
                <c:pt idx="1312">
                  <c:v>192.71479678154</c:v>
                </c:pt>
                <c:pt idx="1313">
                  <c:v>192.90626347065</c:v>
                </c:pt>
                <c:pt idx="1314">
                  <c:v>193.06013405323</c:v>
                </c:pt>
                <c:pt idx="1315">
                  <c:v>193.164081275463</c:v>
                </c:pt>
                <c:pt idx="1316">
                  <c:v>193.231684267521</c:v>
                </c:pt>
                <c:pt idx="1317">
                  <c:v>193.354226469994</c:v>
                </c:pt>
                <c:pt idx="1318">
                  <c:v>193.460482358933</c:v>
                </c:pt>
                <c:pt idx="1319">
                  <c:v>193.589792966843</c:v>
                </c:pt>
                <c:pt idx="1320">
                  <c:v>193.744717240334</c:v>
                </c:pt>
                <c:pt idx="1321">
                  <c:v>193.835461676121</c:v>
                </c:pt>
                <c:pt idx="1322">
                  <c:v>193.932100772858</c:v>
                </c:pt>
                <c:pt idx="1323">
                  <c:v>194.078566133976</c:v>
                </c:pt>
                <c:pt idx="1324">
                  <c:v>194.2148193717</c:v>
                </c:pt>
                <c:pt idx="1325">
                  <c:v>194.374860107899</c:v>
                </c:pt>
                <c:pt idx="1326">
                  <c:v>194.554303109646</c:v>
                </c:pt>
                <c:pt idx="1327">
                  <c:v>194.680443942547</c:v>
                </c:pt>
                <c:pt idx="1328">
                  <c:v>194.810368597508</c:v>
                </c:pt>
                <c:pt idx="1329">
                  <c:v>194.960661828518</c:v>
                </c:pt>
                <c:pt idx="1330">
                  <c:v>195.157337963581</c:v>
                </c:pt>
                <c:pt idx="1331">
                  <c:v>195.409835636616</c:v>
                </c:pt>
                <c:pt idx="1332">
                  <c:v>195.678497850895</c:v>
                </c:pt>
                <c:pt idx="1333">
                  <c:v>195.855639755726</c:v>
                </c:pt>
                <c:pt idx="1334">
                  <c:v>196.004298508167</c:v>
                </c:pt>
                <c:pt idx="1335">
                  <c:v>196.125760912895</c:v>
                </c:pt>
                <c:pt idx="1336">
                  <c:v>196.216100692749</c:v>
                </c:pt>
                <c:pt idx="1337">
                  <c:v>196.286700665951</c:v>
                </c:pt>
                <c:pt idx="1338">
                  <c:v>196.374597728252</c:v>
                </c:pt>
                <c:pt idx="1339">
                  <c:v>196.438724577427</c:v>
                </c:pt>
                <c:pt idx="1340">
                  <c:v>196.490270316601</c:v>
                </c:pt>
                <c:pt idx="1341">
                  <c:v>196.555709242821</c:v>
                </c:pt>
                <c:pt idx="1342">
                  <c:v>196.571831524372</c:v>
                </c:pt>
                <c:pt idx="1343">
                  <c:v>196.626478612423</c:v>
                </c:pt>
                <c:pt idx="1344">
                  <c:v>196.646132230759</c:v>
                </c:pt>
                <c:pt idx="1345">
                  <c:v>196.66040712595</c:v>
                </c:pt>
                <c:pt idx="1346">
                  <c:v>196.712119281292</c:v>
                </c:pt>
                <c:pt idx="1347">
                  <c:v>196.830828428268</c:v>
                </c:pt>
                <c:pt idx="1348">
                  <c:v>196.946894943714</c:v>
                </c:pt>
                <c:pt idx="1349">
                  <c:v>197.082406938076</c:v>
                </c:pt>
                <c:pt idx="1350">
                  <c:v>197.197541356087</c:v>
                </c:pt>
                <c:pt idx="1351">
                  <c:v>197.241486907005</c:v>
                </c:pt>
                <c:pt idx="1352">
                  <c:v>197.313279569149</c:v>
                </c:pt>
                <c:pt idx="1353">
                  <c:v>197.416782259941</c:v>
                </c:pt>
                <c:pt idx="1354">
                  <c:v>197.546070098877</c:v>
                </c:pt>
                <c:pt idx="1355">
                  <c:v>197.681996464729</c:v>
                </c:pt>
                <c:pt idx="1356">
                  <c:v>197.81283891201</c:v>
                </c:pt>
                <c:pt idx="1357">
                  <c:v>197.899551749229</c:v>
                </c:pt>
                <c:pt idx="1358">
                  <c:v>197.966587424278</c:v>
                </c:pt>
                <c:pt idx="1359">
                  <c:v>198.014252364635</c:v>
                </c:pt>
                <c:pt idx="1360">
                  <c:v>197.978064596653</c:v>
                </c:pt>
                <c:pt idx="1361">
                  <c:v>197.988514840603</c:v>
                </c:pt>
                <c:pt idx="1362">
                  <c:v>198.031312465668</c:v>
                </c:pt>
                <c:pt idx="1363">
                  <c:v>198.095571875572</c:v>
                </c:pt>
                <c:pt idx="1364">
                  <c:v>198.259522914887</c:v>
                </c:pt>
                <c:pt idx="1365">
                  <c:v>198.396494269371</c:v>
                </c:pt>
                <c:pt idx="1366">
                  <c:v>198.629950761795</c:v>
                </c:pt>
                <c:pt idx="1367">
                  <c:v>198.978666782379</c:v>
                </c:pt>
                <c:pt idx="1368">
                  <c:v>199.416237354279</c:v>
                </c:pt>
                <c:pt idx="1369">
                  <c:v>199.839792311192</c:v>
                </c:pt>
                <c:pt idx="1370">
                  <c:v>200.254034340382</c:v>
                </c:pt>
                <c:pt idx="1371">
                  <c:v>200.683712184429</c:v>
                </c:pt>
                <c:pt idx="1372">
                  <c:v>201.075030505657</c:v>
                </c:pt>
                <c:pt idx="1373">
                  <c:v>201.369090497494</c:v>
                </c:pt>
                <c:pt idx="1374">
                  <c:v>201.612314879894</c:v>
                </c:pt>
                <c:pt idx="1375">
                  <c:v>201.787985742092</c:v>
                </c:pt>
                <c:pt idx="1376">
                  <c:v>201.900109946728</c:v>
                </c:pt>
                <c:pt idx="1377">
                  <c:v>202.050359427929</c:v>
                </c:pt>
                <c:pt idx="1378">
                  <c:v>202.147537112236</c:v>
                </c:pt>
                <c:pt idx="1379">
                  <c:v>202.225593745708</c:v>
                </c:pt>
                <c:pt idx="1380">
                  <c:v>202.298466444016</c:v>
                </c:pt>
                <c:pt idx="1381">
                  <c:v>202.35026049614</c:v>
                </c:pt>
                <c:pt idx="1382">
                  <c:v>202.483267903328</c:v>
                </c:pt>
                <c:pt idx="1383">
                  <c:v>202.602679491043</c:v>
                </c:pt>
                <c:pt idx="1384">
                  <c:v>202.708428025246</c:v>
                </c:pt>
                <c:pt idx="1385">
                  <c:v>202.803834438324</c:v>
                </c:pt>
                <c:pt idx="1386">
                  <c:v>202.90036046505</c:v>
                </c:pt>
                <c:pt idx="1387">
                  <c:v>203.049595713615</c:v>
                </c:pt>
                <c:pt idx="1388">
                  <c:v>203.263621866703</c:v>
                </c:pt>
                <c:pt idx="1389">
                  <c:v>203.383890986443</c:v>
                </c:pt>
                <c:pt idx="1390">
                  <c:v>203.446311056614</c:v>
                </c:pt>
                <c:pt idx="1391">
                  <c:v>203.515039384365</c:v>
                </c:pt>
                <c:pt idx="1392">
                  <c:v>203.706910014153</c:v>
                </c:pt>
                <c:pt idx="1393">
                  <c:v>203.866077065468</c:v>
                </c:pt>
                <c:pt idx="1394">
                  <c:v>204.017616450787</c:v>
                </c:pt>
                <c:pt idx="1395">
                  <c:v>204.191077888012</c:v>
                </c:pt>
                <c:pt idx="1396">
                  <c:v>204.336341798306</c:v>
                </c:pt>
                <c:pt idx="1397">
                  <c:v>204.520660400391</c:v>
                </c:pt>
                <c:pt idx="1398">
                  <c:v>204.657437562943</c:v>
                </c:pt>
                <c:pt idx="1399">
                  <c:v>204.799958467484</c:v>
                </c:pt>
                <c:pt idx="1400">
                  <c:v>205.074285268784</c:v>
                </c:pt>
                <c:pt idx="1401">
                  <c:v>205.365266978741</c:v>
                </c:pt>
                <c:pt idx="1402">
                  <c:v>205.511640787125</c:v>
                </c:pt>
                <c:pt idx="1403">
                  <c:v>205.596913814545</c:v>
                </c:pt>
                <c:pt idx="1404">
                  <c:v>205.628791213036</c:v>
                </c:pt>
                <c:pt idx="1405">
                  <c:v>205.721640050411</c:v>
                </c:pt>
                <c:pt idx="1406">
                  <c:v>205.906908690929</c:v>
                </c:pt>
                <c:pt idx="1407">
                  <c:v>206.08589720726</c:v>
                </c:pt>
                <c:pt idx="1408">
                  <c:v>206.219370722771</c:v>
                </c:pt>
                <c:pt idx="1409">
                  <c:v>206.325711488724</c:v>
                </c:pt>
                <c:pt idx="1410">
                  <c:v>206.500433921814</c:v>
                </c:pt>
                <c:pt idx="1411">
                  <c:v>206.674275577068</c:v>
                </c:pt>
                <c:pt idx="1412">
                  <c:v>206.809943795204</c:v>
                </c:pt>
                <c:pt idx="1413">
                  <c:v>206.866505861282</c:v>
                </c:pt>
                <c:pt idx="1414">
                  <c:v>206.93307697773</c:v>
                </c:pt>
                <c:pt idx="1415">
                  <c:v>206.973935365677</c:v>
                </c:pt>
                <c:pt idx="1416">
                  <c:v>207.1125664711</c:v>
                </c:pt>
                <c:pt idx="1417">
                  <c:v>207.198382139206</c:v>
                </c:pt>
                <c:pt idx="1418">
                  <c:v>207.113477349281</c:v>
                </c:pt>
                <c:pt idx="1419">
                  <c:v>207.046276807785</c:v>
                </c:pt>
                <c:pt idx="1420">
                  <c:v>206.994661569595</c:v>
                </c:pt>
                <c:pt idx="1421">
                  <c:v>207.042121350765</c:v>
                </c:pt>
                <c:pt idx="1422">
                  <c:v>207.184724271297</c:v>
                </c:pt>
                <c:pt idx="1423">
                  <c:v>207.340899050236</c:v>
                </c:pt>
                <c:pt idx="1424">
                  <c:v>207.50258153677</c:v>
                </c:pt>
                <c:pt idx="1425">
                  <c:v>207.696212589741</c:v>
                </c:pt>
                <c:pt idx="1426">
                  <c:v>207.900817930698</c:v>
                </c:pt>
                <c:pt idx="1427">
                  <c:v>208.114776968956</c:v>
                </c:pt>
                <c:pt idx="1428">
                  <c:v>208.381090044975</c:v>
                </c:pt>
                <c:pt idx="1429">
                  <c:v>208.616717219353</c:v>
                </c:pt>
                <c:pt idx="1430">
                  <c:v>208.943476438522</c:v>
                </c:pt>
                <c:pt idx="1431">
                  <c:v>209.185029149056</c:v>
                </c:pt>
                <c:pt idx="1432">
                  <c:v>209.385458528996</c:v>
                </c:pt>
                <c:pt idx="1433">
                  <c:v>209.556287825108</c:v>
                </c:pt>
                <c:pt idx="1434">
                  <c:v>209.654246449471</c:v>
                </c:pt>
                <c:pt idx="1435">
                  <c:v>209.706625878811</c:v>
                </c:pt>
                <c:pt idx="1436">
                  <c:v>209.859326481819</c:v>
                </c:pt>
                <c:pt idx="1437">
                  <c:v>209.988502085209</c:v>
                </c:pt>
                <c:pt idx="1438">
                  <c:v>210.138339877129</c:v>
                </c:pt>
                <c:pt idx="1439">
                  <c:v>210.279602646828</c:v>
                </c:pt>
                <c:pt idx="1440">
                  <c:v>210.380395531654</c:v>
                </c:pt>
                <c:pt idx="1441">
                  <c:v>210.509084582329</c:v>
                </c:pt>
                <c:pt idx="1442">
                  <c:v>210.681566596031</c:v>
                </c:pt>
                <c:pt idx="1443">
                  <c:v>210.847465395927</c:v>
                </c:pt>
                <c:pt idx="1444">
                  <c:v>211.041546702385</c:v>
                </c:pt>
                <c:pt idx="1445">
                  <c:v>211.173798024654</c:v>
                </c:pt>
                <c:pt idx="1446">
                  <c:v>211.262833595276</c:v>
                </c:pt>
                <c:pt idx="1447">
                  <c:v>211.35028898716</c:v>
                </c:pt>
                <c:pt idx="1448">
                  <c:v>211.504722237587</c:v>
                </c:pt>
                <c:pt idx="1449">
                  <c:v>211.641678094864</c:v>
                </c:pt>
                <c:pt idx="1450">
                  <c:v>211.763617098331</c:v>
                </c:pt>
                <c:pt idx="1451">
                  <c:v>211.917527377605</c:v>
                </c:pt>
                <c:pt idx="1452">
                  <c:v>212.012684166431</c:v>
                </c:pt>
                <c:pt idx="1453">
                  <c:v>212.074995100498</c:v>
                </c:pt>
                <c:pt idx="1454">
                  <c:v>212.214627861977</c:v>
                </c:pt>
                <c:pt idx="1455">
                  <c:v>212.379090249538</c:v>
                </c:pt>
                <c:pt idx="1456">
                  <c:v>212.480176866055</c:v>
                </c:pt>
                <c:pt idx="1457">
                  <c:v>212.538630545139</c:v>
                </c:pt>
                <c:pt idx="1458">
                  <c:v>212.661241471767</c:v>
                </c:pt>
                <c:pt idx="1459">
                  <c:v>212.762633919716</c:v>
                </c:pt>
                <c:pt idx="1460">
                  <c:v>212.87339681387</c:v>
                </c:pt>
                <c:pt idx="1461">
                  <c:v>212.972192883492</c:v>
                </c:pt>
                <c:pt idx="1462">
                  <c:v>213.151810884476</c:v>
                </c:pt>
                <c:pt idx="1463">
                  <c:v>213.305035471916</c:v>
                </c:pt>
                <c:pt idx="1464">
                  <c:v>213.507495164871</c:v>
                </c:pt>
                <c:pt idx="1465">
                  <c:v>213.701371014118</c:v>
                </c:pt>
                <c:pt idx="1466">
                  <c:v>213.87044852972</c:v>
                </c:pt>
                <c:pt idx="1467">
                  <c:v>213.972733318806</c:v>
                </c:pt>
                <c:pt idx="1468">
                  <c:v>213.988341510296</c:v>
                </c:pt>
                <c:pt idx="1469">
                  <c:v>214.069830179215</c:v>
                </c:pt>
                <c:pt idx="1470">
                  <c:v>214.188462615013</c:v>
                </c:pt>
                <c:pt idx="1471">
                  <c:v>214.272767841816</c:v>
                </c:pt>
                <c:pt idx="1472">
                  <c:v>214.30895191431</c:v>
                </c:pt>
                <c:pt idx="1473">
                  <c:v>214.377105653286</c:v>
                </c:pt>
                <c:pt idx="1474">
                  <c:v>214.464058697224</c:v>
                </c:pt>
                <c:pt idx="1475">
                  <c:v>214.582148134708</c:v>
                </c:pt>
                <c:pt idx="1476">
                  <c:v>214.721836745739</c:v>
                </c:pt>
                <c:pt idx="1477">
                  <c:v>214.918561697006</c:v>
                </c:pt>
                <c:pt idx="1478">
                  <c:v>215.178139209747</c:v>
                </c:pt>
                <c:pt idx="1479">
                  <c:v>215.392213344574</c:v>
                </c:pt>
                <c:pt idx="1480">
                  <c:v>215.644608080387</c:v>
                </c:pt>
                <c:pt idx="1481">
                  <c:v>215.840790808201</c:v>
                </c:pt>
                <c:pt idx="1482">
                  <c:v>216.088551282883</c:v>
                </c:pt>
                <c:pt idx="1483">
                  <c:v>216.29059368372</c:v>
                </c:pt>
                <c:pt idx="1484">
                  <c:v>216.559204161167</c:v>
                </c:pt>
                <c:pt idx="1485">
                  <c:v>216.789964437485</c:v>
                </c:pt>
                <c:pt idx="1486">
                  <c:v>217.024129331112</c:v>
                </c:pt>
                <c:pt idx="1487">
                  <c:v>217.219714581966</c:v>
                </c:pt>
                <c:pt idx="1488">
                  <c:v>217.349036991596</c:v>
                </c:pt>
                <c:pt idx="1489">
                  <c:v>217.542154848576</c:v>
                </c:pt>
                <c:pt idx="1490">
                  <c:v>217.748623073101</c:v>
                </c:pt>
                <c:pt idx="1491">
                  <c:v>217.929616928101</c:v>
                </c:pt>
                <c:pt idx="1492">
                  <c:v>218.105038642883</c:v>
                </c:pt>
                <c:pt idx="1493">
                  <c:v>218.288627624512</c:v>
                </c:pt>
                <c:pt idx="1494">
                  <c:v>218.396676361561</c:v>
                </c:pt>
                <c:pt idx="1495">
                  <c:v>218.492348968983</c:v>
                </c:pt>
                <c:pt idx="1496">
                  <c:v>218.680859804153</c:v>
                </c:pt>
                <c:pt idx="1497">
                  <c:v>218.889386236668</c:v>
                </c:pt>
                <c:pt idx="1498">
                  <c:v>218.970697581768</c:v>
                </c:pt>
                <c:pt idx="1499">
                  <c:v>219.085134088993</c:v>
                </c:pt>
                <c:pt idx="1500">
                  <c:v>219.151898682117</c:v>
                </c:pt>
                <c:pt idx="1501">
                  <c:v>219.213756859303</c:v>
                </c:pt>
                <c:pt idx="1502">
                  <c:v>219.197762191296</c:v>
                </c:pt>
                <c:pt idx="1503">
                  <c:v>219.188639342785</c:v>
                </c:pt>
                <c:pt idx="1504">
                  <c:v>219.129321277142</c:v>
                </c:pt>
                <c:pt idx="1505">
                  <c:v>219.149944841862</c:v>
                </c:pt>
                <c:pt idx="1506">
                  <c:v>219.111033976078</c:v>
                </c:pt>
                <c:pt idx="1507">
                  <c:v>219.127450346947</c:v>
                </c:pt>
                <c:pt idx="1508">
                  <c:v>219.126740694046</c:v>
                </c:pt>
                <c:pt idx="1509">
                  <c:v>219.06077337265</c:v>
                </c:pt>
                <c:pt idx="1510">
                  <c:v>218.966760993004</c:v>
                </c:pt>
                <c:pt idx="1511">
                  <c:v>218.854728221893</c:v>
                </c:pt>
                <c:pt idx="1512">
                  <c:v>218.739211559296</c:v>
                </c:pt>
                <c:pt idx="1513">
                  <c:v>218.730228900909</c:v>
                </c:pt>
                <c:pt idx="1514">
                  <c:v>218.764799356461</c:v>
                </c:pt>
                <c:pt idx="1515">
                  <c:v>218.651903271675</c:v>
                </c:pt>
                <c:pt idx="1516">
                  <c:v>218.582979440689</c:v>
                </c:pt>
                <c:pt idx="1517">
                  <c:v>218.459980010986</c:v>
                </c:pt>
                <c:pt idx="1518">
                  <c:v>218.444108247757</c:v>
                </c:pt>
                <c:pt idx="1519">
                  <c:v>218.539952278137</c:v>
                </c:pt>
                <c:pt idx="1520">
                  <c:v>218.660949587822</c:v>
                </c:pt>
                <c:pt idx="1521">
                  <c:v>218.704755783081</c:v>
                </c:pt>
                <c:pt idx="1522">
                  <c:v>218.833846628666</c:v>
                </c:pt>
                <c:pt idx="1523">
                  <c:v>218.897323966026</c:v>
                </c:pt>
                <c:pt idx="1524">
                  <c:v>219.024980008602</c:v>
                </c:pt>
                <c:pt idx="1525">
                  <c:v>219.258242845535</c:v>
                </c:pt>
                <c:pt idx="1526">
                  <c:v>219.535912513733</c:v>
                </c:pt>
                <c:pt idx="1527">
                  <c:v>219.70946264267</c:v>
                </c:pt>
                <c:pt idx="1528">
                  <c:v>219.833502054215</c:v>
                </c:pt>
                <c:pt idx="1529">
                  <c:v>219.944807887077</c:v>
                </c:pt>
                <c:pt idx="1530">
                  <c:v>220.080519616604</c:v>
                </c:pt>
                <c:pt idx="1531">
                  <c:v>220.305710434914</c:v>
                </c:pt>
                <c:pt idx="1532">
                  <c:v>220.44600379467</c:v>
                </c:pt>
                <c:pt idx="1533">
                  <c:v>220.588874578476</c:v>
                </c:pt>
                <c:pt idx="1534">
                  <c:v>220.736776173115</c:v>
                </c:pt>
                <c:pt idx="1535">
                  <c:v>220.860990285873</c:v>
                </c:pt>
                <c:pt idx="1536">
                  <c:v>220.97471088171</c:v>
                </c:pt>
                <c:pt idx="1537">
                  <c:v>221.148917257786</c:v>
                </c:pt>
                <c:pt idx="1538">
                  <c:v>221.311079025269</c:v>
                </c:pt>
                <c:pt idx="1539">
                  <c:v>221.49000620842</c:v>
                </c:pt>
                <c:pt idx="1540">
                  <c:v>221.75169968605</c:v>
                </c:pt>
                <c:pt idx="1541">
                  <c:v>222.00482237339</c:v>
                </c:pt>
                <c:pt idx="1542">
                  <c:v>222.23840379715</c:v>
                </c:pt>
                <c:pt idx="1543">
                  <c:v>222.446146786213</c:v>
                </c:pt>
                <c:pt idx="1544">
                  <c:v>222.60948163271</c:v>
                </c:pt>
                <c:pt idx="1545">
                  <c:v>222.722641646862</c:v>
                </c:pt>
                <c:pt idx="1546">
                  <c:v>222.745734512806</c:v>
                </c:pt>
                <c:pt idx="1547">
                  <c:v>222.730301916599</c:v>
                </c:pt>
                <c:pt idx="1548">
                  <c:v>222.683518826962</c:v>
                </c:pt>
                <c:pt idx="1549">
                  <c:v>222.624350845814</c:v>
                </c:pt>
                <c:pt idx="1550">
                  <c:v>222.48795157671</c:v>
                </c:pt>
                <c:pt idx="1551">
                  <c:v>222.304219186306</c:v>
                </c:pt>
                <c:pt idx="1552">
                  <c:v>222.185016810894</c:v>
                </c:pt>
                <c:pt idx="1553">
                  <c:v>222.137224495411</c:v>
                </c:pt>
                <c:pt idx="1554">
                  <c:v>222.06821757555</c:v>
                </c:pt>
                <c:pt idx="1555">
                  <c:v>222.018862068653</c:v>
                </c:pt>
                <c:pt idx="1556">
                  <c:v>221.974179327488</c:v>
                </c:pt>
                <c:pt idx="1557">
                  <c:v>221.950757682323</c:v>
                </c:pt>
                <c:pt idx="1558">
                  <c:v>221.968747973442</c:v>
                </c:pt>
                <c:pt idx="1559">
                  <c:v>221.924634218216</c:v>
                </c:pt>
                <c:pt idx="1560">
                  <c:v>221.872882843018</c:v>
                </c:pt>
                <c:pt idx="1561">
                  <c:v>221.862582206726</c:v>
                </c:pt>
                <c:pt idx="1562">
                  <c:v>221.930499196053</c:v>
                </c:pt>
                <c:pt idx="1563">
                  <c:v>222.056123316288</c:v>
                </c:pt>
                <c:pt idx="1564">
                  <c:v>222.208753407002</c:v>
                </c:pt>
                <c:pt idx="1565">
                  <c:v>222.394293725491</c:v>
                </c:pt>
                <c:pt idx="1566">
                  <c:v>222.554401695728</c:v>
                </c:pt>
                <c:pt idx="1567">
                  <c:v>222.743275284767</c:v>
                </c:pt>
                <c:pt idx="1568">
                  <c:v>222.9305113554</c:v>
                </c:pt>
                <c:pt idx="1569">
                  <c:v>223.097325086594</c:v>
                </c:pt>
                <c:pt idx="1570">
                  <c:v>223.37841629982</c:v>
                </c:pt>
                <c:pt idx="1571">
                  <c:v>223.652591705322</c:v>
                </c:pt>
                <c:pt idx="1572">
                  <c:v>223.858423888683</c:v>
                </c:pt>
                <c:pt idx="1573">
                  <c:v>224.060847997665</c:v>
                </c:pt>
                <c:pt idx="1574">
                  <c:v>224.268365263939</c:v>
                </c:pt>
                <c:pt idx="1575">
                  <c:v>224.450885057449</c:v>
                </c:pt>
                <c:pt idx="1576">
                  <c:v>224.693769156933</c:v>
                </c:pt>
                <c:pt idx="1577">
                  <c:v>224.916106343269</c:v>
                </c:pt>
                <c:pt idx="1578">
                  <c:v>225.151182115078</c:v>
                </c:pt>
                <c:pt idx="1579">
                  <c:v>225.459735929966</c:v>
                </c:pt>
                <c:pt idx="1580">
                  <c:v>225.759229719639</c:v>
                </c:pt>
                <c:pt idx="1581">
                  <c:v>226.108829021454</c:v>
                </c:pt>
                <c:pt idx="1582">
                  <c:v>226.477436542511</c:v>
                </c:pt>
                <c:pt idx="1583">
                  <c:v>226.820290446281</c:v>
                </c:pt>
                <c:pt idx="1584">
                  <c:v>227.168308496475</c:v>
                </c:pt>
                <c:pt idx="1585">
                  <c:v>227.559028506279</c:v>
                </c:pt>
                <c:pt idx="1586">
                  <c:v>227.967802166939</c:v>
                </c:pt>
                <c:pt idx="1587">
                  <c:v>228.446306347847</c:v>
                </c:pt>
                <c:pt idx="1588">
                  <c:v>228.881264448166</c:v>
                </c:pt>
                <c:pt idx="1589">
                  <c:v>229.288073658943</c:v>
                </c:pt>
                <c:pt idx="1590">
                  <c:v>229.682983875275</c:v>
                </c:pt>
                <c:pt idx="1591">
                  <c:v>230.017479598522</c:v>
                </c:pt>
                <c:pt idx="1592">
                  <c:v>230.218118846417</c:v>
                </c:pt>
                <c:pt idx="1593">
                  <c:v>230.311633706093</c:v>
                </c:pt>
                <c:pt idx="1594">
                  <c:v>230.427713096142</c:v>
                </c:pt>
                <c:pt idx="1595">
                  <c:v>230.528257548809</c:v>
                </c:pt>
                <c:pt idx="1596">
                  <c:v>230.652488708496</c:v>
                </c:pt>
                <c:pt idx="1597">
                  <c:v>230.71945899725</c:v>
                </c:pt>
                <c:pt idx="1598">
                  <c:v>230.811167418957</c:v>
                </c:pt>
                <c:pt idx="1599">
                  <c:v>230.914491474628</c:v>
                </c:pt>
                <c:pt idx="1600">
                  <c:v>231.05352717638</c:v>
                </c:pt>
                <c:pt idx="1601">
                  <c:v>231.108614146709</c:v>
                </c:pt>
                <c:pt idx="1602">
                  <c:v>231.314503788948</c:v>
                </c:pt>
                <c:pt idx="1603">
                  <c:v>231.528825998306</c:v>
                </c:pt>
                <c:pt idx="1604">
                  <c:v>231.666060507298</c:v>
                </c:pt>
                <c:pt idx="1605">
                  <c:v>231.817395865917</c:v>
                </c:pt>
                <c:pt idx="1606">
                  <c:v>231.905889868736</c:v>
                </c:pt>
                <c:pt idx="1607">
                  <c:v>232.039827942848</c:v>
                </c:pt>
                <c:pt idx="1608">
                  <c:v>232.204601943493</c:v>
                </c:pt>
                <c:pt idx="1609">
                  <c:v>232.245166957378</c:v>
                </c:pt>
                <c:pt idx="1610">
                  <c:v>232.280815601349</c:v>
                </c:pt>
                <c:pt idx="1611">
                  <c:v>232.347082138062</c:v>
                </c:pt>
                <c:pt idx="1612">
                  <c:v>232.392371296883</c:v>
                </c:pt>
                <c:pt idx="1613">
                  <c:v>232.485816776753</c:v>
                </c:pt>
                <c:pt idx="1614">
                  <c:v>232.617645919323</c:v>
                </c:pt>
                <c:pt idx="1615">
                  <c:v>232.800884664059</c:v>
                </c:pt>
                <c:pt idx="1616">
                  <c:v>232.949625611305</c:v>
                </c:pt>
                <c:pt idx="1617">
                  <c:v>233.086938738823</c:v>
                </c:pt>
                <c:pt idx="1618">
                  <c:v>233.328654170036</c:v>
                </c:pt>
                <c:pt idx="1619">
                  <c:v>233.634714603424</c:v>
                </c:pt>
                <c:pt idx="1620">
                  <c:v>233.877709805965</c:v>
                </c:pt>
                <c:pt idx="1621">
                  <c:v>234.105328142643</c:v>
                </c:pt>
                <c:pt idx="1622">
                  <c:v>234.314475893974</c:v>
                </c:pt>
                <c:pt idx="1623">
                  <c:v>234.568280696869</c:v>
                </c:pt>
                <c:pt idx="1624">
                  <c:v>234.746886193752</c:v>
                </c:pt>
                <c:pt idx="1625">
                  <c:v>234.95132881403</c:v>
                </c:pt>
                <c:pt idx="1626">
                  <c:v>235.139787256718</c:v>
                </c:pt>
                <c:pt idx="1627">
                  <c:v>235.337778389454</c:v>
                </c:pt>
                <c:pt idx="1628">
                  <c:v>235.47783100605</c:v>
                </c:pt>
                <c:pt idx="1629">
                  <c:v>235.586939990521</c:v>
                </c:pt>
                <c:pt idx="1630">
                  <c:v>235.738603949547</c:v>
                </c:pt>
                <c:pt idx="1631">
                  <c:v>235.845610022545</c:v>
                </c:pt>
                <c:pt idx="1632">
                  <c:v>235.868505418301</c:v>
                </c:pt>
                <c:pt idx="1633">
                  <c:v>235.848617970943</c:v>
                </c:pt>
                <c:pt idx="1634">
                  <c:v>235.809305846691</c:v>
                </c:pt>
                <c:pt idx="1635">
                  <c:v>235.80992347002</c:v>
                </c:pt>
                <c:pt idx="1636">
                  <c:v>235.781575500965</c:v>
                </c:pt>
                <c:pt idx="1637">
                  <c:v>235.695899546146</c:v>
                </c:pt>
                <c:pt idx="1638">
                  <c:v>235.667908251286</c:v>
                </c:pt>
                <c:pt idx="1639">
                  <c:v>235.622874796391</c:v>
                </c:pt>
                <c:pt idx="1640">
                  <c:v>235.553872406483</c:v>
                </c:pt>
                <c:pt idx="1641">
                  <c:v>235.572554290295</c:v>
                </c:pt>
                <c:pt idx="1642">
                  <c:v>235.594990432262</c:v>
                </c:pt>
                <c:pt idx="1643">
                  <c:v>235.627684295177</c:v>
                </c:pt>
                <c:pt idx="1644">
                  <c:v>235.638403117657</c:v>
                </c:pt>
                <c:pt idx="1645">
                  <c:v>235.687218248844</c:v>
                </c:pt>
                <c:pt idx="1646">
                  <c:v>235.784114778042</c:v>
                </c:pt>
                <c:pt idx="1647">
                  <c:v>235.85902005434</c:v>
                </c:pt>
                <c:pt idx="1648">
                  <c:v>235.894830882549</c:v>
                </c:pt>
                <c:pt idx="1649">
                  <c:v>235.984104573727</c:v>
                </c:pt>
                <c:pt idx="1650">
                  <c:v>236.058828055859</c:v>
                </c:pt>
                <c:pt idx="1651">
                  <c:v>236.05925822258</c:v>
                </c:pt>
                <c:pt idx="1652">
                  <c:v>236.118102490902</c:v>
                </c:pt>
                <c:pt idx="1653">
                  <c:v>236.182290434837</c:v>
                </c:pt>
                <c:pt idx="1654">
                  <c:v>236.247072458267</c:v>
                </c:pt>
                <c:pt idx="1655">
                  <c:v>236.354902505875</c:v>
                </c:pt>
                <c:pt idx="1656">
                  <c:v>236.368763625622</c:v>
                </c:pt>
                <c:pt idx="1657">
                  <c:v>236.435716807842</c:v>
                </c:pt>
                <c:pt idx="1658">
                  <c:v>236.392825305462</c:v>
                </c:pt>
                <c:pt idx="1659">
                  <c:v>236.296201527119</c:v>
                </c:pt>
                <c:pt idx="1660">
                  <c:v>236.173840582371</c:v>
                </c:pt>
                <c:pt idx="1661">
                  <c:v>236.055164039135</c:v>
                </c:pt>
                <c:pt idx="1662">
                  <c:v>236.046070873737</c:v>
                </c:pt>
                <c:pt idx="1663">
                  <c:v>236.166151702404</c:v>
                </c:pt>
                <c:pt idx="1664">
                  <c:v>236.352913022041</c:v>
                </c:pt>
                <c:pt idx="1665">
                  <c:v>236.457008600235</c:v>
                </c:pt>
                <c:pt idx="1666">
                  <c:v>236.584209382534</c:v>
                </c:pt>
                <c:pt idx="1667">
                  <c:v>236.72365552187</c:v>
                </c:pt>
                <c:pt idx="1668">
                  <c:v>236.910948216915</c:v>
                </c:pt>
                <c:pt idx="1669">
                  <c:v>237.098456919193</c:v>
                </c:pt>
                <c:pt idx="1670">
                  <c:v>237.32663577795</c:v>
                </c:pt>
                <c:pt idx="1671">
                  <c:v>237.533046424389</c:v>
                </c:pt>
                <c:pt idx="1672">
                  <c:v>237.732071697712</c:v>
                </c:pt>
                <c:pt idx="1673">
                  <c:v>237.808797419071</c:v>
                </c:pt>
                <c:pt idx="1674">
                  <c:v>237.892759203911</c:v>
                </c:pt>
                <c:pt idx="1675">
                  <c:v>237.922340035439</c:v>
                </c:pt>
                <c:pt idx="1676">
                  <c:v>237.891173481941</c:v>
                </c:pt>
                <c:pt idx="1677">
                  <c:v>238.092989206314</c:v>
                </c:pt>
                <c:pt idx="1678">
                  <c:v>238.179575800896</c:v>
                </c:pt>
                <c:pt idx="1679">
                  <c:v>238.121054291725</c:v>
                </c:pt>
                <c:pt idx="1680">
                  <c:v>238.048717737198</c:v>
                </c:pt>
                <c:pt idx="1681">
                  <c:v>238.030558943749</c:v>
                </c:pt>
                <c:pt idx="1682">
                  <c:v>238.041049957275</c:v>
                </c:pt>
                <c:pt idx="1683">
                  <c:v>237.988297820091</c:v>
                </c:pt>
                <c:pt idx="1684">
                  <c:v>237.959294319153</c:v>
                </c:pt>
                <c:pt idx="1685">
                  <c:v>238.062671899796</c:v>
                </c:pt>
                <c:pt idx="1686">
                  <c:v>238.258666753769</c:v>
                </c:pt>
                <c:pt idx="1687">
                  <c:v>238.36274266243</c:v>
                </c:pt>
                <c:pt idx="1688">
                  <c:v>238.443067610264</c:v>
                </c:pt>
                <c:pt idx="1689">
                  <c:v>238.502941787243</c:v>
                </c:pt>
                <c:pt idx="1690">
                  <c:v>238.552420556545</c:v>
                </c:pt>
                <c:pt idx="1691">
                  <c:v>238.57174384594</c:v>
                </c:pt>
                <c:pt idx="1692">
                  <c:v>238.629888534546</c:v>
                </c:pt>
                <c:pt idx="1693">
                  <c:v>238.687539279461</c:v>
                </c:pt>
                <c:pt idx="1694">
                  <c:v>238.787958323956</c:v>
                </c:pt>
                <c:pt idx="1695">
                  <c:v>238.923195421696</c:v>
                </c:pt>
                <c:pt idx="1696">
                  <c:v>238.948499381542</c:v>
                </c:pt>
                <c:pt idx="1697">
                  <c:v>239.100893080235</c:v>
                </c:pt>
                <c:pt idx="1698">
                  <c:v>239.321377336979</c:v>
                </c:pt>
                <c:pt idx="1699">
                  <c:v>239.50441211462</c:v>
                </c:pt>
                <c:pt idx="1700">
                  <c:v>239.824024140835</c:v>
                </c:pt>
                <c:pt idx="1701">
                  <c:v>240.184535622597</c:v>
                </c:pt>
                <c:pt idx="1702">
                  <c:v>240.551002979279</c:v>
                </c:pt>
                <c:pt idx="1703">
                  <c:v>240.943734288216</c:v>
                </c:pt>
                <c:pt idx="1704">
                  <c:v>241.24343085289</c:v>
                </c:pt>
                <c:pt idx="1705">
                  <c:v>241.439921975136</c:v>
                </c:pt>
                <c:pt idx="1706">
                  <c:v>241.564795970917</c:v>
                </c:pt>
                <c:pt idx="1707">
                  <c:v>241.588135659695</c:v>
                </c:pt>
                <c:pt idx="1708">
                  <c:v>241.644050121307</c:v>
                </c:pt>
                <c:pt idx="1709">
                  <c:v>241.824843764305</c:v>
                </c:pt>
                <c:pt idx="1710">
                  <c:v>241.935333013535</c:v>
                </c:pt>
                <c:pt idx="1711">
                  <c:v>242.108067214489</c:v>
                </c:pt>
                <c:pt idx="1712">
                  <c:v>242.285776555538</c:v>
                </c:pt>
                <c:pt idx="1713">
                  <c:v>242.428240597248</c:v>
                </c:pt>
                <c:pt idx="1714">
                  <c:v>242.479495406151</c:v>
                </c:pt>
                <c:pt idx="1715">
                  <c:v>242.56397151947</c:v>
                </c:pt>
                <c:pt idx="1716">
                  <c:v>242.466740846634</c:v>
                </c:pt>
                <c:pt idx="1717">
                  <c:v>242.237002491951</c:v>
                </c:pt>
                <c:pt idx="1718">
                  <c:v>241.936301708221</c:v>
                </c:pt>
                <c:pt idx="1719">
                  <c:v>241.729337215424</c:v>
                </c:pt>
                <c:pt idx="1720">
                  <c:v>241.603628993034</c:v>
                </c:pt>
                <c:pt idx="1721">
                  <c:v>241.499778151512</c:v>
                </c:pt>
                <c:pt idx="1722">
                  <c:v>241.354916453362</c:v>
                </c:pt>
                <c:pt idx="1723">
                  <c:v>241.332240343094</c:v>
                </c:pt>
                <c:pt idx="1724">
                  <c:v>241.361540436745</c:v>
                </c:pt>
                <c:pt idx="1725">
                  <c:v>241.679054558277</c:v>
                </c:pt>
                <c:pt idx="1726">
                  <c:v>242.403185546398</c:v>
                </c:pt>
                <c:pt idx="1727">
                  <c:v>243.117594838142</c:v>
                </c:pt>
                <c:pt idx="1728">
                  <c:v>243.971120119095</c:v>
                </c:pt>
                <c:pt idx="1729">
                  <c:v>244.720611512661</c:v>
                </c:pt>
                <c:pt idx="1730">
                  <c:v>245.339783012867</c:v>
                </c:pt>
                <c:pt idx="1731">
                  <c:v>245.77878755331</c:v>
                </c:pt>
                <c:pt idx="1732">
                  <c:v>246.144159793854</c:v>
                </c:pt>
                <c:pt idx="1733">
                  <c:v>246.373226642609</c:v>
                </c:pt>
                <c:pt idx="1734">
                  <c:v>246.316911816597</c:v>
                </c:pt>
                <c:pt idx="1735">
                  <c:v>246.187255740166</c:v>
                </c:pt>
                <c:pt idx="1736">
                  <c:v>246.112864971161</c:v>
                </c:pt>
                <c:pt idx="1737">
                  <c:v>246.367416501045</c:v>
                </c:pt>
                <c:pt idx="1738">
                  <c:v>246.695672988892</c:v>
                </c:pt>
                <c:pt idx="1739">
                  <c:v>246.991411983967</c:v>
                </c:pt>
                <c:pt idx="1740">
                  <c:v>247.320733726025</c:v>
                </c:pt>
                <c:pt idx="1741">
                  <c:v>247.715357899666</c:v>
                </c:pt>
                <c:pt idx="1742">
                  <c:v>248.115605950356</c:v>
                </c:pt>
                <c:pt idx="1743">
                  <c:v>248.447749078274</c:v>
                </c:pt>
                <c:pt idx="1744">
                  <c:v>248.737257122994</c:v>
                </c:pt>
                <c:pt idx="1745">
                  <c:v>249.004287838936</c:v>
                </c:pt>
                <c:pt idx="1746">
                  <c:v>249.190405488014</c:v>
                </c:pt>
                <c:pt idx="1747">
                  <c:v>249.435647904873</c:v>
                </c:pt>
                <c:pt idx="1748">
                  <c:v>249.619403243065</c:v>
                </c:pt>
                <c:pt idx="1749">
                  <c:v>249.840797066689</c:v>
                </c:pt>
                <c:pt idx="1750">
                  <c:v>250.119667053223</c:v>
                </c:pt>
                <c:pt idx="1751">
                  <c:v>250.415338754654</c:v>
                </c:pt>
                <c:pt idx="1752">
                  <c:v>250.800286829472</c:v>
                </c:pt>
                <c:pt idx="1753">
                  <c:v>251.17998456955</c:v>
                </c:pt>
                <c:pt idx="1754">
                  <c:v>251.622183203697</c:v>
                </c:pt>
                <c:pt idx="1755">
                  <c:v>251.947633624077</c:v>
                </c:pt>
                <c:pt idx="1756">
                  <c:v>252.251898288727</c:v>
                </c:pt>
                <c:pt idx="1757">
                  <c:v>252.520301818848</c:v>
                </c:pt>
                <c:pt idx="1758">
                  <c:v>252.769297897816</c:v>
                </c:pt>
                <c:pt idx="1759">
                  <c:v>253.066318333149</c:v>
                </c:pt>
                <c:pt idx="1760">
                  <c:v>253.392736554146</c:v>
                </c:pt>
                <c:pt idx="1761">
                  <c:v>253.68648481369</c:v>
                </c:pt>
                <c:pt idx="1762">
                  <c:v>253.916472971439</c:v>
                </c:pt>
                <c:pt idx="1763">
                  <c:v>254.146696090698</c:v>
                </c:pt>
                <c:pt idx="1764">
                  <c:v>254.400887310505</c:v>
                </c:pt>
                <c:pt idx="1765">
                  <c:v>254.616285145283</c:v>
                </c:pt>
                <c:pt idx="1766">
                  <c:v>254.818900823593</c:v>
                </c:pt>
                <c:pt idx="1767">
                  <c:v>255.023039162159</c:v>
                </c:pt>
                <c:pt idx="1768">
                  <c:v>255.298052608967</c:v>
                </c:pt>
                <c:pt idx="1769">
                  <c:v>255.765504896641</c:v>
                </c:pt>
                <c:pt idx="1770">
                  <c:v>256.111319959164</c:v>
                </c:pt>
                <c:pt idx="1771">
                  <c:v>256.444273710251</c:v>
                </c:pt>
                <c:pt idx="1772">
                  <c:v>256.787285864353</c:v>
                </c:pt>
                <c:pt idx="1773">
                  <c:v>257.106044530869</c:v>
                </c:pt>
                <c:pt idx="1774">
                  <c:v>257.297635555267</c:v>
                </c:pt>
                <c:pt idx="1775">
                  <c:v>257.370543837547</c:v>
                </c:pt>
                <c:pt idx="1776">
                  <c:v>257.455072045326</c:v>
                </c:pt>
                <c:pt idx="1777">
                  <c:v>257.535741388798</c:v>
                </c:pt>
                <c:pt idx="1778">
                  <c:v>257.549424409866</c:v>
                </c:pt>
                <c:pt idx="1779">
                  <c:v>257.559304654598</c:v>
                </c:pt>
                <c:pt idx="1780">
                  <c:v>257.580539524555</c:v>
                </c:pt>
                <c:pt idx="1781">
                  <c:v>257.670365810394</c:v>
                </c:pt>
                <c:pt idx="1782">
                  <c:v>257.845988631249</c:v>
                </c:pt>
                <c:pt idx="1783">
                  <c:v>257.959861814976</c:v>
                </c:pt>
                <c:pt idx="1784">
                  <c:v>258.08058744669</c:v>
                </c:pt>
                <c:pt idx="1785">
                  <c:v>258.21898150444</c:v>
                </c:pt>
                <c:pt idx="1786">
                  <c:v>258.305871427059</c:v>
                </c:pt>
                <c:pt idx="1787">
                  <c:v>258.400157213211</c:v>
                </c:pt>
                <c:pt idx="1788">
                  <c:v>258.528113722801</c:v>
                </c:pt>
                <c:pt idx="1789">
                  <c:v>258.710949003696</c:v>
                </c:pt>
                <c:pt idx="1790">
                  <c:v>258.879442811012</c:v>
                </c:pt>
                <c:pt idx="1791">
                  <c:v>259.041095435619</c:v>
                </c:pt>
                <c:pt idx="1792">
                  <c:v>259.227133631706</c:v>
                </c:pt>
                <c:pt idx="1793">
                  <c:v>259.430682361126</c:v>
                </c:pt>
                <c:pt idx="1794">
                  <c:v>259.651022076607</c:v>
                </c:pt>
                <c:pt idx="1795">
                  <c:v>259.73768889904</c:v>
                </c:pt>
                <c:pt idx="1796">
                  <c:v>259.856464326382</c:v>
                </c:pt>
                <c:pt idx="1797">
                  <c:v>259.940663635731</c:v>
                </c:pt>
                <c:pt idx="1798">
                  <c:v>259.932916104794</c:v>
                </c:pt>
                <c:pt idx="1799">
                  <c:v>259.929168760777</c:v>
                </c:pt>
                <c:pt idx="1800">
                  <c:v>259.905167877674</c:v>
                </c:pt>
                <c:pt idx="1801">
                  <c:v>259.773348987103</c:v>
                </c:pt>
                <c:pt idx="1802">
                  <c:v>259.730848252773</c:v>
                </c:pt>
                <c:pt idx="1803">
                  <c:v>259.779142260552</c:v>
                </c:pt>
                <c:pt idx="1804">
                  <c:v>259.693112492561</c:v>
                </c:pt>
                <c:pt idx="1805">
                  <c:v>259.717969834805</c:v>
                </c:pt>
                <c:pt idx="1806">
                  <c:v>259.794648706913</c:v>
                </c:pt>
                <c:pt idx="1807">
                  <c:v>259.933871388435</c:v>
                </c:pt>
                <c:pt idx="1808">
                  <c:v>259.988307893276</c:v>
                </c:pt>
                <c:pt idx="1809">
                  <c:v>260.140718400478</c:v>
                </c:pt>
                <c:pt idx="1810">
                  <c:v>260.346705257893</c:v>
                </c:pt>
                <c:pt idx="1811">
                  <c:v>260.591435074806</c:v>
                </c:pt>
                <c:pt idx="1812">
                  <c:v>260.851123273373</c:v>
                </c:pt>
                <c:pt idx="1813">
                  <c:v>261.163100063801</c:v>
                </c:pt>
                <c:pt idx="1814">
                  <c:v>261.433153271675</c:v>
                </c:pt>
                <c:pt idx="1815">
                  <c:v>261.562041759491</c:v>
                </c:pt>
                <c:pt idx="1816">
                  <c:v>261.634024381638</c:v>
                </c:pt>
                <c:pt idx="1817">
                  <c:v>261.741412222385</c:v>
                </c:pt>
                <c:pt idx="1818">
                  <c:v>261.880322396755</c:v>
                </c:pt>
                <c:pt idx="1819">
                  <c:v>261.95959764719</c:v>
                </c:pt>
                <c:pt idx="1820">
                  <c:v>261.963247776032</c:v>
                </c:pt>
                <c:pt idx="1821">
                  <c:v>262.0000243783</c:v>
                </c:pt>
                <c:pt idx="1822">
                  <c:v>262.089524388313</c:v>
                </c:pt>
                <c:pt idx="1823">
                  <c:v>262.154521405697</c:v>
                </c:pt>
                <c:pt idx="1824">
                  <c:v>262.323124289513</c:v>
                </c:pt>
                <c:pt idx="1825">
                  <c:v>262.523751556873</c:v>
                </c:pt>
                <c:pt idx="1826">
                  <c:v>262.711776077747</c:v>
                </c:pt>
                <c:pt idx="1827">
                  <c:v>262.879088282585</c:v>
                </c:pt>
                <c:pt idx="1828">
                  <c:v>263.033438026905</c:v>
                </c:pt>
                <c:pt idx="1829">
                  <c:v>263.142628610134</c:v>
                </c:pt>
                <c:pt idx="1830">
                  <c:v>263.256874263287</c:v>
                </c:pt>
                <c:pt idx="1831">
                  <c:v>263.501848459244</c:v>
                </c:pt>
                <c:pt idx="1832">
                  <c:v>263.664736032486</c:v>
                </c:pt>
                <c:pt idx="1833">
                  <c:v>263.840211033821</c:v>
                </c:pt>
                <c:pt idx="1834">
                  <c:v>264.050222694874</c:v>
                </c:pt>
                <c:pt idx="1835">
                  <c:v>264.321715891361</c:v>
                </c:pt>
                <c:pt idx="1836">
                  <c:v>264.577490925789</c:v>
                </c:pt>
                <c:pt idx="1837">
                  <c:v>264.897439241409</c:v>
                </c:pt>
                <c:pt idx="1838">
                  <c:v>265.17553704977</c:v>
                </c:pt>
                <c:pt idx="1839">
                  <c:v>265.525678932667</c:v>
                </c:pt>
                <c:pt idx="1840">
                  <c:v>265.875521600246</c:v>
                </c:pt>
                <c:pt idx="1841">
                  <c:v>266.109322965145</c:v>
                </c:pt>
                <c:pt idx="1842">
                  <c:v>266.409846842289</c:v>
                </c:pt>
                <c:pt idx="1843">
                  <c:v>266.642089903355</c:v>
                </c:pt>
                <c:pt idx="1844">
                  <c:v>266.828908383846</c:v>
                </c:pt>
                <c:pt idx="1845">
                  <c:v>266.974148154259</c:v>
                </c:pt>
                <c:pt idx="1846">
                  <c:v>267.141961932182</c:v>
                </c:pt>
                <c:pt idx="1847">
                  <c:v>267.298819422722</c:v>
                </c:pt>
                <c:pt idx="1848">
                  <c:v>267.449379444122</c:v>
                </c:pt>
                <c:pt idx="1849">
                  <c:v>267.568022787571</c:v>
                </c:pt>
                <c:pt idx="1850">
                  <c:v>267.725930631161</c:v>
                </c:pt>
                <c:pt idx="1851">
                  <c:v>267.923307597637</c:v>
                </c:pt>
                <c:pt idx="1852">
                  <c:v>268.139467298985</c:v>
                </c:pt>
                <c:pt idx="1853">
                  <c:v>268.322919726372</c:v>
                </c:pt>
                <c:pt idx="1854">
                  <c:v>268.444235622883</c:v>
                </c:pt>
                <c:pt idx="1855">
                  <c:v>268.565510332584</c:v>
                </c:pt>
                <c:pt idx="1856">
                  <c:v>268.693294942379</c:v>
                </c:pt>
                <c:pt idx="1857">
                  <c:v>268.758034706116</c:v>
                </c:pt>
                <c:pt idx="1858">
                  <c:v>268.846809864044</c:v>
                </c:pt>
                <c:pt idx="1859">
                  <c:v>268.941481411457</c:v>
                </c:pt>
                <c:pt idx="1860">
                  <c:v>268.975725889206</c:v>
                </c:pt>
                <c:pt idx="1861">
                  <c:v>269.008832931519</c:v>
                </c:pt>
                <c:pt idx="1862">
                  <c:v>269.017197132111</c:v>
                </c:pt>
                <c:pt idx="1863">
                  <c:v>269.09475427866</c:v>
                </c:pt>
                <c:pt idx="1864">
                  <c:v>269.226343929768</c:v>
                </c:pt>
                <c:pt idx="1865">
                  <c:v>269.351666688919</c:v>
                </c:pt>
                <c:pt idx="1866">
                  <c:v>269.446760952473</c:v>
                </c:pt>
                <c:pt idx="1867">
                  <c:v>269.530231535435</c:v>
                </c:pt>
                <c:pt idx="1868">
                  <c:v>269.649837255478</c:v>
                </c:pt>
                <c:pt idx="1869">
                  <c:v>269.771893680096</c:v>
                </c:pt>
                <c:pt idx="1870">
                  <c:v>269.944233000279</c:v>
                </c:pt>
                <c:pt idx="1871">
                  <c:v>270.086195230484</c:v>
                </c:pt>
                <c:pt idx="1872">
                  <c:v>270.098924577236</c:v>
                </c:pt>
                <c:pt idx="1873">
                  <c:v>269.974481642246</c:v>
                </c:pt>
                <c:pt idx="1874">
                  <c:v>269.913458287716</c:v>
                </c:pt>
                <c:pt idx="1875">
                  <c:v>269.890386044979</c:v>
                </c:pt>
                <c:pt idx="1876">
                  <c:v>269.900675833225</c:v>
                </c:pt>
                <c:pt idx="1877">
                  <c:v>269.84192019701</c:v>
                </c:pt>
                <c:pt idx="1878">
                  <c:v>269.687991321087</c:v>
                </c:pt>
                <c:pt idx="1879">
                  <c:v>269.565112292767</c:v>
                </c:pt>
                <c:pt idx="1880">
                  <c:v>269.484016597271</c:v>
                </c:pt>
                <c:pt idx="1881">
                  <c:v>269.200843989849</c:v>
                </c:pt>
                <c:pt idx="1882">
                  <c:v>268.816904127598</c:v>
                </c:pt>
                <c:pt idx="1883">
                  <c:v>269.011915743351</c:v>
                </c:pt>
                <c:pt idx="1884">
                  <c:v>269.024287700653</c:v>
                </c:pt>
                <c:pt idx="1885">
                  <c:v>268.885214567185</c:v>
                </c:pt>
                <c:pt idx="1886">
                  <c:v>268.529522657394</c:v>
                </c:pt>
                <c:pt idx="1887">
                  <c:v>268.350069761276</c:v>
                </c:pt>
                <c:pt idx="1888">
                  <c:v>268.16486799717</c:v>
                </c:pt>
                <c:pt idx="1889">
                  <c:v>267.990310430527</c:v>
                </c:pt>
                <c:pt idx="1890">
                  <c:v>267.79943215847</c:v>
                </c:pt>
                <c:pt idx="1891">
                  <c:v>267.934946417809</c:v>
                </c:pt>
                <c:pt idx="1892">
                  <c:v>268.159757375717</c:v>
                </c:pt>
                <c:pt idx="1893">
                  <c:v>268.174795210362</c:v>
                </c:pt>
                <c:pt idx="1894">
                  <c:v>268.153593957424</c:v>
                </c:pt>
                <c:pt idx="1895">
                  <c:v>268.100235879421</c:v>
                </c:pt>
                <c:pt idx="1896">
                  <c:v>268.052129924297</c:v>
                </c:pt>
                <c:pt idx="1897">
                  <c:v>267.933457314968</c:v>
                </c:pt>
                <c:pt idx="1898">
                  <c:v>267.926302492619</c:v>
                </c:pt>
                <c:pt idx="1899">
                  <c:v>267.940144002438</c:v>
                </c:pt>
                <c:pt idx="1900">
                  <c:v>267.989714741707</c:v>
                </c:pt>
                <c:pt idx="1901">
                  <c:v>267.924089550972</c:v>
                </c:pt>
                <c:pt idx="1902">
                  <c:v>268.050357282162</c:v>
                </c:pt>
                <c:pt idx="1903">
                  <c:v>268.274907886982</c:v>
                </c:pt>
                <c:pt idx="1904">
                  <c:v>268.517522096634</c:v>
                </c:pt>
                <c:pt idx="1905">
                  <c:v>268.730439662933</c:v>
                </c:pt>
                <c:pt idx="1906">
                  <c:v>269.023938655853</c:v>
                </c:pt>
                <c:pt idx="1907">
                  <c:v>269.393171191216</c:v>
                </c:pt>
                <c:pt idx="1908">
                  <c:v>269.798207759857</c:v>
                </c:pt>
                <c:pt idx="1909">
                  <c:v>270.153280138969</c:v>
                </c:pt>
                <c:pt idx="1910">
                  <c:v>270.423714101315</c:v>
                </c:pt>
                <c:pt idx="1911">
                  <c:v>270.613623857498</c:v>
                </c:pt>
                <c:pt idx="1912">
                  <c:v>270.565058112145</c:v>
                </c:pt>
                <c:pt idx="1913">
                  <c:v>270.540688037872</c:v>
                </c:pt>
                <c:pt idx="1914">
                  <c:v>270.668100059032</c:v>
                </c:pt>
                <c:pt idx="1915">
                  <c:v>270.745263159275</c:v>
                </c:pt>
                <c:pt idx="1916">
                  <c:v>270.894463717938</c:v>
                </c:pt>
                <c:pt idx="1917">
                  <c:v>271.085775434971</c:v>
                </c:pt>
                <c:pt idx="1918">
                  <c:v>271.121213853359</c:v>
                </c:pt>
                <c:pt idx="1919">
                  <c:v>271.225554287434</c:v>
                </c:pt>
                <c:pt idx="1920">
                  <c:v>271.312320530415</c:v>
                </c:pt>
                <c:pt idx="1921">
                  <c:v>271.454159915447</c:v>
                </c:pt>
                <c:pt idx="1922">
                  <c:v>271.69593924284</c:v>
                </c:pt>
                <c:pt idx="1923">
                  <c:v>272.037961781025</c:v>
                </c:pt>
                <c:pt idx="1924">
                  <c:v>272.352178990841</c:v>
                </c:pt>
                <c:pt idx="1925">
                  <c:v>272.706738293171</c:v>
                </c:pt>
                <c:pt idx="1926">
                  <c:v>272.960303604603</c:v>
                </c:pt>
                <c:pt idx="1927">
                  <c:v>273.293880164623</c:v>
                </c:pt>
                <c:pt idx="1928">
                  <c:v>273.672729313374</c:v>
                </c:pt>
                <c:pt idx="1929">
                  <c:v>274.064764678478</c:v>
                </c:pt>
                <c:pt idx="1930">
                  <c:v>274.422022879124</c:v>
                </c:pt>
                <c:pt idx="1931">
                  <c:v>274.828810870647</c:v>
                </c:pt>
                <c:pt idx="1932">
                  <c:v>275.193104207516</c:v>
                </c:pt>
                <c:pt idx="1933">
                  <c:v>275.541721999645</c:v>
                </c:pt>
                <c:pt idx="1934">
                  <c:v>275.852873265743</c:v>
                </c:pt>
                <c:pt idx="1935">
                  <c:v>276.24946051836</c:v>
                </c:pt>
                <c:pt idx="1936">
                  <c:v>276.745838046074</c:v>
                </c:pt>
                <c:pt idx="1937">
                  <c:v>277.097635984421</c:v>
                </c:pt>
                <c:pt idx="1938">
                  <c:v>277.401321172714</c:v>
                </c:pt>
                <c:pt idx="1939">
                  <c:v>277.651039958</c:v>
                </c:pt>
                <c:pt idx="1940">
                  <c:v>277.984262228012</c:v>
                </c:pt>
                <c:pt idx="1941">
                  <c:v>278.276216387749</c:v>
                </c:pt>
                <c:pt idx="1942">
                  <c:v>278.53045463562</c:v>
                </c:pt>
                <c:pt idx="1943">
                  <c:v>278.724847733975</c:v>
                </c:pt>
                <c:pt idx="1944">
                  <c:v>278.939719378948</c:v>
                </c:pt>
                <c:pt idx="1945">
                  <c:v>279.197136700153</c:v>
                </c:pt>
                <c:pt idx="1946">
                  <c:v>279.465128600597</c:v>
                </c:pt>
                <c:pt idx="1947">
                  <c:v>279.646103441715</c:v>
                </c:pt>
                <c:pt idx="1948">
                  <c:v>279.772489309311</c:v>
                </c:pt>
                <c:pt idx="1949">
                  <c:v>279.923851668835</c:v>
                </c:pt>
                <c:pt idx="1950">
                  <c:v>280.062430500984</c:v>
                </c:pt>
                <c:pt idx="1951">
                  <c:v>280.18963688612</c:v>
                </c:pt>
                <c:pt idx="1952">
                  <c:v>280.4028429389</c:v>
                </c:pt>
                <c:pt idx="1953">
                  <c:v>280.567692756653</c:v>
                </c:pt>
                <c:pt idx="1954">
                  <c:v>280.713094770908</c:v>
                </c:pt>
                <c:pt idx="1955">
                  <c:v>280.745686590672</c:v>
                </c:pt>
                <c:pt idx="1956">
                  <c:v>280.724938929081</c:v>
                </c:pt>
                <c:pt idx="1957">
                  <c:v>280.68084269762</c:v>
                </c:pt>
                <c:pt idx="1958">
                  <c:v>280.636198103428</c:v>
                </c:pt>
                <c:pt idx="1959">
                  <c:v>280.601678431034</c:v>
                </c:pt>
                <c:pt idx="1960">
                  <c:v>280.466488897801</c:v>
                </c:pt>
                <c:pt idx="1961">
                  <c:v>280.328664362431</c:v>
                </c:pt>
                <c:pt idx="1962">
                  <c:v>280.081760466099</c:v>
                </c:pt>
                <c:pt idx="1963">
                  <c:v>279.870743811131</c:v>
                </c:pt>
                <c:pt idx="1964">
                  <c:v>279.623508512974</c:v>
                </c:pt>
                <c:pt idx="1965">
                  <c:v>279.486328661442</c:v>
                </c:pt>
                <c:pt idx="1966">
                  <c:v>279.407439410687</c:v>
                </c:pt>
                <c:pt idx="1967">
                  <c:v>279.382288873196</c:v>
                </c:pt>
                <c:pt idx="1968">
                  <c:v>279.380693495274</c:v>
                </c:pt>
                <c:pt idx="1969">
                  <c:v>279.496317327023</c:v>
                </c:pt>
                <c:pt idx="1970">
                  <c:v>279.664135098457</c:v>
                </c:pt>
                <c:pt idx="1971">
                  <c:v>279.736318469048</c:v>
                </c:pt>
                <c:pt idx="1972">
                  <c:v>279.810546278954</c:v>
                </c:pt>
                <c:pt idx="1973">
                  <c:v>279.826612174511</c:v>
                </c:pt>
                <c:pt idx="1974">
                  <c:v>279.970810115337</c:v>
                </c:pt>
                <c:pt idx="1975">
                  <c:v>280.078088760376</c:v>
                </c:pt>
                <c:pt idx="1976">
                  <c:v>280.222035169601</c:v>
                </c:pt>
                <c:pt idx="1977">
                  <c:v>280.375151276588</c:v>
                </c:pt>
                <c:pt idx="1978">
                  <c:v>280.595628321171</c:v>
                </c:pt>
                <c:pt idx="1979">
                  <c:v>280.653349518776</c:v>
                </c:pt>
                <c:pt idx="1980">
                  <c:v>280.646736264229</c:v>
                </c:pt>
                <c:pt idx="1981">
                  <c:v>280.653219401836</c:v>
                </c:pt>
                <c:pt idx="1982">
                  <c:v>280.845417380333</c:v>
                </c:pt>
                <c:pt idx="1983">
                  <c:v>281.176520645618</c:v>
                </c:pt>
                <c:pt idx="1984">
                  <c:v>281.565997898579</c:v>
                </c:pt>
                <c:pt idx="1985">
                  <c:v>281.999004125595</c:v>
                </c:pt>
                <c:pt idx="1986">
                  <c:v>282.471258997917</c:v>
                </c:pt>
                <c:pt idx="1987">
                  <c:v>282.966625452042</c:v>
                </c:pt>
                <c:pt idx="1988">
                  <c:v>283.415358841419</c:v>
                </c:pt>
                <c:pt idx="1989">
                  <c:v>283.923760950565</c:v>
                </c:pt>
                <c:pt idx="1990">
                  <c:v>284.447820067406</c:v>
                </c:pt>
                <c:pt idx="1991">
                  <c:v>285.025854587555</c:v>
                </c:pt>
                <c:pt idx="1992">
                  <c:v>285.551172018051</c:v>
                </c:pt>
                <c:pt idx="1993">
                  <c:v>286.059720814228</c:v>
                </c:pt>
                <c:pt idx="1994">
                  <c:v>286.54678696394</c:v>
                </c:pt>
                <c:pt idx="1995">
                  <c:v>286.98016500473</c:v>
                </c:pt>
                <c:pt idx="1996">
                  <c:v>287.30632597208</c:v>
                </c:pt>
                <c:pt idx="1997">
                  <c:v>287.602529585362</c:v>
                </c:pt>
                <c:pt idx="1998">
                  <c:v>287.82010692358</c:v>
                </c:pt>
                <c:pt idx="1999">
                  <c:v>287.968367934227</c:v>
                </c:pt>
                <c:pt idx="2000">
                  <c:v>288.09395223856</c:v>
                </c:pt>
                <c:pt idx="2001">
                  <c:v>288.217438280582</c:v>
                </c:pt>
                <c:pt idx="2002">
                  <c:v>288.336428821087</c:v>
                </c:pt>
                <c:pt idx="2003">
                  <c:v>288.384402573109</c:v>
                </c:pt>
                <c:pt idx="2004">
                  <c:v>288.761881411076</c:v>
                </c:pt>
                <c:pt idx="2005">
                  <c:v>289.090013206005</c:v>
                </c:pt>
                <c:pt idx="2006">
                  <c:v>289.48499828577</c:v>
                </c:pt>
                <c:pt idx="2007">
                  <c:v>289.779530763626</c:v>
                </c:pt>
                <c:pt idx="2008">
                  <c:v>290.0570987463</c:v>
                </c:pt>
                <c:pt idx="2009">
                  <c:v>290.361430048943</c:v>
                </c:pt>
                <c:pt idx="2010">
                  <c:v>290.664886832237</c:v>
                </c:pt>
                <c:pt idx="2011">
                  <c:v>291.000799775124</c:v>
                </c:pt>
                <c:pt idx="2012">
                  <c:v>291.30542832613</c:v>
                </c:pt>
                <c:pt idx="2013">
                  <c:v>291.524577915669</c:v>
                </c:pt>
                <c:pt idx="2014">
                  <c:v>291.780905663967</c:v>
                </c:pt>
                <c:pt idx="2015">
                  <c:v>292.027582466602</c:v>
                </c:pt>
                <c:pt idx="2016">
                  <c:v>292.143345594406</c:v>
                </c:pt>
                <c:pt idx="2017">
                  <c:v>292.268432676792</c:v>
                </c:pt>
                <c:pt idx="2018">
                  <c:v>292.302753448486</c:v>
                </c:pt>
                <c:pt idx="2019">
                  <c:v>292.35812830925</c:v>
                </c:pt>
                <c:pt idx="2020">
                  <c:v>292.360105097294</c:v>
                </c:pt>
                <c:pt idx="2021">
                  <c:v>292.367091953754</c:v>
                </c:pt>
                <c:pt idx="2022">
                  <c:v>292.431844651699</c:v>
                </c:pt>
                <c:pt idx="2023">
                  <c:v>292.550756275654</c:v>
                </c:pt>
                <c:pt idx="2024">
                  <c:v>292.747733533382</c:v>
                </c:pt>
                <c:pt idx="2025">
                  <c:v>292.936842262745</c:v>
                </c:pt>
                <c:pt idx="2026">
                  <c:v>293.150825977325</c:v>
                </c:pt>
                <c:pt idx="2027">
                  <c:v>293.347071647644</c:v>
                </c:pt>
                <c:pt idx="2028">
                  <c:v>293.625951766968</c:v>
                </c:pt>
                <c:pt idx="2029">
                  <c:v>293.83237862587</c:v>
                </c:pt>
                <c:pt idx="2030">
                  <c:v>294.062695503235</c:v>
                </c:pt>
                <c:pt idx="2031">
                  <c:v>294.270770072937</c:v>
                </c:pt>
                <c:pt idx="2032">
                  <c:v>294.515837609768</c:v>
                </c:pt>
                <c:pt idx="2033">
                  <c:v>294.711443662643</c:v>
                </c:pt>
                <c:pt idx="2034">
                  <c:v>294.87189155817</c:v>
                </c:pt>
                <c:pt idx="2035">
                  <c:v>294.931753396988</c:v>
                </c:pt>
                <c:pt idx="2036">
                  <c:v>295.062782287598</c:v>
                </c:pt>
                <c:pt idx="2037">
                  <c:v>295.214772939682</c:v>
                </c:pt>
                <c:pt idx="2038">
                  <c:v>295.318497180939</c:v>
                </c:pt>
                <c:pt idx="2039">
                  <c:v>295.495051145554</c:v>
                </c:pt>
                <c:pt idx="2040">
                  <c:v>295.550546705723</c:v>
                </c:pt>
                <c:pt idx="2041">
                  <c:v>295.693512380123</c:v>
                </c:pt>
                <c:pt idx="2042">
                  <c:v>295.861889004707</c:v>
                </c:pt>
                <c:pt idx="2043">
                  <c:v>296.096379935741</c:v>
                </c:pt>
                <c:pt idx="2044">
                  <c:v>296.356449961662</c:v>
                </c:pt>
                <c:pt idx="2045">
                  <c:v>296.610003829002</c:v>
                </c:pt>
                <c:pt idx="2046">
                  <c:v>296.852530002594</c:v>
                </c:pt>
                <c:pt idx="2047">
                  <c:v>297.079825639725</c:v>
                </c:pt>
                <c:pt idx="2048">
                  <c:v>297.313867092133</c:v>
                </c:pt>
                <c:pt idx="2049">
                  <c:v>297.468823254108</c:v>
                </c:pt>
                <c:pt idx="2050">
                  <c:v>297.619135379791</c:v>
                </c:pt>
                <c:pt idx="2051">
                  <c:v>297.7346393466</c:v>
                </c:pt>
                <c:pt idx="2052">
                  <c:v>297.931179702282</c:v>
                </c:pt>
                <c:pt idx="2053">
                  <c:v>298.068629324436</c:v>
                </c:pt>
                <c:pt idx="2054">
                  <c:v>298.15969145298</c:v>
                </c:pt>
                <c:pt idx="2055">
                  <c:v>298.355604290962</c:v>
                </c:pt>
                <c:pt idx="2056">
                  <c:v>298.507596671581</c:v>
                </c:pt>
                <c:pt idx="2057">
                  <c:v>298.716241419315</c:v>
                </c:pt>
                <c:pt idx="2058">
                  <c:v>298.968073070049</c:v>
                </c:pt>
                <c:pt idx="2059">
                  <c:v>299.204197406769</c:v>
                </c:pt>
                <c:pt idx="2060">
                  <c:v>299.523171782494</c:v>
                </c:pt>
                <c:pt idx="2061">
                  <c:v>299.831419467926</c:v>
                </c:pt>
                <c:pt idx="2062">
                  <c:v>300.05000603199</c:v>
                </c:pt>
                <c:pt idx="2063">
                  <c:v>300.214621722698</c:v>
                </c:pt>
                <c:pt idx="2064">
                  <c:v>300.361515283585</c:v>
                </c:pt>
                <c:pt idx="2065">
                  <c:v>300.535560250282</c:v>
                </c:pt>
                <c:pt idx="2066">
                  <c:v>300.79512989521</c:v>
                </c:pt>
                <c:pt idx="2067">
                  <c:v>301.066983163357</c:v>
                </c:pt>
                <c:pt idx="2068">
                  <c:v>301.279887855053</c:v>
                </c:pt>
                <c:pt idx="2069">
                  <c:v>301.508114159107</c:v>
                </c:pt>
                <c:pt idx="2070">
                  <c:v>301.634707212448</c:v>
                </c:pt>
                <c:pt idx="2071">
                  <c:v>301.738493025303</c:v>
                </c:pt>
                <c:pt idx="2072">
                  <c:v>301.878165662289</c:v>
                </c:pt>
                <c:pt idx="2073">
                  <c:v>302.014836966991</c:v>
                </c:pt>
                <c:pt idx="2074">
                  <c:v>302.157417356968</c:v>
                </c:pt>
                <c:pt idx="2075">
                  <c:v>302.239962041378</c:v>
                </c:pt>
                <c:pt idx="2076">
                  <c:v>302.370274722576</c:v>
                </c:pt>
                <c:pt idx="2077">
                  <c:v>302.429802417755</c:v>
                </c:pt>
                <c:pt idx="2078">
                  <c:v>302.523071110249</c:v>
                </c:pt>
                <c:pt idx="2079">
                  <c:v>302.581156551838</c:v>
                </c:pt>
                <c:pt idx="2080">
                  <c:v>302.616428732872</c:v>
                </c:pt>
                <c:pt idx="2081">
                  <c:v>302.742279469967</c:v>
                </c:pt>
                <c:pt idx="2082">
                  <c:v>302.775297522545</c:v>
                </c:pt>
                <c:pt idx="2083">
                  <c:v>302.872344911099</c:v>
                </c:pt>
                <c:pt idx="2084">
                  <c:v>302.874502003193</c:v>
                </c:pt>
                <c:pt idx="2085">
                  <c:v>302.843407452107</c:v>
                </c:pt>
                <c:pt idx="2086">
                  <c:v>302.761288821697</c:v>
                </c:pt>
                <c:pt idx="2087">
                  <c:v>302.759070932865</c:v>
                </c:pt>
                <c:pt idx="2088">
                  <c:v>302.804422020912</c:v>
                </c:pt>
                <c:pt idx="2089">
                  <c:v>302.803108215332</c:v>
                </c:pt>
                <c:pt idx="2090">
                  <c:v>302.796389818192</c:v>
                </c:pt>
                <c:pt idx="2091">
                  <c:v>302.830707550049</c:v>
                </c:pt>
                <c:pt idx="2092">
                  <c:v>302.924259305</c:v>
                </c:pt>
                <c:pt idx="2093">
                  <c:v>302.971699476242</c:v>
                </c:pt>
                <c:pt idx="2094">
                  <c:v>303.054818570614</c:v>
                </c:pt>
                <c:pt idx="2095">
                  <c:v>303.193740367889</c:v>
                </c:pt>
                <c:pt idx="2096">
                  <c:v>303.360104680061</c:v>
                </c:pt>
                <c:pt idx="2097">
                  <c:v>303.485827565193</c:v>
                </c:pt>
                <c:pt idx="2098">
                  <c:v>303.643532812595</c:v>
                </c:pt>
                <c:pt idx="2099">
                  <c:v>303.775345981121</c:v>
                </c:pt>
                <c:pt idx="2100">
                  <c:v>303.969303071499</c:v>
                </c:pt>
                <c:pt idx="2101">
                  <c:v>304.138817369938</c:v>
                </c:pt>
                <c:pt idx="2102">
                  <c:v>304.304921329022</c:v>
                </c:pt>
                <c:pt idx="2103">
                  <c:v>304.48492783308</c:v>
                </c:pt>
                <c:pt idx="2104">
                  <c:v>304.658728778362</c:v>
                </c:pt>
                <c:pt idx="2105">
                  <c:v>304.848232865334</c:v>
                </c:pt>
                <c:pt idx="2106">
                  <c:v>304.929699540138</c:v>
                </c:pt>
                <c:pt idx="2107">
                  <c:v>304.991989254952</c:v>
                </c:pt>
                <c:pt idx="2108">
                  <c:v>304.99075293541</c:v>
                </c:pt>
                <c:pt idx="2109">
                  <c:v>305.028119564056</c:v>
                </c:pt>
                <c:pt idx="2110">
                  <c:v>304.972166419029</c:v>
                </c:pt>
                <c:pt idx="2111">
                  <c:v>304.913142204285</c:v>
                </c:pt>
                <c:pt idx="2112">
                  <c:v>304.832999825478</c:v>
                </c:pt>
                <c:pt idx="2113">
                  <c:v>304.800798177719</c:v>
                </c:pt>
                <c:pt idx="2114">
                  <c:v>304.885663807392</c:v>
                </c:pt>
                <c:pt idx="2115">
                  <c:v>304.936311602593</c:v>
                </c:pt>
                <c:pt idx="2116">
                  <c:v>304.97157227993</c:v>
                </c:pt>
                <c:pt idx="2117">
                  <c:v>305.032950401306</c:v>
                </c:pt>
                <c:pt idx="2118">
                  <c:v>305.271093785763</c:v>
                </c:pt>
                <c:pt idx="2119">
                  <c:v>305.463001668453</c:v>
                </c:pt>
                <c:pt idx="2120">
                  <c:v>305.780748188496</c:v>
                </c:pt>
                <c:pt idx="2121">
                  <c:v>306.046158254147</c:v>
                </c:pt>
                <c:pt idx="2122">
                  <c:v>306.359430730343</c:v>
                </c:pt>
                <c:pt idx="2123">
                  <c:v>306.71965944767</c:v>
                </c:pt>
                <c:pt idx="2124">
                  <c:v>307.013880372047</c:v>
                </c:pt>
                <c:pt idx="2125">
                  <c:v>307.327174246311</c:v>
                </c:pt>
                <c:pt idx="2126">
                  <c:v>307.670622766018</c:v>
                </c:pt>
                <c:pt idx="2127">
                  <c:v>308.065770089626</c:v>
                </c:pt>
                <c:pt idx="2128">
                  <c:v>308.308772981167</c:v>
                </c:pt>
                <c:pt idx="2129">
                  <c:v>308.550118863583</c:v>
                </c:pt>
                <c:pt idx="2130">
                  <c:v>308.712244451046</c:v>
                </c:pt>
                <c:pt idx="2131">
                  <c:v>308.796340823174</c:v>
                </c:pt>
                <c:pt idx="2132">
                  <c:v>308.882893323898</c:v>
                </c:pt>
                <c:pt idx="2133">
                  <c:v>308.906954050064</c:v>
                </c:pt>
                <c:pt idx="2134">
                  <c:v>308.955882430077</c:v>
                </c:pt>
                <c:pt idx="2135">
                  <c:v>309.100318312645</c:v>
                </c:pt>
                <c:pt idx="2136">
                  <c:v>309.241561949253</c:v>
                </c:pt>
                <c:pt idx="2137">
                  <c:v>309.285517573357</c:v>
                </c:pt>
                <c:pt idx="2138">
                  <c:v>309.471255540848</c:v>
                </c:pt>
                <c:pt idx="2139">
                  <c:v>309.721531033516</c:v>
                </c:pt>
                <c:pt idx="2140">
                  <c:v>309.964878678322</c:v>
                </c:pt>
                <c:pt idx="2141">
                  <c:v>310.280745983124</c:v>
                </c:pt>
                <c:pt idx="2142">
                  <c:v>310.508404135704</c:v>
                </c:pt>
                <c:pt idx="2143">
                  <c:v>310.761869132519</c:v>
                </c:pt>
                <c:pt idx="2144">
                  <c:v>310.969457566738</c:v>
                </c:pt>
                <c:pt idx="2145">
                  <c:v>311.173799455166</c:v>
                </c:pt>
                <c:pt idx="2146">
                  <c:v>311.412617981434</c:v>
                </c:pt>
                <c:pt idx="2147">
                  <c:v>311.714692294598</c:v>
                </c:pt>
                <c:pt idx="2148">
                  <c:v>312.035248577595</c:v>
                </c:pt>
                <c:pt idx="2149">
                  <c:v>312.332281470299</c:v>
                </c:pt>
                <c:pt idx="2150">
                  <c:v>312.550609230995</c:v>
                </c:pt>
                <c:pt idx="2151">
                  <c:v>312.69926661253</c:v>
                </c:pt>
                <c:pt idx="2152">
                  <c:v>312.8994987607</c:v>
                </c:pt>
                <c:pt idx="2153">
                  <c:v>312.992631852627</c:v>
                </c:pt>
                <c:pt idx="2154">
                  <c:v>313.106537461281</c:v>
                </c:pt>
                <c:pt idx="2155">
                  <c:v>313.228885889053</c:v>
                </c:pt>
                <c:pt idx="2156">
                  <c:v>313.402569532394</c:v>
                </c:pt>
                <c:pt idx="2157">
                  <c:v>313.513299942017</c:v>
                </c:pt>
                <c:pt idx="2158">
                  <c:v>313.623582184315</c:v>
                </c:pt>
                <c:pt idx="2159">
                  <c:v>313.715212404728</c:v>
                </c:pt>
                <c:pt idx="2160">
                  <c:v>313.807088494301</c:v>
                </c:pt>
                <c:pt idx="2161">
                  <c:v>313.845785081387</c:v>
                </c:pt>
                <c:pt idx="2162">
                  <c:v>313.87870401144</c:v>
                </c:pt>
                <c:pt idx="2163">
                  <c:v>313.890262722969</c:v>
                </c:pt>
                <c:pt idx="2164">
                  <c:v>313.922436654568</c:v>
                </c:pt>
                <c:pt idx="2165">
                  <c:v>314.022168576717</c:v>
                </c:pt>
                <c:pt idx="2166">
                  <c:v>314.063010573387</c:v>
                </c:pt>
                <c:pt idx="2167">
                  <c:v>314.148029088974</c:v>
                </c:pt>
                <c:pt idx="2168">
                  <c:v>314.236945509911</c:v>
                </c:pt>
                <c:pt idx="2169">
                  <c:v>314.373633980751</c:v>
                </c:pt>
                <c:pt idx="2170">
                  <c:v>314.511577606201</c:v>
                </c:pt>
                <c:pt idx="2171">
                  <c:v>314.616631269455</c:v>
                </c:pt>
                <c:pt idx="2172">
                  <c:v>314.710810422897</c:v>
                </c:pt>
                <c:pt idx="2173">
                  <c:v>314.80232411623</c:v>
                </c:pt>
                <c:pt idx="2174">
                  <c:v>314.869974315167</c:v>
                </c:pt>
                <c:pt idx="2175">
                  <c:v>314.912995100021</c:v>
                </c:pt>
                <c:pt idx="2176">
                  <c:v>314.956462085247</c:v>
                </c:pt>
                <c:pt idx="2177">
                  <c:v>314.910748660564</c:v>
                </c:pt>
                <c:pt idx="2178">
                  <c:v>314.846473157406</c:v>
                </c:pt>
                <c:pt idx="2179">
                  <c:v>314.738345682621</c:v>
                </c:pt>
                <c:pt idx="2180">
                  <c:v>314.649697124958</c:v>
                </c:pt>
                <c:pt idx="2181">
                  <c:v>314.545951902866</c:v>
                </c:pt>
                <c:pt idx="2182">
                  <c:v>314.39456731081</c:v>
                </c:pt>
                <c:pt idx="2183">
                  <c:v>314.38465243578</c:v>
                </c:pt>
                <c:pt idx="2184">
                  <c:v>314.316244423389</c:v>
                </c:pt>
                <c:pt idx="2185">
                  <c:v>314.296139895916</c:v>
                </c:pt>
                <c:pt idx="2186">
                  <c:v>314.227379262447</c:v>
                </c:pt>
                <c:pt idx="2187">
                  <c:v>314.190583646298</c:v>
                </c:pt>
                <c:pt idx="2188">
                  <c:v>314.298555076122</c:v>
                </c:pt>
                <c:pt idx="2189">
                  <c:v>314.438558876514</c:v>
                </c:pt>
                <c:pt idx="2190">
                  <c:v>314.589178979397</c:v>
                </c:pt>
                <c:pt idx="2191">
                  <c:v>314.718016386032</c:v>
                </c:pt>
                <c:pt idx="2192">
                  <c:v>315.017677783966</c:v>
                </c:pt>
                <c:pt idx="2193">
                  <c:v>315.257638454437</c:v>
                </c:pt>
                <c:pt idx="2194">
                  <c:v>315.537207961083</c:v>
                </c:pt>
                <c:pt idx="2195">
                  <c:v>315.773291826248</c:v>
                </c:pt>
                <c:pt idx="2196">
                  <c:v>316.008134901524</c:v>
                </c:pt>
                <c:pt idx="2197">
                  <c:v>316.238928020001</c:v>
                </c:pt>
                <c:pt idx="2198">
                  <c:v>316.295779764652</c:v>
                </c:pt>
                <c:pt idx="2199">
                  <c:v>316.399596214294</c:v>
                </c:pt>
                <c:pt idx="2200">
                  <c:v>316.5659314394</c:v>
                </c:pt>
                <c:pt idx="2201">
                  <c:v>316.833146095276</c:v>
                </c:pt>
                <c:pt idx="2202">
                  <c:v>316.958862960339</c:v>
                </c:pt>
                <c:pt idx="2203">
                  <c:v>317.194074928761</c:v>
                </c:pt>
                <c:pt idx="2204">
                  <c:v>317.428264677525</c:v>
                </c:pt>
              </c:numCache>
            </c:numRef>
          </c:val>
          <c:smooth val="0"/>
        </c:ser>
        <c:ser>
          <c:idx val="7"/>
          <c:order val="7"/>
          <c:tx>
            <c:strRef>
              <c:f>Sheet1!$I$1</c:f>
              <c:strCache>
                <c:ptCount val="1"/>
                <c:pt idx="0">
                  <c:v>GRU_daily_20days</c:v>
                </c:pt>
              </c:strCache>
            </c:strRef>
          </c:tx>
          <c:spPr>
            <a:ln w="28575" cap="rnd">
              <a:solidFill>
                <a:schemeClr val="accent2">
                  <a:lumMod val="60000"/>
                </a:schemeClr>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Sheet1!$I$2:$I$2206</c:f>
              <c:numCache>
                <c:formatCode>General</c:formatCode>
                <c:ptCount val="2205"/>
                <c:pt idx="0">
                  <c:v>-0.04597640037537</c:v>
                </c:pt>
                <c:pt idx="1">
                  <c:v>-0.12241005897522</c:v>
                </c:pt>
                <c:pt idx="2">
                  <c:v>-0.13232028484345</c:v>
                </c:pt>
                <c:pt idx="3">
                  <c:v>-0.122405230998998</c:v>
                </c:pt>
                <c:pt idx="4">
                  <c:v>-0.107173204422002</c:v>
                </c:pt>
                <c:pt idx="5">
                  <c:v>-0.099094033241277</c:v>
                </c:pt>
                <c:pt idx="6">
                  <c:v>-0.095578074455266</c:v>
                </c:pt>
                <c:pt idx="7">
                  <c:v>-0.104131817817696</c:v>
                </c:pt>
                <c:pt idx="8">
                  <c:v>-0.0951161384582601</c:v>
                </c:pt>
                <c:pt idx="9">
                  <c:v>-0.092905819416054</c:v>
                </c:pt>
                <c:pt idx="10">
                  <c:v>0.068254053592674</c:v>
                </c:pt>
                <c:pt idx="11">
                  <c:v>0.209773600101463</c:v>
                </c:pt>
                <c:pt idx="12">
                  <c:v>0.427346348762504</c:v>
                </c:pt>
                <c:pt idx="13">
                  <c:v>0.67426908016204</c:v>
                </c:pt>
                <c:pt idx="14">
                  <c:v>0.889936566352836</c:v>
                </c:pt>
                <c:pt idx="15">
                  <c:v>1.07222527265548</c:v>
                </c:pt>
                <c:pt idx="16">
                  <c:v>1.28658455610275</c:v>
                </c:pt>
                <c:pt idx="17">
                  <c:v>1.46245199441909</c:v>
                </c:pt>
                <c:pt idx="18">
                  <c:v>1.62044268846511</c:v>
                </c:pt>
                <c:pt idx="19">
                  <c:v>1.87280815839767</c:v>
                </c:pt>
                <c:pt idx="20">
                  <c:v>2.13868838548659</c:v>
                </c:pt>
                <c:pt idx="21">
                  <c:v>2.48156148195266</c:v>
                </c:pt>
                <c:pt idx="22">
                  <c:v>2.78952777385711</c:v>
                </c:pt>
                <c:pt idx="23">
                  <c:v>3.06688094139098</c:v>
                </c:pt>
                <c:pt idx="24">
                  <c:v>3.39647620916366</c:v>
                </c:pt>
                <c:pt idx="25">
                  <c:v>3.70657354593276</c:v>
                </c:pt>
                <c:pt idx="26">
                  <c:v>4.03387635946273</c:v>
                </c:pt>
                <c:pt idx="27">
                  <c:v>4.36415499448775</c:v>
                </c:pt>
                <c:pt idx="28">
                  <c:v>4.72556722164153</c:v>
                </c:pt>
                <c:pt idx="29">
                  <c:v>5.09393250942229</c:v>
                </c:pt>
                <c:pt idx="30">
                  <c:v>5.43222314119338</c:v>
                </c:pt>
                <c:pt idx="31">
                  <c:v>5.73033088445663</c:v>
                </c:pt>
                <c:pt idx="32">
                  <c:v>5.99261265993117</c:v>
                </c:pt>
                <c:pt idx="33">
                  <c:v>6.18479704856872</c:v>
                </c:pt>
                <c:pt idx="34">
                  <c:v>6.3218074440956</c:v>
                </c:pt>
                <c:pt idx="35">
                  <c:v>6.4204626083374</c:v>
                </c:pt>
                <c:pt idx="36">
                  <c:v>6.51645529270171</c:v>
                </c:pt>
                <c:pt idx="37">
                  <c:v>6.59428483247756</c:v>
                </c:pt>
                <c:pt idx="38">
                  <c:v>6.67599207162856</c:v>
                </c:pt>
                <c:pt idx="39">
                  <c:v>6.75907588005065</c:v>
                </c:pt>
                <c:pt idx="40">
                  <c:v>6.82967430353164</c:v>
                </c:pt>
                <c:pt idx="41">
                  <c:v>6.92533552646636</c:v>
                </c:pt>
                <c:pt idx="42">
                  <c:v>7.02310162782668</c:v>
                </c:pt>
                <c:pt idx="43">
                  <c:v>7.16006606817245</c:v>
                </c:pt>
                <c:pt idx="44">
                  <c:v>7.29180705547332</c:v>
                </c:pt>
                <c:pt idx="45">
                  <c:v>7.45086729526519</c:v>
                </c:pt>
                <c:pt idx="46">
                  <c:v>7.59244841337203</c:v>
                </c:pt>
                <c:pt idx="47">
                  <c:v>7.7535439133644</c:v>
                </c:pt>
                <c:pt idx="48">
                  <c:v>7.94689738750457</c:v>
                </c:pt>
                <c:pt idx="49">
                  <c:v>8.15833950042724</c:v>
                </c:pt>
                <c:pt idx="50">
                  <c:v>8.37561559677123</c:v>
                </c:pt>
                <c:pt idx="51">
                  <c:v>8.58043009042739</c:v>
                </c:pt>
                <c:pt idx="52">
                  <c:v>8.78960478305816</c:v>
                </c:pt>
                <c:pt idx="53">
                  <c:v>8.99197834730148</c:v>
                </c:pt>
                <c:pt idx="54">
                  <c:v>9.17305558919906</c:v>
                </c:pt>
                <c:pt idx="55">
                  <c:v>9.33994913101196</c:v>
                </c:pt>
                <c:pt idx="56">
                  <c:v>9.45504438877105</c:v>
                </c:pt>
                <c:pt idx="57">
                  <c:v>9.58920323848724</c:v>
                </c:pt>
                <c:pt idx="58">
                  <c:v>9.65518766641616</c:v>
                </c:pt>
                <c:pt idx="59">
                  <c:v>9.61418122053146</c:v>
                </c:pt>
                <c:pt idx="60">
                  <c:v>9.56539815664291</c:v>
                </c:pt>
                <c:pt idx="61">
                  <c:v>9.50741761922836</c:v>
                </c:pt>
                <c:pt idx="62">
                  <c:v>9.48426431417465</c:v>
                </c:pt>
                <c:pt idx="63">
                  <c:v>9.53650861978531</c:v>
                </c:pt>
                <c:pt idx="64">
                  <c:v>9.60868668556213</c:v>
                </c:pt>
                <c:pt idx="65">
                  <c:v>9.68820232152939</c:v>
                </c:pt>
                <c:pt idx="66">
                  <c:v>9.77976721525192</c:v>
                </c:pt>
                <c:pt idx="67">
                  <c:v>9.83173739910126</c:v>
                </c:pt>
                <c:pt idx="68">
                  <c:v>9.88780361413956</c:v>
                </c:pt>
                <c:pt idx="69">
                  <c:v>9.95763373374939</c:v>
                </c:pt>
                <c:pt idx="70">
                  <c:v>10.0385290384293</c:v>
                </c:pt>
                <c:pt idx="71">
                  <c:v>10.1066500544548</c:v>
                </c:pt>
                <c:pt idx="72">
                  <c:v>10.1089933514595</c:v>
                </c:pt>
                <c:pt idx="73">
                  <c:v>10.0851951241493</c:v>
                </c:pt>
                <c:pt idx="74">
                  <c:v>10.0158917307854</c:v>
                </c:pt>
                <c:pt idx="75">
                  <c:v>9.89023381471634</c:v>
                </c:pt>
                <c:pt idx="76">
                  <c:v>9.75320059061051</c:v>
                </c:pt>
                <c:pt idx="77">
                  <c:v>9.58052426576615</c:v>
                </c:pt>
                <c:pt idx="78">
                  <c:v>9.36831325292589</c:v>
                </c:pt>
                <c:pt idx="79">
                  <c:v>9.1657150387764</c:v>
                </c:pt>
                <c:pt idx="80">
                  <c:v>8.9916861653328</c:v>
                </c:pt>
                <c:pt idx="81">
                  <c:v>8.84062343835832</c:v>
                </c:pt>
                <c:pt idx="82">
                  <c:v>8.7111492753029</c:v>
                </c:pt>
                <c:pt idx="83">
                  <c:v>8.53887003660203</c:v>
                </c:pt>
                <c:pt idx="84">
                  <c:v>8.42791682481766</c:v>
                </c:pt>
                <c:pt idx="85">
                  <c:v>8.2969020009041</c:v>
                </c:pt>
                <c:pt idx="86">
                  <c:v>8.24374538660051</c:v>
                </c:pt>
                <c:pt idx="87">
                  <c:v>8.27815461158754</c:v>
                </c:pt>
                <c:pt idx="88">
                  <c:v>8.34022319316865</c:v>
                </c:pt>
                <c:pt idx="89">
                  <c:v>8.35040086507798</c:v>
                </c:pt>
                <c:pt idx="90">
                  <c:v>8.39995712041856</c:v>
                </c:pt>
                <c:pt idx="91">
                  <c:v>8.47411233186723</c:v>
                </c:pt>
                <c:pt idx="92">
                  <c:v>8.61485373973847</c:v>
                </c:pt>
                <c:pt idx="93">
                  <c:v>8.81471407413484</c:v>
                </c:pt>
                <c:pt idx="94">
                  <c:v>9.0024752020836</c:v>
                </c:pt>
                <c:pt idx="95">
                  <c:v>9.22295606136323</c:v>
                </c:pt>
                <c:pt idx="96">
                  <c:v>9.45316076278688</c:v>
                </c:pt>
                <c:pt idx="97">
                  <c:v>9.64314752817155</c:v>
                </c:pt>
                <c:pt idx="98">
                  <c:v>10.0002508759499</c:v>
                </c:pt>
                <c:pt idx="99">
                  <c:v>10.3348838090897</c:v>
                </c:pt>
                <c:pt idx="100">
                  <c:v>10.6681842803955</c:v>
                </c:pt>
                <c:pt idx="101">
                  <c:v>11.0053976774216</c:v>
                </c:pt>
                <c:pt idx="102">
                  <c:v>11.2849954366684</c:v>
                </c:pt>
                <c:pt idx="103">
                  <c:v>11.5859529972077</c:v>
                </c:pt>
                <c:pt idx="104">
                  <c:v>11.9021298885346</c:v>
                </c:pt>
                <c:pt idx="105">
                  <c:v>12.2345542907715</c:v>
                </c:pt>
                <c:pt idx="106">
                  <c:v>12.4330328702927</c:v>
                </c:pt>
                <c:pt idx="107">
                  <c:v>12.5617778301239</c:v>
                </c:pt>
                <c:pt idx="108">
                  <c:v>12.7103726863861</c:v>
                </c:pt>
                <c:pt idx="109">
                  <c:v>12.8503122329712</c:v>
                </c:pt>
                <c:pt idx="110">
                  <c:v>12.8987323045731</c:v>
                </c:pt>
                <c:pt idx="111">
                  <c:v>12.960381269455</c:v>
                </c:pt>
                <c:pt idx="112">
                  <c:v>13.0384061932564</c:v>
                </c:pt>
                <c:pt idx="113">
                  <c:v>13.1133069396019</c:v>
                </c:pt>
                <c:pt idx="114">
                  <c:v>13.1970262527466</c:v>
                </c:pt>
                <c:pt idx="115">
                  <c:v>13.2488257288933</c:v>
                </c:pt>
                <c:pt idx="116">
                  <c:v>13.2910637259483</c:v>
                </c:pt>
                <c:pt idx="117">
                  <c:v>13.3778401613236</c:v>
                </c:pt>
                <c:pt idx="118">
                  <c:v>13.4767608642578</c:v>
                </c:pt>
                <c:pt idx="119">
                  <c:v>13.5509472489357</c:v>
                </c:pt>
                <c:pt idx="120">
                  <c:v>13.5844041109085</c:v>
                </c:pt>
                <c:pt idx="121">
                  <c:v>13.6515130400658</c:v>
                </c:pt>
                <c:pt idx="122">
                  <c:v>13.6826149821282</c:v>
                </c:pt>
                <c:pt idx="123">
                  <c:v>13.6988528966904</c:v>
                </c:pt>
                <c:pt idx="124">
                  <c:v>13.7139481902123</c:v>
                </c:pt>
                <c:pt idx="125">
                  <c:v>13.7314849495888</c:v>
                </c:pt>
                <c:pt idx="126">
                  <c:v>13.7629787325859</c:v>
                </c:pt>
                <c:pt idx="127">
                  <c:v>13.7503961920738</c:v>
                </c:pt>
                <c:pt idx="128">
                  <c:v>13.7540638446808</c:v>
                </c:pt>
                <c:pt idx="129">
                  <c:v>13.7533581256867</c:v>
                </c:pt>
                <c:pt idx="130">
                  <c:v>13.9317054748535</c:v>
                </c:pt>
                <c:pt idx="131">
                  <c:v>14.1441385149956</c:v>
                </c:pt>
                <c:pt idx="132">
                  <c:v>14.5035973191261</c:v>
                </c:pt>
                <c:pt idx="133">
                  <c:v>14.8607934117317</c:v>
                </c:pt>
                <c:pt idx="134">
                  <c:v>15.2167445421219</c:v>
                </c:pt>
                <c:pt idx="135">
                  <c:v>15.550030708313</c:v>
                </c:pt>
                <c:pt idx="136">
                  <c:v>15.8530936837196</c:v>
                </c:pt>
                <c:pt idx="137">
                  <c:v>16.2359327673912</c:v>
                </c:pt>
                <c:pt idx="138">
                  <c:v>16.4848329424858</c:v>
                </c:pt>
                <c:pt idx="139">
                  <c:v>16.7783750891686</c:v>
                </c:pt>
                <c:pt idx="140">
                  <c:v>17.17474848032</c:v>
                </c:pt>
                <c:pt idx="141">
                  <c:v>17.5175185799599</c:v>
                </c:pt>
                <c:pt idx="142">
                  <c:v>17.8633260130882</c:v>
                </c:pt>
                <c:pt idx="143">
                  <c:v>18.1963024735451</c:v>
                </c:pt>
                <c:pt idx="144">
                  <c:v>18.4543163776398</c:v>
                </c:pt>
                <c:pt idx="145">
                  <c:v>18.766276717186</c:v>
                </c:pt>
                <c:pt idx="146">
                  <c:v>19.0517134666443</c:v>
                </c:pt>
                <c:pt idx="147">
                  <c:v>19.3509194850922</c:v>
                </c:pt>
                <c:pt idx="148">
                  <c:v>19.6906123161316</c:v>
                </c:pt>
                <c:pt idx="149">
                  <c:v>19.9517501592636</c:v>
                </c:pt>
                <c:pt idx="150">
                  <c:v>20.1293699145317</c:v>
                </c:pt>
                <c:pt idx="151">
                  <c:v>20.2272939682007</c:v>
                </c:pt>
                <c:pt idx="152">
                  <c:v>20.2282399535179</c:v>
                </c:pt>
                <c:pt idx="153">
                  <c:v>20.233312189579</c:v>
                </c:pt>
                <c:pt idx="154">
                  <c:v>20.3075252175331</c:v>
                </c:pt>
                <c:pt idx="155">
                  <c:v>20.3970491290093</c:v>
                </c:pt>
                <c:pt idx="156">
                  <c:v>20.4908621907234</c:v>
                </c:pt>
                <c:pt idx="157">
                  <c:v>20.5048740506172</c:v>
                </c:pt>
                <c:pt idx="158">
                  <c:v>20.5758402943611</c:v>
                </c:pt>
                <c:pt idx="159">
                  <c:v>20.6377590298653</c:v>
                </c:pt>
                <c:pt idx="160">
                  <c:v>20.7121270895004</c:v>
                </c:pt>
                <c:pt idx="161">
                  <c:v>20.7831518054009</c:v>
                </c:pt>
                <c:pt idx="162">
                  <c:v>20.875537276268</c:v>
                </c:pt>
                <c:pt idx="163">
                  <c:v>21.0013258457184</c:v>
                </c:pt>
                <c:pt idx="164">
                  <c:v>21.1628205180168</c:v>
                </c:pt>
                <c:pt idx="165">
                  <c:v>21.3334932327271</c:v>
                </c:pt>
                <c:pt idx="166">
                  <c:v>21.4695323705673</c:v>
                </c:pt>
                <c:pt idx="167">
                  <c:v>21.6676851511002</c:v>
                </c:pt>
                <c:pt idx="168">
                  <c:v>21.8807233572006</c:v>
                </c:pt>
                <c:pt idx="169">
                  <c:v>22.1123278141022</c:v>
                </c:pt>
                <c:pt idx="170">
                  <c:v>22.4273229837418</c:v>
                </c:pt>
                <c:pt idx="171">
                  <c:v>22.7320390939713</c:v>
                </c:pt>
                <c:pt idx="172">
                  <c:v>23.1057914495468</c:v>
                </c:pt>
                <c:pt idx="173">
                  <c:v>23.4700996875763</c:v>
                </c:pt>
                <c:pt idx="174">
                  <c:v>23.7894663214684</c:v>
                </c:pt>
                <c:pt idx="175">
                  <c:v>24.1041278839111</c:v>
                </c:pt>
                <c:pt idx="176">
                  <c:v>24.3885387182236</c:v>
                </c:pt>
                <c:pt idx="177">
                  <c:v>24.7091510295868</c:v>
                </c:pt>
                <c:pt idx="178">
                  <c:v>24.9800782799721</c:v>
                </c:pt>
                <c:pt idx="179">
                  <c:v>25.275499522686</c:v>
                </c:pt>
                <c:pt idx="180">
                  <c:v>25.532693207264</c:v>
                </c:pt>
                <c:pt idx="181">
                  <c:v>25.8098039031029</c:v>
                </c:pt>
                <c:pt idx="182">
                  <c:v>26.1221823096275</c:v>
                </c:pt>
                <c:pt idx="183">
                  <c:v>26.3918409943581</c:v>
                </c:pt>
                <c:pt idx="184">
                  <c:v>26.6690194606781</c:v>
                </c:pt>
                <c:pt idx="185">
                  <c:v>26.9248214364052</c:v>
                </c:pt>
                <c:pt idx="186">
                  <c:v>27.1085848212242</c:v>
                </c:pt>
                <c:pt idx="187">
                  <c:v>27.2667048573494</c:v>
                </c:pt>
                <c:pt idx="188">
                  <c:v>27.419041454792</c:v>
                </c:pt>
                <c:pt idx="189">
                  <c:v>27.5197289586067</c:v>
                </c:pt>
                <c:pt idx="190">
                  <c:v>27.6085683107376</c:v>
                </c:pt>
                <c:pt idx="191">
                  <c:v>27.6392843127251</c:v>
                </c:pt>
                <c:pt idx="192">
                  <c:v>27.6452188491821</c:v>
                </c:pt>
                <c:pt idx="193">
                  <c:v>27.7151639461517</c:v>
                </c:pt>
                <c:pt idx="194">
                  <c:v>27.7942422032356</c:v>
                </c:pt>
                <c:pt idx="195">
                  <c:v>27.878409922123</c:v>
                </c:pt>
                <c:pt idx="196">
                  <c:v>27.9303227066994</c:v>
                </c:pt>
                <c:pt idx="197">
                  <c:v>27.9630753397942</c:v>
                </c:pt>
                <c:pt idx="198">
                  <c:v>28.0621995925903</c:v>
                </c:pt>
                <c:pt idx="199">
                  <c:v>28.1232150793076</c:v>
                </c:pt>
                <c:pt idx="200">
                  <c:v>28.1867887377739</c:v>
                </c:pt>
                <c:pt idx="201">
                  <c:v>28.214955329895</c:v>
                </c:pt>
                <c:pt idx="202">
                  <c:v>28.294464468956</c:v>
                </c:pt>
                <c:pt idx="203">
                  <c:v>28.3760834932327</c:v>
                </c:pt>
                <c:pt idx="204">
                  <c:v>28.4685006737709</c:v>
                </c:pt>
                <c:pt idx="205">
                  <c:v>28.5462161898613</c:v>
                </c:pt>
                <c:pt idx="206">
                  <c:v>28.6198977231979</c:v>
                </c:pt>
                <c:pt idx="207">
                  <c:v>28.6889452338219</c:v>
                </c:pt>
                <c:pt idx="208">
                  <c:v>28.7671995162964</c:v>
                </c:pt>
                <c:pt idx="209">
                  <c:v>28.8685916662216</c:v>
                </c:pt>
                <c:pt idx="210">
                  <c:v>28.9729923605919</c:v>
                </c:pt>
                <c:pt idx="211">
                  <c:v>29.06003510952</c:v>
                </c:pt>
                <c:pt idx="212">
                  <c:v>29.1380878090859</c:v>
                </c:pt>
                <c:pt idx="213">
                  <c:v>29.1850226521492</c:v>
                </c:pt>
                <c:pt idx="214">
                  <c:v>29.3096733689308</c:v>
                </c:pt>
                <c:pt idx="215">
                  <c:v>29.4401552677155</c:v>
                </c:pt>
                <c:pt idx="216">
                  <c:v>29.6285777688026</c:v>
                </c:pt>
                <c:pt idx="217">
                  <c:v>29.7465319633484</c:v>
                </c:pt>
                <c:pt idx="218">
                  <c:v>29.8309345245361</c:v>
                </c:pt>
                <c:pt idx="219">
                  <c:v>29.8935099840164</c:v>
                </c:pt>
                <c:pt idx="220">
                  <c:v>29.9048891067505</c:v>
                </c:pt>
                <c:pt idx="221">
                  <c:v>29.8876960277557</c:v>
                </c:pt>
                <c:pt idx="222">
                  <c:v>29.8911297917366</c:v>
                </c:pt>
                <c:pt idx="223">
                  <c:v>29.9120371341705</c:v>
                </c:pt>
                <c:pt idx="224">
                  <c:v>29.9134867191315</c:v>
                </c:pt>
                <c:pt idx="225">
                  <c:v>29.9859564304352</c:v>
                </c:pt>
                <c:pt idx="226">
                  <c:v>30.2111614942551</c:v>
                </c:pt>
                <c:pt idx="227">
                  <c:v>30.4051215648651</c:v>
                </c:pt>
                <c:pt idx="228">
                  <c:v>30.5995155572891</c:v>
                </c:pt>
                <c:pt idx="229">
                  <c:v>30.7197840213776</c:v>
                </c:pt>
                <c:pt idx="230">
                  <c:v>30.8101900815964</c:v>
                </c:pt>
                <c:pt idx="231">
                  <c:v>30.9067952632904</c:v>
                </c:pt>
                <c:pt idx="232">
                  <c:v>31.0200591683388</c:v>
                </c:pt>
                <c:pt idx="233">
                  <c:v>31.1188070178032</c:v>
                </c:pt>
                <c:pt idx="234">
                  <c:v>31.1103197932243</c:v>
                </c:pt>
                <c:pt idx="235">
                  <c:v>31.1212665438652</c:v>
                </c:pt>
                <c:pt idx="236">
                  <c:v>31.0787714123726</c:v>
                </c:pt>
                <c:pt idx="237">
                  <c:v>31.0890907645226</c:v>
                </c:pt>
                <c:pt idx="238">
                  <c:v>31.1341514587402</c:v>
                </c:pt>
                <c:pt idx="239">
                  <c:v>31.1981984376907</c:v>
                </c:pt>
                <c:pt idx="240">
                  <c:v>31.3413121700287</c:v>
                </c:pt>
                <c:pt idx="241">
                  <c:v>31.4693855047226</c:v>
                </c:pt>
                <c:pt idx="242">
                  <c:v>31.5630994439125</c:v>
                </c:pt>
                <c:pt idx="243">
                  <c:v>31.630797803402</c:v>
                </c:pt>
                <c:pt idx="244">
                  <c:v>31.6386277079582</c:v>
                </c:pt>
                <c:pt idx="245">
                  <c:v>31.6694151759148</c:v>
                </c:pt>
                <c:pt idx="246">
                  <c:v>31.5905321240425</c:v>
                </c:pt>
                <c:pt idx="247">
                  <c:v>31.5314077734947</c:v>
                </c:pt>
                <c:pt idx="248">
                  <c:v>31.4414379000664</c:v>
                </c:pt>
                <c:pt idx="249">
                  <c:v>31.3748331665993</c:v>
                </c:pt>
                <c:pt idx="250">
                  <c:v>31.3051206469536</c:v>
                </c:pt>
                <c:pt idx="251">
                  <c:v>31.30511957407</c:v>
                </c:pt>
                <c:pt idx="252">
                  <c:v>31.3252532482147</c:v>
                </c:pt>
                <c:pt idx="253">
                  <c:v>31.5714246630669</c:v>
                </c:pt>
                <c:pt idx="254">
                  <c:v>31.7761868238449</c:v>
                </c:pt>
                <c:pt idx="255">
                  <c:v>32.0157229304314</c:v>
                </c:pt>
                <c:pt idx="256">
                  <c:v>32.1966689825058</c:v>
                </c:pt>
                <c:pt idx="257">
                  <c:v>32.345522582531</c:v>
                </c:pt>
                <c:pt idx="258">
                  <c:v>32.5012321472168</c:v>
                </c:pt>
                <c:pt idx="259">
                  <c:v>32.6362784504891</c:v>
                </c:pt>
                <c:pt idx="260">
                  <c:v>32.7939767241478</c:v>
                </c:pt>
                <c:pt idx="261">
                  <c:v>32.9661096930504</c:v>
                </c:pt>
                <c:pt idx="262">
                  <c:v>33.1107594370842</c:v>
                </c:pt>
                <c:pt idx="263">
                  <c:v>33.264611184597</c:v>
                </c:pt>
                <c:pt idx="264">
                  <c:v>33.4024205207825</c:v>
                </c:pt>
                <c:pt idx="265">
                  <c:v>33.5381178855896</c:v>
                </c:pt>
                <c:pt idx="266">
                  <c:v>33.6724188327789</c:v>
                </c:pt>
                <c:pt idx="267">
                  <c:v>33.7993049025536</c:v>
                </c:pt>
                <c:pt idx="268">
                  <c:v>34.0586947798729</c:v>
                </c:pt>
                <c:pt idx="269">
                  <c:v>34.383800983429</c:v>
                </c:pt>
                <c:pt idx="270">
                  <c:v>34.9127908349037</c:v>
                </c:pt>
                <c:pt idx="271">
                  <c:v>35.4411158561707</c:v>
                </c:pt>
                <c:pt idx="272">
                  <c:v>35.8817477226257</c:v>
                </c:pt>
                <c:pt idx="273">
                  <c:v>36.3224198818207</c:v>
                </c:pt>
                <c:pt idx="274">
                  <c:v>36.732542514801</c:v>
                </c:pt>
                <c:pt idx="275">
                  <c:v>37.1376326084137</c:v>
                </c:pt>
                <c:pt idx="276">
                  <c:v>37.557721734047</c:v>
                </c:pt>
                <c:pt idx="277">
                  <c:v>37.9688413143158</c:v>
                </c:pt>
                <c:pt idx="278">
                  <c:v>38.2480970025063</c:v>
                </c:pt>
                <c:pt idx="279">
                  <c:v>38.4732419848442</c:v>
                </c:pt>
                <c:pt idx="280">
                  <c:v>38.6277636885643</c:v>
                </c:pt>
                <c:pt idx="281">
                  <c:v>38.7867459058762</c:v>
                </c:pt>
                <c:pt idx="282">
                  <c:v>38.9026740789414</c:v>
                </c:pt>
                <c:pt idx="283">
                  <c:v>38.9890597462654</c:v>
                </c:pt>
                <c:pt idx="284">
                  <c:v>39.0553603768349</c:v>
                </c:pt>
                <c:pt idx="285">
                  <c:v>39.1351727843285</c:v>
                </c:pt>
                <c:pt idx="286">
                  <c:v>39.2528996467591</c:v>
                </c:pt>
                <c:pt idx="287">
                  <c:v>39.3872547149658</c:v>
                </c:pt>
                <c:pt idx="288">
                  <c:v>39.4999352097512</c:v>
                </c:pt>
                <c:pt idx="289">
                  <c:v>39.6493926644325</c:v>
                </c:pt>
                <c:pt idx="290">
                  <c:v>39.8485724925995</c:v>
                </c:pt>
                <c:pt idx="291">
                  <c:v>40.0739766955376</c:v>
                </c:pt>
                <c:pt idx="292">
                  <c:v>40.2885615825653</c:v>
                </c:pt>
                <c:pt idx="293">
                  <c:v>40.5113483667374</c:v>
                </c:pt>
                <c:pt idx="294">
                  <c:v>40.7042080163956</c:v>
                </c:pt>
                <c:pt idx="295">
                  <c:v>40.8516924381256</c:v>
                </c:pt>
                <c:pt idx="296">
                  <c:v>41.050983607769</c:v>
                </c:pt>
                <c:pt idx="297">
                  <c:v>41.2559244036675</c:v>
                </c:pt>
                <c:pt idx="298">
                  <c:v>41.5586265921593</c:v>
                </c:pt>
                <c:pt idx="299">
                  <c:v>41.8260643482208</c:v>
                </c:pt>
                <c:pt idx="300">
                  <c:v>42.0499450564385</c:v>
                </c:pt>
                <c:pt idx="301">
                  <c:v>42.2290062904358</c:v>
                </c:pt>
                <c:pt idx="302">
                  <c:v>42.4226902723313</c:v>
                </c:pt>
                <c:pt idx="303">
                  <c:v>42.5974910855293</c:v>
                </c:pt>
                <c:pt idx="304">
                  <c:v>42.7789825201035</c:v>
                </c:pt>
                <c:pt idx="305">
                  <c:v>42.9649956822396</c:v>
                </c:pt>
                <c:pt idx="306">
                  <c:v>43.1107457280159</c:v>
                </c:pt>
                <c:pt idx="307">
                  <c:v>43.3008106350899</c:v>
                </c:pt>
                <c:pt idx="308">
                  <c:v>43.4586217999459</c:v>
                </c:pt>
                <c:pt idx="309">
                  <c:v>43.6550354361534</c:v>
                </c:pt>
                <c:pt idx="310">
                  <c:v>43.8462987542153</c:v>
                </c:pt>
                <c:pt idx="311">
                  <c:v>44.0074888467789</c:v>
                </c:pt>
                <c:pt idx="312">
                  <c:v>44.1827287077904</c:v>
                </c:pt>
                <c:pt idx="313">
                  <c:v>44.3419871926308</c:v>
                </c:pt>
                <c:pt idx="314">
                  <c:v>44.5051085352898</c:v>
                </c:pt>
                <c:pt idx="315">
                  <c:v>44.6224707365036</c:v>
                </c:pt>
                <c:pt idx="316">
                  <c:v>44.7164630889893</c:v>
                </c:pt>
                <c:pt idx="317">
                  <c:v>44.7636035680771</c:v>
                </c:pt>
                <c:pt idx="318">
                  <c:v>44.8871861100197</c:v>
                </c:pt>
                <c:pt idx="319">
                  <c:v>45.0177047848702</c:v>
                </c:pt>
                <c:pt idx="320">
                  <c:v>45.1507174372673</c:v>
                </c:pt>
                <c:pt idx="321">
                  <c:v>45.2282700538635</c:v>
                </c:pt>
                <c:pt idx="322">
                  <c:v>45.3302412033081</c:v>
                </c:pt>
                <c:pt idx="323">
                  <c:v>45.4950233101845</c:v>
                </c:pt>
                <c:pt idx="324">
                  <c:v>45.6750121712685</c:v>
                </c:pt>
                <c:pt idx="325">
                  <c:v>45.9211828708649</c:v>
                </c:pt>
                <c:pt idx="326">
                  <c:v>46.1836252212525</c:v>
                </c:pt>
                <c:pt idx="327">
                  <c:v>46.4415413737297</c:v>
                </c:pt>
                <c:pt idx="328">
                  <c:v>46.6935601234436</c:v>
                </c:pt>
                <c:pt idx="329">
                  <c:v>46.9111765027046</c:v>
                </c:pt>
                <c:pt idx="330">
                  <c:v>47.0931509137154</c:v>
                </c:pt>
                <c:pt idx="331">
                  <c:v>47.3082754611969</c:v>
                </c:pt>
                <c:pt idx="332">
                  <c:v>47.5101577043534</c:v>
                </c:pt>
                <c:pt idx="333">
                  <c:v>47.700299859047</c:v>
                </c:pt>
                <c:pt idx="334">
                  <c:v>47.9169851541519</c:v>
                </c:pt>
                <c:pt idx="335">
                  <c:v>48.2052129507065</c:v>
                </c:pt>
                <c:pt idx="336">
                  <c:v>48.4797048568726</c:v>
                </c:pt>
                <c:pt idx="337">
                  <c:v>48.7796183824539</c:v>
                </c:pt>
                <c:pt idx="338">
                  <c:v>49.05757188797</c:v>
                </c:pt>
                <c:pt idx="339">
                  <c:v>49.3010232448578</c:v>
                </c:pt>
                <c:pt idx="340">
                  <c:v>49.4966362118721</c:v>
                </c:pt>
                <c:pt idx="341">
                  <c:v>49.6555680036545</c:v>
                </c:pt>
                <c:pt idx="342">
                  <c:v>49.795558154583</c:v>
                </c:pt>
                <c:pt idx="343">
                  <c:v>49.8729402422905</c:v>
                </c:pt>
                <c:pt idx="344">
                  <c:v>49.9421741962433</c:v>
                </c:pt>
                <c:pt idx="345">
                  <c:v>49.9062871932984</c:v>
                </c:pt>
                <c:pt idx="346">
                  <c:v>49.9558079838753</c:v>
                </c:pt>
                <c:pt idx="347">
                  <c:v>50.025506734848</c:v>
                </c:pt>
                <c:pt idx="348">
                  <c:v>50.0512339472771</c:v>
                </c:pt>
                <c:pt idx="349">
                  <c:v>50.0871920585632</c:v>
                </c:pt>
                <c:pt idx="350">
                  <c:v>50.1264254450798</c:v>
                </c:pt>
                <c:pt idx="351">
                  <c:v>50.1952206492424</c:v>
                </c:pt>
                <c:pt idx="352">
                  <c:v>50.2395833730698</c:v>
                </c:pt>
                <c:pt idx="353">
                  <c:v>50.2841606140137</c:v>
                </c:pt>
                <c:pt idx="354">
                  <c:v>50.3425296545029</c:v>
                </c:pt>
                <c:pt idx="355">
                  <c:v>50.5169061422348</c:v>
                </c:pt>
                <c:pt idx="356">
                  <c:v>50.7530358433724</c:v>
                </c:pt>
                <c:pt idx="357">
                  <c:v>51.0475482344628</c:v>
                </c:pt>
                <c:pt idx="358">
                  <c:v>51.2806642651558</c:v>
                </c:pt>
                <c:pt idx="359">
                  <c:v>51.5009989142418</c:v>
                </c:pt>
                <c:pt idx="360">
                  <c:v>51.7167920470238</c:v>
                </c:pt>
                <c:pt idx="361">
                  <c:v>51.9243974685669</c:v>
                </c:pt>
                <c:pt idx="362">
                  <c:v>52.2305223941803</c:v>
                </c:pt>
                <c:pt idx="363">
                  <c:v>52.4781057834625</c:v>
                </c:pt>
                <c:pt idx="364">
                  <c:v>52.678327858448</c:v>
                </c:pt>
                <c:pt idx="365">
                  <c:v>52.8693995475769</c:v>
                </c:pt>
                <c:pt idx="366">
                  <c:v>53.0471212267876</c:v>
                </c:pt>
                <c:pt idx="367">
                  <c:v>53.1394419670105</c:v>
                </c:pt>
                <c:pt idx="368">
                  <c:v>53.2195549607277</c:v>
                </c:pt>
                <c:pt idx="369">
                  <c:v>53.2989690899849</c:v>
                </c:pt>
                <c:pt idx="370">
                  <c:v>53.4525311589241</c:v>
                </c:pt>
                <c:pt idx="371">
                  <c:v>53.6656242012978</c:v>
                </c:pt>
                <c:pt idx="372">
                  <c:v>53.887727200985</c:v>
                </c:pt>
                <c:pt idx="373">
                  <c:v>54.126243531704</c:v>
                </c:pt>
                <c:pt idx="374">
                  <c:v>54.3644281029701</c:v>
                </c:pt>
                <c:pt idx="375">
                  <c:v>54.5934023857117</c:v>
                </c:pt>
                <c:pt idx="376">
                  <c:v>54.8092774748802</c:v>
                </c:pt>
                <c:pt idx="377">
                  <c:v>54.998669564724</c:v>
                </c:pt>
                <c:pt idx="378">
                  <c:v>55.1263925433159</c:v>
                </c:pt>
                <c:pt idx="379">
                  <c:v>55.2559455037117</c:v>
                </c:pt>
                <c:pt idx="380">
                  <c:v>55.3465398550034</c:v>
                </c:pt>
                <c:pt idx="381">
                  <c:v>55.4604171514511</c:v>
                </c:pt>
                <c:pt idx="382">
                  <c:v>55.5662197470665</c:v>
                </c:pt>
                <c:pt idx="383">
                  <c:v>55.699375808239</c:v>
                </c:pt>
                <c:pt idx="384">
                  <c:v>55.8567017912865</c:v>
                </c:pt>
                <c:pt idx="385">
                  <c:v>55.9989060759545</c:v>
                </c:pt>
                <c:pt idx="386">
                  <c:v>56.1796159148216</c:v>
                </c:pt>
                <c:pt idx="387">
                  <c:v>56.3972045779228</c:v>
                </c:pt>
                <c:pt idx="388">
                  <c:v>56.5693960189819</c:v>
                </c:pt>
                <c:pt idx="389">
                  <c:v>56.7557322382927</c:v>
                </c:pt>
                <c:pt idx="390">
                  <c:v>56.9480587244034</c:v>
                </c:pt>
                <c:pt idx="391">
                  <c:v>57.1833920478821</c:v>
                </c:pt>
                <c:pt idx="392">
                  <c:v>57.3876223564148</c:v>
                </c:pt>
                <c:pt idx="393">
                  <c:v>57.5777729153633</c:v>
                </c:pt>
                <c:pt idx="394">
                  <c:v>57.7600889205933</c:v>
                </c:pt>
                <c:pt idx="395">
                  <c:v>57.9412897229195</c:v>
                </c:pt>
                <c:pt idx="396">
                  <c:v>58.1465319991112</c:v>
                </c:pt>
                <c:pt idx="397">
                  <c:v>58.2948825359345</c:v>
                </c:pt>
                <c:pt idx="398">
                  <c:v>58.4557843208313</c:v>
                </c:pt>
                <c:pt idx="399">
                  <c:v>58.5674704313278</c:v>
                </c:pt>
                <c:pt idx="400">
                  <c:v>58.6949961185455</c:v>
                </c:pt>
                <c:pt idx="401">
                  <c:v>58.8338812589646</c:v>
                </c:pt>
                <c:pt idx="402">
                  <c:v>58.9610178470612</c:v>
                </c:pt>
                <c:pt idx="403">
                  <c:v>59.0834760069847</c:v>
                </c:pt>
                <c:pt idx="404">
                  <c:v>59.2117597460747</c:v>
                </c:pt>
                <c:pt idx="405">
                  <c:v>59.3738603591919</c:v>
                </c:pt>
                <c:pt idx="406">
                  <c:v>59.5633834004402</c:v>
                </c:pt>
                <c:pt idx="407">
                  <c:v>59.7100106477738</c:v>
                </c:pt>
                <c:pt idx="408">
                  <c:v>59.8313542604447</c:v>
                </c:pt>
                <c:pt idx="409">
                  <c:v>59.9557461738587</c:v>
                </c:pt>
                <c:pt idx="410">
                  <c:v>60.0858911275864</c:v>
                </c:pt>
                <c:pt idx="411">
                  <c:v>60.19506919384</c:v>
                </c:pt>
                <c:pt idx="412">
                  <c:v>60.3164739608765</c:v>
                </c:pt>
                <c:pt idx="413">
                  <c:v>60.4553359150887</c:v>
                </c:pt>
                <c:pt idx="414">
                  <c:v>60.5432370305061</c:v>
                </c:pt>
                <c:pt idx="415">
                  <c:v>60.6442375779152</c:v>
                </c:pt>
                <c:pt idx="416">
                  <c:v>60.7879659533501</c:v>
                </c:pt>
                <c:pt idx="417">
                  <c:v>60.9820440411568</c:v>
                </c:pt>
                <c:pt idx="418">
                  <c:v>61.1759153008461</c:v>
                </c:pt>
                <c:pt idx="419">
                  <c:v>61.3811458945274</c:v>
                </c:pt>
                <c:pt idx="420">
                  <c:v>61.5620767474175</c:v>
                </c:pt>
                <c:pt idx="421">
                  <c:v>61.7449445128441</c:v>
                </c:pt>
                <c:pt idx="422">
                  <c:v>61.9216558933258</c:v>
                </c:pt>
                <c:pt idx="423">
                  <c:v>62.0489259362221</c:v>
                </c:pt>
                <c:pt idx="424">
                  <c:v>62.1742787957192</c:v>
                </c:pt>
                <c:pt idx="425">
                  <c:v>62.3186300396919</c:v>
                </c:pt>
                <c:pt idx="426">
                  <c:v>62.4214472174645</c:v>
                </c:pt>
                <c:pt idx="427">
                  <c:v>62.5261442661286</c:v>
                </c:pt>
                <c:pt idx="428">
                  <c:v>62.615561246872</c:v>
                </c:pt>
                <c:pt idx="429">
                  <c:v>62.7377505302429</c:v>
                </c:pt>
                <c:pt idx="430">
                  <c:v>62.8703584671021</c:v>
                </c:pt>
                <c:pt idx="431">
                  <c:v>62.9906983971596</c:v>
                </c:pt>
                <c:pt idx="432">
                  <c:v>63.3217675089836</c:v>
                </c:pt>
                <c:pt idx="433">
                  <c:v>63.6898505091667</c:v>
                </c:pt>
                <c:pt idx="434">
                  <c:v>64.0841271281243</c:v>
                </c:pt>
                <c:pt idx="435">
                  <c:v>64.4497482776642</c:v>
                </c:pt>
                <c:pt idx="436">
                  <c:v>64.8316622972489</c:v>
                </c:pt>
                <c:pt idx="437">
                  <c:v>65.1870164871216</c:v>
                </c:pt>
                <c:pt idx="438">
                  <c:v>65.4828763604164</c:v>
                </c:pt>
                <c:pt idx="439">
                  <c:v>65.7877885699272</c:v>
                </c:pt>
                <c:pt idx="440">
                  <c:v>66.0772493481636</c:v>
                </c:pt>
                <c:pt idx="441">
                  <c:v>66.4250875711441</c:v>
                </c:pt>
                <c:pt idx="442">
                  <c:v>66.6970881223679</c:v>
                </c:pt>
                <c:pt idx="443">
                  <c:v>66.978747010231</c:v>
                </c:pt>
                <c:pt idx="444">
                  <c:v>67.2553442716599</c:v>
                </c:pt>
                <c:pt idx="445">
                  <c:v>67.5042787790299</c:v>
                </c:pt>
                <c:pt idx="446">
                  <c:v>67.7086129188538</c:v>
                </c:pt>
                <c:pt idx="447">
                  <c:v>67.9204517006874</c:v>
                </c:pt>
                <c:pt idx="448">
                  <c:v>68.115059196949</c:v>
                </c:pt>
                <c:pt idx="449">
                  <c:v>68.2830008268356</c:v>
                </c:pt>
                <c:pt idx="450">
                  <c:v>68.4718238115311</c:v>
                </c:pt>
                <c:pt idx="451">
                  <c:v>68.6764574050903</c:v>
                </c:pt>
                <c:pt idx="452">
                  <c:v>68.8560670018196</c:v>
                </c:pt>
                <c:pt idx="453">
                  <c:v>69.0784271359444</c:v>
                </c:pt>
                <c:pt idx="454">
                  <c:v>69.3085809350014</c:v>
                </c:pt>
                <c:pt idx="455">
                  <c:v>69.5675751566887</c:v>
                </c:pt>
                <c:pt idx="456">
                  <c:v>69.8886945843697</c:v>
                </c:pt>
                <c:pt idx="457">
                  <c:v>70.2345125675202</c:v>
                </c:pt>
                <c:pt idx="458">
                  <c:v>70.4808368682861</c:v>
                </c:pt>
                <c:pt idx="459">
                  <c:v>70.7625887989998</c:v>
                </c:pt>
                <c:pt idx="460">
                  <c:v>70.9972903728485</c:v>
                </c:pt>
                <c:pt idx="461">
                  <c:v>71.1811117529869</c:v>
                </c:pt>
                <c:pt idx="462">
                  <c:v>71.3423426151276</c:v>
                </c:pt>
                <c:pt idx="463">
                  <c:v>71.443514585495</c:v>
                </c:pt>
                <c:pt idx="464">
                  <c:v>71.5430971384049</c:v>
                </c:pt>
                <c:pt idx="465">
                  <c:v>71.5989220142365</c:v>
                </c:pt>
                <c:pt idx="466">
                  <c:v>71.6649430394173</c:v>
                </c:pt>
                <c:pt idx="467">
                  <c:v>71.7419645786286</c:v>
                </c:pt>
                <c:pt idx="468">
                  <c:v>71.8463920354843</c:v>
                </c:pt>
                <c:pt idx="469">
                  <c:v>72.0633674263954</c:v>
                </c:pt>
                <c:pt idx="470">
                  <c:v>72.1762548685074</c:v>
                </c:pt>
                <c:pt idx="471">
                  <c:v>72.2811435461044</c:v>
                </c:pt>
                <c:pt idx="472">
                  <c:v>72.412090420723</c:v>
                </c:pt>
                <c:pt idx="473">
                  <c:v>72.4875037670136</c:v>
                </c:pt>
                <c:pt idx="474">
                  <c:v>72.6026287078858</c:v>
                </c:pt>
                <c:pt idx="475">
                  <c:v>72.6997767686844</c:v>
                </c:pt>
                <c:pt idx="476">
                  <c:v>72.8130896091461</c:v>
                </c:pt>
                <c:pt idx="477">
                  <c:v>72.8796474337578</c:v>
                </c:pt>
                <c:pt idx="478">
                  <c:v>72.9796618819237</c:v>
                </c:pt>
                <c:pt idx="479">
                  <c:v>73.0845177769661</c:v>
                </c:pt>
                <c:pt idx="480">
                  <c:v>73.1868774294853</c:v>
                </c:pt>
                <c:pt idx="481">
                  <c:v>73.3256196379662</c:v>
                </c:pt>
                <c:pt idx="482">
                  <c:v>73.435610473156</c:v>
                </c:pt>
                <c:pt idx="483">
                  <c:v>73.5625658035278</c:v>
                </c:pt>
                <c:pt idx="484">
                  <c:v>73.6612806320191</c:v>
                </c:pt>
                <c:pt idx="485">
                  <c:v>73.8173090219498</c:v>
                </c:pt>
                <c:pt idx="486">
                  <c:v>73.9787169694901</c:v>
                </c:pt>
                <c:pt idx="487">
                  <c:v>74.1497581005097</c:v>
                </c:pt>
                <c:pt idx="488">
                  <c:v>74.3693480491638</c:v>
                </c:pt>
                <c:pt idx="489">
                  <c:v>74.5902985930443</c:v>
                </c:pt>
                <c:pt idx="490">
                  <c:v>74.8553350567818</c:v>
                </c:pt>
                <c:pt idx="491">
                  <c:v>75.1234751343727</c:v>
                </c:pt>
                <c:pt idx="492">
                  <c:v>75.3898851871491</c:v>
                </c:pt>
                <c:pt idx="493">
                  <c:v>75.6598952412605</c:v>
                </c:pt>
                <c:pt idx="494">
                  <c:v>75.911697268486</c:v>
                </c:pt>
                <c:pt idx="495">
                  <c:v>76.1597098708153</c:v>
                </c:pt>
                <c:pt idx="496">
                  <c:v>76.3494302630425</c:v>
                </c:pt>
                <c:pt idx="497">
                  <c:v>76.5260158181191</c:v>
                </c:pt>
                <c:pt idx="498">
                  <c:v>76.6996644735336</c:v>
                </c:pt>
                <c:pt idx="499">
                  <c:v>76.8788169622421</c:v>
                </c:pt>
                <c:pt idx="500">
                  <c:v>76.9571500420571</c:v>
                </c:pt>
                <c:pt idx="501">
                  <c:v>76.9998193383217</c:v>
                </c:pt>
                <c:pt idx="502">
                  <c:v>77.0789816975594</c:v>
                </c:pt>
                <c:pt idx="503">
                  <c:v>77.1722601056099</c:v>
                </c:pt>
                <c:pt idx="504">
                  <c:v>77.2512612938881</c:v>
                </c:pt>
                <c:pt idx="505">
                  <c:v>77.3082914948464</c:v>
                </c:pt>
                <c:pt idx="506">
                  <c:v>77.3421760797501</c:v>
                </c:pt>
                <c:pt idx="507">
                  <c:v>77.4004321098328</c:v>
                </c:pt>
                <c:pt idx="508">
                  <c:v>77.4827766418457</c:v>
                </c:pt>
                <c:pt idx="509">
                  <c:v>77.6154273748398</c:v>
                </c:pt>
                <c:pt idx="510">
                  <c:v>77.7339703440666</c:v>
                </c:pt>
                <c:pt idx="511">
                  <c:v>77.7978907227516</c:v>
                </c:pt>
                <c:pt idx="512">
                  <c:v>77.8238095641136</c:v>
                </c:pt>
                <c:pt idx="513">
                  <c:v>77.8350713253021</c:v>
                </c:pt>
                <c:pt idx="514">
                  <c:v>77.8310545682907</c:v>
                </c:pt>
                <c:pt idx="515">
                  <c:v>77.8444122672081</c:v>
                </c:pt>
                <c:pt idx="516">
                  <c:v>77.8757376074791</c:v>
                </c:pt>
                <c:pt idx="517">
                  <c:v>77.9270008802414</c:v>
                </c:pt>
                <c:pt idx="518">
                  <c:v>77.9939917325974</c:v>
                </c:pt>
                <c:pt idx="519">
                  <c:v>78.0765008330345</c:v>
                </c:pt>
                <c:pt idx="520">
                  <c:v>78.2152202725411</c:v>
                </c:pt>
                <c:pt idx="521">
                  <c:v>78.3568897843361</c:v>
                </c:pt>
                <c:pt idx="522">
                  <c:v>78.5205421447754</c:v>
                </c:pt>
                <c:pt idx="523">
                  <c:v>78.6979380249977</c:v>
                </c:pt>
                <c:pt idx="524">
                  <c:v>78.8455635905266</c:v>
                </c:pt>
                <c:pt idx="525">
                  <c:v>78.9980010390282</c:v>
                </c:pt>
                <c:pt idx="526">
                  <c:v>79.1502625346184</c:v>
                </c:pt>
                <c:pt idx="527">
                  <c:v>79.3332843780518</c:v>
                </c:pt>
                <c:pt idx="528">
                  <c:v>79.527306675911</c:v>
                </c:pt>
                <c:pt idx="529">
                  <c:v>79.7504807710648</c:v>
                </c:pt>
                <c:pt idx="530">
                  <c:v>80.026645898819</c:v>
                </c:pt>
                <c:pt idx="531">
                  <c:v>80.3092279434204</c:v>
                </c:pt>
                <c:pt idx="532">
                  <c:v>80.644159257412</c:v>
                </c:pt>
                <c:pt idx="533">
                  <c:v>80.9536947011948</c:v>
                </c:pt>
                <c:pt idx="534">
                  <c:v>81.1681330800057</c:v>
                </c:pt>
                <c:pt idx="535">
                  <c:v>81.376982331276</c:v>
                </c:pt>
                <c:pt idx="536">
                  <c:v>81.5304907560349</c:v>
                </c:pt>
                <c:pt idx="537">
                  <c:v>81.7094984054566</c:v>
                </c:pt>
                <c:pt idx="538">
                  <c:v>81.9246287345887</c:v>
                </c:pt>
                <c:pt idx="539">
                  <c:v>82.1448823809624</c:v>
                </c:pt>
                <c:pt idx="540">
                  <c:v>82.3701574206353</c:v>
                </c:pt>
                <c:pt idx="541">
                  <c:v>82.5539038777352</c:v>
                </c:pt>
                <c:pt idx="542">
                  <c:v>82.7410356402397</c:v>
                </c:pt>
                <c:pt idx="543">
                  <c:v>82.9730734825135</c:v>
                </c:pt>
                <c:pt idx="544">
                  <c:v>83.1630877256394</c:v>
                </c:pt>
                <c:pt idx="545">
                  <c:v>83.4339034557343</c:v>
                </c:pt>
                <c:pt idx="546">
                  <c:v>83.7362126708031</c:v>
                </c:pt>
                <c:pt idx="547">
                  <c:v>84.0971217751503</c:v>
                </c:pt>
                <c:pt idx="548">
                  <c:v>84.436761200428</c:v>
                </c:pt>
                <c:pt idx="549">
                  <c:v>84.7732942700386</c:v>
                </c:pt>
                <c:pt idx="550">
                  <c:v>85.1221361160279</c:v>
                </c:pt>
                <c:pt idx="551">
                  <c:v>85.4430142045021</c:v>
                </c:pt>
                <c:pt idx="552">
                  <c:v>85.7283456921578</c:v>
                </c:pt>
                <c:pt idx="553">
                  <c:v>85.9827665090561</c:v>
                </c:pt>
                <c:pt idx="554">
                  <c:v>86.2304151058197</c:v>
                </c:pt>
                <c:pt idx="555">
                  <c:v>86.4979445934296</c:v>
                </c:pt>
                <c:pt idx="556">
                  <c:v>86.8321075439453</c:v>
                </c:pt>
                <c:pt idx="557">
                  <c:v>87.176300406456</c:v>
                </c:pt>
                <c:pt idx="558">
                  <c:v>87.5009506940842</c:v>
                </c:pt>
                <c:pt idx="559">
                  <c:v>87.8232562541962</c:v>
                </c:pt>
                <c:pt idx="560">
                  <c:v>88.1573598384857</c:v>
                </c:pt>
                <c:pt idx="561">
                  <c:v>88.5264786481858</c:v>
                </c:pt>
                <c:pt idx="562">
                  <c:v>88.8800487518311</c:v>
                </c:pt>
                <c:pt idx="563">
                  <c:v>89.2043000459671</c:v>
                </c:pt>
                <c:pt idx="564">
                  <c:v>89.4986647367478</c:v>
                </c:pt>
                <c:pt idx="565">
                  <c:v>89.6588966846466</c:v>
                </c:pt>
                <c:pt idx="566">
                  <c:v>89.8261172771454</c:v>
                </c:pt>
                <c:pt idx="567">
                  <c:v>89.9748967885971</c:v>
                </c:pt>
                <c:pt idx="568">
                  <c:v>90.1768825054169</c:v>
                </c:pt>
                <c:pt idx="569">
                  <c:v>90.3469880819321</c:v>
                </c:pt>
                <c:pt idx="570">
                  <c:v>90.4541032314301</c:v>
                </c:pt>
                <c:pt idx="571">
                  <c:v>90.5760049819947</c:v>
                </c:pt>
                <c:pt idx="572">
                  <c:v>90.7351140975952</c:v>
                </c:pt>
                <c:pt idx="573">
                  <c:v>90.8746829032898</c:v>
                </c:pt>
                <c:pt idx="574">
                  <c:v>91.1050620079041</c:v>
                </c:pt>
                <c:pt idx="575">
                  <c:v>91.3403802514077</c:v>
                </c:pt>
                <c:pt idx="576">
                  <c:v>91.4828065037728</c:v>
                </c:pt>
                <c:pt idx="577">
                  <c:v>91.5740975141526</c:v>
                </c:pt>
                <c:pt idx="578">
                  <c:v>91.7078117132187</c:v>
                </c:pt>
                <c:pt idx="579">
                  <c:v>91.8784868121147</c:v>
                </c:pt>
                <c:pt idx="580">
                  <c:v>92.0255104899407</c:v>
                </c:pt>
                <c:pt idx="581">
                  <c:v>92.143144607544</c:v>
                </c:pt>
                <c:pt idx="582">
                  <c:v>92.2416078448296</c:v>
                </c:pt>
                <c:pt idx="583">
                  <c:v>92.3828295469284</c:v>
                </c:pt>
                <c:pt idx="584">
                  <c:v>92.5414451360703</c:v>
                </c:pt>
                <c:pt idx="585">
                  <c:v>92.6961190104485</c:v>
                </c:pt>
                <c:pt idx="586">
                  <c:v>92.8741524219513</c:v>
                </c:pt>
                <c:pt idx="587">
                  <c:v>93.0464738607407</c:v>
                </c:pt>
                <c:pt idx="588">
                  <c:v>93.2092406153679</c:v>
                </c:pt>
                <c:pt idx="589">
                  <c:v>93.4130926728249</c:v>
                </c:pt>
                <c:pt idx="590">
                  <c:v>93.6582450270653</c:v>
                </c:pt>
                <c:pt idx="591">
                  <c:v>93.8348327875138</c:v>
                </c:pt>
                <c:pt idx="592">
                  <c:v>94.0102614164353</c:v>
                </c:pt>
                <c:pt idx="593">
                  <c:v>94.2404237985611</c:v>
                </c:pt>
                <c:pt idx="594">
                  <c:v>94.4723691940308</c:v>
                </c:pt>
                <c:pt idx="595">
                  <c:v>94.6975708007813</c:v>
                </c:pt>
                <c:pt idx="596">
                  <c:v>94.9014894366265</c:v>
                </c:pt>
                <c:pt idx="597">
                  <c:v>95.1112020611763</c:v>
                </c:pt>
                <c:pt idx="598">
                  <c:v>95.3091660737992</c:v>
                </c:pt>
                <c:pt idx="599">
                  <c:v>95.478449344635</c:v>
                </c:pt>
                <c:pt idx="600">
                  <c:v>95.6705627441407</c:v>
                </c:pt>
                <c:pt idx="601">
                  <c:v>95.8757131695748</c:v>
                </c:pt>
                <c:pt idx="602">
                  <c:v>96.0793050527573</c:v>
                </c:pt>
                <c:pt idx="603">
                  <c:v>96.2467535734177</c:v>
                </c:pt>
                <c:pt idx="604">
                  <c:v>96.4303439855576</c:v>
                </c:pt>
                <c:pt idx="605">
                  <c:v>96.5906804800034</c:v>
                </c:pt>
                <c:pt idx="606">
                  <c:v>96.7544819116593</c:v>
                </c:pt>
                <c:pt idx="607">
                  <c:v>96.9205124974251</c:v>
                </c:pt>
                <c:pt idx="608">
                  <c:v>97.0788959264756</c:v>
                </c:pt>
                <c:pt idx="609">
                  <c:v>97.2471444010735</c:v>
                </c:pt>
                <c:pt idx="610">
                  <c:v>97.3913105130196</c:v>
                </c:pt>
                <c:pt idx="611">
                  <c:v>97.5225446820259</c:v>
                </c:pt>
                <c:pt idx="612">
                  <c:v>97.6611331105233</c:v>
                </c:pt>
                <c:pt idx="613">
                  <c:v>97.7764481306076</c:v>
                </c:pt>
                <c:pt idx="614">
                  <c:v>97.8696244359017</c:v>
                </c:pt>
                <c:pt idx="615">
                  <c:v>97.9614850878716</c:v>
                </c:pt>
                <c:pt idx="616">
                  <c:v>98.0804887413979</c:v>
                </c:pt>
                <c:pt idx="617">
                  <c:v>98.1972045302391</c:v>
                </c:pt>
                <c:pt idx="618">
                  <c:v>98.351155936718</c:v>
                </c:pt>
                <c:pt idx="619">
                  <c:v>98.5407912135124</c:v>
                </c:pt>
                <c:pt idx="620">
                  <c:v>98.6939332485199</c:v>
                </c:pt>
                <c:pt idx="621">
                  <c:v>98.85127389431</c:v>
                </c:pt>
                <c:pt idx="622">
                  <c:v>98.9500540494919</c:v>
                </c:pt>
                <c:pt idx="623">
                  <c:v>99.0278550982476</c:v>
                </c:pt>
                <c:pt idx="624">
                  <c:v>99.1159845590592</c:v>
                </c:pt>
                <c:pt idx="625">
                  <c:v>99.221811413765</c:v>
                </c:pt>
                <c:pt idx="626">
                  <c:v>99.3401314616204</c:v>
                </c:pt>
                <c:pt idx="627">
                  <c:v>99.4477260708809</c:v>
                </c:pt>
                <c:pt idx="628">
                  <c:v>99.5473374724388</c:v>
                </c:pt>
                <c:pt idx="629">
                  <c:v>99.6645897030831</c:v>
                </c:pt>
                <c:pt idx="630">
                  <c:v>99.8387102484703</c:v>
                </c:pt>
                <c:pt idx="631">
                  <c:v>100.022999882698</c:v>
                </c:pt>
                <c:pt idx="632">
                  <c:v>100.242886960506</c:v>
                </c:pt>
                <c:pt idx="633">
                  <c:v>100.491760134697</c:v>
                </c:pt>
                <c:pt idx="634">
                  <c:v>100.708957970142</c:v>
                </c:pt>
                <c:pt idx="635">
                  <c:v>100.895420193672</c:v>
                </c:pt>
                <c:pt idx="636">
                  <c:v>101.047025442123</c:v>
                </c:pt>
                <c:pt idx="637">
                  <c:v>101.261521816254</c:v>
                </c:pt>
                <c:pt idx="638">
                  <c:v>101.455140590668</c:v>
                </c:pt>
                <c:pt idx="639">
                  <c:v>101.652869999409</c:v>
                </c:pt>
                <c:pt idx="640">
                  <c:v>101.836458325386</c:v>
                </c:pt>
                <c:pt idx="641">
                  <c:v>101.974455237389</c:v>
                </c:pt>
                <c:pt idx="642">
                  <c:v>102.107248723507</c:v>
                </c:pt>
                <c:pt idx="643">
                  <c:v>102.192935943604</c:v>
                </c:pt>
                <c:pt idx="644">
                  <c:v>102.302089810371</c:v>
                </c:pt>
                <c:pt idx="645">
                  <c:v>102.379770696163</c:v>
                </c:pt>
                <c:pt idx="646">
                  <c:v>102.515175938606</c:v>
                </c:pt>
                <c:pt idx="647">
                  <c:v>102.638385117054</c:v>
                </c:pt>
                <c:pt idx="648">
                  <c:v>102.814505636692</c:v>
                </c:pt>
                <c:pt idx="649">
                  <c:v>102.973886907101</c:v>
                </c:pt>
                <c:pt idx="650">
                  <c:v>103.121959984303</c:v>
                </c:pt>
                <c:pt idx="651">
                  <c:v>103.288567662239</c:v>
                </c:pt>
                <c:pt idx="652">
                  <c:v>103.490009844303</c:v>
                </c:pt>
                <c:pt idx="653">
                  <c:v>103.715057551861</c:v>
                </c:pt>
                <c:pt idx="654">
                  <c:v>103.970097362995</c:v>
                </c:pt>
                <c:pt idx="655">
                  <c:v>104.219124555588</c:v>
                </c:pt>
                <c:pt idx="656">
                  <c:v>104.539071083069</c:v>
                </c:pt>
                <c:pt idx="657">
                  <c:v>104.875955760479</c:v>
                </c:pt>
                <c:pt idx="658">
                  <c:v>105.196463048458</c:v>
                </c:pt>
                <c:pt idx="659">
                  <c:v>105.5237236619</c:v>
                </c:pt>
                <c:pt idx="660">
                  <c:v>105.867228806019</c:v>
                </c:pt>
                <c:pt idx="661">
                  <c:v>106.204229593277</c:v>
                </c:pt>
                <c:pt idx="662">
                  <c:v>106.545056939125</c:v>
                </c:pt>
                <c:pt idx="663">
                  <c:v>106.910954296589</c:v>
                </c:pt>
                <c:pt idx="664">
                  <c:v>107.28027933836</c:v>
                </c:pt>
                <c:pt idx="665">
                  <c:v>107.620578229427</c:v>
                </c:pt>
                <c:pt idx="666">
                  <c:v>107.97815734148</c:v>
                </c:pt>
                <c:pt idx="667">
                  <c:v>108.302715718746</c:v>
                </c:pt>
                <c:pt idx="668">
                  <c:v>108.566238582134</c:v>
                </c:pt>
                <c:pt idx="669">
                  <c:v>108.81487852335</c:v>
                </c:pt>
                <c:pt idx="670">
                  <c:v>109.036626160145</c:v>
                </c:pt>
                <c:pt idx="671">
                  <c:v>109.263973474503</c:v>
                </c:pt>
                <c:pt idx="672">
                  <c:v>109.490669250488</c:v>
                </c:pt>
                <c:pt idx="673">
                  <c:v>109.718358159065</c:v>
                </c:pt>
                <c:pt idx="674">
                  <c:v>109.921907305717</c:v>
                </c:pt>
                <c:pt idx="675">
                  <c:v>110.146830022335</c:v>
                </c:pt>
                <c:pt idx="676">
                  <c:v>110.323123335838</c:v>
                </c:pt>
                <c:pt idx="677">
                  <c:v>110.478662908077</c:v>
                </c:pt>
                <c:pt idx="678">
                  <c:v>110.603871881962</c:v>
                </c:pt>
                <c:pt idx="679">
                  <c:v>110.735950648785</c:v>
                </c:pt>
                <c:pt idx="680">
                  <c:v>110.843756496906</c:v>
                </c:pt>
                <c:pt idx="681">
                  <c:v>110.928466618061</c:v>
                </c:pt>
                <c:pt idx="682">
                  <c:v>111.024313569069</c:v>
                </c:pt>
                <c:pt idx="683">
                  <c:v>111.089100599289</c:v>
                </c:pt>
                <c:pt idx="684">
                  <c:v>111.192096114159</c:v>
                </c:pt>
                <c:pt idx="685">
                  <c:v>111.354184985161</c:v>
                </c:pt>
                <c:pt idx="686">
                  <c:v>111.552988171577</c:v>
                </c:pt>
                <c:pt idx="687">
                  <c:v>111.749023079872</c:v>
                </c:pt>
                <c:pt idx="688">
                  <c:v>111.907894492149</c:v>
                </c:pt>
                <c:pt idx="689">
                  <c:v>112.046478629112</c:v>
                </c:pt>
                <c:pt idx="690">
                  <c:v>112.20867985487</c:v>
                </c:pt>
                <c:pt idx="691">
                  <c:v>112.390158295631</c:v>
                </c:pt>
                <c:pt idx="692">
                  <c:v>112.549535810947</c:v>
                </c:pt>
                <c:pt idx="693">
                  <c:v>112.710381865501</c:v>
                </c:pt>
                <c:pt idx="694">
                  <c:v>112.828828155994</c:v>
                </c:pt>
                <c:pt idx="695">
                  <c:v>112.906095206738</c:v>
                </c:pt>
                <c:pt idx="696">
                  <c:v>113.016907036305</c:v>
                </c:pt>
                <c:pt idx="697">
                  <c:v>113.122101604939</c:v>
                </c:pt>
                <c:pt idx="698">
                  <c:v>113.210616767406</c:v>
                </c:pt>
                <c:pt idx="699">
                  <c:v>113.24370610714</c:v>
                </c:pt>
                <c:pt idx="700">
                  <c:v>113.261031627655</c:v>
                </c:pt>
                <c:pt idx="701">
                  <c:v>113.274409770966</c:v>
                </c:pt>
                <c:pt idx="702">
                  <c:v>113.312299609184</c:v>
                </c:pt>
                <c:pt idx="703">
                  <c:v>113.336365044117</c:v>
                </c:pt>
                <c:pt idx="704">
                  <c:v>113.352952718735</c:v>
                </c:pt>
                <c:pt idx="705">
                  <c:v>113.441242992878</c:v>
                </c:pt>
                <c:pt idx="706">
                  <c:v>113.522386610508</c:v>
                </c:pt>
                <c:pt idx="707">
                  <c:v>113.612965464592</c:v>
                </c:pt>
                <c:pt idx="708">
                  <c:v>113.673950314522</c:v>
                </c:pt>
                <c:pt idx="709">
                  <c:v>113.767678081989</c:v>
                </c:pt>
                <c:pt idx="710">
                  <c:v>113.836138010025</c:v>
                </c:pt>
                <c:pt idx="711">
                  <c:v>113.895344138145</c:v>
                </c:pt>
                <c:pt idx="712">
                  <c:v>113.957072794437</c:v>
                </c:pt>
                <c:pt idx="713">
                  <c:v>114.02357083559</c:v>
                </c:pt>
                <c:pt idx="714">
                  <c:v>114.095010519028</c:v>
                </c:pt>
                <c:pt idx="715">
                  <c:v>114.210953056812</c:v>
                </c:pt>
                <c:pt idx="716">
                  <c:v>114.360479354858</c:v>
                </c:pt>
                <c:pt idx="717">
                  <c:v>114.530292987824</c:v>
                </c:pt>
                <c:pt idx="718">
                  <c:v>114.70584332943</c:v>
                </c:pt>
                <c:pt idx="719">
                  <c:v>114.877088487148</c:v>
                </c:pt>
                <c:pt idx="720">
                  <c:v>115.0385248065</c:v>
                </c:pt>
                <c:pt idx="721">
                  <c:v>115.227181255817</c:v>
                </c:pt>
                <c:pt idx="722">
                  <c:v>115.419814586639</c:v>
                </c:pt>
                <c:pt idx="723">
                  <c:v>115.594747126102</c:v>
                </c:pt>
                <c:pt idx="724">
                  <c:v>115.74645024538</c:v>
                </c:pt>
                <c:pt idx="725">
                  <c:v>115.867640972137</c:v>
                </c:pt>
                <c:pt idx="726">
                  <c:v>115.947828531265</c:v>
                </c:pt>
                <c:pt idx="727">
                  <c:v>116.050065934658</c:v>
                </c:pt>
                <c:pt idx="728">
                  <c:v>116.167622923851</c:v>
                </c:pt>
                <c:pt idx="729">
                  <c:v>116.308442592621</c:v>
                </c:pt>
                <c:pt idx="730">
                  <c:v>116.400942206383</c:v>
                </c:pt>
                <c:pt idx="731">
                  <c:v>116.421103775501</c:v>
                </c:pt>
                <c:pt idx="732">
                  <c:v>116.410602867603</c:v>
                </c:pt>
                <c:pt idx="733">
                  <c:v>116.406536281109</c:v>
                </c:pt>
                <c:pt idx="734">
                  <c:v>116.445297539234</c:v>
                </c:pt>
                <c:pt idx="735">
                  <c:v>116.46107006073</c:v>
                </c:pt>
                <c:pt idx="736">
                  <c:v>116.496417820454</c:v>
                </c:pt>
                <c:pt idx="737">
                  <c:v>116.480636537075</c:v>
                </c:pt>
                <c:pt idx="738">
                  <c:v>116.426410973072</c:v>
                </c:pt>
                <c:pt idx="739">
                  <c:v>116.320302069187</c:v>
                </c:pt>
                <c:pt idx="740">
                  <c:v>116.226686060429</c:v>
                </c:pt>
                <c:pt idx="741">
                  <c:v>116.132852971554</c:v>
                </c:pt>
                <c:pt idx="742">
                  <c:v>116.042107760906</c:v>
                </c:pt>
                <c:pt idx="743">
                  <c:v>115.932600557804</c:v>
                </c:pt>
                <c:pt idx="744">
                  <c:v>115.765177071095</c:v>
                </c:pt>
                <c:pt idx="745">
                  <c:v>115.66568249464</c:v>
                </c:pt>
                <c:pt idx="746">
                  <c:v>115.567668139935</c:v>
                </c:pt>
                <c:pt idx="747">
                  <c:v>115.616459190846</c:v>
                </c:pt>
                <c:pt idx="748">
                  <c:v>115.651986896992</c:v>
                </c:pt>
                <c:pt idx="749">
                  <c:v>115.823466181755</c:v>
                </c:pt>
                <c:pt idx="750">
                  <c:v>116.032651305199</c:v>
                </c:pt>
                <c:pt idx="751">
                  <c:v>116.236196756363</c:v>
                </c:pt>
                <c:pt idx="752">
                  <c:v>116.50951474905</c:v>
                </c:pt>
                <c:pt idx="753">
                  <c:v>116.738101601601</c:v>
                </c:pt>
                <c:pt idx="754">
                  <c:v>116.927098453045</c:v>
                </c:pt>
                <c:pt idx="755">
                  <c:v>117.181748092175</c:v>
                </c:pt>
                <c:pt idx="756">
                  <c:v>117.432081401348</c:v>
                </c:pt>
                <c:pt idx="757">
                  <c:v>117.701941907406</c:v>
                </c:pt>
                <c:pt idx="758">
                  <c:v>118.010947048664</c:v>
                </c:pt>
                <c:pt idx="759">
                  <c:v>118.35239982605</c:v>
                </c:pt>
                <c:pt idx="760">
                  <c:v>118.63907968998</c:v>
                </c:pt>
                <c:pt idx="761">
                  <c:v>118.92251098156</c:v>
                </c:pt>
                <c:pt idx="762">
                  <c:v>119.240289568901</c:v>
                </c:pt>
                <c:pt idx="763">
                  <c:v>119.612811326981</c:v>
                </c:pt>
                <c:pt idx="764">
                  <c:v>120.034375905991</c:v>
                </c:pt>
                <c:pt idx="765">
                  <c:v>120.375157475472</c:v>
                </c:pt>
                <c:pt idx="766">
                  <c:v>120.719508171082</c:v>
                </c:pt>
                <c:pt idx="767">
                  <c:v>121.083768308163</c:v>
                </c:pt>
                <c:pt idx="768">
                  <c:v>121.483457028866</c:v>
                </c:pt>
                <c:pt idx="769">
                  <c:v>121.884686052799</c:v>
                </c:pt>
                <c:pt idx="770">
                  <c:v>122.303865015507</c:v>
                </c:pt>
                <c:pt idx="771">
                  <c:v>122.686296880245</c:v>
                </c:pt>
                <c:pt idx="772">
                  <c:v>123.032643675804</c:v>
                </c:pt>
                <c:pt idx="773">
                  <c:v>123.321795642376</c:v>
                </c:pt>
                <c:pt idx="774">
                  <c:v>123.632647812367</c:v>
                </c:pt>
                <c:pt idx="775">
                  <c:v>123.905050694943</c:v>
                </c:pt>
                <c:pt idx="776">
                  <c:v>124.2422773242</c:v>
                </c:pt>
                <c:pt idx="777">
                  <c:v>124.559094190598</c:v>
                </c:pt>
                <c:pt idx="778">
                  <c:v>124.802876472473</c:v>
                </c:pt>
                <c:pt idx="779">
                  <c:v>125.040892124176</c:v>
                </c:pt>
                <c:pt idx="780">
                  <c:v>125.263779401779</c:v>
                </c:pt>
                <c:pt idx="781">
                  <c:v>125.507651329041</c:v>
                </c:pt>
                <c:pt idx="782">
                  <c:v>125.739943265915</c:v>
                </c:pt>
                <c:pt idx="783">
                  <c:v>125.943833351135</c:v>
                </c:pt>
                <c:pt idx="784">
                  <c:v>126.124443948269</c:v>
                </c:pt>
                <c:pt idx="785">
                  <c:v>126.311418473721</c:v>
                </c:pt>
                <c:pt idx="786">
                  <c:v>126.499949812889</c:v>
                </c:pt>
                <c:pt idx="787">
                  <c:v>126.644319415093</c:v>
                </c:pt>
                <c:pt idx="788">
                  <c:v>126.813266158104</c:v>
                </c:pt>
                <c:pt idx="789">
                  <c:v>127.014441549778</c:v>
                </c:pt>
                <c:pt idx="790">
                  <c:v>127.197493612766</c:v>
                </c:pt>
                <c:pt idx="791">
                  <c:v>127.337143361568</c:v>
                </c:pt>
                <c:pt idx="792">
                  <c:v>127.506935179234</c:v>
                </c:pt>
                <c:pt idx="793">
                  <c:v>127.739812016487</c:v>
                </c:pt>
                <c:pt idx="794">
                  <c:v>127.947222113609</c:v>
                </c:pt>
                <c:pt idx="795">
                  <c:v>128.165394663811</c:v>
                </c:pt>
                <c:pt idx="796">
                  <c:v>128.38614910841</c:v>
                </c:pt>
                <c:pt idx="797">
                  <c:v>128.621872425079</c:v>
                </c:pt>
                <c:pt idx="798">
                  <c:v>128.826253533363</c:v>
                </c:pt>
                <c:pt idx="799">
                  <c:v>129.040717661381</c:v>
                </c:pt>
                <c:pt idx="800">
                  <c:v>129.269998729229</c:v>
                </c:pt>
                <c:pt idx="801">
                  <c:v>129.452534139156</c:v>
                </c:pt>
                <c:pt idx="802">
                  <c:v>129.680169045925</c:v>
                </c:pt>
                <c:pt idx="803">
                  <c:v>129.927176713944</c:v>
                </c:pt>
                <c:pt idx="804">
                  <c:v>130.184015274048</c:v>
                </c:pt>
                <c:pt idx="805">
                  <c:v>130.424635052681</c:v>
                </c:pt>
                <c:pt idx="806">
                  <c:v>130.649363815784</c:v>
                </c:pt>
                <c:pt idx="807">
                  <c:v>130.828437268734</c:v>
                </c:pt>
                <c:pt idx="808">
                  <c:v>130.938060581684</c:v>
                </c:pt>
                <c:pt idx="809">
                  <c:v>131.088832318783</c:v>
                </c:pt>
                <c:pt idx="810">
                  <c:v>131.210683763027</c:v>
                </c:pt>
                <c:pt idx="811">
                  <c:v>131.345250308514</c:v>
                </c:pt>
                <c:pt idx="812">
                  <c:v>131.511280953884</c:v>
                </c:pt>
                <c:pt idx="813">
                  <c:v>131.679704844952</c:v>
                </c:pt>
                <c:pt idx="814">
                  <c:v>131.871060907841</c:v>
                </c:pt>
                <c:pt idx="815">
                  <c:v>132.070186853409</c:v>
                </c:pt>
                <c:pt idx="816">
                  <c:v>132.280742824078</c:v>
                </c:pt>
                <c:pt idx="817">
                  <c:v>132.496698558331</c:v>
                </c:pt>
                <c:pt idx="818">
                  <c:v>132.724057853222</c:v>
                </c:pt>
                <c:pt idx="819">
                  <c:v>132.921546518803</c:v>
                </c:pt>
                <c:pt idx="820">
                  <c:v>133.136278927326</c:v>
                </c:pt>
                <c:pt idx="821">
                  <c:v>133.307322084904</c:v>
                </c:pt>
                <c:pt idx="822">
                  <c:v>133.505628526211</c:v>
                </c:pt>
                <c:pt idx="823">
                  <c:v>133.758482515812</c:v>
                </c:pt>
                <c:pt idx="824">
                  <c:v>133.985135555267</c:v>
                </c:pt>
                <c:pt idx="825">
                  <c:v>134.229326188564</c:v>
                </c:pt>
                <c:pt idx="826">
                  <c:v>134.458778083324</c:v>
                </c:pt>
                <c:pt idx="827">
                  <c:v>134.658360183239</c:v>
                </c:pt>
                <c:pt idx="828">
                  <c:v>134.83559191227</c:v>
                </c:pt>
                <c:pt idx="829">
                  <c:v>134.997474551201</c:v>
                </c:pt>
                <c:pt idx="830">
                  <c:v>135.158713579178</c:v>
                </c:pt>
                <c:pt idx="831">
                  <c:v>135.35625576973</c:v>
                </c:pt>
                <c:pt idx="832">
                  <c:v>135.495996236801</c:v>
                </c:pt>
                <c:pt idx="833">
                  <c:v>135.573548197746</c:v>
                </c:pt>
                <c:pt idx="834">
                  <c:v>135.639753401279</c:v>
                </c:pt>
                <c:pt idx="835">
                  <c:v>135.647724330425</c:v>
                </c:pt>
                <c:pt idx="836">
                  <c:v>135.625617682934</c:v>
                </c:pt>
                <c:pt idx="837">
                  <c:v>135.589462816715</c:v>
                </c:pt>
                <c:pt idx="838">
                  <c:v>135.557138741016</c:v>
                </c:pt>
                <c:pt idx="839">
                  <c:v>135.602884232998</c:v>
                </c:pt>
                <c:pt idx="840">
                  <c:v>135.692006647587</c:v>
                </c:pt>
                <c:pt idx="841">
                  <c:v>135.799658000469</c:v>
                </c:pt>
                <c:pt idx="842">
                  <c:v>135.91216146946</c:v>
                </c:pt>
                <c:pt idx="843">
                  <c:v>136.005107223988</c:v>
                </c:pt>
                <c:pt idx="844">
                  <c:v>136.111282944679</c:v>
                </c:pt>
                <c:pt idx="845">
                  <c:v>136.210984706879</c:v>
                </c:pt>
                <c:pt idx="846">
                  <c:v>136.331972360611</c:v>
                </c:pt>
                <c:pt idx="847">
                  <c:v>136.460396707058</c:v>
                </c:pt>
                <c:pt idx="848">
                  <c:v>136.600999951363</c:v>
                </c:pt>
                <c:pt idx="849">
                  <c:v>136.722595453262</c:v>
                </c:pt>
                <c:pt idx="850">
                  <c:v>136.847040951252</c:v>
                </c:pt>
                <c:pt idx="851">
                  <c:v>136.986994922161</c:v>
                </c:pt>
                <c:pt idx="852">
                  <c:v>137.143723547459</c:v>
                </c:pt>
                <c:pt idx="853">
                  <c:v>137.327124238014</c:v>
                </c:pt>
                <c:pt idx="854">
                  <c:v>137.571380257607</c:v>
                </c:pt>
                <c:pt idx="855">
                  <c:v>137.828822553158</c:v>
                </c:pt>
                <c:pt idx="856">
                  <c:v>138.058272659779</c:v>
                </c:pt>
                <c:pt idx="857">
                  <c:v>138.369866430759</c:v>
                </c:pt>
                <c:pt idx="858">
                  <c:v>138.638909101486</c:v>
                </c:pt>
                <c:pt idx="859">
                  <c:v>138.822845041752</c:v>
                </c:pt>
                <c:pt idx="860">
                  <c:v>138.976512491703</c:v>
                </c:pt>
                <c:pt idx="861">
                  <c:v>139.155977904797</c:v>
                </c:pt>
                <c:pt idx="862">
                  <c:v>139.32823497057</c:v>
                </c:pt>
                <c:pt idx="863">
                  <c:v>139.467835783958</c:v>
                </c:pt>
                <c:pt idx="864">
                  <c:v>139.679062843323</c:v>
                </c:pt>
                <c:pt idx="865">
                  <c:v>139.876906871796</c:v>
                </c:pt>
                <c:pt idx="866">
                  <c:v>140.032777547836</c:v>
                </c:pt>
                <c:pt idx="867">
                  <c:v>140.149711847305</c:v>
                </c:pt>
                <c:pt idx="868">
                  <c:v>140.303962409496</c:v>
                </c:pt>
                <c:pt idx="869">
                  <c:v>140.573936462402</c:v>
                </c:pt>
                <c:pt idx="870">
                  <c:v>140.845329999924</c:v>
                </c:pt>
                <c:pt idx="871">
                  <c:v>141.147887527943</c:v>
                </c:pt>
                <c:pt idx="872">
                  <c:v>141.484811484814</c:v>
                </c:pt>
                <c:pt idx="873">
                  <c:v>141.812356650829</c:v>
                </c:pt>
                <c:pt idx="874">
                  <c:v>142.160032629967</c:v>
                </c:pt>
                <c:pt idx="875">
                  <c:v>142.516624689102</c:v>
                </c:pt>
                <c:pt idx="876">
                  <c:v>142.839987397194</c:v>
                </c:pt>
                <c:pt idx="877">
                  <c:v>143.159678757191</c:v>
                </c:pt>
                <c:pt idx="878">
                  <c:v>143.471992194653</c:v>
                </c:pt>
                <c:pt idx="879">
                  <c:v>143.797736823559</c:v>
                </c:pt>
                <c:pt idx="880">
                  <c:v>144.159006774426</c:v>
                </c:pt>
                <c:pt idx="881">
                  <c:v>144.515457212925</c:v>
                </c:pt>
                <c:pt idx="882">
                  <c:v>144.875862658024</c:v>
                </c:pt>
                <c:pt idx="883">
                  <c:v>145.230385422707</c:v>
                </c:pt>
                <c:pt idx="884">
                  <c:v>145.556912720203</c:v>
                </c:pt>
                <c:pt idx="885">
                  <c:v>145.857288479805</c:v>
                </c:pt>
                <c:pt idx="886">
                  <c:v>146.107239067555</c:v>
                </c:pt>
                <c:pt idx="887">
                  <c:v>146.311009705067</c:v>
                </c:pt>
                <c:pt idx="888">
                  <c:v>146.478431820869</c:v>
                </c:pt>
                <c:pt idx="889">
                  <c:v>146.575344562531</c:v>
                </c:pt>
                <c:pt idx="890">
                  <c:v>146.689554750919</c:v>
                </c:pt>
                <c:pt idx="891">
                  <c:v>146.827846884728</c:v>
                </c:pt>
                <c:pt idx="892">
                  <c:v>147.015005767345</c:v>
                </c:pt>
                <c:pt idx="893">
                  <c:v>147.187333464623</c:v>
                </c:pt>
                <c:pt idx="894">
                  <c:v>147.342868328095</c:v>
                </c:pt>
                <c:pt idx="895">
                  <c:v>147.418489694595</c:v>
                </c:pt>
                <c:pt idx="896">
                  <c:v>147.451665043831</c:v>
                </c:pt>
                <c:pt idx="897">
                  <c:v>147.475390672684</c:v>
                </c:pt>
                <c:pt idx="898">
                  <c:v>147.548435986042</c:v>
                </c:pt>
                <c:pt idx="899">
                  <c:v>147.578256189823</c:v>
                </c:pt>
                <c:pt idx="900">
                  <c:v>147.610804080963</c:v>
                </c:pt>
                <c:pt idx="901">
                  <c:v>147.639973223209</c:v>
                </c:pt>
                <c:pt idx="902">
                  <c:v>147.705081224442</c:v>
                </c:pt>
                <c:pt idx="903">
                  <c:v>147.762281179428</c:v>
                </c:pt>
                <c:pt idx="904">
                  <c:v>147.763911128044</c:v>
                </c:pt>
                <c:pt idx="905">
                  <c:v>147.778202533722</c:v>
                </c:pt>
                <c:pt idx="906">
                  <c:v>147.778628230095</c:v>
                </c:pt>
                <c:pt idx="907">
                  <c:v>147.785903871059</c:v>
                </c:pt>
                <c:pt idx="908">
                  <c:v>147.793242931366</c:v>
                </c:pt>
                <c:pt idx="909">
                  <c:v>147.784378528595</c:v>
                </c:pt>
                <c:pt idx="910">
                  <c:v>147.830250322819</c:v>
                </c:pt>
                <c:pt idx="911">
                  <c:v>147.837306559086</c:v>
                </c:pt>
                <c:pt idx="912">
                  <c:v>147.817418396473</c:v>
                </c:pt>
                <c:pt idx="913">
                  <c:v>147.778421580792</c:v>
                </c:pt>
                <c:pt idx="914">
                  <c:v>147.750064432621</c:v>
                </c:pt>
                <c:pt idx="915">
                  <c:v>147.792061626911</c:v>
                </c:pt>
                <c:pt idx="916">
                  <c:v>147.895857691765</c:v>
                </c:pt>
                <c:pt idx="917">
                  <c:v>148.057518005371</c:v>
                </c:pt>
                <c:pt idx="918">
                  <c:v>148.213961958885</c:v>
                </c:pt>
                <c:pt idx="919">
                  <c:v>148.373731911182</c:v>
                </c:pt>
                <c:pt idx="920">
                  <c:v>148.563011825085</c:v>
                </c:pt>
                <c:pt idx="921">
                  <c:v>148.7840513587</c:v>
                </c:pt>
                <c:pt idx="922">
                  <c:v>149.032584011555</c:v>
                </c:pt>
                <c:pt idx="923">
                  <c:v>149.240217208862</c:v>
                </c:pt>
                <c:pt idx="924">
                  <c:v>149.451528131962</c:v>
                </c:pt>
                <c:pt idx="925">
                  <c:v>149.668750286102</c:v>
                </c:pt>
                <c:pt idx="926">
                  <c:v>149.879221439362</c:v>
                </c:pt>
                <c:pt idx="927">
                  <c:v>150.066988289356</c:v>
                </c:pt>
                <c:pt idx="928">
                  <c:v>150.261930823326</c:v>
                </c:pt>
                <c:pt idx="929">
                  <c:v>150.431880831718</c:v>
                </c:pt>
                <c:pt idx="930">
                  <c:v>150.483400285244</c:v>
                </c:pt>
                <c:pt idx="931">
                  <c:v>150.583187103272</c:v>
                </c:pt>
                <c:pt idx="932">
                  <c:v>150.728494465351</c:v>
                </c:pt>
                <c:pt idx="933">
                  <c:v>150.908762276173</c:v>
                </c:pt>
                <c:pt idx="934">
                  <c:v>151.141034066677</c:v>
                </c:pt>
                <c:pt idx="935">
                  <c:v>151.329067528248</c:v>
                </c:pt>
                <c:pt idx="936">
                  <c:v>151.553007423878</c:v>
                </c:pt>
                <c:pt idx="937">
                  <c:v>151.750598847866</c:v>
                </c:pt>
                <c:pt idx="938">
                  <c:v>151.930417239666</c:v>
                </c:pt>
                <c:pt idx="939">
                  <c:v>152.09793150425</c:v>
                </c:pt>
                <c:pt idx="940">
                  <c:v>152.205726325512</c:v>
                </c:pt>
                <c:pt idx="941">
                  <c:v>152.324225962162</c:v>
                </c:pt>
                <c:pt idx="942">
                  <c:v>152.466993510723</c:v>
                </c:pt>
                <c:pt idx="943">
                  <c:v>152.646022260189</c:v>
                </c:pt>
                <c:pt idx="944">
                  <c:v>152.800704479218</c:v>
                </c:pt>
                <c:pt idx="945">
                  <c:v>152.974793732166</c:v>
                </c:pt>
                <c:pt idx="946">
                  <c:v>153.112509071827</c:v>
                </c:pt>
                <c:pt idx="947">
                  <c:v>153.275796890259</c:v>
                </c:pt>
                <c:pt idx="948">
                  <c:v>153.405403375626</c:v>
                </c:pt>
                <c:pt idx="949">
                  <c:v>153.554229438305</c:v>
                </c:pt>
                <c:pt idx="950">
                  <c:v>153.668865203857</c:v>
                </c:pt>
                <c:pt idx="951">
                  <c:v>153.781802415848</c:v>
                </c:pt>
                <c:pt idx="952">
                  <c:v>153.936742186546</c:v>
                </c:pt>
                <c:pt idx="953">
                  <c:v>154.088652431965</c:v>
                </c:pt>
                <c:pt idx="954">
                  <c:v>154.213241755962</c:v>
                </c:pt>
                <c:pt idx="955">
                  <c:v>154.31707918644</c:v>
                </c:pt>
                <c:pt idx="956">
                  <c:v>154.459713935852</c:v>
                </c:pt>
                <c:pt idx="957">
                  <c:v>154.618683815002</c:v>
                </c:pt>
                <c:pt idx="958">
                  <c:v>154.823079705238</c:v>
                </c:pt>
                <c:pt idx="959">
                  <c:v>154.977990925312</c:v>
                </c:pt>
                <c:pt idx="960">
                  <c:v>155.173754096031</c:v>
                </c:pt>
                <c:pt idx="961">
                  <c:v>155.341868758202</c:v>
                </c:pt>
                <c:pt idx="962">
                  <c:v>155.508888483048</c:v>
                </c:pt>
                <c:pt idx="963">
                  <c:v>155.74989169836</c:v>
                </c:pt>
                <c:pt idx="964">
                  <c:v>155.968949258328</c:v>
                </c:pt>
                <c:pt idx="965">
                  <c:v>156.175013422966</c:v>
                </c:pt>
                <c:pt idx="966">
                  <c:v>156.416586399078</c:v>
                </c:pt>
                <c:pt idx="967">
                  <c:v>156.672781825066</c:v>
                </c:pt>
                <c:pt idx="968">
                  <c:v>156.91571855545</c:v>
                </c:pt>
                <c:pt idx="969">
                  <c:v>157.153096795082</c:v>
                </c:pt>
                <c:pt idx="970">
                  <c:v>157.371160984039</c:v>
                </c:pt>
                <c:pt idx="971">
                  <c:v>157.618472754955</c:v>
                </c:pt>
                <c:pt idx="972">
                  <c:v>157.830438435078</c:v>
                </c:pt>
                <c:pt idx="973">
                  <c:v>158.05789411068</c:v>
                </c:pt>
                <c:pt idx="974">
                  <c:v>158.267931759357</c:v>
                </c:pt>
                <c:pt idx="975">
                  <c:v>158.489924609661</c:v>
                </c:pt>
                <c:pt idx="976">
                  <c:v>158.685450136662</c:v>
                </c:pt>
                <c:pt idx="977">
                  <c:v>158.906848967075</c:v>
                </c:pt>
                <c:pt idx="978">
                  <c:v>159.105933785439</c:v>
                </c:pt>
                <c:pt idx="979">
                  <c:v>159.256103098393</c:v>
                </c:pt>
                <c:pt idx="980">
                  <c:v>159.342731893063</c:v>
                </c:pt>
                <c:pt idx="981">
                  <c:v>159.44859534502</c:v>
                </c:pt>
                <c:pt idx="982">
                  <c:v>159.571690797806</c:v>
                </c:pt>
                <c:pt idx="983">
                  <c:v>159.738530874252</c:v>
                </c:pt>
                <c:pt idx="984">
                  <c:v>159.854121565819</c:v>
                </c:pt>
                <c:pt idx="985">
                  <c:v>159.976032972336</c:v>
                </c:pt>
                <c:pt idx="986">
                  <c:v>160.042557358742</c:v>
                </c:pt>
                <c:pt idx="987">
                  <c:v>160.172946155071</c:v>
                </c:pt>
                <c:pt idx="988">
                  <c:v>160.287596523762</c:v>
                </c:pt>
                <c:pt idx="989">
                  <c:v>160.44405579567</c:v>
                </c:pt>
                <c:pt idx="990">
                  <c:v>160.594359755516</c:v>
                </c:pt>
                <c:pt idx="991">
                  <c:v>160.729177951813</c:v>
                </c:pt>
                <c:pt idx="992">
                  <c:v>160.836362183094</c:v>
                </c:pt>
                <c:pt idx="993">
                  <c:v>160.88551735878</c:v>
                </c:pt>
                <c:pt idx="994">
                  <c:v>160.930750787258</c:v>
                </c:pt>
                <c:pt idx="995">
                  <c:v>160.991169929504</c:v>
                </c:pt>
                <c:pt idx="996">
                  <c:v>161.094662845135</c:v>
                </c:pt>
                <c:pt idx="997">
                  <c:v>161.196996629238</c:v>
                </c:pt>
                <c:pt idx="998">
                  <c:v>161.310950696468</c:v>
                </c:pt>
                <c:pt idx="999">
                  <c:v>161.440191686153</c:v>
                </c:pt>
                <c:pt idx="1000">
                  <c:v>161.585021674633</c:v>
                </c:pt>
                <c:pt idx="1001">
                  <c:v>161.743762731552</c:v>
                </c:pt>
                <c:pt idx="1002">
                  <c:v>161.905087471008</c:v>
                </c:pt>
                <c:pt idx="1003">
                  <c:v>161.975009918213</c:v>
                </c:pt>
                <c:pt idx="1004">
                  <c:v>162.075546979904</c:v>
                </c:pt>
                <c:pt idx="1005">
                  <c:v>162.176835477352</c:v>
                </c:pt>
                <c:pt idx="1006">
                  <c:v>162.361670315266</c:v>
                </c:pt>
                <c:pt idx="1007">
                  <c:v>162.493014991283</c:v>
                </c:pt>
                <c:pt idx="1008">
                  <c:v>162.671300590038</c:v>
                </c:pt>
                <c:pt idx="1009">
                  <c:v>162.78310418129</c:v>
                </c:pt>
                <c:pt idx="1010">
                  <c:v>162.904819130898</c:v>
                </c:pt>
                <c:pt idx="1011">
                  <c:v>162.990180373192</c:v>
                </c:pt>
                <c:pt idx="1012">
                  <c:v>163.129236996174</c:v>
                </c:pt>
                <c:pt idx="1013">
                  <c:v>163.269274711609</c:v>
                </c:pt>
                <c:pt idx="1014">
                  <c:v>163.387138962746</c:v>
                </c:pt>
                <c:pt idx="1015">
                  <c:v>163.508296608925</c:v>
                </c:pt>
                <c:pt idx="1016">
                  <c:v>163.627499997616</c:v>
                </c:pt>
                <c:pt idx="1017">
                  <c:v>163.769110262394</c:v>
                </c:pt>
                <c:pt idx="1018">
                  <c:v>163.89576202631</c:v>
                </c:pt>
                <c:pt idx="1019">
                  <c:v>164.009357631207</c:v>
                </c:pt>
                <c:pt idx="1020">
                  <c:v>164.177071869373</c:v>
                </c:pt>
                <c:pt idx="1021">
                  <c:v>164.373932957649</c:v>
                </c:pt>
                <c:pt idx="1022">
                  <c:v>164.593176722527</c:v>
                </c:pt>
                <c:pt idx="1023">
                  <c:v>164.826774775982</c:v>
                </c:pt>
                <c:pt idx="1024">
                  <c:v>165.034097671509</c:v>
                </c:pt>
                <c:pt idx="1025">
                  <c:v>165.267657935619</c:v>
                </c:pt>
                <c:pt idx="1026">
                  <c:v>165.482520878315</c:v>
                </c:pt>
                <c:pt idx="1027">
                  <c:v>165.707230985165</c:v>
                </c:pt>
                <c:pt idx="1028">
                  <c:v>165.925088822842</c:v>
                </c:pt>
                <c:pt idx="1029">
                  <c:v>166.153800070286</c:v>
                </c:pt>
                <c:pt idx="1030">
                  <c:v>166.401867091656</c:v>
                </c:pt>
                <c:pt idx="1031">
                  <c:v>166.641908586025</c:v>
                </c:pt>
                <c:pt idx="1032">
                  <c:v>166.894311130047</c:v>
                </c:pt>
                <c:pt idx="1033">
                  <c:v>167.149004638195</c:v>
                </c:pt>
                <c:pt idx="1034">
                  <c:v>167.356310784817</c:v>
                </c:pt>
                <c:pt idx="1035">
                  <c:v>167.525300443172</c:v>
                </c:pt>
                <c:pt idx="1036">
                  <c:v>167.671454489231</c:v>
                </c:pt>
                <c:pt idx="1037">
                  <c:v>167.767484426498</c:v>
                </c:pt>
                <c:pt idx="1038">
                  <c:v>167.868041217327</c:v>
                </c:pt>
                <c:pt idx="1039">
                  <c:v>168.017093122005</c:v>
                </c:pt>
                <c:pt idx="1040">
                  <c:v>168.138927936554</c:v>
                </c:pt>
                <c:pt idx="1041">
                  <c:v>168.269279241562</c:v>
                </c:pt>
                <c:pt idx="1042">
                  <c:v>168.328773319721</c:v>
                </c:pt>
                <c:pt idx="1043">
                  <c:v>168.404174566269</c:v>
                </c:pt>
                <c:pt idx="1044">
                  <c:v>168.498666644096</c:v>
                </c:pt>
                <c:pt idx="1045">
                  <c:v>168.55358427763</c:v>
                </c:pt>
                <c:pt idx="1046">
                  <c:v>168.580726325512</c:v>
                </c:pt>
                <c:pt idx="1047">
                  <c:v>168.624652385712</c:v>
                </c:pt>
                <c:pt idx="1048">
                  <c:v>168.646827638149</c:v>
                </c:pt>
                <c:pt idx="1049">
                  <c:v>168.659655094147</c:v>
                </c:pt>
                <c:pt idx="1050">
                  <c:v>168.658886790276</c:v>
                </c:pt>
                <c:pt idx="1051">
                  <c:v>168.603210806847</c:v>
                </c:pt>
                <c:pt idx="1052">
                  <c:v>168.508087515831</c:v>
                </c:pt>
                <c:pt idx="1053">
                  <c:v>168.407198190689</c:v>
                </c:pt>
                <c:pt idx="1054">
                  <c:v>168.36000752449</c:v>
                </c:pt>
                <c:pt idx="1055">
                  <c:v>168.381683528423</c:v>
                </c:pt>
                <c:pt idx="1056">
                  <c:v>168.48204267025</c:v>
                </c:pt>
                <c:pt idx="1057">
                  <c:v>168.562507331371</c:v>
                </c:pt>
                <c:pt idx="1058">
                  <c:v>168.652559876442</c:v>
                </c:pt>
                <c:pt idx="1059">
                  <c:v>168.765692412853</c:v>
                </c:pt>
                <c:pt idx="1060">
                  <c:v>168.883890271187</c:v>
                </c:pt>
                <c:pt idx="1061">
                  <c:v>168.979346692562</c:v>
                </c:pt>
                <c:pt idx="1062">
                  <c:v>169.113972842693</c:v>
                </c:pt>
                <c:pt idx="1063">
                  <c:v>169.239946007729</c:v>
                </c:pt>
                <c:pt idx="1064">
                  <c:v>169.337636888027</c:v>
                </c:pt>
                <c:pt idx="1065">
                  <c:v>169.453096866608</c:v>
                </c:pt>
                <c:pt idx="1066">
                  <c:v>169.546243071556</c:v>
                </c:pt>
                <c:pt idx="1067">
                  <c:v>169.623140454292</c:v>
                </c:pt>
                <c:pt idx="1068">
                  <c:v>169.768463790417</c:v>
                </c:pt>
                <c:pt idx="1069">
                  <c:v>169.876539409161</c:v>
                </c:pt>
                <c:pt idx="1070">
                  <c:v>169.973582446575</c:v>
                </c:pt>
                <c:pt idx="1071">
                  <c:v>170.105048000813</c:v>
                </c:pt>
                <c:pt idx="1072">
                  <c:v>170.252132713795</c:v>
                </c:pt>
                <c:pt idx="1073">
                  <c:v>170.41179227829</c:v>
                </c:pt>
                <c:pt idx="1074">
                  <c:v>170.557239711285</c:v>
                </c:pt>
                <c:pt idx="1075">
                  <c:v>170.659330368042</c:v>
                </c:pt>
                <c:pt idx="1076">
                  <c:v>170.714680731297</c:v>
                </c:pt>
                <c:pt idx="1077">
                  <c:v>170.745886147022</c:v>
                </c:pt>
                <c:pt idx="1078">
                  <c:v>170.78160494566</c:v>
                </c:pt>
                <c:pt idx="1079">
                  <c:v>170.80750399828</c:v>
                </c:pt>
                <c:pt idx="1080">
                  <c:v>170.838856637478</c:v>
                </c:pt>
                <c:pt idx="1081">
                  <c:v>170.863669753075</c:v>
                </c:pt>
                <c:pt idx="1082">
                  <c:v>170.930273294449</c:v>
                </c:pt>
                <c:pt idx="1083">
                  <c:v>171.012516736984</c:v>
                </c:pt>
                <c:pt idx="1084">
                  <c:v>171.081537485123</c:v>
                </c:pt>
                <c:pt idx="1085">
                  <c:v>171.17874288559</c:v>
                </c:pt>
                <c:pt idx="1086">
                  <c:v>171.238061666489</c:v>
                </c:pt>
                <c:pt idx="1087">
                  <c:v>171.270208775997</c:v>
                </c:pt>
                <c:pt idx="1088">
                  <c:v>171.23479193449</c:v>
                </c:pt>
                <c:pt idx="1089">
                  <c:v>171.198837697506</c:v>
                </c:pt>
                <c:pt idx="1090">
                  <c:v>171.202052056789</c:v>
                </c:pt>
                <c:pt idx="1091">
                  <c:v>171.238692581654</c:v>
                </c:pt>
                <c:pt idx="1092">
                  <c:v>171.326499640942</c:v>
                </c:pt>
                <c:pt idx="1093">
                  <c:v>171.380577862263</c:v>
                </c:pt>
                <c:pt idx="1094">
                  <c:v>171.407496333122</c:v>
                </c:pt>
                <c:pt idx="1095">
                  <c:v>171.398473739624</c:v>
                </c:pt>
                <c:pt idx="1096">
                  <c:v>171.388314247131</c:v>
                </c:pt>
                <c:pt idx="1097">
                  <c:v>171.331676840782</c:v>
                </c:pt>
                <c:pt idx="1098">
                  <c:v>171.302984118462</c:v>
                </c:pt>
                <c:pt idx="1099">
                  <c:v>171.252127170563</c:v>
                </c:pt>
                <c:pt idx="1100">
                  <c:v>171.239132404327</c:v>
                </c:pt>
                <c:pt idx="1101">
                  <c:v>171.220818758011</c:v>
                </c:pt>
                <c:pt idx="1102">
                  <c:v>171.205177307129</c:v>
                </c:pt>
                <c:pt idx="1103">
                  <c:v>171.191947221756</c:v>
                </c:pt>
                <c:pt idx="1104">
                  <c:v>171.225823819637</c:v>
                </c:pt>
                <c:pt idx="1105">
                  <c:v>171.252676486969</c:v>
                </c:pt>
                <c:pt idx="1106">
                  <c:v>171.325577437878</c:v>
                </c:pt>
                <c:pt idx="1107">
                  <c:v>171.427508413792</c:v>
                </c:pt>
                <c:pt idx="1108">
                  <c:v>171.544877827168</c:v>
                </c:pt>
                <c:pt idx="1109">
                  <c:v>171.642867326736</c:v>
                </c:pt>
                <c:pt idx="1110">
                  <c:v>171.672412693501</c:v>
                </c:pt>
                <c:pt idx="1111">
                  <c:v>171.729877173901</c:v>
                </c:pt>
                <c:pt idx="1112">
                  <c:v>171.744507610798</c:v>
                </c:pt>
                <c:pt idx="1113">
                  <c:v>171.809370517731</c:v>
                </c:pt>
                <c:pt idx="1114">
                  <c:v>171.893907368183</c:v>
                </c:pt>
                <c:pt idx="1115">
                  <c:v>171.973890841007</c:v>
                </c:pt>
                <c:pt idx="1116">
                  <c:v>172.031510472298</c:v>
                </c:pt>
                <c:pt idx="1117">
                  <c:v>172.203826963902</c:v>
                </c:pt>
                <c:pt idx="1118">
                  <c:v>172.311721861362</c:v>
                </c:pt>
                <c:pt idx="1119">
                  <c:v>172.486851215363</c:v>
                </c:pt>
                <c:pt idx="1120">
                  <c:v>172.64219468832</c:v>
                </c:pt>
                <c:pt idx="1121">
                  <c:v>172.815853655338</c:v>
                </c:pt>
                <c:pt idx="1122">
                  <c:v>173.034572482109</c:v>
                </c:pt>
                <c:pt idx="1123">
                  <c:v>173.277678012848</c:v>
                </c:pt>
                <c:pt idx="1124">
                  <c:v>173.503668904305</c:v>
                </c:pt>
                <c:pt idx="1125">
                  <c:v>173.704842567444</c:v>
                </c:pt>
                <c:pt idx="1126">
                  <c:v>173.844331026077</c:v>
                </c:pt>
                <c:pt idx="1127">
                  <c:v>173.973663330078</c:v>
                </c:pt>
                <c:pt idx="1128">
                  <c:v>174.129266500473</c:v>
                </c:pt>
                <c:pt idx="1129">
                  <c:v>174.266390919685</c:v>
                </c:pt>
                <c:pt idx="1130">
                  <c:v>174.424030780792</c:v>
                </c:pt>
                <c:pt idx="1131">
                  <c:v>174.623640239239</c:v>
                </c:pt>
                <c:pt idx="1132">
                  <c:v>174.829928219318</c:v>
                </c:pt>
                <c:pt idx="1133">
                  <c:v>175.037034809589</c:v>
                </c:pt>
                <c:pt idx="1134">
                  <c:v>175.254188299179</c:v>
                </c:pt>
                <c:pt idx="1135">
                  <c:v>175.505402982235</c:v>
                </c:pt>
                <c:pt idx="1136">
                  <c:v>175.701859295368</c:v>
                </c:pt>
                <c:pt idx="1137">
                  <c:v>175.869349122047</c:v>
                </c:pt>
                <c:pt idx="1138">
                  <c:v>176.103748083115</c:v>
                </c:pt>
                <c:pt idx="1139">
                  <c:v>176.288725495338</c:v>
                </c:pt>
                <c:pt idx="1140">
                  <c:v>176.53358155489</c:v>
                </c:pt>
                <c:pt idx="1141">
                  <c:v>176.803842008114</c:v>
                </c:pt>
                <c:pt idx="1142">
                  <c:v>177.0717446208</c:v>
                </c:pt>
                <c:pt idx="1143">
                  <c:v>177.277151286602</c:v>
                </c:pt>
                <c:pt idx="1144">
                  <c:v>177.45679461956</c:v>
                </c:pt>
                <c:pt idx="1145">
                  <c:v>177.607428908348</c:v>
                </c:pt>
                <c:pt idx="1146">
                  <c:v>177.801344394684</c:v>
                </c:pt>
                <c:pt idx="1147">
                  <c:v>178.003987491131</c:v>
                </c:pt>
                <c:pt idx="1148">
                  <c:v>178.092068552971</c:v>
                </c:pt>
                <c:pt idx="1149">
                  <c:v>178.187923491001</c:v>
                </c:pt>
                <c:pt idx="1150">
                  <c:v>178.328656971455</c:v>
                </c:pt>
                <c:pt idx="1151">
                  <c:v>178.465514004231</c:v>
                </c:pt>
                <c:pt idx="1152">
                  <c:v>178.567760229111</c:v>
                </c:pt>
                <c:pt idx="1153">
                  <c:v>178.638568162918</c:v>
                </c:pt>
                <c:pt idx="1154">
                  <c:v>178.714658677578</c:v>
                </c:pt>
                <c:pt idx="1155">
                  <c:v>178.76337492466</c:v>
                </c:pt>
                <c:pt idx="1156">
                  <c:v>178.842907905579</c:v>
                </c:pt>
                <c:pt idx="1157">
                  <c:v>178.892430186272</c:v>
                </c:pt>
                <c:pt idx="1158">
                  <c:v>178.904047369957</c:v>
                </c:pt>
                <c:pt idx="1159">
                  <c:v>178.907935738564</c:v>
                </c:pt>
                <c:pt idx="1160">
                  <c:v>178.911159574986</c:v>
                </c:pt>
                <c:pt idx="1161">
                  <c:v>178.928966879845</c:v>
                </c:pt>
                <c:pt idx="1162">
                  <c:v>178.918817162514</c:v>
                </c:pt>
                <c:pt idx="1163">
                  <c:v>178.913092494011</c:v>
                </c:pt>
                <c:pt idx="1164">
                  <c:v>178.937803626061</c:v>
                </c:pt>
                <c:pt idx="1165">
                  <c:v>178.972238242626</c:v>
                </c:pt>
                <c:pt idx="1166">
                  <c:v>179.007855474949</c:v>
                </c:pt>
                <c:pt idx="1167">
                  <c:v>179.041026175022</c:v>
                </c:pt>
                <c:pt idx="1168">
                  <c:v>179.074974954128</c:v>
                </c:pt>
                <c:pt idx="1169">
                  <c:v>179.079313158989</c:v>
                </c:pt>
                <c:pt idx="1170">
                  <c:v>179.088510394096</c:v>
                </c:pt>
                <c:pt idx="1171">
                  <c:v>179.065299510956</c:v>
                </c:pt>
                <c:pt idx="1172">
                  <c:v>179.078830420971</c:v>
                </c:pt>
                <c:pt idx="1173">
                  <c:v>179.103763341904</c:v>
                </c:pt>
                <c:pt idx="1174">
                  <c:v>179.173187494278</c:v>
                </c:pt>
                <c:pt idx="1175">
                  <c:v>179.183717250824</c:v>
                </c:pt>
                <c:pt idx="1176">
                  <c:v>179.285200119019</c:v>
                </c:pt>
                <c:pt idx="1177">
                  <c:v>179.361214101315</c:v>
                </c:pt>
                <c:pt idx="1178">
                  <c:v>179.463293731213</c:v>
                </c:pt>
                <c:pt idx="1179">
                  <c:v>179.574201524258</c:v>
                </c:pt>
                <c:pt idx="1180">
                  <c:v>179.677290797234</c:v>
                </c:pt>
                <c:pt idx="1181">
                  <c:v>179.80144327879</c:v>
                </c:pt>
                <c:pt idx="1182">
                  <c:v>179.913160443306</c:v>
                </c:pt>
                <c:pt idx="1183">
                  <c:v>179.999684453011</c:v>
                </c:pt>
                <c:pt idx="1184">
                  <c:v>180.099210739136</c:v>
                </c:pt>
                <c:pt idx="1185">
                  <c:v>180.201197385788</c:v>
                </c:pt>
                <c:pt idx="1186">
                  <c:v>180.293713510036</c:v>
                </c:pt>
                <c:pt idx="1187">
                  <c:v>180.386687278748</c:v>
                </c:pt>
                <c:pt idx="1188">
                  <c:v>180.598168134689</c:v>
                </c:pt>
                <c:pt idx="1189">
                  <c:v>180.826716601849</c:v>
                </c:pt>
                <c:pt idx="1190">
                  <c:v>181.049724161625</c:v>
                </c:pt>
                <c:pt idx="1191">
                  <c:v>181.223009288311</c:v>
                </c:pt>
                <c:pt idx="1192">
                  <c:v>181.393965065479</c:v>
                </c:pt>
                <c:pt idx="1193">
                  <c:v>181.59196382761</c:v>
                </c:pt>
                <c:pt idx="1194">
                  <c:v>181.802067279816</c:v>
                </c:pt>
                <c:pt idx="1195">
                  <c:v>182.015212655067</c:v>
                </c:pt>
                <c:pt idx="1196">
                  <c:v>182.225134909153</c:v>
                </c:pt>
                <c:pt idx="1197">
                  <c:v>182.416733562946</c:v>
                </c:pt>
                <c:pt idx="1198">
                  <c:v>182.621155023575</c:v>
                </c:pt>
                <c:pt idx="1199">
                  <c:v>182.81411755085</c:v>
                </c:pt>
                <c:pt idx="1200">
                  <c:v>183.023503422737</c:v>
                </c:pt>
                <c:pt idx="1201">
                  <c:v>183.311402916908</c:v>
                </c:pt>
                <c:pt idx="1202">
                  <c:v>183.598572909832</c:v>
                </c:pt>
                <c:pt idx="1203">
                  <c:v>183.906706631184</c:v>
                </c:pt>
                <c:pt idx="1204">
                  <c:v>184.198557317257</c:v>
                </c:pt>
                <c:pt idx="1205">
                  <c:v>184.487456560135</c:v>
                </c:pt>
                <c:pt idx="1206">
                  <c:v>184.801357924938</c:v>
                </c:pt>
                <c:pt idx="1207">
                  <c:v>185.089931547642</c:v>
                </c:pt>
                <c:pt idx="1208">
                  <c:v>185.342083394527</c:v>
                </c:pt>
                <c:pt idx="1209">
                  <c:v>185.599429547787</c:v>
                </c:pt>
                <c:pt idx="1210">
                  <c:v>185.888286411762</c:v>
                </c:pt>
                <c:pt idx="1211">
                  <c:v>186.192542612553</c:v>
                </c:pt>
                <c:pt idx="1212">
                  <c:v>186.411784291267</c:v>
                </c:pt>
                <c:pt idx="1213">
                  <c:v>186.657046675682</c:v>
                </c:pt>
                <c:pt idx="1214">
                  <c:v>186.907087385654</c:v>
                </c:pt>
                <c:pt idx="1215">
                  <c:v>187.194166719914</c:v>
                </c:pt>
                <c:pt idx="1216">
                  <c:v>187.510173261166</c:v>
                </c:pt>
                <c:pt idx="1217">
                  <c:v>187.837712347508</c:v>
                </c:pt>
                <c:pt idx="1218">
                  <c:v>188.172015488148</c:v>
                </c:pt>
                <c:pt idx="1219">
                  <c:v>188.431939780712</c:v>
                </c:pt>
                <c:pt idx="1220">
                  <c:v>188.713525474072</c:v>
                </c:pt>
                <c:pt idx="1221">
                  <c:v>188.961260139942</c:v>
                </c:pt>
                <c:pt idx="1222">
                  <c:v>189.195385456085</c:v>
                </c:pt>
                <c:pt idx="1223">
                  <c:v>189.423795223236</c:v>
                </c:pt>
                <c:pt idx="1224">
                  <c:v>189.699040472508</c:v>
                </c:pt>
                <c:pt idx="1225">
                  <c:v>189.947038412094</c:v>
                </c:pt>
                <c:pt idx="1226">
                  <c:v>190.238203644753</c:v>
                </c:pt>
                <c:pt idx="1227">
                  <c:v>190.504338502884</c:v>
                </c:pt>
                <c:pt idx="1228">
                  <c:v>190.751781880856</c:v>
                </c:pt>
                <c:pt idx="1229">
                  <c:v>190.967550694943</c:v>
                </c:pt>
                <c:pt idx="1230">
                  <c:v>191.177666246891</c:v>
                </c:pt>
                <c:pt idx="1231">
                  <c:v>191.35214394331</c:v>
                </c:pt>
                <c:pt idx="1232">
                  <c:v>191.525393188</c:v>
                </c:pt>
                <c:pt idx="1233">
                  <c:v>191.67965722084</c:v>
                </c:pt>
                <c:pt idx="1234">
                  <c:v>191.752852261066</c:v>
                </c:pt>
                <c:pt idx="1235">
                  <c:v>191.790579259396</c:v>
                </c:pt>
                <c:pt idx="1236">
                  <c:v>191.830090105534</c:v>
                </c:pt>
                <c:pt idx="1237">
                  <c:v>191.837539196014</c:v>
                </c:pt>
                <c:pt idx="1238">
                  <c:v>191.862082242966</c:v>
                </c:pt>
                <c:pt idx="1239">
                  <c:v>191.901389241219</c:v>
                </c:pt>
                <c:pt idx="1240">
                  <c:v>191.97489207983</c:v>
                </c:pt>
                <c:pt idx="1241">
                  <c:v>192.051988244057</c:v>
                </c:pt>
                <c:pt idx="1242">
                  <c:v>192.159907758236</c:v>
                </c:pt>
                <c:pt idx="1243">
                  <c:v>192.181082487106</c:v>
                </c:pt>
                <c:pt idx="1244">
                  <c:v>192.173240065575</c:v>
                </c:pt>
                <c:pt idx="1245">
                  <c:v>192.133135676384</c:v>
                </c:pt>
                <c:pt idx="1246">
                  <c:v>192.079297423363</c:v>
                </c:pt>
                <c:pt idx="1247">
                  <c:v>192.0662753582</c:v>
                </c:pt>
                <c:pt idx="1248">
                  <c:v>192.050083994865</c:v>
                </c:pt>
                <c:pt idx="1249">
                  <c:v>192.02546942234</c:v>
                </c:pt>
                <c:pt idx="1250">
                  <c:v>192.058844566345</c:v>
                </c:pt>
                <c:pt idx="1251">
                  <c:v>191.960268259048</c:v>
                </c:pt>
                <c:pt idx="1252">
                  <c:v>191.855634450913</c:v>
                </c:pt>
                <c:pt idx="1253">
                  <c:v>191.748014092445</c:v>
                </c:pt>
                <c:pt idx="1254">
                  <c:v>191.738242864609</c:v>
                </c:pt>
                <c:pt idx="1255">
                  <c:v>191.760103881359</c:v>
                </c:pt>
                <c:pt idx="1256">
                  <c:v>191.783160686493</c:v>
                </c:pt>
                <c:pt idx="1257">
                  <c:v>191.819131910801</c:v>
                </c:pt>
                <c:pt idx="1258">
                  <c:v>191.827608108521</c:v>
                </c:pt>
                <c:pt idx="1259">
                  <c:v>191.8551877141</c:v>
                </c:pt>
                <c:pt idx="1260">
                  <c:v>191.837331593037</c:v>
                </c:pt>
                <c:pt idx="1261">
                  <c:v>191.817469656467</c:v>
                </c:pt>
                <c:pt idx="1262">
                  <c:v>191.84088999033</c:v>
                </c:pt>
                <c:pt idx="1263">
                  <c:v>191.930045485497</c:v>
                </c:pt>
                <c:pt idx="1264">
                  <c:v>192.092290997505</c:v>
                </c:pt>
                <c:pt idx="1265">
                  <c:v>192.274342238903</c:v>
                </c:pt>
                <c:pt idx="1266">
                  <c:v>192.451765358448</c:v>
                </c:pt>
                <c:pt idx="1267">
                  <c:v>192.652412891388</c:v>
                </c:pt>
                <c:pt idx="1268">
                  <c:v>192.861998319626</c:v>
                </c:pt>
                <c:pt idx="1269">
                  <c:v>193.071734786034</c:v>
                </c:pt>
                <c:pt idx="1270">
                  <c:v>193.283581912518</c:v>
                </c:pt>
                <c:pt idx="1271">
                  <c:v>193.455175101757</c:v>
                </c:pt>
                <c:pt idx="1272">
                  <c:v>193.665098011494</c:v>
                </c:pt>
                <c:pt idx="1273">
                  <c:v>193.884973466396</c:v>
                </c:pt>
                <c:pt idx="1274">
                  <c:v>194.122947156429</c:v>
                </c:pt>
                <c:pt idx="1275">
                  <c:v>194.350088596344</c:v>
                </c:pt>
                <c:pt idx="1276">
                  <c:v>194.563571929932</c:v>
                </c:pt>
                <c:pt idx="1277">
                  <c:v>194.777902662754</c:v>
                </c:pt>
                <c:pt idx="1278">
                  <c:v>194.97338873148</c:v>
                </c:pt>
                <c:pt idx="1279">
                  <c:v>195.22970443964</c:v>
                </c:pt>
                <c:pt idx="1280">
                  <c:v>195.495625913143</c:v>
                </c:pt>
                <c:pt idx="1281">
                  <c:v>195.728682279587</c:v>
                </c:pt>
                <c:pt idx="1282">
                  <c:v>195.926142275333</c:v>
                </c:pt>
                <c:pt idx="1283">
                  <c:v>196.177828073502</c:v>
                </c:pt>
                <c:pt idx="1284">
                  <c:v>196.416290163994</c:v>
                </c:pt>
                <c:pt idx="1285">
                  <c:v>196.600409626961</c:v>
                </c:pt>
                <c:pt idx="1286">
                  <c:v>196.805688858032</c:v>
                </c:pt>
                <c:pt idx="1287">
                  <c:v>197.03533154726</c:v>
                </c:pt>
                <c:pt idx="1288">
                  <c:v>197.24409788847</c:v>
                </c:pt>
                <c:pt idx="1289">
                  <c:v>197.465968489647</c:v>
                </c:pt>
                <c:pt idx="1290">
                  <c:v>197.789371967316</c:v>
                </c:pt>
                <c:pt idx="1291">
                  <c:v>198.148461997509</c:v>
                </c:pt>
                <c:pt idx="1292">
                  <c:v>198.388505637646</c:v>
                </c:pt>
                <c:pt idx="1293">
                  <c:v>198.692179501057</c:v>
                </c:pt>
                <c:pt idx="1294">
                  <c:v>198.950927257538</c:v>
                </c:pt>
                <c:pt idx="1295">
                  <c:v>199.242829084396</c:v>
                </c:pt>
                <c:pt idx="1296">
                  <c:v>199.573734402657</c:v>
                </c:pt>
                <c:pt idx="1297">
                  <c:v>199.900840342045</c:v>
                </c:pt>
                <c:pt idx="1298">
                  <c:v>200.219295680523</c:v>
                </c:pt>
                <c:pt idx="1299">
                  <c:v>200.46233767271</c:v>
                </c:pt>
                <c:pt idx="1300">
                  <c:v>200.698745191097</c:v>
                </c:pt>
                <c:pt idx="1301">
                  <c:v>200.966482460499</c:v>
                </c:pt>
                <c:pt idx="1302">
                  <c:v>201.229837119579</c:v>
                </c:pt>
                <c:pt idx="1303">
                  <c:v>201.495084941387</c:v>
                </c:pt>
                <c:pt idx="1304">
                  <c:v>201.702341198921</c:v>
                </c:pt>
                <c:pt idx="1305">
                  <c:v>201.866986811161</c:v>
                </c:pt>
                <c:pt idx="1306">
                  <c:v>202.038815915585</c:v>
                </c:pt>
                <c:pt idx="1307">
                  <c:v>202.218692600727</c:v>
                </c:pt>
                <c:pt idx="1308">
                  <c:v>202.386822402477</c:v>
                </c:pt>
                <c:pt idx="1309">
                  <c:v>202.557906925678</c:v>
                </c:pt>
                <c:pt idx="1310">
                  <c:v>202.738480508328</c:v>
                </c:pt>
                <c:pt idx="1311">
                  <c:v>202.947493314743</c:v>
                </c:pt>
                <c:pt idx="1312">
                  <c:v>203.163466751576</c:v>
                </c:pt>
                <c:pt idx="1313">
                  <c:v>203.408141076565</c:v>
                </c:pt>
                <c:pt idx="1314">
                  <c:v>203.581201255322</c:v>
                </c:pt>
                <c:pt idx="1315">
                  <c:v>203.729747951031</c:v>
                </c:pt>
                <c:pt idx="1316">
                  <c:v>203.853026151657</c:v>
                </c:pt>
                <c:pt idx="1317">
                  <c:v>203.991350114346</c:v>
                </c:pt>
                <c:pt idx="1318">
                  <c:v>204.131131827831</c:v>
                </c:pt>
                <c:pt idx="1319">
                  <c:v>204.277295470238</c:v>
                </c:pt>
                <c:pt idx="1320">
                  <c:v>204.436733901501</c:v>
                </c:pt>
                <c:pt idx="1321">
                  <c:v>204.544803678989</c:v>
                </c:pt>
                <c:pt idx="1322">
                  <c:v>204.673539578915</c:v>
                </c:pt>
                <c:pt idx="1323">
                  <c:v>204.806254327297</c:v>
                </c:pt>
                <c:pt idx="1324">
                  <c:v>204.970700442791</c:v>
                </c:pt>
                <c:pt idx="1325">
                  <c:v>205.125023186207</c:v>
                </c:pt>
                <c:pt idx="1326">
                  <c:v>205.259397029877</c:v>
                </c:pt>
                <c:pt idx="1327">
                  <c:v>205.358208239079</c:v>
                </c:pt>
                <c:pt idx="1328">
                  <c:v>205.49272620678</c:v>
                </c:pt>
                <c:pt idx="1329">
                  <c:v>205.629724621773</c:v>
                </c:pt>
                <c:pt idx="1330">
                  <c:v>205.797946333885</c:v>
                </c:pt>
                <c:pt idx="1331">
                  <c:v>206.003735661507</c:v>
                </c:pt>
                <c:pt idx="1332">
                  <c:v>206.204075396061</c:v>
                </c:pt>
                <c:pt idx="1333">
                  <c:v>206.307360053062</c:v>
                </c:pt>
                <c:pt idx="1334">
                  <c:v>206.39973628521</c:v>
                </c:pt>
                <c:pt idx="1335">
                  <c:v>206.473061084747</c:v>
                </c:pt>
                <c:pt idx="1336">
                  <c:v>206.535589873791</c:v>
                </c:pt>
                <c:pt idx="1337">
                  <c:v>206.632404208183</c:v>
                </c:pt>
                <c:pt idx="1338">
                  <c:v>206.728241562843</c:v>
                </c:pt>
                <c:pt idx="1339">
                  <c:v>206.786607384682</c:v>
                </c:pt>
                <c:pt idx="1340">
                  <c:v>206.853886425495</c:v>
                </c:pt>
                <c:pt idx="1341">
                  <c:v>206.887478530407</c:v>
                </c:pt>
                <c:pt idx="1342">
                  <c:v>206.93635648489</c:v>
                </c:pt>
                <c:pt idx="1343">
                  <c:v>206.969390869141</c:v>
                </c:pt>
                <c:pt idx="1344">
                  <c:v>207.008397936821</c:v>
                </c:pt>
                <c:pt idx="1345">
                  <c:v>207.056330740452</c:v>
                </c:pt>
                <c:pt idx="1346">
                  <c:v>207.098511815071</c:v>
                </c:pt>
                <c:pt idx="1347">
                  <c:v>207.152423858643</c:v>
                </c:pt>
                <c:pt idx="1348">
                  <c:v>207.214851856232</c:v>
                </c:pt>
                <c:pt idx="1349">
                  <c:v>207.27553153038</c:v>
                </c:pt>
                <c:pt idx="1350">
                  <c:v>207.342961192131</c:v>
                </c:pt>
                <c:pt idx="1351">
                  <c:v>207.38768440485</c:v>
                </c:pt>
                <c:pt idx="1352">
                  <c:v>207.441515684128</c:v>
                </c:pt>
                <c:pt idx="1353">
                  <c:v>207.559105932713</c:v>
                </c:pt>
                <c:pt idx="1354">
                  <c:v>207.736629426479</c:v>
                </c:pt>
                <c:pt idx="1355">
                  <c:v>207.93204665184</c:v>
                </c:pt>
                <c:pt idx="1356">
                  <c:v>208.129982352257</c:v>
                </c:pt>
                <c:pt idx="1357">
                  <c:v>208.320855557919</c:v>
                </c:pt>
                <c:pt idx="1358">
                  <c:v>208.509512901306</c:v>
                </c:pt>
                <c:pt idx="1359">
                  <c:v>208.74170678854</c:v>
                </c:pt>
                <c:pt idx="1360">
                  <c:v>208.945746243</c:v>
                </c:pt>
                <c:pt idx="1361">
                  <c:v>209.174163579941</c:v>
                </c:pt>
                <c:pt idx="1362">
                  <c:v>209.407824754715</c:v>
                </c:pt>
                <c:pt idx="1363">
                  <c:v>209.587408423424</c:v>
                </c:pt>
                <c:pt idx="1364">
                  <c:v>209.775848329067</c:v>
                </c:pt>
                <c:pt idx="1365">
                  <c:v>209.964683830738</c:v>
                </c:pt>
                <c:pt idx="1366">
                  <c:v>210.242720723152</c:v>
                </c:pt>
                <c:pt idx="1367">
                  <c:v>210.551252126694</c:v>
                </c:pt>
                <c:pt idx="1368">
                  <c:v>210.907253742218</c:v>
                </c:pt>
                <c:pt idx="1369">
                  <c:v>211.272301197052</c:v>
                </c:pt>
                <c:pt idx="1370">
                  <c:v>211.594214200974</c:v>
                </c:pt>
                <c:pt idx="1371">
                  <c:v>211.912078142166</c:v>
                </c:pt>
                <c:pt idx="1372">
                  <c:v>212.232077002525</c:v>
                </c:pt>
                <c:pt idx="1373">
                  <c:v>212.478587269783</c:v>
                </c:pt>
                <c:pt idx="1374">
                  <c:v>212.709794402123</c:v>
                </c:pt>
                <c:pt idx="1375">
                  <c:v>212.874734640122</c:v>
                </c:pt>
                <c:pt idx="1376">
                  <c:v>213.018058359623</c:v>
                </c:pt>
                <c:pt idx="1377">
                  <c:v>213.211101949215</c:v>
                </c:pt>
                <c:pt idx="1378">
                  <c:v>213.359441399574</c:v>
                </c:pt>
                <c:pt idx="1379">
                  <c:v>213.52775233984</c:v>
                </c:pt>
                <c:pt idx="1380">
                  <c:v>213.693354904652</c:v>
                </c:pt>
                <c:pt idx="1381">
                  <c:v>213.869238853455</c:v>
                </c:pt>
                <c:pt idx="1382">
                  <c:v>214.070094227791</c:v>
                </c:pt>
                <c:pt idx="1383">
                  <c:v>214.231238842011</c:v>
                </c:pt>
                <c:pt idx="1384">
                  <c:v>214.388855218887</c:v>
                </c:pt>
                <c:pt idx="1385">
                  <c:v>214.504507064819</c:v>
                </c:pt>
                <c:pt idx="1386">
                  <c:v>214.591067314148</c:v>
                </c:pt>
                <c:pt idx="1387">
                  <c:v>214.642132878304</c:v>
                </c:pt>
                <c:pt idx="1388">
                  <c:v>214.744107484818</c:v>
                </c:pt>
                <c:pt idx="1389">
                  <c:v>214.87075483799</c:v>
                </c:pt>
                <c:pt idx="1390">
                  <c:v>215.009702265263</c:v>
                </c:pt>
                <c:pt idx="1391">
                  <c:v>215.153438270092</c:v>
                </c:pt>
                <c:pt idx="1392">
                  <c:v>215.349492013454</c:v>
                </c:pt>
                <c:pt idx="1393">
                  <c:v>215.545349419117</c:v>
                </c:pt>
                <c:pt idx="1394">
                  <c:v>215.688786029816</c:v>
                </c:pt>
                <c:pt idx="1395">
                  <c:v>215.855393767357</c:v>
                </c:pt>
                <c:pt idx="1396">
                  <c:v>216.026452958584</c:v>
                </c:pt>
                <c:pt idx="1397">
                  <c:v>216.19612455368</c:v>
                </c:pt>
                <c:pt idx="1398">
                  <c:v>216.317688584328</c:v>
                </c:pt>
                <c:pt idx="1399">
                  <c:v>216.432083308697</c:v>
                </c:pt>
                <c:pt idx="1400">
                  <c:v>216.653529405594</c:v>
                </c:pt>
                <c:pt idx="1401">
                  <c:v>216.880138099194</c:v>
                </c:pt>
                <c:pt idx="1402">
                  <c:v>217.017950594425</c:v>
                </c:pt>
                <c:pt idx="1403">
                  <c:v>217.077535450459</c:v>
                </c:pt>
                <c:pt idx="1404">
                  <c:v>217.166996061802</c:v>
                </c:pt>
                <c:pt idx="1405">
                  <c:v>217.214105784893</c:v>
                </c:pt>
                <c:pt idx="1406">
                  <c:v>217.322989821434</c:v>
                </c:pt>
                <c:pt idx="1407">
                  <c:v>217.483266174793</c:v>
                </c:pt>
                <c:pt idx="1408">
                  <c:v>217.586982548237</c:v>
                </c:pt>
                <c:pt idx="1409">
                  <c:v>217.674603044987</c:v>
                </c:pt>
                <c:pt idx="1410">
                  <c:v>217.777696609497</c:v>
                </c:pt>
                <c:pt idx="1411">
                  <c:v>217.910187840462</c:v>
                </c:pt>
                <c:pt idx="1412">
                  <c:v>218.036698818207</c:v>
                </c:pt>
                <c:pt idx="1413">
                  <c:v>218.092411756516</c:v>
                </c:pt>
                <c:pt idx="1414">
                  <c:v>218.194767773151</c:v>
                </c:pt>
                <c:pt idx="1415">
                  <c:v>218.366989552975</c:v>
                </c:pt>
                <c:pt idx="1416">
                  <c:v>218.475437760353</c:v>
                </c:pt>
                <c:pt idx="1417">
                  <c:v>218.53716725111</c:v>
                </c:pt>
                <c:pt idx="1418">
                  <c:v>218.548666775227</c:v>
                </c:pt>
                <c:pt idx="1419">
                  <c:v>218.561868369579</c:v>
                </c:pt>
                <c:pt idx="1420">
                  <c:v>218.613028466702</c:v>
                </c:pt>
                <c:pt idx="1421">
                  <c:v>218.744543373585</c:v>
                </c:pt>
                <c:pt idx="1422">
                  <c:v>218.887020885944</c:v>
                </c:pt>
                <c:pt idx="1423">
                  <c:v>219.0556858778</c:v>
                </c:pt>
                <c:pt idx="1424">
                  <c:v>219.165583372116</c:v>
                </c:pt>
                <c:pt idx="1425">
                  <c:v>219.27858799696</c:v>
                </c:pt>
                <c:pt idx="1426">
                  <c:v>219.438919484615</c:v>
                </c:pt>
                <c:pt idx="1427">
                  <c:v>219.62851279974</c:v>
                </c:pt>
                <c:pt idx="1428">
                  <c:v>219.828636586666</c:v>
                </c:pt>
                <c:pt idx="1429">
                  <c:v>220.004872977734</c:v>
                </c:pt>
                <c:pt idx="1430">
                  <c:v>220.224118173122</c:v>
                </c:pt>
                <c:pt idx="1431">
                  <c:v>220.380745351315</c:v>
                </c:pt>
                <c:pt idx="1432">
                  <c:v>220.561052620411</c:v>
                </c:pt>
                <c:pt idx="1433">
                  <c:v>220.73928552866</c:v>
                </c:pt>
                <c:pt idx="1434">
                  <c:v>220.874056875706</c:v>
                </c:pt>
                <c:pt idx="1435">
                  <c:v>220.988472342491</c:v>
                </c:pt>
                <c:pt idx="1436">
                  <c:v>221.122518837452</c:v>
                </c:pt>
                <c:pt idx="1437">
                  <c:v>221.286604762077</c:v>
                </c:pt>
                <c:pt idx="1438">
                  <c:v>221.468110918999</c:v>
                </c:pt>
                <c:pt idx="1439">
                  <c:v>221.657104372978</c:v>
                </c:pt>
                <c:pt idx="1440">
                  <c:v>221.718518078327</c:v>
                </c:pt>
                <c:pt idx="1441">
                  <c:v>221.790719032288</c:v>
                </c:pt>
                <c:pt idx="1442">
                  <c:v>221.864028692246</c:v>
                </c:pt>
                <c:pt idx="1443">
                  <c:v>221.909238755703</c:v>
                </c:pt>
                <c:pt idx="1444">
                  <c:v>221.936042010784</c:v>
                </c:pt>
                <c:pt idx="1445">
                  <c:v>221.952681064606</c:v>
                </c:pt>
                <c:pt idx="1446">
                  <c:v>221.993963181973</c:v>
                </c:pt>
                <c:pt idx="1447">
                  <c:v>221.972295701504</c:v>
                </c:pt>
                <c:pt idx="1448">
                  <c:v>222.054965615273</c:v>
                </c:pt>
                <c:pt idx="1449">
                  <c:v>222.068412065506</c:v>
                </c:pt>
                <c:pt idx="1450">
                  <c:v>222.181065201759</c:v>
                </c:pt>
                <c:pt idx="1451">
                  <c:v>222.283966183662</c:v>
                </c:pt>
                <c:pt idx="1452">
                  <c:v>222.400618195534</c:v>
                </c:pt>
                <c:pt idx="1453">
                  <c:v>222.532238960266</c:v>
                </c:pt>
                <c:pt idx="1454">
                  <c:v>222.745135903359</c:v>
                </c:pt>
                <c:pt idx="1455">
                  <c:v>222.979015469551</c:v>
                </c:pt>
                <c:pt idx="1456">
                  <c:v>223.133743464947</c:v>
                </c:pt>
                <c:pt idx="1457">
                  <c:v>223.241766035557</c:v>
                </c:pt>
                <c:pt idx="1458">
                  <c:v>223.343376457691</c:v>
                </c:pt>
                <c:pt idx="1459">
                  <c:v>223.439783990383</c:v>
                </c:pt>
                <c:pt idx="1460">
                  <c:v>223.536864340305</c:v>
                </c:pt>
                <c:pt idx="1461">
                  <c:v>223.642964065075</c:v>
                </c:pt>
                <c:pt idx="1462">
                  <c:v>223.791664958</c:v>
                </c:pt>
                <c:pt idx="1463">
                  <c:v>223.956061959267</c:v>
                </c:pt>
                <c:pt idx="1464">
                  <c:v>224.131248235703</c:v>
                </c:pt>
                <c:pt idx="1465">
                  <c:v>224.314216077328</c:v>
                </c:pt>
                <c:pt idx="1466">
                  <c:v>224.504260361195</c:v>
                </c:pt>
                <c:pt idx="1467">
                  <c:v>224.623364984989</c:v>
                </c:pt>
                <c:pt idx="1468">
                  <c:v>224.702560007572</c:v>
                </c:pt>
                <c:pt idx="1469">
                  <c:v>224.806008458138</c:v>
                </c:pt>
                <c:pt idx="1470">
                  <c:v>224.949699521065</c:v>
                </c:pt>
                <c:pt idx="1471">
                  <c:v>225.06407636404</c:v>
                </c:pt>
                <c:pt idx="1472">
                  <c:v>225.155360281467</c:v>
                </c:pt>
                <c:pt idx="1473">
                  <c:v>225.295127868652</c:v>
                </c:pt>
                <c:pt idx="1474">
                  <c:v>225.472180783749</c:v>
                </c:pt>
                <c:pt idx="1475">
                  <c:v>225.666682779789</c:v>
                </c:pt>
                <c:pt idx="1476">
                  <c:v>225.865566134453</c:v>
                </c:pt>
                <c:pt idx="1477">
                  <c:v>226.097765564919</c:v>
                </c:pt>
                <c:pt idx="1478">
                  <c:v>226.355909705162</c:v>
                </c:pt>
                <c:pt idx="1479">
                  <c:v>226.610766649246</c:v>
                </c:pt>
                <c:pt idx="1480">
                  <c:v>226.856518268585</c:v>
                </c:pt>
                <c:pt idx="1481">
                  <c:v>227.077483415604</c:v>
                </c:pt>
                <c:pt idx="1482">
                  <c:v>227.324882686138</c:v>
                </c:pt>
                <c:pt idx="1483">
                  <c:v>227.572832524777</c:v>
                </c:pt>
                <c:pt idx="1484">
                  <c:v>227.785991132259</c:v>
                </c:pt>
                <c:pt idx="1485">
                  <c:v>227.997565090656</c:v>
                </c:pt>
                <c:pt idx="1486">
                  <c:v>228.277807414532</c:v>
                </c:pt>
                <c:pt idx="1487">
                  <c:v>228.550162851811</c:v>
                </c:pt>
                <c:pt idx="1488">
                  <c:v>228.740397810936</c:v>
                </c:pt>
                <c:pt idx="1489">
                  <c:v>228.98312664032</c:v>
                </c:pt>
                <c:pt idx="1490">
                  <c:v>229.190614521504</c:v>
                </c:pt>
                <c:pt idx="1491">
                  <c:v>229.387436032295</c:v>
                </c:pt>
                <c:pt idx="1492">
                  <c:v>229.542803883553</c:v>
                </c:pt>
                <c:pt idx="1493">
                  <c:v>229.67760848999</c:v>
                </c:pt>
                <c:pt idx="1494">
                  <c:v>229.766810894013</c:v>
                </c:pt>
                <c:pt idx="1495">
                  <c:v>229.871914625168</c:v>
                </c:pt>
                <c:pt idx="1496">
                  <c:v>229.92745912075</c:v>
                </c:pt>
                <c:pt idx="1497">
                  <c:v>229.959197700024</c:v>
                </c:pt>
                <c:pt idx="1498">
                  <c:v>229.959128916264</c:v>
                </c:pt>
                <c:pt idx="1499">
                  <c:v>229.967417001724</c:v>
                </c:pt>
                <c:pt idx="1500">
                  <c:v>229.973343849182</c:v>
                </c:pt>
                <c:pt idx="1501">
                  <c:v>229.964781880379</c:v>
                </c:pt>
                <c:pt idx="1502">
                  <c:v>229.903393387795</c:v>
                </c:pt>
                <c:pt idx="1503">
                  <c:v>229.873626589775</c:v>
                </c:pt>
                <c:pt idx="1504">
                  <c:v>229.824131608009</c:v>
                </c:pt>
                <c:pt idx="1505">
                  <c:v>229.760691761971</c:v>
                </c:pt>
                <c:pt idx="1506">
                  <c:v>229.683733701706</c:v>
                </c:pt>
                <c:pt idx="1507">
                  <c:v>229.600654244423</c:v>
                </c:pt>
                <c:pt idx="1508">
                  <c:v>229.583745718002</c:v>
                </c:pt>
                <c:pt idx="1509">
                  <c:v>229.560506343842</c:v>
                </c:pt>
                <c:pt idx="1510">
                  <c:v>229.51637339592</c:v>
                </c:pt>
                <c:pt idx="1511">
                  <c:v>229.436063051224</c:v>
                </c:pt>
                <c:pt idx="1512">
                  <c:v>229.442377030849</c:v>
                </c:pt>
                <c:pt idx="1513">
                  <c:v>229.469026505947</c:v>
                </c:pt>
                <c:pt idx="1514">
                  <c:v>229.570416450501</c:v>
                </c:pt>
                <c:pt idx="1515">
                  <c:v>229.685601711273</c:v>
                </c:pt>
                <c:pt idx="1516">
                  <c:v>229.849094569683</c:v>
                </c:pt>
                <c:pt idx="1517">
                  <c:v>229.914495229721</c:v>
                </c:pt>
                <c:pt idx="1518">
                  <c:v>230.049373626709</c:v>
                </c:pt>
                <c:pt idx="1519">
                  <c:v>230.224151015282</c:v>
                </c:pt>
                <c:pt idx="1520">
                  <c:v>230.417445361614</c:v>
                </c:pt>
                <c:pt idx="1521">
                  <c:v>230.623231291771</c:v>
                </c:pt>
                <c:pt idx="1522">
                  <c:v>230.780753552914</c:v>
                </c:pt>
                <c:pt idx="1523">
                  <c:v>230.952147841454</c:v>
                </c:pt>
                <c:pt idx="1524">
                  <c:v>231.154898285866</c:v>
                </c:pt>
                <c:pt idx="1525">
                  <c:v>231.401063680649</c:v>
                </c:pt>
                <c:pt idx="1526">
                  <c:v>231.653885483742</c:v>
                </c:pt>
                <c:pt idx="1527">
                  <c:v>231.881921172142</c:v>
                </c:pt>
                <c:pt idx="1528">
                  <c:v>232.009794414043</c:v>
                </c:pt>
                <c:pt idx="1529">
                  <c:v>232.134267807007</c:v>
                </c:pt>
                <c:pt idx="1530">
                  <c:v>232.317698478699</c:v>
                </c:pt>
                <c:pt idx="1531">
                  <c:v>232.592216730118</c:v>
                </c:pt>
                <c:pt idx="1532">
                  <c:v>232.780983924866</c:v>
                </c:pt>
                <c:pt idx="1533">
                  <c:v>232.980928242207</c:v>
                </c:pt>
                <c:pt idx="1534">
                  <c:v>233.161528944969</c:v>
                </c:pt>
                <c:pt idx="1535">
                  <c:v>233.251994490624</c:v>
                </c:pt>
                <c:pt idx="1536">
                  <c:v>233.264597833157</c:v>
                </c:pt>
                <c:pt idx="1537">
                  <c:v>233.309437334538</c:v>
                </c:pt>
                <c:pt idx="1538">
                  <c:v>233.354622006416</c:v>
                </c:pt>
                <c:pt idx="1539">
                  <c:v>233.454175174236</c:v>
                </c:pt>
                <c:pt idx="1540">
                  <c:v>233.567672789097</c:v>
                </c:pt>
                <c:pt idx="1541">
                  <c:v>233.655562520027</c:v>
                </c:pt>
                <c:pt idx="1542">
                  <c:v>233.648893117905</c:v>
                </c:pt>
                <c:pt idx="1543">
                  <c:v>233.643923044205</c:v>
                </c:pt>
                <c:pt idx="1544">
                  <c:v>233.578393220902</c:v>
                </c:pt>
                <c:pt idx="1545">
                  <c:v>233.546845316887</c:v>
                </c:pt>
                <c:pt idx="1546">
                  <c:v>233.466775417328</c:v>
                </c:pt>
                <c:pt idx="1547">
                  <c:v>233.368839740753</c:v>
                </c:pt>
                <c:pt idx="1548">
                  <c:v>233.300691246986</c:v>
                </c:pt>
                <c:pt idx="1549">
                  <c:v>233.164163470268</c:v>
                </c:pt>
                <c:pt idx="1550">
                  <c:v>232.983467698097</c:v>
                </c:pt>
                <c:pt idx="1551">
                  <c:v>232.770775437355</c:v>
                </c:pt>
                <c:pt idx="1552">
                  <c:v>232.653251290321</c:v>
                </c:pt>
                <c:pt idx="1553">
                  <c:v>232.56938636303</c:v>
                </c:pt>
                <c:pt idx="1554">
                  <c:v>232.490960121155</c:v>
                </c:pt>
                <c:pt idx="1555">
                  <c:v>232.491997301579</c:v>
                </c:pt>
                <c:pt idx="1556">
                  <c:v>232.541066765785</c:v>
                </c:pt>
                <c:pt idx="1557">
                  <c:v>232.645846009255</c:v>
                </c:pt>
                <c:pt idx="1558">
                  <c:v>232.793869674206</c:v>
                </c:pt>
                <c:pt idx="1559">
                  <c:v>232.930301189423</c:v>
                </c:pt>
                <c:pt idx="1560">
                  <c:v>233.08277285099</c:v>
                </c:pt>
                <c:pt idx="1561">
                  <c:v>233.240494191647</c:v>
                </c:pt>
                <c:pt idx="1562">
                  <c:v>233.446132838726</c:v>
                </c:pt>
                <c:pt idx="1563">
                  <c:v>233.696808934212</c:v>
                </c:pt>
                <c:pt idx="1564">
                  <c:v>233.979539036751</c:v>
                </c:pt>
                <c:pt idx="1565">
                  <c:v>234.24451738596</c:v>
                </c:pt>
                <c:pt idx="1566">
                  <c:v>234.508023202419</c:v>
                </c:pt>
                <c:pt idx="1567">
                  <c:v>234.750246942043</c:v>
                </c:pt>
                <c:pt idx="1568">
                  <c:v>234.971387326717</c:v>
                </c:pt>
                <c:pt idx="1569">
                  <c:v>235.22553730011</c:v>
                </c:pt>
                <c:pt idx="1570">
                  <c:v>235.557603120804</c:v>
                </c:pt>
                <c:pt idx="1571">
                  <c:v>235.872092843056</c:v>
                </c:pt>
                <c:pt idx="1572">
                  <c:v>236.213343858719</c:v>
                </c:pt>
                <c:pt idx="1573">
                  <c:v>236.523632764816</c:v>
                </c:pt>
                <c:pt idx="1574">
                  <c:v>236.869582176209</c:v>
                </c:pt>
                <c:pt idx="1575">
                  <c:v>237.21189725399</c:v>
                </c:pt>
                <c:pt idx="1576">
                  <c:v>237.591304659844</c:v>
                </c:pt>
                <c:pt idx="1577">
                  <c:v>238.011646866798</c:v>
                </c:pt>
                <c:pt idx="1578">
                  <c:v>238.429061293602</c:v>
                </c:pt>
                <c:pt idx="1579">
                  <c:v>238.850509822369</c:v>
                </c:pt>
                <c:pt idx="1580">
                  <c:v>239.245276629925</c:v>
                </c:pt>
                <c:pt idx="1581">
                  <c:v>239.647461056709</c:v>
                </c:pt>
                <c:pt idx="1582">
                  <c:v>240.016077518463</c:v>
                </c:pt>
                <c:pt idx="1583">
                  <c:v>240.336372375488</c:v>
                </c:pt>
                <c:pt idx="1584">
                  <c:v>240.654759407044</c:v>
                </c:pt>
                <c:pt idx="1585">
                  <c:v>240.970835447311</c:v>
                </c:pt>
                <c:pt idx="1586">
                  <c:v>241.333932518959</c:v>
                </c:pt>
                <c:pt idx="1587">
                  <c:v>241.736931920052</c:v>
                </c:pt>
                <c:pt idx="1588">
                  <c:v>242.081529855728</c:v>
                </c:pt>
                <c:pt idx="1589">
                  <c:v>242.395115196705</c:v>
                </c:pt>
                <c:pt idx="1590">
                  <c:v>242.745642542839</c:v>
                </c:pt>
                <c:pt idx="1591">
                  <c:v>243.023642599583</c:v>
                </c:pt>
                <c:pt idx="1592">
                  <c:v>243.283637106419</c:v>
                </c:pt>
                <c:pt idx="1593">
                  <c:v>243.485983431339</c:v>
                </c:pt>
                <c:pt idx="1594">
                  <c:v>243.635707616806</c:v>
                </c:pt>
                <c:pt idx="1595">
                  <c:v>243.753338634968</c:v>
                </c:pt>
                <c:pt idx="1596">
                  <c:v>243.847069680691</c:v>
                </c:pt>
                <c:pt idx="1597">
                  <c:v>243.9677567482</c:v>
                </c:pt>
                <c:pt idx="1598">
                  <c:v>244.15860158205</c:v>
                </c:pt>
                <c:pt idx="1599">
                  <c:v>244.217790067196</c:v>
                </c:pt>
                <c:pt idx="1600">
                  <c:v>244.224063336849</c:v>
                </c:pt>
                <c:pt idx="1601">
                  <c:v>244.215600430965</c:v>
                </c:pt>
                <c:pt idx="1602">
                  <c:v>244.303286492825</c:v>
                </c:pt>
                <c:pt idx="1603">
                  <c:v>244.456461846829</c:v>
                </c:pt>
                <c:pt idx="1604">
                  <c:v>244.609895050526</c:v>
                </c:pt>
                <c:pt idx="1605">
                  <c:v>244.729177892208</c:v>
                </c:pt>
                <c:pt idx="1606">
                  <c:v>244.831536352634</c:v>
                </c:pt>
                <c:pt idx="1607">
                  <c:v>244.915483415127</c:v>
                </c:pt>
                <c:pt idx="1608">
                  <c:v>245.013366639614</c:v>
                </c:pt>
                <c:pt idx="1609">
                  <c:v>245.106838941574</c:v>
                </c:pt>
                <c:pt idx="1610">
                  <c:v>245.234451055527</c:v>
                </c:pt>
                <c:pt idx="1611">
                  <c:v>245.413965284824</c:v>
                </c:pt>
                <c:pt idx="1612">
                  <c:v>245.57980298996</c:v>
                </c:pt>
                <c:pt idx="1613">
                  <c:v>245.743463993073</c:v>
                </c:pt>
                <c:pt idx="1614">
                  <c:v>245.948857963085</c:v>
                </c:pt>
                <c:pt idx="1615">
                  <c:v>246.19594424963</c:v>
                </c:pt>
                <c:pt idx="1616">
                  <c:v>246.418925344944</c:v>
                </c:pt>
                <c:pt idx="1617">
                  <c:v>246.610301792622</c:v>
                </c:pt>
                <c:pt idx="1618">
                  <c:v>246.812929093838</c:v>
                </c:pt>
                <c:pt idx="1619">
                  <c:v>247.040704190731</c:v>
                </c:pt>
                <c:pt idx="1620">
                  <c:v>247.299398899078</c:v>
                </c:pt>
                <c:pt idx="1621">
                  <c:v>247.530565798283</c:v>
                </c:pt>
                <c:pt idx="1622">
                  <c:v>247.692797541618</c:v>
                </c:pt>
                <c:pt idx="1623">
                  <c:v>247.852506935597</c:v>
                </c:pt>
                <c:pt idx="1624">
                  <c:v>247.974511623383</c:v>
                </c:pt>
                <c:pt idx="1625">
                  <c:v>248.111646592617</c:v>
                </c:pt>
                <c:pt idx="1626">
                  <c:v>248.241028726101</c:v>
                </c:pt>
                <c:pt idx="1627">
                  <c:v>248.366515815258</c:v>
                </c:pt>
                <c:pt idx="1628">
                  <c:v>248.433939993382</c:v>
                </c:pt>
                <c:pt idx="1629">
                  <c:v>248.480188012123</c:v>
                </c:pt>
                <c:pt idx="1630">
                  <c:v>248.517471075058</c:v>
                </c:pt>
                <c:pt idx="1631">
                  <c:v>248.597609043121</c:v>
                </c:pt>
                <c:pt idx="1632">
                  <c:v>248.660448670387</c:v>
                </c:pt>
                <c:pt idx="1633">
                  <c:v>248.678723275662</c:v>
                </c:pt>
                <c:pt idx="1634">
                  <c:v>248.679321527481</c:v>
                </c:pt>
                <c:pt idx="1635">
                  <c:v>248.681549072266</c:v>
                </c:pt>
                <c:pt idx="1636">
                  <c:v>248.694019556046</c:v>
                </c:pt>
                <c:pt idx="1637">
                  <c:v>248.683324456215</c:v>
                </c:pt>
                <c:pt idx="1638">
                  <c:v>248.696361601353</c:v>
                </c:pt>
                <c:pt idx="1639">
                  <c:v>248.712024927139</c:v>
                </c:pt>
                <c:pt idx="1640">
                  <c:v>248.719620764256</c:v>
                </c:pt>
                <c:pt idx="1641">
                  <c:v>248.770428359509</c:v>
                </c:pt>
                <c:pt idx="1642">
                  <c:v>248.779976248741</c:v>
                </c:pt>
                <c:pt idx="1643">
                  <c:v>248.796738982201</c:v>
                </c:pt>
                <c:pt idx="1644">
                  <c:v>248.804387271404</c:v>
                </c:pt>
                <c:pt idx="1645">
                  <c:v>248.802847802639</c:v>
                </c:pt>
                <c:pt idx="1646">
                  <c:v>248.837607085705</c:v>
                </c:pt>
                <c:pt idx="1647">
                  <c:v>248.86626547575</c:v>
                </c:pt>
                <c:pt idx="1648">
                  <c:v>248.820366680622</c:v>
                </c:pt>
                <c:pt idx="1649">
                  <c:v>248.824922561646</c:v>
                </c:pt>
                <c:pt idx="1650">
                  <c:v>248.81859254837</c:v>
                </c:pt>
                <c:pt idx="1651">
                  <c:v>248.776340007782</c:v>
                </c:pt>
                <c:pt idx="1652">
                  <c:v>248.861662089825</c:v>
                </c:pt>
                <c:pt idx="1653">
                  <c:v>248.989194869995</c:v>
                </c:pt>
                <c:pt idx="1654">
                  <c:v>249.140610814095</c:v>
                </c:pt>
                <c:pt idx="1655">
                  <c:v>249.238891422749</c:v>
                </c:pt>
                <c:pt idx="1656">
                  <c:v>249.32278162241</c:v>
                </c:pt>
                <c:pt idx="1657">
                  <c:v>249.428289055824</c:v>
                </c:pt>
                <c:pt idx="1658">
                  <c:v>249.511352598667</c:v>
                </c:pt>
                <c:pt idx="1659">
                  <c:v>249.541889488697</c:v>
                </c:pt>
                <c:pt idx="1660">
                  <c:v>249.562737047672</c:v>
                </c:pt>
                <c:pt idx="1661">
                  <c:v>249.565077424049</c:v>
                </c:pt>
                <c:pt idx="1662">
                  <c:v>249.666188716888</c:v>
                </c:pt>
                <c:pt idx="1663">
                  <c:v>249.85838162899</c:v>
                </c:pt>
                <c:pt idx="1664">
                  <c:v>250.068041980267</c:v>
                </c:pt>
                <c:pt idx="1665">
                  <c:v>250.247143566608</c:v>
                </c:pt>
                <c:pt idx="1666">
                  <c:v>250.375951707363</c:v>
                </c:pt>
                <c:pt idx="1667">
                  <c:v>250.525373995304</c:v>
                </c:pt>
                <c:pt idx="1668">
                  <c:v>250.708025991917</c:v>
                </c:pt>
                <c:pt idx="1669">
                  <c:v>250.904822826386</c:v>
                </c:pt>
                <c:pt idx="1670">
                  <c:v>251.143734574318</c:v>
                </c:pt>
                <c:pt idx="1671">
                  <c:v>251.398439884186</c:v>
                </c:pt>
                <c:pt idx="1672">
                  <c:v>251.6251527071</c:v>
                </c:pt>
                <c:pt idx="1673">
                  <c:v>251.714599311352</c:v>
                </c:pt>
                <c:pt idx="1674">
                  <c:v>251.766930997372</c:v>
                </c:pt>
                <c:pt idx="1675">
                  <c:v>251.836631953716</c:v>
                </c:pt>
                <c:pt idx="1676">
                  <c:v>251.919441461563</c:v>
                </c:pt>
                <c:pt idx="1677">
                  <c:v>252.049686074257</c:v>
                </c:pt>
                <c:pt idx="1678">
                  <c:v>252.127902984619</c:v>
                </c:pt>
                <c:pt idx="1679">
                  <c:v>252.156132042408</c:v>
                </c:pt>
                <c:pt idx="1680">
                  <c:v>252.176223039627</c:v>
                </c:pt>
                <c:pt idx="1681">
                  <c:v>252.218177855015</c:v>
                </c:pt>
                <c:pt idx="1682">
                  <c:v>252.32539254427</c:v>
                </c:pt>
                <c:pt idx="1683">
                  <c:v>252.41420263052</c:v>
                </c:pt>
                <c:pt idx="1684">
                  <c:v>252.491415202618</c:v>
                </c:pt>
                <c:pt idx="1685">
                  <c:v>252.590937376022</c:v>
                </c:pt>
                <c:pt idx="1686">
                  <c:v>252.772945404053</c:v>
                </c:pt>
                <c:pt idx="1687">
                  <c:v>252.987788081169</c:v>
                </c:pt>
                <c:pt idx="1688">
                  <c:v>253.197301626205</c:v>
                </c:pt>
                <c:pt idx="1689">
                  <c:v>253.38148355484</c:v>
                </c:pt>
                <c:pt idx="1690">
                  <c:v>253.693188667297</c:v>
                </c:pt>
                <c:pt idx="1691">
                  <c:v>254.091349720955</c:v>
                </c:pt>
                <c:pt idx="1692">
                  <c:v>254.452627778053</c:v>
                </c:pt>
                <c:pt idx="1693">
                  <c:v>254.815438985825</c:v>
                </c:pt>
                <c:pt idx="1694">
                  <c:v>255.136401534081</c:v>
                </c:pt>
                <c:pt idx="1695">
                  <c:v>255.330541074276</c:v>
                </c:pt>
                <c:pt idx="1696">
                  <c:v>255.442633152008</c:v>
                </c:pt>
                <c:pt idx="1697">
                  <c:v>255.614153802395</c:v>
                </c:pt>
                <c:pt idx="1698">
                  <c:v>255.840346992016</c:v>
                </c:pt>
                <c:pt idx="1699">
                  <c:v>256.109653055668</c:v>
                </c:pt>
                <c:pt idx="1700">
                  <c:v>256.396088004112</c:v>
                </c:pt>
                <c:pt idx="1701">
                  <c:v>256.75832337141</c:v>
                </c:pt>
                <c:pt idx="1702">
                  <c:v>257.105590879917</c:v>
                </c:pt>
                <c:pt idx="1703">
                  <c:v>257.411088228226</c:v>
                </c:pt>
                <c:pt idx="1704">
                  <c:v>257.709053874016</c:v>
                </c:pt>
                <c:pt idx="1705">
                  <c:v>257.951553583145</c:v>
                </c:pt>
                <c:pt idx="1706">
                  <c:v>258.112227857113</c:v>
                </c:pt>
                <c:pt idx="1707">
                  <c:v>258.196039915085</c:v>
                </c:pt>
                <c:pt idx="1708">
                  <c:v>258.32236135006</c:v>
                </c:pt>
                <c:pt idx="1709">
                  <c:v>258.508245229721</c:v>
                </c:pt>
                <c:pt idx="1710">
                  <c:v>258.6530585289</c:v>
                </c:pt>
                <c:pt idx="1711">
                  <c:v>258.799595475197</c:v>
                </c:pt>
                <c:pt idx="1712">
                  <c:v>258.933026909828</c:v>
                </c:pt>
                <c:pt idx="1713">
                  <c:v>259.047947645187</c:v>
                </c:pt>
                <c:pt idx="1714">
                  <c:v>259.132779896259</c:v>
                </c:pt>
                <c:pt idx="1715">
                  <c:v>259.269210278988</c:v>
                </c:pt>
                <c:pt idx="1716">
                  <c:v>259.363479673863</c:v>
                </c:pt>
                <c:pt idx="1717">
                  <c:v>259.253777801991</c:v>
                </c:pt>
                <c:pt idx="1718">
                  <c:v>259.149535000324</c:v>
                </c:pt>
                <c:pt idx="1719">
                  <c:v>259.062885701656</c:v>
                </c:pt>
                <c:pt idx="1720">
                  <c:v>259.093018114567</c:v>
                </c:pt>
                <c:pt idx="1721">
                  <c:v>259.115136802197</c:v>
                </c:pt>
                <c:pt idx="1722">
                  <c:v>259.158501982689</c:v>
                </c:pt>
                <c:pt idx="1723">
                  <c:v>259.252585589886</c:v>
                </c:pt>
                <c:pt idx="1724">
                  <c:v>259.295675456524</c:v>
                </c:pt>
                <c:pt idx="1725">
                  <c:v>259.511340379715</c:v>
                </c:pt>
                <c:pt idx="1726">
                  <c:v>260.097618281841</c:v>
                </c:pt>
                <c:pt idx="1727">
                  <c:v>260.795459210873</c:v>
                </c:pt>
                <c:pt idx="1728">
                  <c:v>261.604130506516</c:v>
                </c:pt>
                <c:pt idx="1729">
                  <c:v>262.328497648239</c:v>
                </c:pt>
                <c:pt idx="1730">
                  <c:v>262.990848660469</c:v>
                </c:pt>
                <c:pt idx="1731">
                  <c:v>263.623659729958</c:v>
                </c:pt>
                <c:pt idx="1732">
                  <c:v>264.200137615204</c:v>
                </c:pt>
                <c:pt idx="1733">
                  <c:v>264.704474031925</c:v>
                </c:pt>
                <c:pt idx="1734">
                  <c:v>265.035402953625</c:v>
                </c:pt>
                <c:pt idx="1735">
                  <c:v>265.197987258434</c:v>
                </c:pt>
                <c:pt idx="1736">
                  <c:v>265.3252607584</c:v>
                </c:pt>
                <c:pt idx="1737">
                  <c:v>265.664618372917</c:v>
                </c:pt>
                <c:pt idx="1738">
                  <c:v>266.019967436791</c:v>
                </c:pt>
                <c:pt idx="1739">
                  <c:v>266.355969905853</c:v>
                </c:pt>
                <c:pt idx="1740">
                  <c:v>266.74501824379</c:v>
                </c:pt>
                <c:pt idx="1741">
                  <c:v>267.179216742516</c:v>
                </c:pt>
                <c:pt idx="1742">
                  <c:v>267.615856349468</c:v>
                </c:pt>
                <c:pt idx="1743">
                  <c:v>267.950122773647</c:v>
                </c:pt>
                <c:pt idx="1744">
                  <c:v>268.351439535618</c:v>
                </c:pt>
                <c:pt idx="1745">
                  <c:v>268.702549993992</c:v>
                </c:pt>
                <c:pt idx="1746">
                  <c:v>269.011691868305</c:v>
                </c:pt>
                <c:pt idx="1747">
                  <c:v>269.335429608822</c:v>
                </c:pt>
                <c:pt idx="1748">
                  <c:v>269.59284222126</c:v>
                </c:pt>
                <c:pt idx="1749">
                  <c:v>269.829551935196</c:v>
                </c:pt>
                <c:pt idx="1750">
                  <c:v>270.110135912895</c:v>
                </c:pt>
                <c:pt idx="1751">
                  <c:v>270.380007147789</c:v>
                </c:pt>
                <c:pt idx="1752">
                  <c:v>270.682024359703</c:v>
                </c:pt>
                <c:pt idx="1753">
                  <c:v>270.986742973328</c:v>
                </c:pt>
                <c:pt idx="1754">
                  <c:v>271.330469191074</c:v>
                </c:pt>
                <c:pt idx="1755">
                  <c:v>271.603247702122</c:v>
                </c:pt>
                <c:pt idx="1756">
                  <c:v>271.847615897656</c:v>
                </c:pt>
                <c:pt idx="1757">
                  <c:v>272.044444262981</c:v>
                </c:pt>
                <c:pt idx="1758">
                  <c:v>272.251271724701</c:v>
                </c:pt>
                <c:pt idx="1759">
                  <c:v>272.458432674408</c:v>
                </c:pt>
                <c:pt idx="1760">
                  <c:v>272.660085678101</c:v>
                </c:pt>
                <c:pt idx="1761">
                  <c:v>272.837040245533</c:v>
                </c:pt>
                <c:pt idx="1762">
                  <c:v>273.0041924119</c:v>
                </c:pt>
                <c:pt idx="1763">
                  <c:v>273.184638917446</c:v>
                </c:pt>
                <c:pt idx="1764">
                  <c:v>273.352505385876</c:v>
                </c:pt>
                <c:pt idx="1765">
                  <c:v>273.533109605312</c:v>
                </c:pt>
                <c:pt idx="1766">
                  <c:v>273.714714944363</c:v>
                </c:pt>
                <c:pt idx="1767">
                  <c:v>273.874111235142</c:v>
                </c:pt>
                <c:pt idx="1768">
                  <c:v>274.068934619427</c:v>
                </c:pt>
                <c:pt idx="1769">
                  <c:v>274.490863919258</c:v>
                </c:pt>
                <c:pt idx="1770">
                  <c:v>274.756014287472</c:v>
                </c:pt>
                <c:pt idx="1771">
                  <c:v>274.988360404968</c:v>
                </c:pt>
                <c:pt idx="1772">
                  <c:v>275.305783510208</c:v>
                </c:pt>
                <c:pt idx="1773">
                  <c:v>275.569846451283</c:v>
                </c:pt>
                <c:pt idx="1774">
                  <c:v>275.735177278519</c:v>
                </c:pt>
                <c:pt idx="1775">
                  <c:v>275.838651776314</c:v>
                </c:pt>
                <c:pt idx="1776">
                  <c:v>275.923283696175</c:v>
                </c:pt>
                <c:pt idx="1777">
                  <c:v>276.010245025158</c:v>
                </c:pt>
                <c:pt idx="1778">
                  <c:v>276.05600553751</c:v>
                </c:pt>
                <c:pt idx="1779">
                  <c:v>276.130118727684</c:v>
                </c:pt>
                <c:pt idx="1780">
                  <c:v>276.186838746071</c:v>
                </c:pt>
                <c:pt idx="1781">
                  <c:v>276.207592785358</c:v>
                </c:pt>
                <c:pt idx="1782">
                  <c:v>276.265821576119</c:v>
                </c:pt>
                <c:pt idx="1783">
                  <c:v>276.307868361473</c:v>
                </c:pt>
                <c:pt idx="1784">
                  <c:v>276.398198723793</c:v>
                </c:pt>
                <c:pt idx="1785">
                  <c:v>276.49807882309</c:v>
                </c:pt>
                <c:pt idx="1786">
                  <c:v>276.571438193321</c:v>
                </c:pt>
                <c:pt idx="1787">
                  <c:v>276.676468849182</c:v>
                </c:pt>
                <c:pt idx="1788">
                  <c:v>276.773891091347</c:v>
                </c:pt>
                <c:pt idx="1789">
                  <c:v>276.934103727341</c:v>
                </c:pt>
                <c:pt idx="1790">
                  <c:v>277.063822746277</c:v>
                </c:pt>
                <c:pt idx="1791">
                  <c:v>277.148200273514</c:v>
                </c:pt>
                <c:pt idx="1792">
                  <c:v>277.286020338535</c:v>
                </c:pt>
                <c:pt idx="1793">
                  <c:v>277.414252877235</c:v>
                </c:pt>
                <c:pt idx="1794">
                  <c:v>277.545157551765</c:v>
                </c:pt>
                <c:pt idx="1795">
                  <c:v>277.61962133646</c:v>
                </c:pt>
                <c:pt idx="1796">
                  <c:v>277.752103626728</c:v>
                </c:pt>
                <c:pt idx="1797">
                  <c:v>277.879559874535</c:v>
                </c:pt>
                <c:pt idx="1798">
                  <c:v>277.90557217598</c:v>
                </c:pt>
                <c:pt idx="1799">
                  <c:v>277.901659846306</c:v>
                </c:pt>
                <c:pt idx="1800">
                  <c:v>277.945124328137</c:v>
                </c:pt>
                <c:pt idx="1801">
                  <c:v>278.035597026348</c:v>
                </c:pt>
                <c:pt idx="1802">
                  <c:v>278.12930983305</c:v>
                </c:pt>
                <c:pt idx="1803">
                  <c:v>278.377546727657</c:v>
                </c:pt>
                <c:pt idx="1804">
                  <c:v>278.450960874558</c:v>
                </c:pt>
                <c:pt idx="1805">
                  <c:v>278.492843270302</c:v>
                </c:pt>
                <c:pt idx="1806">
                  <c:v>278.507564485073</c:v>
                </c:pt>
                <c:pt idx="1807">
                  <c:v>278.621220648289</c:v>
                </c:pt>
                <c:pt idx="1808">
                  <c:v>278.735029459</c:v>
                </c:pt>
                <c:pt idx="1809">
                  <c:v>278.87558722496</c:v>
                </c:pt>
                <c:pt idx="1810">
                  <c:v>278.95998352766</c:v>
                </c:pt>
                <c:pt idx="1811">
                  <c:v>279.096522808075</c:v>
                </c:pt>
                <c:pt idx="1812">
                  <c:v>279.254834830761</c:v>
                </c:pt>
                <c:pt idx="1813">
                  <c:v>279.388627111912</c:v>
                </c:pt>
                <c:pt idx="1814">
                  <c:v>279.537135303021</c:v>
                </c:pt>
                <c:pt idx="1815">
                  <c:v>279.657740354538</c:v>
                </c:pt>
                <c:pt idx="1816">
                  <c:v>279.749693512917</c:v>
                </c:pt>
                <c:pt idx="1817">
                  <c:v>279.870496273041</c:v>
                </c:pt>
                <c:pt idx="1818">
                  <c:v>280.008368730545</c:v>
                </c:pt>
                <c:pt idx="1819">
                  <c:v>280.105749726296</c:v>
                </c:pt>
                <c:pt idx="1820">
                  <c:v>280.192605495453</c:v>
                </c:pt>
                <c:pt idx="1821">
                  <c:v>280.26673334837</c:v>
                </c:pt>
                <c:pt idx="1822">
                  <c:v>280.363290965557</c:v>
                </c:pt>
                <c:pt idx="1823">
                  <c:v>280.456868469715</c:v>
                </c:pt>
                <c:pt idx="1824">
                  <c:v>280.65759396553</c:v>
                </c:pt>
                <c:pt idx="1825">
                  <c:v>280.95321983099</c:v>
                </c:pt>
                <c:pt idx="1826">
                  <c:v>281.28062337637</c:v>
                </c:pt>
                <c:pt idx="1827">
                  <c:v>281.546890199184</c:v>
                </c:pt>
                <c:pt idx="1828">
                  <c:v>281.769894421101</c:v>
                </c:pt>
                <c:pt idx="1829">
                  <c:v>282.001936554909</c:v>
                </c:pt>
                <c:pt idx="1830">
                  <c:v>282.251007854939</c:v>
                </c:pt>
                <c:pt idx="1831">
                  <c:v>282.512358486652</c:v>
                </c:pt>
                <c:pt idx="1832">
                  <c:v>282.754515230656</c:v>
                </c:pt>
                <c:pt idx="1833">
                  <c:v>282.973007798195</c:v>
                </c:pt>
                <c:pt idx="1834">
                  <c:v>283.176324784756</c:v>
                </c:pt>
                <c:pt idx="1835">
                  <c:v>283.356221437454</c:v>
                </c:pt>
                <c:pt idx="1836">
                  <c:v>283.506309390068</c:v>
                </c:pt>
                <c:pt idx="1837">
                  <c:v>283.684266626835</c:v>
                </c:pt>
                <c:pt idx="1838">
                  <c:v>283.857137858868</c:v>
                </c:pt>
                <c:pt idx="1839">
                  <c:v>284.092057228088</c:v>
                </c:pt>
                <c:pt idx="1840">
                  <c:v>284.364656925201</c:v>
                </c:pt>
                <c:pt idx="1841">
                  <c:v>284.627379655838</c:v>
                </c:pt>
                <c:pt idx="1842">
                  <c:v>284.931887507439</c:v>
                </c:pt>
                <c:pt idx="1843">
                  <c:v>285.192479729652</c:v>
                </c:pt>
                <c:pt idx="1844">
                  <c:v>285.405869245529</c:v>
                </c:pt>
                <c:pt idx="1845">
                  <c:v>285.610980033875</c:v>
                </c:pt>
                <c:pt idx="1846">
                  <c:v>285.814510941505</c:v>
                </c:pt>
                <c:pt idx="1847">
                  <c:v>285.967700719833</c:v>
                </c:pt>
                <c:pt idx="1848">
                  <c:v>286.076517999172</c:v>
                </c:pt>
                <c:pt idx="1849">
                  <c:v>286.132100760937</c:v>
                </c:pt>
                <c:pt idx="1850">
                  <c:v>286.188781917095</c:v>
                </c:pt>
                <c:pt idx="1851">
                  <c:v>286.282709419727</c:v>
                </c:pt>
                <c:pt idx="1852">
                  <c:v>286.384606420994</c:v>
                </c:pt>
                <c:pt idx="1853">
                  <c:v>286.490890562534</c:v>
                </c:pt>
                <c:pt idx="1854">
                  <c:v>286.593474268913</c:v>
                </c:pt>
                <c:pt idx="1855">
                  <c:v>286.715388834477</c:v>
                </c:pt>
                <c:pt idx="1856">
                  <c:v>286.806614100933</c:v>
                </c:pt>
                <c:pt idx="1857">
                  <c:v>286.875813066959</c:v>
                </c:pt>
                <c:pt idx="1858">
                  <c:v>286.996339440346</c:v>
                </c:pt>
                <c:pt idx="1859">
                  <c:v>287.114484071732</c:v>
                </c:pt>
                <c:pt idx="1860">
                  <c:v>287.270128488541</c:v>
                </c:pt>
                <c:pt idx="1861">
                  <c:v>287.430655300617</c:v>
                </c:pt>
                <c:pt idx="1862">
                  <c:v>287.51654624939</c:v>
                </c:pt>
                <c:pt idx="1863">
                  <c:v>287.442326545715</c:v>
                </c:pt>
                <c:pt idx="1864">
                  <c:v>287.419934988022</c:v>
                </c:pt>
                <c:pt idx="1865">
                  <c:v>287.401831865311</c:v>
                </c:pt>
                <c:pt idx="1866">
                  <c:v>287.402264475823</c:v>
                </c:pt>
                <c:pt idx="1867">
                  <c:v>287.33206653595</c:v>
                </c:pt>
                <c:pt idx="1868">
                  <c:v>287.210481524468</c:v>
                </c:pt>
                <c:pt idx="1869">
                  <c:v>287.118305802345</c:v>
                </c:pt>
                <c:pt idx="1870">
                  <c:v>287.013040304184</c:v>
                </c:pt>
                <c:pt idx="1871">
                  <c:v>286.87080180645</c:v>
                </c:pt>
                <c:pt idx="1872">
                  <c:v>286.703405737877</c:v>
                </c:pt>
                <c:pt idx="1873">
                  <c:v>286.539110660553</c:v>
                </c:pt>
                <c:pt idx="1874">
                  <c:v>286.440713882446</c:v>
                </c:pt>
                <c:pt idx="1875">
                  <c:v>286.327388286591</c:v>
                </c:pt>
                <c:pt idx="1876">
                  <c:v>286.190498828888</c:v>
                </c:pt>
                <c:pt idx="1877">
                  <c:v>286.013686895371</c:v>
                </c:pt>
                <c:pt idx="1878">
                  <c:v>285.789578676224</c:v>
                </c:pt>
                <c:pt idx="1879">
                  <c:v>285.550922751427</c:v>
                </c:pt>
                <c:pt idx="1880">
                  <c:v>285.347309350967</c:v>
                </c:pt>
                <c:pt idx="1881">
                  <c:v>285.130357980728</c:v>
                </c:pt>
                <c:pt idx="1882">
                  <c:v>284.925261378288</c:v>
                </c:pt>
                <c:pt idx="1883">
                  <c:v>284.973733305931</c:v>
                </c:pt>
                <c:pt idx="1884">
                  <c:v>284.972836613655</c:v>
                </c:pt>
                <c:pt idx="1885">
                  <c:v>284.82287466526</c:v>
                </c:pt>
                <c:pt idx="1886">
                  <c:v>284.52917611599</c:v>
                </c:pt>
                <c:pt idx="1887">
                  <c:v>284.222072839737</c:v>
                </c:pt>
                <c:pt idx="1888">
                  <c:v>283.946202278137</c:v>
                </c:pt>
                <c:pt idx="1889">
                  <c:v>283.647944808006</c:v>
                </c:pt>
                <c:pt idx="1890">
                  <c:v>283.41374373436</c:v>
                </c:pt>
                <c:pt idx="1891">
                  <c:v>283.330343723297</c:v>
                </c:pt>
                <c:pt idx="1892">
                  <c:v>283.499395132065</c:v>
                </c:pt>
                <c:pt idx="1893">
                  <c:v>283.57559555769</c:v>
                </c:pt>
                <c:pt idx="1894">
                  <c:v>283.59656304121</c:v>
                </c:pt>
                <c:pt idx="1895">
                  <c:v>283.598244428635</c:v>
                </c:pt>
                <c:pt idx="1896">
                  <c:v>283.663269758224</c:v>
                </c:pt>
                <c:pt idx="1897">
                  <c:v>283.765075743198</c:v>
                </c:pt>
                <c:pt idx="1898">
                  <c:v>283.94004881382</c:v>
                </c:pt>
                <c:pt idx="1899">
                  <c:v>284.098001003265</c:v>
                </c:pt>
                <c:pt idx="1900">
                  <c:v>284.286787807941</c:v>
                </c:pt>
                <c:pt idx="1901">
                  <c:v>284.32252985239</c:v>
                </c:pt>
                <c:pt idx="1902">
                  <c:v>284.332089722157</c:v>
                </c:pt>
                <c:pt idx="1903">
                  <c:v>284.423923969269</c:v>
                </c:pt>
                <c:pt idx="1904">
                  <c:v>284.592841863632</c:v>
                </c:pt>
                <c:pt idx="1905">
                  <c:v>284.745087265968</c:v>
                </c:pt>
                <c:pt idx="1906">
                  <c:v>284.953370332718</c:v>
                </c:pt>
                <c:pt idx="1907">
                  <c:v>285.306904137135</c:v>
                </c:pt>
                <c:pt idx="1908">
                  <c:v>285.603797018528</c:v>
                </c:pt>
                <c:pt idx="1909">
                  <c:v>285.915743529797</c:v>
                </c:pt>
                <c:pt idx="1910">
                  <c:v>286.196544289589</c:v>
                </c:pt>
                <c:pt idx="1911">
                  <c:v>286.446063160896</c:v>
                </c:pt>
                <c:pt idx="1912">
                  <c:v>286.600251555443</c:v>
                </c:pt>
                <c:pt idx="1913">
                  <c:v>286.840814948082</c:v>
                </c:pt>
                <c:pt idx="1914">
                  <c:v>287.142603039742</c:v>
                </c:pt>
                <c:pt idx="1915">
                  <c:v>287.413772940636</c:v>
                </c:pt>
                <c:pt idx="1916">
                  <c:v>287.63595020771</c:v>
                </c:pt>
                <c:pt idx="1917">
                  <c:v>287.925031840801</c:v>
                </c:pt>
                <c:pt idx="1918">
                  <c:v>288.178667485714</c:v>
                </c:pt>
                <c:pt idx="1919">
                  <c:v>288.511544287205</c:v>
                </c:pt>
                <c:pt idx="1920">
                  <c:v>288.795740962029</c:v>
                </c:pt>
                <c:pt idx="1921">
                  <c:v>289.147388935089</c:v>
                </c:pt>
                <c:pt idx="1922">
                  <c:v>289.53901219368</c:v>
                </c:pt>
                <c:pt idx="1923">
                  <c:v>289.974296927452</c:v>
                </c:pt>
                <c:pt idx="1924">
                  <c:v>290.408487439156</c:v>
                </c:pt>
                <c:pt idx="1925">
                  <c:v>290.915085673332</c:v>
                </c:pt>
                <c:pt idx="1926">
                  <c:v>291.457696437836</c:v>
                </c:pt>
                <c:pt idx="1927">
                  <c:v>291.932490229607</c:v>
                </c:pt>
                <c:pt idx="1928">
                  <c:v>292.415817558765</c:v>
                </c:pt>
                <c:pt idx="1929">
                  <c:v>292.82938927412</c:v>
                </c:pt>
                <c:pt idx="1930">
                  <c:v>293.274617254734</c:v>
                </c:pt>
                <c:pt idx="1931">
                  <c:v>293.742942392826</c:v>
                </c:pt>
                <c:pt idx="1932">
                  <c:v>294.0517603755</c:v>
                </c:pt>
                <c:pt idx="1933">
                  <c:v>294.290790557861</c:v>
                </c:pt>
                <c:pt idx="1934">
                  <c:v>294.518494069576</c:v>
                </c:pt>
                <c:pt idx="1935">
                  <c:v>294.789081633091</c:v>
                </c:pt>
                <c:pt idx="1936">
                  <c:v>295.104971706867</c:v>
                </c:pt>
                <c:pt idx="1937">
                  <c:v>295.256220161915</c:v>
                </c:pt>
                <c:pt idx="1938">
                  <c:v>295.392206966877</c:v>
                </c:pt>
                <c:pt idx="1939">
                  <c:v>295.532661259174</c:v>
                </c:pt>
                <c:pt idx="1940">
                  <c:v>295.686266720295</c:v>
                </c:pt>
                <c:pt idx="1941">
                  <c:v>295.869777500629</c:v>
                </c:pt>
                <c:pt idx="1942">
                  <c:v>295.991946160793</c:v>
                </c:pt>
                <c:pt idx="1943">
                  <c:v>296.016288995743</c:v>
                </c:pt>
                <c:pt idx="1944">
                  <c:v>296.168062567711</c:v>
                </c:pt>
                <c:pt idx="1945">
                  <c:v>296.44543504715</c:v>
                </c:pt>
                <c:pt idx="1946">
                  <c:v>296.721807479858</c:v>
                </c:pt>
                <c:pt idx="1947">
                  <c:v>296.945718050003</c:v>
                </c:pt>
                <c:pt idx="1948">
                  <c:v>297.167534291744</c:v>
                </c:pt>
                <c:pt idx="1949">
                  <c:v>297.356556475163</c:v>
                </c:pt>
                <c:pt idx="1950">
                  <c:v>297.501822769642</c:v>
                </c:pt>
                <c:pt idx="1951">
                  <c:v>297.633908808231</c:v>
                </c:pt>
                <c:pt idx="1952">
                  <c:v>297.649918377399</c:v>
                </c:pt>
                <c:pt idx="1953">
                  <c:v>297.675142526627</c:v>
                </c:pt>
                <c:pt idx="1954">
                  <c:v>297.629459619522</c:v>
                </c:pt>
                <c:pt idx="1955">
                  <c:v>297.546243667603</c:v>
                </c:pt>
                <c:pt idx="1956">
                  <c:v>297.444522738457</c:v>
                </c:pt>
                <c:pt idx="1957">
                  <c:v>297.339047908783</c:v>
                </c:pt>
                <c:pt idx="1958">
                  <c:v>297.225840330124</c:v>
                </c:pt>
                <c:pt idx="1959">
                  <c:v>297.151175022125</c:v>
                </c:pt>
                <c:pt idx="1960">
                  <c:v>297.074342250824</c:v>
                </c:pt>
                <c:pt idx="1961">
                  <c:v>296.931947946548</c:v>
                </c:pt>
                <c:pt idx="1962">
                  <c:v>296.748355507851</c:v>
                </c:pt>
                <c:pt idx="1963">
                  <c:v>296.539139270782</c:v>
                </c:pt>
                <c:pt idx="1964">
                  <c:v>296.38264977932</c:v>
                </c:pt>
                <c:pt idx="1965">
                  <c:v>296.305569887161</c:v>
                </c:pt>
                <c:pt idx="1966">
                  <c:v>296.258229851723</c:v>
                </c:pt>
                <c:pt idx="1967">
                  <c:v>296.258484005928</c:v>
                </c:pt>
                <c:pt idx="1968">
                  <c:v>296.329546630383</c:v>
                </c:pt>
                <c:pt idx="1969">
                  <c:v>296.377647161484</c:v>
                </c:pt>
                <c:pt idx="1970">
                  <c:v>296.464401185513</c:v>
                </c:pt>
                <c:pt idx="1971">
                  <c:v>296.497221231461</c:v>
                </c:pt>
                <c:pt idx="1972">
                  <c:v>296.611171066761</c:v>
                </c:pt>
                <c:pt idx="1973">
                  <c:v>296.774332225323</c:v>
                </c:pt>
                <c:pt idx="1974">
                  <c:v>297.077282369137</c:v>
                </c:pt>
                <c:pt idx="1975">
                  <c:v>297.357547938824</c:v>
                </c:pt>
                <c:pt idx="1976">
                  <c:v>297.668882548809</c:v>
                </c:pt>
                <c:pt idx="1977">
                  <c:v>298.005963861942</c:v>
                </c:pt>
                <c:pt idx="1978">
                  <c:v>298.349771976471</c:v>
                </c:pt>
                <c:pt idx="1979">
                  <c:v>298.662031650543</c:v>
                </c:pt>
                <c:pt idx="1980">
                  <c:v>298.985961914063</c:v>
                </c:pt>
                <c:pt idx="1981">
                  <c:v>299.388927400112</c:v>
                </c:pt>
                <c:pt idx="1982">
                  <c:v>299.8384578228</c:v>
                </c:pt>
                <c:pt idx="1983">
                  <c:v>300.317962884903</c:v>
                </c:pt>
                <c:pt idx="1984">
                  <c:v>300.800495386124</c:v>
                </c:pt>
                <c:pt idx="1985">
                  <c:v>301.294048190117</c:v>
                </c:pt>
                <c:pt idx="1986">
                  <c:v>301.729804217815</c:v>
                </c:pt>
                <c:pt idx="1987">
                  <c:v>302.148486077785</c:v>
                </c:pt>
                <c:pt idx="1988">
                  <c:v>302.516841709614</c:v>
                </c:pt>
                <c:pt idx="1989">
                  <c:v>302.868820726871</c:v>
                </c:pt>
                <c:pt idx="1990">
                  <c:v>303.258271872997</c:v>
                </c:pt>
                <c:pt idx="1991">
                  <c:v>303.665705621243</c:v>
                </c:pt>
                <c:pt idx="1992">
                  <c:v>304.049138844013</c:v>
                </c:pt>
                <c:pt idx="1993">
                  <c:v>304.401945054531</c:v>
                </c:pt>
                <c:pt idx="1994">
                  <c:v>304.656913816929</c:v>
                </c:pt>
                <c:pt idx="1995">
                  <c:v>304.944624662399</c:v>
                </c:pt>
                <c:pt idx="1996">
                  <c:v>305.155054688454</c:v>
                </c:pt>
                <c:pt idx="1997">
                  <c:v>305.440187752247</c:v>
                </c:pt>
                <c:pt idx="1998">
                  <c:v>305.697791934013</c:v>
                </c:pt>
                <c:pt idx="1999">
                  <c:v>305.947331190109</c:v>
                </c:pt>
                <c:pt idx="2000">
                  <c:v>306.154475092888</c:v>
                </c:pt>
                <c:pt idx="2001">
                  <c:v>306.235486805439</c:v>
                </c:pt>
                <c:pt idx="2002">
                  <c:v>306.218994915485</c:v>
                </c:pt>
                <c:pt idx="2003">
                  <c:v>306.159653484821</c:v>
                </c:pt>
                <c:pt idx="2004">
                  <c:v>306.51546984911</c:v>
                </c:pt>
                <c:pt idx="2005">
                  <c:v>306.94178622961</c:v>
                </c:pt>
                <c:pt idx="2006">
                  <c:v>307.380614697933</c:v>
                </c:pt>
                <c:pt idx="2007">
                  <c:v>307.695232391357</c:v>
                </c:pt>
                <c:pt idx="2008">
                  <c:v>307.940915107727</c:v>
                </c:pt>
                <c:pt idx="2009">
                  <c:v>308.172836899757</c:v>
                </c:pt>
                <c:pt idx="2010">
                  <c:v>308.361514091492</c:v>
                </c:pt>
                <c:pt idx="2011">
                  <c:v>308.550386309624</c:v>
                </c:pt>
                <c:pt idx="2012">
                  <c:v>308.703575909138</c:v>
                </c:pt>
                <c:pt idx="2013">
                  <c:v>308.826967179775</c:v>
                </c:pt>
                <c:pt idx="2014">
                  <c:v>309.038058578968</c:v>
                </c:pt>
                <c:pt idx="2015">
                  <c:v>309.237691879272</c:v>
                </c:pt>
                <c:pt idx="2016">
                  <c:v>309.361857831478</c:v>
                </c:pt>
                <c:pt idx="2017">
                  <c:v>309.434342503548</c:v>
                </c:pt>
                <c:pt idx="2018">
                  <c:v>309.501856148243</c:v>
                </c:pt>
                <c:pt idx="2019">
                  <c:v>309.532745778561</c:v>
                </c:pt>
                <c:pt idx="2020">
                  <c:v>309.582620203495</c:v>
                </c:pt>
                <c:pt idx="2021">
                  <c:v>309.658712685108</c:v>
                </c:pt>
                <c:pt idx="2022">
                  <c:v>309.818664610386</c:v>
                </c:pt>
                <c:pt idx="2023">
                  <c:v>309.98052573204</c:v>
                </c:pt>
                <c:pt idx="2024">
                  <c:v>310.164979636669</c:v>
                </c:pt>
                <c:pt idx="2025">
                  <c:v>310.294558286667</c:v>
                </c:pt>
                <c:pt idx="2026">
                  <c:v>310.505197525024</c:v>
                </c:pt>
                <c:pt idx="2027">
                  <c:v>310.704084277153</c:v>
                </c:pt>
                <c:pt idx="2028">
                  <c:v>310.933199286461</c:v>
                </c:pt>
                <c:pt idx="2029">
                  <c:v>311.141611397266</c:v>
                </c:pt>
                <c:pt idx="2030">
                  <c:v>311.339443385601</c:v>
                </c:pt>
                <c:pt idx="2031">
                  <c:v>311.572542011738</c:v>
                </c:pt>
                <c:pt idx="2032">
                  <c:v>311.832093656063</c:v>
                </c:pt>
                <c:pt idx="2033">
                  <c:v>312.093180596828</c:v>
                </c:pt>
                <c:pt idx="2034">
                  <c:v>312.350797772408</c:v>
                </c:pt>
                <c:pt idx="2035">
                  <c:v>312.525249361992</c:v>
                </c:pt>
                <c:pt idx="2036">
                  <c:v>312.748292207718</c:v>
                </c:pt>
                <c:pt idx="2037">
                  <c:v>312.955938577652</c:v>
                </c:pt>
                <c:pt idx="2038">
                  <c:v>313.144198536873</c:v>
                </c:pt>
                <c:pt idx="2039">
                  <c:v>313.335198402405</c:v>
                </c:pt>
                <c:pt idx="2040">
                  <c:v>313.423477947712</c:v>
                </c:pt>
                <c:pt idx="2041">
                  <c:v>313.558731198311</c:v>
                </c:pt>
                <c:pt idx="2042">
                  <c:v>313.738479971886</c:v>
                </c:pt>
                <c:pt idx="2043">
                  <c:v>313.915090918541</c:v>
                </c:pt>
                <c:pt idx="2044">
                  <c:v>314.096906661987</c:v>
                </c:pt>
                <c:pt idx="2045">
                  <c:v>314.331230700016</c:v>
                </c:pt>
                <c:pt idx="2046">
                  <c:v>314.562206327915</c:v>
                </c:pt>
                <c:pt idx="2047">
                  <c:v>314.829392313957</c:v>
                </c:pt>
                <c:pt idx="2048">
                  <c:v>315.130811035633</c:v>
                </c:pt>
                <c:pt idx="2049">
                  <c:v>315.351381123066</c:v>
                </c:pt>
                <c:pt idx="2050">
                  <c:v>315.627340018749</c:v>
                </c:pt>
                <c:pt idx="2051">
                  <c:v>315.881383121014</c:v>
                </c:pt>
                <c:pt idx="2052">
                  <c:v>316.1138625741</c:v>
                </c:pt>
                <c:pt idx="2053">
                  <c:v>316.279513180256</c:v>
                </c:pt>
                <c:pt idx="2054">
                  <c:v>316.392680704594</c:v>
                </c:pt>
                <c:pt idx="2055">
                  <c:v>316.588657617569</c:v>
                </c:pt>
                <c:pt idx="2056">
                  <c:v>316.812674999237</c:v>
                </c:pt>
                <c:pt idx="2057">
                  <c:v>317.079353451729</c:v>
                </c:pt>
                <c:pt idx="2058">
                  <c:v>317.336127638817</c:v>
                </c:pt>
                <c:pt idx="2059">
                  <c:v>317.598196685314</c:v>
                </c:pt>
                <c:pt idx="2060">
                  <c:v>317.877206385136</c:v>
                </c:pt>
                <c:pt idx="2061">
                  <c:v>318.121417880058</c:v>
                </c:pt>
                <c:pt idx="2062">
                  <c:v>318.336503326893</c:v>
                </c:pt>
                <c:pt idx="2063">
                  <c:v>318.521384418011</c:v>
                </c:pt>
                <c:pt idx="2064">
                  <c:v>318.713276922703</c:v>
                </c:pt>
                <c:pt idx="2065">
                  <c:v>318.872477710247</c:v>
                </c:pt>
                <c:pt idx="2066">
                  <c:v>319.05837649107</c:v>
                </c:pt>
                <c:pt idx="2067">
                  <c:v>319.179663658142</c:v>
                </c:pt>
                <c:pt idx="2068">
                  <c:v>319.259313941002</c:v>
                </c:pt>
                <c:pt idx="2069">
                  <c:v>319.40423476696</c:v>
                </c:pt>
                <c:pt idx="2070">
                  <c:v>319.494154632092</c:v>
                </c:pt>
                <c:pt idx="2071">
                  <c:v>319.603374063969</c:v>
                </c:pt>
                <c:pt idx="2072">
                  <c:v>319.67609411478</c:v>
                </c:pt>
                <c:pt idx="2073">
                  <c:v>319.787080824375</c:v>
                </c:pt>
                <c:pt idx="2074">
                  <c:v>319.838481664658</c:v>
                </c:pt>
                <c:pt idx="2075">
                  <c:v>319.802884221077</c:v>
                </c:pt>
                <c:pt idx="2076">
                  <c:v>319.801356196404</c:v>
                </c:pt>
                <c:pt idx="2077">
                  <c:v>319.785913348198</c:v>
                </c:pt>
                <c:pt idx="2078">
                  <c:v>319.823165178299</c:v>
                </c:pt>
                <c:pt idx="2079">
                  <c:v>319.781146645546</c:v>
                </c:pt>
                <c:pt idx="2080">
                  <c:v>319.722730755806</c:v>
                </c:pt>
                <c:pt idx="2081">
                  <c:v>319.757308959961</c:v>
                </c:pt>
                <c:pt idx="2082">
                  <c:v>319.789858102798</c:v>
                </c:pt>
                <c:pt idx="2083">
                  <c:v>319.854095458984</c:v>
                </c:pt>
                <c:pt idx="2084">
                  <c:v>319.862904131413</c:v>
                </c:pt>
                <c:pt idx="2085">
                  <c:v>319.875248074532</c:v>
                </c:pt>
                <c:pt idx="2086">
                  <c:v>319.887823939323</c:v>
                </c:pt>
                <c:pt idx="2087">
                  <c:v>319.94006717205</c:v>
                </c:pt>
                <c:pt idx="2088">
                  <c:v>320.037476718426</c:v>
                </c:pt>
                <c:pt idx="2089">
                  <c:v>320.081649124622</c:v>
                </c:pt>
                <c:pt idx="2090">
                  <c:v>320.135137617588</c:v>
                </c:pt>
                <c:pt idx="2091">
                  <c:v>320.219911873341</c:v>
                </c:pt>
                <c:pt idx="2092">
                  <c:v>320.332091033459</c:v>
                </c:pt>
                <c:pt idx="2093">
                  <c:v>320.417324006557</c:v>
                </c:pt>
                <c:pt idx="2094">
                  <c:v>320.555027186871</c:v>
                </c:pt>
                <c:pt idx="2095">
                  <c:v>320.752741277218</c:v>
                </c:pt>
                <c:pt idx="2096">
                  <c:v>320.919226050377</c:v>
                </c:pt>
                <c:pt idx="2097">
                  <c:v>321.032563567162</c:v>
                </c:pt>
                <c:pt idx="2098">
                  <c:v>321.086044192314</c:v>
                </c:pt>
                <c:pt idx="2099">
                  <c:v>321.186456382275</c:v>
                </c:pt>
                <c:pt idx="2100">
                  <c:v>321.282696485519</c:v>
                </c:pt>
                <c:pt idx="2101">
                  <c:v>321.357461094856</c:v>
                </c:pt>
                <c:pt idx="2102">
                  <c:v>321.453546226025</c:v>
                </c:pt>
                <c:pt idx="2103">
                  <c:v>321.576074182987</c:v>
                </c:pt>
                <c:pt idx="2104">
                  <c:v>321.78294301033</c:v>
                </c:pt>
                <c:pt idx="2105">
                  <c:v>321.992932200432</c:v>
                </c:pt>
                <c:pt idx="2106">
                  <c:v>322.14117282629</c:v>
                </c:pt>
                <c:pt idx="2107">
                  <c:v>322.266763389111</c:v>
                </c:pt>
                <c:pt idx="2108">
                  <c:v>322.418696403503</c:v>
                </c:pt>
                <c:pt idx="2109">
                  <c:v>322.576681017876</c:v>
                </c:pt>
                <c:pt idx="2110">
                  <c:v>322.764363408089</c:v>
                </c:pt>
                <c:pt idx="2111">
                  <c:v>322.876425266266</c:v>
                </c:pt>
                <c:pt idx="2112">
                  <c:v>323.026804804802</c:v>
                </c:pt>
                <c:pt idx="2113">
                  <c:v>323.303278565407</c:v>
                </c:pt>
                <c:pt idx="2114">
                  <c:v>323.569917082787</c:v>
                </c:pt>
                <c:pt idx="2115">
                  <c:v>323.830542862415</c:v>
                </c:pt>
                <c:pt idx="2116">
                  <c:v>324.132761538029</c:v>
                </c:pt>
                <c:pt idx="2117">
                  <c:v>324.492918550968</c:v>
                </c:pt>
                <c:pt idx="2118">
                  <c:v>324.822427690029</c:v>
                </c:pt>
                <c:pt idx="2119">
                  <c:v>325.101154506207</c:v>
                </c:pt>
                <c:pt idx="2120">
                  <c:v>325.416325867176</c:v>
                </c:pt>
                <c:pt idx="2121">
                  <c:v>325.662940382957</c:v>
                </c:pt>
                <c:pt idx="2122">
                  <c:v>325.92427444458</c:v>
                </c:pt>
                <c:pt idx="2123">
                  <c:v>326.178620219231</c:v>
                </c:pt>
                <c:pt idx="2124">
                  <c:v>326.378507077694</c:v>
                </c:pt>
                <c:pt idx="2125">
                  <c:v>326.652206003666</c:v>
                </c:pt>
                <c:pt idx="2126">
                  <c:v>326.931326568127</c:v>
                </c:pt>
                <c:pt idx="2127">
                  <c:v>327.219816029072</c:v>
                </c:pt>
                <c:pt idx="2128">
                  <c:v>327.460529446602</c:v>
                </c:pt>
                <c:pt idx="2129">
                  <c:v>327.733299732208</c:v>
                </c:pt>
                <c:pt idx="2130">
                  <c:v>327.963058710098</c:v>
                </c:pt>
                <c:pt idx="2131">
                  <c:v>328.249475121498</c:v>
                </c:pt>
                <c:pt idx="2132">
                  <c:v>328.484140336514</c:v>
                </c:pt>
                <c:pt idx="2133">
                  <c:v>328.659618675709</c:v>
                </c:pt>
                <c:pt idx="2134">
                  <c:v>328.828207194805</c:v>
                </c:pt>
                <c:pt idx="2135">
                  <c:v>329.047853827477</c:v>
                </c:pt>
                <c:pt idx="2136">
                  <c:v>329.293449878693</c:v>
                </c:pt>
                <c:pt idx="2137">
                  <c:v>329.514363288879</c:v>
                </c:pt>
                <c:pt idx="2138">
                  <c:v>329.812907040119</c:v>
                </c:pt>
                <c:pt idx="2139">
                  <c:v>330.128367424011</c:v>
                </c:pt>
                <c:pt idx="2140">
                  <c:v>330.406599760056</c:v>
                </c:pt>
                <c:pt idx="2141">
                  <c:v>330.741019248962</c:v>
                </c:pt>
                <c:pt idx="2142">
                  <c:v>331.028191804886</c:v>
                </c:pt>
                <c:pt idx="2143">
                  <c:v>331.277360141277</c:v>
                </c:pt>
                <c:pt idx="2144">
                  <c:v>331.515546798706</c:v>
                </c:pt>
                <c:pt idx="2145">
                  <c:v>331.733151197433</c:v>
                </c:pt>
                <c:pt idx="2146">
                  <c:v>331.982620179653</c:v>
                </c:pt>
                <c:pt idx="2147">
                  <c:v>332.234569013119</c:v>
                </c:pt>
                <c:pt idx="2148">
                  <c:v>332.429671466351</c:v>
                </c:pt>
                <c:pt idx="2149">
                  <c:v>332.545202255249</c:v>
                </c:pt>
                <c:pt idx="2150">
                  <c:v>332.656109571457</c:v>
                </c:pt>
                <c:pt idx="2151">
                  <c:v>332.725901007652</c:v>
                </c:pt>
                <c:pt idx="2152">
                  <c:v>332.807117164135</c:v>
                </c:pt>
                <c:pt idx="2153">
                  <c:v>332.79211384058</c:v>
                </c:pt>
                <c:pt idx="2154">
                  <c:v>332.841271996498</c:v>
                </c:pt>
                <c:pt idx="2155">
                  <c:v>332.908636629581</c:v>
                </c:pt>
                <c:pt idx="2156">
                  <c:v>332.962015926838</c:v>
                </c:pt>
                <c:pt idx="2157">
                  <c:v>333.044060707092</c:v>
                </c:pt>
                <c:pt idx="2158">
                  <c:v>333.155610859394</c:v>
                </c:pt>
                <c:pt idx="2159">
                  <c:v>333.284602344036</c:v>
                </c:pt>
                <c:pt idx="2160">
                  <c:v>333.395984351635</c:v>
                </c:pt>
                <c:pt idx="2161">
                  <c:v>333.459358632565</c:v>
                </c:pt>
                <c:pt idx="2162">
                  <c:v>333.512680947781</c:v>
                </c:pt>
                <c:pt idx="2163">
                  <c:v>333.525779485703</c:v>
                </c:pt>
                <c:pt idx="2164">
                  <c:v>333.555535316467</c:v>
                </c:pt>
                <c:pt idx="2165">
                  <c:v>333.570549309254</c:v>
                </c:pt>
                <c:pt idx="2166">
                  <c:v>333.577751517296</c:v>
                </c:pt>
                <c:pt idx="2167">
                  <c:v>333.528390645981</c:v>
                </c:pt>
                <c:pt idx="2168">
                  <c:v>333.451298952103</c:v>
                </c:pt>
                <c:pt idx="2169">
                  <c:v>333.395389080048</c:v>
                </c:pt>
                <c:pt idx="2170">
                  <c:v>333.360034823418</c:v>
                </c:pt>
                <c:pt idx="2171">
                  <c:v>333.295625329018</c:v>
                </c:pt>
                <c:pt idx="2172">
                  <c:v>333.193352818489</c:v>
                </c:pt>
                <c:pt idx="2173">
                  <c:v>333.164329886436</c:v>
                </c:pt>
                <c:pt idx="2174">
                  <c:v>333.073250174522</c:v>
                </c:pt>
                <c:pt idx="2175">
                  <c:v>332.998484373093</c:v>
                </c:pt>
                <c:pt idx="2176">
                  <c:v>332.916787385941</c:v>
                </c:pt>
                <c:pt idx="2177">
                  <c:v>332.81143951416</c:v>
                </c:pt>
                <c:pt idx="2178">
                  <c:v>332.803744673729</c:v>
                </c:pt>
                <c:pt idx="2179">
                  <c:v>332.789986729622</c:v>
                </c:pt>
                <c:pt idx="2180">
                  <c:v>332.775781989098</c:v>
                </c:pt>
                <c:pt idx="2181">
                  <c:v>332.735091686249</c:v>
                </c:pt>
                <c:pt idx="2182">
                  <c:v>332.79671651125</c:v>
                </c:pt>
                <c:pt idx="2183">
                  <c:v>332.850956559181</c:v>
                </c:pt>
                <c:pt idx="2184">
                  <c:v>332.911025643349</c:v>
                </c:pt>
                <c:pt idx="2185">
                  <c:v>333.018545746803</c:v>
                </c:pt>
                <c:pt idx="2186">
                  <c:v>333.142525970936</c:v>
                </c:pt>
                <c:pt idx="2187">
                  <c:v>333.289363086224</c:v>
                </c:pt>
                <c:pt idx="2188">
                  <c:v>333.418474197388</c:v>
                </c:pt>
                <c:pt idx="2189">
                  <c:v>333.599044203758</c:v>
                </c:pt>
                <c:pt idx="2190">
                  <c:v>333.82719117403</c:v>
                </c:pt>
                <c:pt idx="2191">
                  <c:v>334.091362059116</c:v>
                </c:pt>
                <c:pt idx="2192">
                  <c:v>334.390086829662</c:v>
                </c:pt>
                <c:pt idx="2193">
                  <c:v>334.66919028759</c:v>
                </c:pt>
                <c:pt idx="2194">
                  <c:v>335.006342291832</c:v>
                </c:pt>
              </c:numCache>
            </c:numRef>
          </c:val>
          <c:smooth val="0"/>
        </c:ser>
        <c:ser>
          <c:idx val="8"/>
          <c:order val="8"/>
          <c:tx>
            <c:strRef>
              <c:f>Sheet1!$J$1</c:f>
              <c:strCache>
                <c:ptCount val="1"/>
                <c:pt idx="0">
                  <c:v>HI_Res_daily_10days</c:v>
                </c:pt>
              </c:strCache>
            </c:strRef>
          </c:tx>
          <c:spPr>
            <a:ln w="28575" cap="rnd">
              <a:solidFill>
                <a:schemeClr val="accent3">
                  <a:lumMod val="60000"/>
                </a:schemeClr>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Sheet1!$J$2:$J$2206</c:f>
              <c:numCache>
                <c:formatCode>General</c:formatCode>
                <c:ptCount val="2205"/>
                <c:pt idx="0">
                  <c:v>-0.0441102981567401</c:v>
                </c:pt>
                <c:pt idx="1">
                  <c:v>-0.0409142971038841</c:v>
                </c:pt>
                <c:pt idx="2">
                  <c:v>0.0766351819038369</c:v>
                </c:pt>
                <c:pt idx="3">
                  <c:v>0.229201316833494</c:v>
                </c:pt>
                <c:pt idx="4">
                  <c:v>0.361260235309599</c:v>
                </c:pt>
                <c:pt idx="5">
                  <c:v>0.498248338699339</c:v>
                </c:pt>
                <c:pt idx="6">
                  <c:v>0.647026658058165</c:v>
                </c:pt>
                <c:pt idx="7">
                  <c:v>0.791247844696043</c:v>
                </c:pt>
                <c:pt idx="8">
                  <c:v>0.941717863082884</c:v>
                </c:pt>
                <c:pt idx="9">
                  <c:v>0.980808854103087</c:v>
                </c:pt>
                <c:pt idx="10">
                  <c:v>1.37164402008056</c:v>
                </c:pt>
                <c:pt idx="11">
                  <c:v>1.60031509399414</c:v>
                </c:pt>
                <c:pt idx="12">
                  <c:v>1.92354601621628</c:v>
                </c:pt>
                <c:pt idx="13">
                  <c:v>2.21805727481842</c:v>
                </c:pt>
                <c:pt idx="14">
                  <c:v>2.3617662191391</c:v>
                </c:pt>
                <c:pt idx="15">
                  <c:v>2.49301922321319</c:v>
                </c:pt>
                <c:pt idx="16">
                  <c:v>2.56880384683609</c:v>
                </c:pt>
                <c:pt idx="17">
                  <c:v>2.56672364473343</c:v>
                </c:pt>
                <c:pt idx="18">
                  <c:v>2.51285427808762</c:v>
                </c:pt>
                <c:pt idx="19">
                  <c:v>2.50136083364487</c:v>
                </c:pt>
                <c:pt idx="20">
                  <c:v>2.46138173341751</c:v>
                </c:pt>
                <c:pt idx="21">
                  <c:v>2.53647547960281</c:v>
                </c:pt>
                <c:pt idx="22">
                  <c:v>2.65683710575103</c:v>
                </c:pt>
                <c:pt idx="23">
                  <c:v>2.86851465702057</c:v>
                </c:pt>
                <c:pt idx="24">
                  <c:v>3.11958909034729</c:v>
                </c:pt>
                <c:pt idx="25">
                  <c:v>3.37648057937622</c:v>
                </c:pt>
                <c:pt idx="26">
                  <c:v>3.65247368812561</c:v>
                </c:pt>
                <c:pt idx="27">
                  <c:v>3.97087109088897</c:v>
                </c:pt>
                <c:pt idx="28">
                  <c:v>4.32411527633667</c:v>
                </c:pt>
                <c:pt idx="29">
                  <c:v>4.64783924818039</c:v>
                </c:pt>
                <c:pt idx="30">
                  <c:v>4.95022135972976</c:v>
                </c:pt>
                <c:pt idx="31">
                  <c:v>5.28959232568741</c:v>
                </c:pt>
                <c:pt idx="32">
                  <c:v>5.56240022182464</c:v>
                </c:pt>
                <c:pt idx="33">
                  <c:v>5.79232555627823</c:v>
                </c:pt>
                <c:pt idx="34">
                  <c:v>6.00521469116211</c:v>
                </c:pt>
                <c:pt idx="35">
                  <c:v>6.24308621883392</c:v>
                </c:pt>
                <c:pt idx="36">
                  <c:v>6.46032333374023</c:v>
                </c:pt>
                <c:pt idx="37">
                  <c:v>6.68898522853851</c:v>
                </c:pt>
                <c:pt idx="38">
                  <c:v>6.85759997367859</c:v>
                </c:pt>
                <c:pt idx="39">
                  <c:v>6.99258643388748</c:v>
                </c:pt>
                <c:pt idx="40">
                  <c:v>7.10992747545242</c:v>
                </c:pt>
                <c:pt idx="41">
                  <c:v>7.21132808923721</c:v>
                </c:pt>
                <c:pt idx="42">
                  <c:v>7.32032358646393</c:v>
                </c:pt>
                <c:pt idx="43">
                  <c:v>7.46135002374649</c:v>
                </c:pt>
                <c:pt idx="44">
                  <c:v>7.56530165672302</c:v>
                </c:pt>
                <c:pt idx="45">
                  <c:v>7.60902369022369</c:v>
                </c:pt>
                <c:pt idx="46">
                  <c:v>7.6626632809639</c:v>
                </c:pt>
                <c:pt idx="47">
                  <c:v>7.71828746795654</c:v>
                </c:pt>
                <c:pt idx="48">
                  <c:v>7.8773552775383</c:v>
                </c:pt>
                <c:pt idx="49">
                  <c:v>8.01725709438324</c:v>
                </c:pt>
                <c:pt idx="50">
                  <c:v>8.17714214324951</c:v>
                </c:pt>
                <c:pt idx="51">
                  <c:v>8.3346095085144</c:v>
                </c:pt>
                <c:pt idx="52">
                  <c:v>8.52916848659515</c:v>
                </c:pt>
                <c:pt idx="53">
                  <c:v>8.74348467588425</c:v>
                </c:pt>
                <c:pt idx="54">
                  <c:v>8.94206166267395</c:v>
                </c:pt>
                <c:pt idx="55">
                  <c:v>9.16612046957016</c:v>
                </c:pt>
                <c:pt idx="56">
                  <c:v>9.37732523679733</c:v>
                </c:pt>
                <c:pt idx="57">
                  <c:v>9.66112834215164</c:v>
                </c:pt>
                <c:pt idx="58">
                  <c:v>9.93007129430771</c:v>
                </c:pt>
                <c:pt idx="59">
                  <c:v>10.1060565710068</c:v>
                </c:pt>
                <c:pt idx="60">
                  <c:v>10.2130940556526</c:v>
                </c:pt>
                <c:pt idx="61">
                  <c:v>10.4332329630852</c:v>
                </c:pt>
                <c:pt idx="62">
                  <c:v>10.6234042048454</c:v>
                </c:pt>
                <c:pt idx="63">
                  <c:v>10.8300896883011</c:v>
                </c:pt>
                <c:pt idx="64">
                  <c:v>11.0308513045311</c:v>
                </c:pt>
                <c:pt idx="65">
                  <c:v>11.2472811937332</c:v>
                </c:pt>
                <c:pt idx="66">
                  <c:v>11.497141957283</c:v>
                </c:pt>
                <c:pt idx="67">
                  <c:v>11.7521274089813</c:v>
                </c:pt>
                <c:pt idx="68">
                  <c:v>11.9056444764137</c:v>
                </c:pt>
                <c:pt idx="69">
                  <c:v>12.0650709867477</c:v>
                </c:pt>
                <c:pt idx="70">
                  <c:v>12.1215383410454</c:v>
                </c:pt>
                <c:pt idx="71">
                  <c:v>12.186227440834</c:v>
                </c:pt>
                <c:pt idx="72">
                  <c:v>12.24821382761</c:v>
                </c:pt>
                <c:pt idx="73">
                  <c:v>12.5107370018959</c:v>
                </c:pt>
                <c:pt idx="74">
                  <c:v>12.6924052834511</c:v>
                </c:pt>
                <c:pt idx="75">
                  <c:v>12.7893545627594</c:v>
                </c:pt>
                <c:pt idx="76">
                  <c:v>12.8259484767914</c:v>
                </c:pt>
                <c:pt idx="77">
                  <c:v>12.8692780137062</c:v>
                </c:pt>
                <c:pt idx="78">
                  <c:v>12.9450315237045</c:v>
                </c:pt>
                <c:pt idx="79">
                  <c:v>12.9786140322685</c:v>
                </c:pt>
                <c:pt idx="80">
                  <c:v>13.0927006602287</c:v>
                </c:pt>
                <c:pt idx="81">
                  <c:v>13.2128875255585</c:v>
                </c:pt>
                <c:pt idx="82">
                  <c:v>13.2926672697067</c:v>
                </c:pt>
                <c:pt idx="83">
                  <c:v>13.1838023662567</c:v>
                </c:pt>
                <c:pt idx="84">
                  <c:v>13.1009701490402</c:v>
                </c:pt>
                <c:pt idx="85">
                  <c:v>13.0031372308731</c:v>
                </c:pt>
                <c:pt idx="86">
                  <c:v>12.9355547428131</c:v>
                </c:pt>
                <c:pt idx="87">
                  <c:v>12.9010350704193</c:v>
                </c:pt>
                <c:pt idx="88">
                  <c:v>12.8140406608582</c:v>
                </c:pt>
                <c:pt idx="89">
                  <c:v>12.7247191667557</c:v>
                </c:pt>
                <c:pt idx="90">
                  <c:v>12.6267102956772</c:v>
                </c:pt>
                <c:pt idx="91">
                  <c:v>12.5945771932602</c:v>
                </c:pt>
                <c:pt idx="92">
                  <c:v>12.6482298970222</c:v>
                </c:pt>
                <c:pt idx="93">
                  <c:v>12.8279750943184</c:v>
                </c:pt>
                <c:pt idx="94">
                  <c:v>13.0417009592056</c:v>
                </c:pt>
                <c:pt idx="95">
                  <c:v>13.1298180818558</c:v>
                </c:pt>
                <c:pt idx="96">
                  <c:v>13.3093230724335</c:v>
                </c:pt>
                <c:pt idx="97">
                  <c:v>13.6081994771957</c:v>
                </c:pt>
                <c:pt idx="98">
                  <c:v>14.1171878576279</c:v>
                </c:pt>
                <c:pt idx="99">
                  <c:v>14.6174677610397</c:v>
                </c:pt>
                <c:pt idx="100">
                  <c:v>15.1261162757874</c:v>
                </c:pt>
                <c:pt idx="101">
                  <c:v>15.5641267299652</c:v>
                </c:pt>
                <c:pt idx="102">
                  <c:v>15.9522220492363</c:v>
                </c:pt>
                <c:pt idx="103">
                  <c:v>16.2266162037849</c:v>
                </c:pt>
                <c:pt idx="104">
                  <c:v>16.4726159572601</c:v>
                </c:pt>
                <c:pt idx="105">
                  <c:v>16.8020211458206</c:v>
                </c:pt>
                <c:pt idx="106">
                  <c:v>17.1036477088928</c:v>
                </c:pt>
                <c:pt idx="107">
                  <c:v>17.2922915220261</c:v>
                </c:pt>
                <c:pt idx="108">
                  <c:v>17.3746877908707</c:v>
                </c:pt>
                <c:pt idx="109">
                  <c:v>17.5021401047707</c:v>
                </c:pt>
                <c:pt idx="110">
                  <c:v>17.6694880127907</c:v>
                </c:pt>
                <c:pt idx="111">
                  <c:v>17.8890184164047</c:v>
                </c:pt>
                <c:pt idx="112">
                  <c:v>18.127589404583</c:v>
                </c:pt>
                <c:pt idx="113">
                  <c:v>18.4418272376061</c:v>
                </c:pt>
                <c:pt idx="114">
                  <c:v>18.7124759554863</c:v>
                </c:pt>
                <c:pt idx="115">
                  <c:v>18.9336738586426</c:v>
                </c:pt>
                <c:pt idx="116">
                  <c:v>19.1353224515915</c:v>
                </c:pt>
                <c:pt idx="117">
                  <c:v>19.3249000310898</c:v>
                </c:pt>
                <c:pt idx="118">
                  <c:v>19.52669018507</c:v>
                </c:pt>
                <c:pt idx="119">
                  <c:v>19.6944594979286</c:v>
                </c:pt>
                <c:pt idx="120">
                  <c:v>19.9506562352181</c:v>
                </c:pt>
                <c:pt idx="121">
                  <c:v>20.2221346497536</c:v>
                </c:pt>
                <c:pt idx="122">
                  <c:v>20.47832685709</c:v>
                </c:pt>
                <c:pt idx="123">
                  <c:v>20.7156837582588</c:v>
                </c:pt>
                <c:pt idx="124">
                  <c:v>20.9271250963211</c:v>
                </c:pt>
                <c:pt idx="125">
                  <c:v>21.1855039000511</c:v>
                </c:pt>
                <c:pt idx="126">
                  <c:v>21.4459319114685</c:v>
                </c:pt>
                <c:pt idx="127">
                  <c:v>21.6360728144646</c:v>
                </c:pt>
                <c:pt idx="128">
                  <c:v>21.8311429023743</c:v>
                </c:pt>
                <c:pt idx="129">
                  <c:v>22.0269988179207</c:v>
                </c:pt>
                <c:pt idx="130">
                  <c:v>22.3543832302094</c:v>
                </c:pt>
                <c:pt idx="131">
                  <c:v>22.5219626426697</c:v>
                </c:pt>
                <c:pt idx="132">
                  <c:v>22.7101505994797</c:v>
                </c:pt>
                <c:pt idx="133">
                  <c:v>22.8605017662048</c:v>
                </c:pt>
                <c:pt idx="134">
                  <c:v>22.9677578210831</c:v>
                </c:pt>
                <c:pt idx="135">
                  <c:v>23.0500475764275</c:v>
                </c:pt>
                <c:pt idx="136">
                  <c:v>23.0662039518356</c:v>
                </c:pt>
                <c:pt idx="137">
                  <c:v>23.1009399294853</c:v>
                </c:pt>
                <c:pt idx="138">
                  <c:v>23.2308039069176</c:v>
                </c:pt>
                <c:pt idx="139">
                  <c:v>23.3993090987206</c:v>
                </c:pt>
                <c:pt idx="140">
                  <c:v>23.5542597174645</c:v>
                </c:pt>
                <c:pt idx="141">
                  <c:v>23.6964454650879</c:v>
                </c:pt>
                <c:pt idx="142">
                  <c:v>23.8719800114632</c:v>
                </c:pt>
                <c:pt idx="143">
                  <c:v>24.1095030903816</c:v>
                </c:pt>
                <c:pt idx="144">
                  <c:v>24.2109234929085</c:v>
                </c:pt>
                <c:pt idx="145">
                  <c:v>24.392736017704</c:v>
                </c:pt>
                <c:pt idx="146">
                  <c:v>24.6037553548813</c:v>
                </c:pt>
                <c:pt idx="147">
                  <c:v>24.8615036606789</c:v>
                </c:pt>
                <c:pt idx="148">
                  <c:v>25.1280240416527</c:v>
                </c:pt>
                <c:pt idx="149">
                  <c:v>25.3022256493568</c:v>
                </c:pt>
                <c:pt idx="150">
                  <c:v>25.5504890680313</c:v>
                </c:pt>
                <c:pt idx="151">
                  <c:v>25.7346842288971</c:v>
                </c:pt>
                <c:pt idx="152">
                  <c:v>25.7927082180977</c:v>
                </c:pt>
                <c:pt idx="153">
                  <c:v>25.8503437042236</c:v>
                </c:pt>
                <c:pt idx="154">
                  <c:v>25.7697209119797</c:v>
                </c:pt>
                <c:pt idx="155">
                  <c:v>25.7084929943085</c:v>
                </c:pt>
                <c:pt idx="156">
                  <c:v>25.7065653800964</c:v>
                </c:pt>
                <c:pt idx="157">
                  <c:v>25.6758450269699</c:v>
                </c:pt>
                <c:pt idx="158">
                  <c:v>25.6945323944092</c:v>
                </c:pt>
                <c:pt idx="159">
                  <c:v>25.6965788006783</c:v>
                </c:pt>
                <c:pt idx="160">
                  <c:v>25.6741876006126</c:v>
                </c:pt>
                <c:pt idx="161">
                  <c:v>25.6484085917473</c:v>
                </c:pt>
                <c:pt idx="162">
                  <c:v>25.6386886239052</c:v>
                </c:pt>
                <c:pt idx="163">
                  <c:v>25.6769151687622</c:v>
                </c:pt>
                <c:pt idx="164">
                  <c:v>25.8547644615173</c:v>
                </c:pt>
                <c:pt idx="165">
                  <c:v>26.0338101387024</c:v>
                </c:pt>
                <c:pt idx="166">
                  <c:v>26.1989660859108</c:v>
                </c:pt>
                <c:pt idx="167">
                  <c:v>26.3535667657852</c:v>
                </c:pt>
                <c:pt idx="168">
                  <c:v>26.5286937952042</c:v>
                </c:pt>
                <c:pt idx="169">
                  <c:v>26.735278069973</c:v>
                </c:pt>
                <c:pt idx="170">
                  <c:v>27.0122956037521</c:v>
                </c:pt>
                <c:pt idx="171">
                  <c:v>27.2981235980988</c:v>
                </c:pt>
                <c:pt idx="172">
                  <c:v>27.5591027736664</c:v>
                </c:pt>
                <c:pt idx="173">
                  <c:v>27.8688803911209</c:v>
                </c:pt>
                <c:pt idx="174">
                  <c:v>28.1284154653549</c:v>
                </c:pt>
                <c:pt idx="175">
                  <c:v>28.3417330980301</c:v>
                </c:pt>
                <c:pt idx="176">
                  <c:v>28.5764963030815</c:v>
                </c:pt>
                <c:pt idx="177">
                  <c:v>28.8641807436943</c:v>
                </c:pt>
                <c:pt idx="178">
                  <c:v>29.1033944487572</c:v>
                </c:pt>
                <c:pt idx="179">
                  <c:v>29.3362700939178</c:v>
                </c:pt>
                <c:pt idx="180">
                  <c:v>29.5252621173859</c:v>
                </c:pt>
                <c:pt idx="181">
                  <c:v>29.7777320146561</c:v>
                </c:pt>
                <c:pt idx="182">
                  <c:v>30.1491256356239</c:v>
                </c:pt>
                <c:pt idx="183">
                  <c:v>30.5088794827461</c:v>
                </c:pt>
                <c:pt idx="184">
                  <c:v>30.8470597267151</c:v>
                </c:pt>
                <c:pt idx="185">
                  <c:v>31.2048934102058</c:v>
                </c:pt>
                <c:pt idx="186">
                  <c:v>31.5054823160172</c:v>
                </c:pt>
                <c:pt idx="187">
                  <c:v>31.7860792279243</c:v>
                </c:pt>
                <c:pt idx="188">
                  <c:v>32.0643876194954</c:v>
                </c:pt>
                <c:pt idx="189">
                  <c:v>32.3536517620087</c:v>
                </c:pt>
                <c:pt idx="190">
                  <c:v>32.6220088601112</c:v>
                </c:pt>
                <c:pt idx="191">
                  <c:v>32.8298800587654</c:v>
                </c:pt>
                <c:pt idx="192">
                  <c:v>32.9924294352531</c:v>
                </c:pt>
                <c:pt idx="193">
                  <c:v>33.1331629753113</c:v>
                </c:pt>
                <c:pt idx="194">
                  <c:v>33.2476364374161</c:v>
                </c:pt>
                <c:pt idx="195">
                  <c:v>33.3740928173065</c:v>
                </c:pt>
                <c:pt idx="196">
                  <c:v>33.4780299663544</c:v>
                </c:pt>
                <c:pt idx="197">
                  <c:v>33.5609925985336</c:v>
                </c:pt>
                <c:pt idx="198">
                  <c:v>33.643386721611</c:v>
                </c:pt>
                <c:pt idx="199">
                  <c:v>33.6825084090233</c:v>
                </c:pt>
                <c:pt idx="200">
                  <c:v>33.7298711538315</c:v>
                </c:pt>
                <c:pt idx="201">
                  <c:v>33.7460220456123</c:v>
                </c:pt>
                <c:pt idx="202">
                  <c:v>33.8139491677284</c:v>
                </c:pt>
                <c:pt idx="203">
                  <c:v>33.8869956731796</c:v>
                </c:pt>
                <c:pt idx="204">
                  <c:v>33.9910176992416</c:v>
                </c:pt>
                <c:pt idx="205">
                  <c:v>34.1353108286858</c:v>
                </c:pt>
                <c:pt idx="206">
                  <c:v>34.3329008221626</c:v>
                </c:pt>
                <c:pt idx="207">
                  <c:v>34.5614167451859</c:v>
                </c:pt>
                <c:pt idx="208">
                  <c:v>34.8474134206772</c:v>
                </c:pt>
                <c:pt idx="209">
                  <c:v>35.0884290933609</c:v>
                </c:pt>
                <c:pt idx="210">
                  <c:v>35.3772722482681</c:v>
                </c:pt>
                <c:pt idx="211">
                  <c:v>35.5871576666832</c:v>
                </c:pt>
                <c:pt idx="212">
                  <c:v>35.7505138516426</c:v>
                </c:pt>
                <c:pt idx="213">
                  <c:v>35.847963988781</c:v>
                </c:pt>
                <c:pt idx="214">
                  <c:v>35.9845852255821</c:v>
                </c:pt>
                <c:pt idx="215">
                  <c:v>35.9448823332787</c:v>
                </c:pt>
                <c:pt idx="216">
                  <c:v>35.9604698419571</c:v>
                </c:pt>
                <c:pt idx="217">
                  <c:v>36.0297683477402</c:v>
                </c:pt>
                <c:pt idx="218">
                  <c:v>36.1014120578766</c:v>
                </c:pt>
                <c:pt idx="219">
                  <c:v>36.2208793759346</c:v>
                </c:pt>
                <c:pt idx="220">
                  <c:v>36.4192081093788</c:v>
                </c:pt>
                <c:pt idx="221">
                  <c:v>36.5571894049644</c:v>
                </c:pt>
                <c:pt idx="222">
                  <c:v>36.7178228497505</c:v>
                </c:pt>
                <c:pt idx="223">
                  <c:v>36.8651642799377</c:v>
                </c:pt>
                <c:pt idx="224">
                  <c:v>37.0239562988281</c:v>
                </c:pt>
                <c:pt idx="225">
                  <c:v>37.174152970314</c:v>
                </c:pt>
                <c:pt idx="226">
                  <c:v>37.3870376348495</c:v>
                </c:pt>
                <c:pt idx="227">
                  <c:v>37.5172250270844</c:v>
                </c:pt>
                <c:pt idx="228">
                  <c:v>37.5945111513138</c:v>
                </c:pt>
                <c:pt idx="229">
                  <c:v>37.6229704618454</c:v>
                </c:pt>
                <c:pt idx="230">
                  <c:v>37.5790666341782</c:v>
                </c:pt>
                <c:pt idx="231">
                  <c:v>37.6593474149704</c:v>
                </c:pt>
                <c:pt idx="232">
                  <c:v>37.7511076331139</c:v>
                </c:pt>
                <c:pt idx="233">
                  <c:v>37.8689041733742</c:v>
                </c:pt>
                <c:pt idx="234">
                  <c:v>37.9534900784492</c:v>
                </c:pt>
                <c:pt idx="235">
                  <c:v>38.0682402253151</c:v>
                </c:pt>
                <c:pt idx="236">
                  <c:v>38.1338357925415</c:v>
                </c:pt>
                <c:pt idx="237">
                  <c:v>38.296262383461</c:v>
                </c:pt>
                <c:pt idx="238">
                  <c:v>38.5010693669319</c:v>
                </c:pt>
                <c:pt idx="239">
                  <c:v>38.6783202290535</c:v>
                </c:pt>
                <c:pt idx="240">
                  <c:v>38.8918305039406</c:v>
                </c:pt>
                <c:pt idx="241">
                  <c:v>39.013693511486</c:v>
                </c:pt>
                <c:pt idx="242">
                  <c:v>39.1937658786774</c:v>
                </c:pt>
                <c:pt idx="243">
                  <c:v>39.3164831399918</c:v>
                </c:pt>
                <c:pt idx="244">
                  <c:v>39.336717903614</c:v>
                </c:pt>
                <c:pt idx="245">
                  <c:v>39.4100430607796</c:v>
                </c:pt>
                <c:pt idx="246">
                  <c:v>39.4508985280991</c:v>
                </c:pt>
                <c:pt idx="247">
                  <c:v>39.5889641046524</c:v>
                </c:pt>
                <c:pt idx="248">
                  <c:v>39.7333616614342</c:v>
                </c:pt>
                <c:pt idx="249">
                  <c:v>39.8809631466865</c:v>
                </c:pt>
                <c:pt idx="250">
                  <c:v>40.0678327083588</c:v>
                </c:pt>
                <c:pt idx="251">
                  <c:v>40.2783279418945</c:v>
                </c:pt>
                <c:pt idx="252">
                  <c:v>40.5244642496109</c:v>
                </c:pt>
                <c:pt idx="253">
                  <c:v>40.7116347551346</c:v>
                </c:pt>
                <c:pt idx="254">
                  <c:v>40.8650767803192</c:v>
                </c:pt>
                <c:pt idx="255">
                  <c:v>41.0828177928925</c:v>
                </c:pt>
                <c:pt idx="256">
                  <c:v>41.2119687199593</c:v>
                </c:pt>
                <c:pt idx="257">
                  <c:v>41.2916704416275</c:v>
                </c:pt>
                <c:pt idx="258">
                  <c:v>41.3685544133186</c:v>
                </c:pt>
                <c:pt idx="259">
                  <c:v>41.452139377594</c:v>
                </c:pt>
                <c:pt idx="260">
                  <c:v>41.5269036889076</c:v>
                </c:pt>
                <c:pt idx="261">
                  <c:v>41.6160113215446</c:v>
                </c:pt>
                <c:pt idx="262">
                  <c:v>41.7002016305923</c:v>
                </c:pt>
                <c:pt idx="263">
                  <c:v>41.8365932703018</c:v>
                </c:pt>
                <c:pt idx="264">
                  <c:v>42.0150405168533</c:v>
                </c:pt>
                <c:pt idx="265">
                  <c:v>42.2123075127602</c:v>
                </c:pt>
                <c:pt idx="266">
                  <c:v>42.4518031477928</c:v>
                </c:pt>
                <c:pt idx="267">
                  <c:v>42.5640825629234</c:v>
                </c:pt>
                <c:pt idx="268">
                  <c:v>42.6055217981339</c:v>
                </c:pt>
                <c:pt idx="269">
                  <c:v>42.7083880901337</c:v>
                </c:pt>
                <c:pt idx="270">
                  <c:v>42.7347025871277</c:v>
                </c:pt>
                <c:pt idx="271">
                  <c:v>43.0152529478073</c:v>
                </c:pt>
                <c:pt idx="272">
                  <c:v>43.3982679843903</c:v>
                </c:pt>
                <c:pt idx="273">
                  <c:v>43.7860487103462</c:v>
                </c:pt>
                <c:pt idx="274">
                  <c:v>44.1488300561905</c:v>
                </c:pt>
                <c:pt idx="275">
                  <c:v>44.4940785169601</c:v>
                </c:pt>
                <c:pt idx="276">
                  <c:v>44.8622811436653</c:v>
                </c:pt>
                <c:pt idx="277">
                  <c:v>45.2279136776924</c:v>
                </c:pt>
                <c:pt idx="278">
                  <c:v>45.6258326172829</c:v>
                </c:pt>
                <c:pt idx="279">
                  <c:v>45.9061874747276</c:v>
                </c:pt>
                <c:pt idx="280">
                  <c:v>46.1259668469429</c:v>
                </c:pt>
                <c:pt idx="281">
                  <c:v>46.330165207386</c:v>
                </c:pt>
                <c:pt idx="282">
                  <c:v>46.4937455654144</c:v>
                </c:pt>
                <c:pt idx="283">
                  <c:v>46.6707726120949</c:v>
                </c:pt>
                <c:pt idx="284">
                  <c:v>46.8504750728607</c:v>
                </c:pt>
                <c:pt idx="285">
                  <c:v>47.0537215471268</c:v>
                </c:pt>
                <c:pt idx="286">
                  <c:v>47.2797060012817</c:v>
                </c:pt>
                <c:pt idx="287">
                  <c:v>47.5181170105934</c:v>
                </c:pt>
                <c:pt idx="288">
                  <c:v>47.6437866091728</c:v>
                </c:pt>
                <c:pt idx="289">
                  <c:v>47.7258254885674</c:v>
                </c:pt>
                <c:pt idx="290">
                  <c:v>47.852726995945</c:v>
                </c:pt>
                <c:pt idx="291">
                  <c:v>48.0458093881607</c:v>
                </c:pt>
                <c:pt idx="292">
                  <c:v>48.3642733693123</c:v>
                </c:pt>
                <c:pt idx="293">
                  <c:v>48.6602935194969</c:v>
                </c:pt>
                <c:pt idx="294">
                  <c:v>48.9158307313919</c:v>
                </c:pt>
                <c:pt idx="295">
                  <c:v>49.1027767062187</c:v>
                </c:pt>
                <c:pt idx="296">
                  <c:v>49.3159683346748</c:v>
                </c:pt>
                <c:pt idx="297">
                  <c:v>49.5283850431442</c:v>
                </c:pt>
                <c:pt idx="298">
                  <c:v>49.7500431537628</c:v>
                </c:pt>
                <c:pt idx="299">
                  <c:v>49.9975950717926</c:v>
                </c:pt>
                <c:pt idx="300">
                  <c:v>50.3120110034943</c:v>
                </c:pt>
                <c:pt idx="301">
                  <c:v>50.5598414540291</c:v>
                </c:pt>
                <c:pt idx="302">
                  <c:v>50.7493265271187</c:v>
                </c:pt>
                <c:pt idx="303">
                  <c:v>50.8459439873695</c:v>
                </c:pt>
                <c:pt idx="304">
                  <c:v>50.9950944781303</c:v>
                </c:pt>
                <c:pt idx="305">
                  <c:v>51.1511119008064</c:v>
                </c:pt>
                <c:pt idx="306">
                  <c:v>51.2693700194359</c:v>
                </c:pt>
                <c:pt idx="307">
                  <c:v>51.4826018214226</c:v>
                </c:pt>
                <c:pt idx="308">
                  <c:v>51.7248488068581</c:v>
                </c:pt>
                <c:pt idx="309">
                  <c:v>51.9222464561462</c:v>
                </c:pt>
                <c:pt idx="310">
                  <c:v>52.1549139022827</c:v>
                </c:pt>
                <c:pt idx="311">
                  <c:v>52.3161745071411</c:v>
                </c:pt>
                <c:pt idx="312">
                  <c:v>52.5538940429688</c:v>
                </c:pt>
                <c:pt idx="313">
                  <c:v>52.7696870565414</c:v>
                </c:pt>
                <c:pt idx="314">
                  <c:v>53.0052173137665</c:v>
                </c:pt>
                <c:pt idx="315">
                  <c:v>53.220504462719</c:v>
                </c:pt>
                <c:pt idx="316">
                  <c:v>53.3807634711266</c:v>
                </c:pt>
                <c:pt idx="317">
                  <c:v>53.5517893433571</c:v>
                </c:pt>
                <c:pt idx="318">
                  <c:v>53.7686411142349</c:v>
                </c:pt>
                <c:pt idx="319">
                  <c:v>53.9885734319687</c:v>
                </c:pt>
                <c:pt idx="320">
                  <c:v>54.1917997002602</c:v>
                </c:pt>
                <c:pt idx="321">
                  <c:v>54.3724833130836</c:v>
                </c:pt>
                <c:pt idx="322">
                  <c:v>54.5424386262894</c:v>
                </c:pt>
                <c:pt idx="323">
                  <c:v>54.7180446982384</c:v>
                </c:pt>
                <c:pt idx="324">
                  <c:v>54.884347140789</c:v>
                </c:pt>
                <c:pt idx="325">
                  <c:v>55.1122851967812</c:v>
                </c:pt>
                <c:pt idx="326">
                  <c:v>55.3505582809448</c:v>
                </c:pt>
                <c:pt idx="327">
                  <c:v>55.5423275828362</c:v>
                </c:pt>
                <c:pt idx="328">
                  <c:v>55.6751273274422</c:v>
                </c:pt>
                <c:pt idx="329">
                  <c:v>55.8234773278236</c:v>
                </c:pt>
                <c:pt idx="330">
                  <c:v>55.9578853845596</c:v>
                </c:pt>
                <c:pt idx="331">
                  <c:v>56.092835187912</c:v>
                </c:pt>
                <c:pt idx="332">
                  <c:v>56.2667346596718</c:v>
                </c:pt>
                <c:pt idx="333">
                  <c:v>56.4498817920685</c:v>
                </c:pt>
                <c:pt idx="334">
                  <c:v>56.6584033966064</c:v>
                </c:pt>
                <c:pt idx="335">
                  <c:v>56.9196186065674</c:v>
                </c:pt>
                <c:pt idx="336">
                  <c:v>57.1945956945419</c:v>
                </c:pt>
                <c:pt idx="337">
                  <c:v>57.4395191669464</c:v>
                </c:pt>
                <c:pt idx="338">
                  <c:v>57.6907515525818</c:v>
                </c:pt>
                <c:pt idx="339">
                  <c:v>57.9188876152039</c:v>
                </c:pt>
                <c:pt idx="340">
                  <c:v>58.0824860334396</c:v>
                </c:pt>
                <c:pt idx="341">
                  <c:v>58.2284656763077</c:v>
                </c:pt>
                <c:pt idx="342">
                  <c:v>58.3928623199463</c:v>
                </c:pt>
                <c:pt idx="343">
                  <c:v>58.5042825341225</c:v>
                </c:pt>
                <c:pt idx="344">
                  <c:v>58.6330093741417</c:v>
                </c:pt>
                <c:pt idx="345">
                  <c:v>58.7139104008675</c:v>
                </c:pt>
                <c:pt idx="346">
                  <c:v>58.8239411115646</c:v>
                </c:pt>
                <c:pt idx="347">
                  <c:v>58.9474230408669</c:v>
                </c:pt>
                <c:pt idx="348">
                  <c:v>59.0633683204651</c:v>
                </c:pt>
                <c:pt idx="349">
                  <c:v>59.1836492419243</c:v>
                </c:pt>
                <c:pt idx="350">
                  <c:v>59.3134210109711</c:v>
                </c:pt>
                <c:pt idx="351">
                  <c:v>59.4509435892105</c:v>
                </c:pt>
                <c:pt idx="352">
                  <c:v>59.5603513717651</c:v>
                </c:pt>
                <c:pt idx="353">
                  <c:v>59.69362449646</c:v>
                </c:pt>
                <c:pt idx="354">
                  <c:v>59.8620509505272</c:v>
                </c:pt>
                <c:pt idx="355">
                  <c:v>60.1008914113045</c:v>
                </c:pt>
                <c:pt idx="356">
                  <c:v>60.3509199619293</c:v>
                </c:pt>
                <c:pt idx="357">
                  <c:v>60.6296165585518</c:v>
                </c:pt>
                <c:pt idx="358">
                  <c:v>60.8726719021797</c:v>
                </c:pt>
                <c:pt idx="359">
                  <c:v>61.1606058478355</c:v>
                </c:pt>
                <c:pt idx="360">
                  <c:v>61.3340969085693</c:v>
                </c:pt>
                <c:pt idx="361">
                  <c:v>61.3664934635162</c:v>
                </c:pt>
                <c:pt idx="362">
                  <c:v>61.5054814815521</c:v>
                </c:pt>
                <c:pt idx="363">
                  <c:v>61.5742307305336</c:v>
                </c:pt>
                <c:pt idx="364">
                  <c:v>61.6444362998009</c:v>
                </c:pt>
                <c:pt idx="365">
                  <c:v>61.6626177430153</c:v>
                </c:pt>
                <c:pt idx="366">
                  <c:v>61.8143398165703</c:v>
                </c:pt>
                <c:pt idx="367">
                  <c:v>61.9531198143959</c:v>
                </c:pt>
                <c:pt idx="368">
                  <c:v>62.0707956552505</c:v>
                </c:pt>
                <c:pt idx="369">
                  <c:v>62.1727420687675</c:v>
                </c:pt>
                <c:pt idx="370">
                  <c:v>62.2940559387207</c:v>
                </c:pt>
                <c:pt idx="371">
                  <c:v>62.5829837322235</c:v>
                </c:pt>
                <c:pt idx="372">
                  <c:v>62.9000882506371</c:v>
                </c:pt>
                <c:pt idx="373">
                  <c:v>63.1780136227608</c:v>
                </c:pt>
                <c:pt idx="374">
                  <c:v>63.3665266036987</c:v>
                </c:pt>
                <c:pt idx="375">
                  <c:v>63.569907784462</c:v>
                </c:pt>
                <c:pt idx="376">
                  <c:v>63.7147007584572</c:v>
                </c:pt>
                <c:pt idx="377">
                  <c:v>63.7951183915138</c:v>
                </c:pt>
                <c:pt idx="378">
                  <c:v>63.782273709774</c:v>
                </c:pt>
                <c:pt idx="379">
                  <c:v>63.7550879120827</c:v>
                </c:pt>
                <c:pt idx="380">
                  <c:v>63.7030355334282</c:v>
                </c:pt>
                <c:pt idx="381">
                  <c:v>63.6168102622032</c:v>
                </c:pt>
                <c:pt idx="382">
                  <c:v>63.5121600031853</c:v>
                </c:pt>
                <c:pt idx="383">
                  <c:v>63.4769197106361</c:v>
                </c:pt>
                <c:pt idx="384">
                  <c:v>63.5209410786629</c:v>
                </c:pt>
                <c:pt idx="385">
                  <c:v>63.4947316050529</c:v>
                </c:pt>
                <c:pt idx="386">
                  <c:v>63.5166088938713</c:v>
                </c:pt>
                <c:pt idx="387">
                  <c:v>63.6706674098969</c:v>
                </c:pt>
                <c:pt idx="388">
                  <c:v>63.8248240947723</c:v>
                </c:pt>
                <c:pt idx="389">
                  <c:v>64.0487847328186</c:v>
                </c:pt>
                <c:pt idx="390">
                  <c:v>64.2697003483772</c:v>
                </c:pt>
                <c:pt idx="391">
                  <c:v>64.4893633723259</c:v>
                </c:pt>
                <c:pt idx="392">
                  <c:v>64.6943078637123</c:v>
                </c:pt>
                <c:pt idx="393">
                  <c:v>64.8530493378639</c:v>
                </c:pt>
                <c:pt idx="394">
                  <c:v>64.9727183580399</c:v>
                </c:pt>
                <c:pt idx="395">
                  <c:v>65.1100416779518</c:v>
                </c:pt>
                <c:pt idx="396">
                  <c:v>65.3035243153572</c:v>
                </c:pt>
                <c:pt idx="397">
                  <c:v>65.453132212162</c:v>
                </c:pt>
                <c:pt idx="398">
                  <c:v>65.5973479747772</c:v>
                </c:pt>
                <c:pt idx="399">
                  <c:v>65.6565121412277</c:v>
                </c:pt>
                <c:pt idx="400">
                  <c:v>65.7622168660164</c:v>
                </c:pt>
                <c:pt idx="401">
                  <c:v>65.8962627649307</c:v>
                </c:pt>
                <c:pt idx="402">
                  <c:v>65.9814322590828</c:v>
                </c:pt>
                <c:pt idx="403">
                  <c:v>66.0575833916664</c:v>
                </c:pt>
                <c:pt idx="404">
                  <c:v>66.1108523011208</c:v>
                </c:pt>
                <c:pt idx="405">
                  <c:v>66.1776328086853</c:v>
                </c:pt>
                <c:pt idx="406">
                  <c:v>66.2477964162827</c:v>
                </c:pt>
                <c:pt idx="407">
                  <c:v>66.2661981582642</c:v>
                </c:pt>
                <c:pt idx="408">
                  <c:v>66.2798665761948</c:v>
                </c:pt>
                <c:pt idx="409">
                  <c:v>66.2972708940506</c:v>
                </c:pt>
                <c:pt idx="410">
                  <c:v>66.301175236702</c:v>
                </c:pt>
                <c:pt idx="411">
                  <c:v>66.330156981945</c:v>
                </c:pt>
                <c:pt idx="412">
                  <c:v>66.3660006523132</c:v>
                </c:pt>
                <c:pt idx="413">
                  <c:v>66.4472593069077</c:v>
                </c:pt>
                <c:pt idx="414">
                  <c:v>66.4848921298981</c:v>
                </c:pt>
                <c:pt idx="415">
                  <c:v>66.572712123394</c:v>
                </c:pt>
                <c:pt idx="416">
                  <c:v>66.698651611805</c:v>
                </c:pt>
                <c:pt idx="417">
                  <c:v>66.9074805378914</c:v>
                </c:pt>
                <c:pt idx="418">
                  <c:v>67.1230748295784</c:v>
                </c:pt>
                <c:pt idx="419">
                  <c:v>67.2870450615883</c:v>
                </c:pt>
                <c:pt idx="420">
                  <c:v>67.4220271706581</c:v>
                </c:pt>
                <c:pt idx="421">
                  <c:v>67.5536481738091</c:v>
                </c:pt>
                <c:pt idx="422">
                  <c:v>67.7106283307075</c:v>
                </c:pt>
                <c:pt idx="423">
                  <c:v>67.8187662363052</c:v>
                </c:pt>
                <c:pt idx="424">
                  <c:v>67.9120834469795</c:v>
                </c:pt>
                <c:pt idx="425">
                  <c:v>68.0299199819565</c:v>
                </c:pt>
                <c:pt idx="426">
                  <c:v>68.1574116945267</c:v>
                </c:pt>
                <c:pt idx="427">
                  <c:v>68.2388867735863</c:v>
                </c:pt>
                <c:pt idx="428">
                  <c:v>68.4043292403221</c:v>
                </c:pt>
                <c:pt idx="429">
                  <c:v>68.5665903687477</c:v>
                </c:pt>
                <c:pt idx="430">
                  <c:v>68.7170594334602</c:v>
                </c:pt>
                <c:pt idx="431">
                  <c:v>68.7973690629005</c:v>
                </c:pt>
                <c:pt idx="432">
                  <c:v>68.8775309920311</c:v>
                </c:pt>
                <c:pt idx="433">
                  <c:v>68.9878743886948</c:v>
                </c:pt>
                <c:pt idx="434">
                  <c:v>69.0933722257614</c:v>
                </c:pt>
                <c:pt idx="435">
                  <c:v>69.2434775233269</c:v>
                </c:pt>
                <c:pt idx="436">
                  <c:v>69.3965914845467</c:v>
                </c:pt>
                <c:pt idx="437">
                  <c:v>69.5949391722679</c:v>
                </c:pt>
                <c:pt idx="438">
                  <c:v>69.7486731410027</c:v>
                </c:pt>
                <c:pt idx="439">
                  <c:v>69.9043500423431</c:v>
                </c:pt>
                <c:pt idx="440">
                  <c:v>70.0975698232651</c:v>
                </c:pt>
                <c:pt idx="441">
                  <c:v>70.3570507764816</c:v>
                </c:pt>
                <c:pt idx="442">
                  <c:v>70.6329613924026</c:v>
                </c:pt>
                <c:pt idx="443">
                  <c:v>70.9830439090729</c:v>
                </c:pt>
                <c:pt idx="444">
                  <c:v>71.3378061056137</c:v>
                </c:pt>
                <c:pt idx="445">
                  <c:v>71.6403769254684</c:v>
                </c:pt>
                <c:pt idx="446">
                  <c:v>71.8910683393478</c:v>
                </c:pt>
                <c:pt idx="447">
                  <c:v>72.0728935003281</c:v>
                </c:pt>
                <c:pt idx="448">
                  <c:v>72.2439758777618</c:v>
                </c:pt>
                <c:pt idx="449">
                  <c:v>72.3408261537552</c:v>
                </c:pt>
                <c:pt idx="450">
                  <c:v>72.4530501961708</c:v>
                </c:pt>
                <c:pt idx="451">
                  <c:v>72.5653669834137</c:v>
                </c:pt>
                <c:pt idx="452">
                  <c:v>72.6916638612747</c:v>
                </c:pt>
                <c:pt idx="453">
                  <c:v>72.8490071892738</c:v>
                </c:pt>
                <c:pt idx="454">
                  <c:v>73.032839179039</c:v>
                </c:pt>
                <c:pt idx="455">
                  <c:v>73.2658693790436</c:v>
                </c:pt>
                <c:pt idx="456">
                  <c:v>73.5885049104691</c:v>
                </c:pt>
                <c:pt idx="457">
                  <c:v>73.9383481740952</c:v>
                </c:pt>
                <c:pt idx="458">
                  <c:v>74.3026549816132</c:v>
                </c:pt>
                <c:pt idx="459">
                  <c:v>74.6708287000656</c:v>
                </c:pt>
                <c:pt idx="460">
                  <c:v>75.0489168167114</c:v>
                </c:pt>
                <c:pt idx="461">
                  <c:v>75.3924123048782</c:v>
                </c:pt>
                <c:pt idx="462">
                  <c:v>75.7330622076988</c:v>
                </c:pt>
                <c:pt idx="463">
                  <c:v>75.9773633480072</c:v>
                </c:pt>
                <c:pt idx="464">
                  <c:v>76.1819006204605</c:v>
                </c:pt>
                <c:pt idx="465">
                  <c:v>76.3437768220901</c:v>
                </c:pt>
                <c:pt idx="466">
                  <c:v>76.4974156022072</c:v>
                </c:pt>
                <c:pt idx="467">
                  <c:v>76.6492660045624</c:v>
                </c:pt>
                <c:pt idx="468">
                  <c:v>76.8184860944748</c:v>
                </c:pt>
                <c:pt idx="469">
                  <c:v>77.0445582866669</c:v>
                </c:pt>
                <c:pt idx="470">
                  <c:v>77.1867644786835</c:v>
                </c:pt>
                <c:pt idx="471">
                  <c:v>77.2499188780785</c:v>
                </c:pt>
                <c:pt idx="472">
                  <c:v>77.2753606438637</c:v>
                </c:pt>
                <c:pt idx="473">
                  <c:v>77.2731234431267</c:v>
                </c:pt>
                <c:pt idx="474">
                  <c:v>77.2910534143448</c:v>
                </c:pt>
                <c:pt idx="475">
                  <c:v>77.2572705745697</c:v>
                </c:pt>
                <c:pt idx="476">
                  <c:v>77.3247220516205</c:v>
                </c:pt>
                <c:pt idx="477">
                  <c:v>77.4094353914261</c:v>
                </c:pt>
                <c:pt idx="478">
                  <c:v>77.5199800729752</c:v>
                </c:pt>
                <c:pt idx="479">
                  <c:v>77.6178185939789</c:v>
                </c:pt>
                <c:pt idx="480">
                  <c:v>77.7154604196548</c:v>
                </c:pt>
                <c:pt idx="481">
                  <c:v>77.8417343497276</c:v>
                </c:pt>
                <c:pt idx="482">
                  <c:v>77.9660058617592</c:v>
                </c:pt>
                <c:pt idx="483">
                  <c:v>78.0679286718369</c:v>
                </c:pt>
                <c:pt idx="484">
                  <c:v>78.1380453109741</c:v>
                </c:pt>
                <c:pt idx="485">
                  <c:v>78.2846150994301</c:v>
                </c:pt>
                <c:pt idx="486">
                  <c:v>78.3986429572105</c:v>
                </c:pt>
                <c:pt idx="487">
                  <c:v>78.5537014603615</c:v>
                </c:pt>
                <c:pt idx="488">
                  <c:v>78.7401251792908</c:v>
                </c:pt>
                <c:pt idx="489">
                  <c:v>78.8870465159416</c:v>
                </c:pt>
                <c:pt idx="490">
                  <c:v>79.0903286933899</c:v>
                </c:pt>
                <c:pt idx="491">
                  <c:v>79.3020305633545</c:v>
                </c:pt>
                <c:pt idx="492">
                  <c:v>79.5236295461655</c:v>
                </c:pt>
                <c:pt idx="493">
                  <c:v>79.7883719205856</c:v>
                </c:pt>
                <c:pt idx="494">
                  <c:v>80.0808118581772</c:v>
                </c:pt>
                <c:pt idx="495">
                  <c:v>80.3857409954071</c:v>
                </c:pt>
                <c:pt idx="496">
                  <c:v>80.6954425573349</c:v>
                </c:pt>
                <c:pt idx="497">
                  <c:v>81.0167816877365</c:v>
                </c:pt>
                <c:pt idx="498">
                  <c:v>81.3580395579338</c:v>
                </c:pt>
                <c:pt idx="499">
                  <c:v>81.6986326575279</c:v>
                </c:pt>
                <c:pt idx="500">
                  <c:v>81.9524755477905</c:v>
                </c:pt>
                <c:pt idx="501">
                  <c:v>82.2181051969528</c:v>
                </c:pt>
                <c:pt idx="502">
                  <c:v>82.519577562809</c:v>
                </c:pt>
                <c:pt idx="503">
                  <c:v>82.8214692473412</c:v>
                </c:pt>
                <c:pt idx="504">
                  <c:v>83.0759753584862</c:v>
                </c:pt>
                <c:pt idx="505">
                  <c:v>83.2494146823883</c:v>
                </c:pt>
                <c:pt idx="506">
                  <c:v>83.3783338069916</c:v>
                </c:pt>
                <c:pt idx="507">
                  <c:v>83.3806303143501</c:v>
                </c:pt>
                <c:pt idx="508">
                  <c:v>83.3242898583412</c:v>
                </c:pt>
                <c:pt idx="509">
                  <c:v>83.2160013318062</c:v>
                </c:pt>
                <c:pt idx="510">
                  <c:v>83.0917335152626</c:v>
                </c:pt>
                <c:pt idx="511">
                  <c:v>83.0999869704247</c:v>
                </c:pt>
                <c:pt idx="512">
                  <c:v>83.1846562623978</c:v>
                </c:pt>
                <c:pt idx="513">
                  <c:v>83.2460514903069</c:v>
                </c:pt>
                <c:pt idx="514">
                  <c:v>83.2358196377754</c:v>
                </c:pt>
                <c:pt idx="515">
                  <c:v>83.2148508429527</c:v>
                </c:pt>
                <c:pt idx="516">
                  <c:v>83.2450013756752</c:v>
                </c:pt>
                <c:pt idx="517">
                  <c:v>83.3122425079346</c:v>
                </c:pt>
                <c:pt idx="518">
                  <c:v>83.3861804008484</c:v>
                </c:pt>
                <c:pt idx="519">
                  <c:v>83.5161739587784</c:v>
                </c:pt>
                <c:pt idx="520">
                  <c:v>83.5952059030533</c:v>
                </c:pt>
                <c:pt idx="521">
                  <c:v>83.7072528004646</c:v>
                </c:pt>
                <c:pt idx="522">
                  <c:v>83.791013777256</c:v>
                </c:pt>
                <c:pt idx="523">
                  <c:v>83.864609837532</c:v>
                </c:pt>
                <c:pt idx="524">
                  <c:v>83.9051082134247</c:v>
                </c:pt>
                <c:pt idx="525">
                  <c:v>84.0233229994774</c:v>
                </c:pt>
                <c:pt idx="526">
                  <c:v>84.1598390936852</c:v>
                </c:pt>
                <c:pt idx="527">
                  <c:v>84.3130031824112</c:v>
                </c:pt>
                <c:pt idx="528">
                  <c:v>84.424933552742</c:v>
                </c:pt>
                <c:pt idx="529">
                  <c:v>84.4880241751671</c:v>
                </c:pt>
                <c:pt idx="530">
                  <c:v>84.6101785302162</c:v>
                </c:pt>
                <c:pt idx="531">
                  <c:v>84.6750479340553</c:v>
                </c:pt>
                <c:pt idx="532">
                  <c:v>84.7347052097321</c:v>
                </c:pt>
                <c:pt idx="533">
                  <c:v>84.7143023014069</c:v>
                </c:pt>
                <c:pt idx="534">
                  <c:v>84.8594108223915</c:v>
                </c:pt>
                <c:pt idx="535">
                  <c:v>84.9924932122231</c:v>
                </c:pt>
                <c:pt idx="536">
                  <c:v>85.1246803998947</c:v>
                </c:pt>
                <c:pt idx="537">
                  <c:v>85.3022840023041</c:v>
                </c:pt>
                <c:pt idx="538">
                  <c:v>85.5076487064362</c:v>
                </c:pt>
                <c:pt idx="539">
                  <c:v>85.7233922481537</c:v>
                </c:pt>
                <c:pt idx="540">
                  <c:v>85.9379445910454</c:v>
                </c:pt>
                <c:pt idx="541">
                  <c:v>86.0801802277565</c:v>
                </c:pt>
                <c:pt idx="542">
                  <c:v>86.2423537969589</c:v>
                </c:pt>
                <c:pt idx="543">
                  <c:v>86.4145496487617</c:v>
                </c:pt>
                <c:pt idx="544">
                  <c:v>86.4919481873512</c:v>
                </c:pt>
                <c:pt idx="545">
                  <c:v>86.595813035965</c:v>
                </c:pt>
                <c:pt idx="546">
                  <c:v>86.741312623024</c:v>
                </c:pt>
                <c:pt idx="547">
                  <c:v>86.8647511601448</c:v>
                </c:pt>
                <c:pt idx="548">
                  <c:v>87.0114797353745</c:v>
                </c:pt>
                <c:pt idx="549">
                  <c:v>87.1548776626587</c:v>
                </c:pt>
                <c:pt idx="550">
                  <c:v>87.273657977581</c:v>
                </c:pt>
                <c:pt idx="551">
                  <c:v>87.4628926515579</c:v>
                </c:pt>
                <c:pt idx="552">
                  <c:v>87.5783579945564</c:v>
                </c:pt>
                <c:pt idx="553">
                  <c:v>87.7028435468674</c:v>
                </c:pt>
                <c:pt idx="554">
                  <c:v>87.8524196147919</c:v>
                </c:pt>
                <c:pt idx="555">
                  <c:v>88.0616865158081</c:v>
                </c:pt>
                <c:pt idx="556">
                  <c:v>88.3153296709061</c:v>
                </c:pt>
                <c:pt idx="557">
                  <c:v>88.5912120342255</c:v>
                </c:pt>
                <c:pt idx="558">
                  <c:v>88.893642783165</c:v>
                </c:pt>
                <c:pt idx="559">
                  <c:v>89.2261366844177</c:v>
                </c:pt>
                <c:pt idx="560">
                  <c:v>89.495542883873</c:v>
                </c:pt>
                <c:pt idx="561">
                  <c:v>89.7993138432503</c:v>
                </c:pt>
                <c:pt idx="562">
                  <c:v>90.1294069886208</c:v>
                </c:pt>
                <c:pt idx="563">
                  <c:v>90.4144322872162</c:v>
                </c:pt>
                <c:pt idx="564">
                  <c:v>90.6596982479095</c:v>
                </c:pt>
                <c:pt idx="565">
                  <c:v>90.800235748291</c:v>
                </c:pt>
                <c:pt idx="566">
                  <c:v>90.9579195380211</c:v>
                </c:pt>
                <c:pt idx="567">
                  <c:v>91.0884229540825</c:v>
                </c:pt>
                <c:pt idx="568">
                  <c:v>91.192572414875</c:v>
                </c:pt>
                <c:pt idx="569">
                  <c:v>91.2815300226212</c:v>
                </c:pt>
                <c:pt idx="570">
                  <c:v>91.3090022802353</c:v>
                </c:pt>
                <c:pt idx="571">
                  <c:v>91.3916984200478</c:v>
                </c:pt>
                <c:pt idx="572">
                  <c:v>91.508138358593</c:v>
                </c:pt>
                <c:pt idx="573">
                  <c:v>91.6323656439781</c:v>
                </c:pt>
                <c:pt idx="574">
                  <c:v>91.8491519093513</c:v>
                </c:pt>
                <c:pt idx="575">
                  <c:v>92.0146263241768</c:v>
                </c:pt>
                <c:pt idx="576">
                  <c:v>92.1939029097557</c:v>
                </c:pt>
                <c:pt idx="577">
                  <c:v>92.2268179059029</c:v>
                </c:pt>
                <c:pt idx="578">
                  <c:v>92.2898033857346</c:v>
                </c:pt>
                <c:pt idx="579">
                  <c:v>92.3879739046097</c:v>
                </c:pt>
                <c:pt idx="580">
                  <c:v>92.4646872878075</c:v>
                </c:pt>
                <c:pt idx="581">
                  <c:v>92.5032486915588</c:v>
                </c:pt>
                <c:pt idx="582">
                  <c:v>92.5554560422897</c:v>
                </c:pt>
                <c:pt idx="583">
                  <c:v>92.6080967783928</c:v>
                </c:pt>
                <c:pt idx="584">
                  <c:v>92.6652185916901</c:v>
                </c:pt>
                <c:pt idx="585">
                  <c:v>92.777562379837</c:v>
                </c:pt>
                <c:pt idx="586">
                  <c:v>92.8527483940125</c:v>
                </c:pt>
                <c:pt idx="587">
                  <c:v>92.9264880418777</c:v>
                </c:pt>
                <c:pt idx="588">
                  <c:v>93.0295241475105</c:v>
                </c:pt>
                <c:pt idx="589">
                  <c:v>93.2359402775764</c:v>
                </c:pt>
                <c:pt idx="590">
                  <c:v>93.4779306054115</c:v>
                </c:pt>
                <c:pt idx="591">
                  <c:v>93.7396848797798</c:v>
                </c:pt>
                <c:pt idx="592">
                  <c:v>93.9027615189552</c:v>
                </c:pt>
                <c:pt idx="593">
                  <c:v>94.1612817049026</c:v>
                </c:pt>
                <c:pt idx="594">
                  <c:v>94.4003376960754</c:v>
                </c:pt>
                <c:pt idx="595">
                  <c:v>94.6042321324348</c:v>
                </c:pt>
                <c:pt idx="596">
                  <c:v>94.8505240082741</c:v>
                </c:pt>
                <c:pt idx="597">
                  <c:v>95.12031686306</c:v>
                </c:pt>
                <c:pt idx="598">
                  <c:v>95.3391900062561</c:v>
                </c:pt>
                <c:pt idx="599">
                  <c:v>95.5523310899734</c:v>
                </c:pt>
                <c:pt idx="600">
                  <c:v>95.7958165407181</c:v>
                </c:pt>
                <c:pt idx="601">
                  <c:v>95.9930049180984</c:v>
                </c:pt>
                <c:pt idx="602">
                  <c:v>96.2816171050072</c:v>
                </c:pt>
                <c:pt idx="603">
                  <c:v>96.4888010621071</c:v>
                </c:pt>
                <c:pt idx="604">
                  <c:v>96.6895443201065</c:v>
                </c:pt>
                <c:pt idx="605">
                  <c:v>96.895213663578</c:v>
                </c:pt>
                <c:pt idx="606">
                  <c:v>97.0969953536987</c:v>
                </c:pt>
                <c:pt idx="607">
                  <c:v>97.2844513654709</c:v>
                </c:pt>
                <c:pt idx="608">
                  <c:v>97.4434766173363</c:v>
                </c:pt>
                <c:pt idx="609">
                  <c:v>97.5975379943848</c:v>
                </c:pt>
                <c:pt idx="610">
                  <c:v>97.7553510665894</c:v>
                </c:pt>
                <c:pt idx="611">
                  <c:v>97.9497433900833</c:v>
                </c:pt>
                <c:pt idx="612">
                  <c:v>98.1154642105103</c:v>
                </c:pt>
                <c:pt idx="613">
                  <c:v>98.2488276958466</c:v>
                </c:pt>
                <c:pt idx="614">
                  <c:v>98.3549649715424</c:v>
                </c:pt>
                <c:pt idx="615">
                  <c:v>98.4353681206703</c:v>
                </c:pt>
                <c:pt idx="616">
                  <c:v>98.5338411331177</c:v>
                </c:pt>
                <c:pt idx="617">
                  <c:v>98.6715005040169</c:v>
                </c:pt>
                <c:pt idx="618">
                  <c:v>98.8434271812439</c:v>
                </c:pt>
                <c:pt idx="619">
                  <c:v>98.9992944598198</c:v>
                </c:pt>
                <c:pt idx="620">
                  <c:v>99.1196551918983</c:v>
                </c:pt>
                <c:pt idx="621">
                  <c:v>99.2112058997154</c:v>
                </c:pt>
                <c:pt idx="622">
                  <c:v>99.2826538085937</c:v>
                </c:pt>
                <c:pt idx="623">
                  <c:v>99.3487703800201</c:v>
                </c:pt>
                <c:pt idx="624">
                  <c:v>99.3967549204826</c:v>
                </c:pt>
                <c:pt idx="625">
                  <c:v>99.4607673287392</c:v>
                </c:pt>
                <c:pt idx="626">
                  <c:v>99.5174163579941</c:v>
                </c:pt>
                <c:pt idx="627">
                  <c:v>99.5771545767784</c:v>
                </c:pt>
                <c:pt idx="628">
                  <c:v>99.624080657959</c:v>
                </c:pt>
                <c:pt idx="629">
                  <c:v>99.7109008431435</c:v>
                </c:pt>
                <c:pt idx="630">
                  <c:v>99.8623977899551</c:v>
                </c:pt>
                <c:pt idx="631">
                  <c:v>100.008928477764</c:v>
                </c:pt>
                <c:pt idx="632">
                  <c:v>100.165286421776</c:v>
                </c:pt>
                <c:pt idx="633">
                  <c:v>100.34959679842</c:v>
                </c:pt>
                <c:pt idx="634">
                  <c:v>100.5025562644</c:v>
                </c:pt>
                <c:pt idx="635">
                  <c:v>100.638342738152</c:v>
                </c:pt>
                <c:pt idx="636">
                  <c:v>100.741781949997</c:v>
                </c:pt>
                <c:pt idx="637">
                  <c:v>100.921521782875</c:v>
                </c:pt>
                <c:pt idx="638">
                  <c:v>101.117308616638</c:v>
                </c:pt>
                <c:pt idx="639">
                  <c:v>101.255874097347</c:v>
                </c:pt>
                <c:pt idx="640">
                  <c:v>101.466492474079</c:v>
                </c:pt>
                <c:pt idx="641">
                  <c:v>101.653657793999</c:v>
                </c:pt>
                <c:pt idx="642">
                  <c:v>101.830863595009</c:v>
                </c:pt>
                <c:pt idx="643">
                  <c:v>102.03316193819</c:v>
                </c:pt>
                <c:pt idx="644">
                  <c:v>102.213453114033</c:v>
                </c:pt>
                <c:pt idx="645">
                  <c:v>102.398810088634</c:v>
                </c:pt>
                <c:pt idx="646">
                  <c:v>102.536292076111</c:v>
                </c:pt>
                <c:pt idx="647">
                  <c:v>102.659363508224</c:v>
                </c:pt>
                <c:pt idx="648">
                  <c:v>102.739055752754</c:v>
                </c:pt>
                <c:pt idx="649">
                  <c:v>102.797905504704</c:v>
                </c:pt>
                <c:pt idx="650">
                  <c:v>102.883837878704</c:v>
                </c:pt>
                <c:pt idx="651">
                  <c:v>102.885758519173</c:v>
                </c:pt>
                <c:pt idx="652">
                  <c:v>102.919189095497</c:v>
                </c:pt>
                <c:pt idx="653">
                  <c:v>102.928322911263</c:v>
                </c:pt>
                <c:pt idx="654">
                  <c:v>102.9825745821</c:v>
                </c:pt>
                <c:pt idx="655">
                  <c:v>103.036586999893</c:v>
                </c:pt>
                <c:pt idx="656">
                  <c:v>103.161788582802</c:v>
                </c:pt>
                <c:pt idx="657">
                  <c:v>103.379375040531</c:v>
                </c:pt>
                <c:pt idx="658">
                  <c:v>103.651595652103</c:v>
                </c:pt>
                <c:pt idx="659">
                  <c:v>103.92050498724</c:v>
                </c:pt>
                <c:pt idx="660">
                  <c:v>104.214242458344</c:v>
                </c:pt>
                <c:pt idx="661">
                  <c:v>104.47449028492</c:v>
                </c:pt>
                <c:pt idx="662">
                  <c:v>104.743195176125</c:v>
                </c:pt>
                <c:pt idx="663">
                  <c:v>105.054089188576</c:v>
                </c:pt>
                <c:pt idx="664">
                  <c:v>105.337030053139</c:v>
                </c:pt>
                <c:pt idx="665">
                  <c:v>105.642737865448</c:v>
                </c:pt>
                <c:pt idx="666">
                  <c:v>105.953625917435</c:v>
                </c:pt>
                <c:pt idx="667">
                  <c:v>106.172166705132</c:v>
                </c:pt>
                <c:pt idx="668">
                  <c:v>106.335277318954</c:v>
                </c:pt>
                <c:pt idx="669">
                  <c:v>106.517863988876</c:v>
                </c:pt>
                <c:pt idx="670">
                  <c:v>106.637302815914</c:v>
                </c:pt>
                <c:pt idx="671">
                  <c:v>106.771621286869</c:v>
                </c:pt>
                <c:pt idx="672">
                  <c:v>106.958437621593</c:v>
                </c:pt>
                <c:pt idx="673">
                  <c:v>107.201719939709</c:v>
                </c:pt>
                <c:pt idx="674">
                  <c:v>107.431017577648</c:v>
                </c:pt>
                <c:pt idx="675">
                  <c:v>107.621698558331</c:v>
                </c:pt>
                <c:pt idx="676">
                  <c:v>107.803793370724</c:v>
                </c:pt>
                <c:pt idx="677">
                  <c:v>107.954822301865</c:v>
                </c:pt>
                <c:pt idx="678">
                  <c:v>108.141517102718</c:v>
                </c:pt>
                <c:pt idx="679">
                  <c:v>108.325648605824</c:v>
                </c:pt>
                <c:pt idx="680">
                  <c:v>108.468538284302</c:v>
                </c:pt>
                <c:pt idx="681">
                  <c:v>108.596107721329</c:v>
                </c:pt>
                <c:pt idx="682">
                  <c:v>108.742648780346</c:v>
                </c:pt>
                <c:pt idx="683">
                  <c:v>108.835939407349</c:v>
                </c:pt>
                <c:pt idx="684">
                  <c:v>108.922384023666</c:v>
                </c:pt>
                <c:pt idx="685">
                  <c:v>109.047163784504</c:v>
                </c:pt>
                <c:pt idx="686">
                  <c:v>109.132905721664</c:v>
                </c:pt>
                <c:pt idx="687">
                  <c:v>109.232658028603</c:v>
                </c:pt>
                <c:pt idx="688">
                  <c:v>109.310621917248</c:v>
                </c:pt>
                <c:pt idx="689">
                  <c:v>109.395206034184</c:v>
                </c:pt>
                <c:pt idx="690">
                  <c:v>109.490254104137</c:v>
                </c:pt>
                <c:pt idx="691">
                  <c:v>109.572822570801</c:v>
                </c:pt>
                <c:pt idx="692">
                  <c:v>109.653889238834</c:v>
                </c:pt>
                <c:pt idx="693">
                  <c:v>109.767779707909</c:v>
                </c:pt>
                <c:pt idx="694">
                  <c:v>109.877828717232</c:v>
                </c:pt>
                <c:pt idx="695">
                  <c:v>110.053359925747</c:v>
                </c:pt>
                <c:pt idx="696">
                  <c:v>110.308301389217</c:v>
                </c:pt>
                <c:pt idx="697">
                  <c:v>110.531477034092</c:v>
                </c:pt>
                <c:pt idx="698">
                  <c:v>110.758570671082</c:v>
                </c:pt>
                <c:pt idx="699">
                  <c:v>110.896979868412</c:v>
                </c:pt>
                <c:pt idx="700">
                  <c:v>111.029791116714</c:v>
                </c:pt>
                <c:pt idx="701">
                  <c:v>111.228038907051</c:v>
                </c:pt>
                <c:pt idx="702">
                  <c:v>111.446850895882</c:v>
                </c:pt>
                <c:pt idx="703">
                  <c:v>111.610993504524</c:v>
                </c:pt>
                <c:pt idx="704">
                  <c:v>111.726860761642</c:v>
                </c:pt>
                <c:pt idx="705">
                  <c:v>111.917870461941</c:v>
                </c:pt>
                <c:pt idx="706">
                  <c:v>112.069250524044</c:v>
                </c:pt>
                <c:pt idx="707">
                  <c:v>112.169362545013</c:v>
                </c:pt>
                <c:pt idx="708">
                  <c:v>112.22730332613</c:v>
                </c:pt>
                <c:pt idx="709">
                  <c:v>112.284831047058</c:v>
                </c:pt>
                <c:pt idx="710">
                  <c:v>112.318407058716</c:v>
                </c:pt>
                <c:pt idx="711">
                  <c:v>112.316953778267</c:v>
                </c:pt>
                <c:pt idx="712">
                  <c:v>112.317950963974</c:v>
                </c:pt>
                <c:pt idx="713">
                  <c:v>112.291279673576</c:v>
                </c:pt>
                <c:pt idx="714">
                  <c:v>112.329832315445</c:v>
                </c:pt>
                <c:pt idx="715">
                  <c:v>112.457822740078</c:v>
                </c:pt>
                <c:pt idx="716">
                  <c:v>112.623937666416</c:v>
                </c:pt>
                <c:pt idx="717">
                  <c:v>112.822351872921</c:v>
                </c:pt>
                <c:pt idx="718">
                  <c:v>113.006019294262</c:v>
                </c:pt>
                <c:pt idx="719">
                  <c:v>113.149302423</c:v>
                </c:pt>
                <c:pt idx="720">
                  <c:v>113.317166388035</c:v>
                </c:pt>
                <c:pt idx="721">
                  <c:v>113.550091445446</c:v>
                </c:pt>
                <c:pt idx="722">
                  <c:v>113.802400529385</c:v>
                </c:pt>
                <c:pt idx="723">
                  <c:v>114.057395458221</c:v>
                </c:pt>
                <c:pt idx="724">
                  <c:v>114.303658366203</c:v>
                </c:pt>
                <c:pt idx="725">
                  <c:v>114.475260794163</c:v>
                </c:pt>
                <c:pt idx="726">
                  <c:v>114.549755215645</c:v>
                </c:pt>
                <c:pt idx="727">
                  <c:v>114.62328851223</c:v>
                </c:pt>
                <c:pt idx="728">
                  <c:v>114.701232492924</c:v>
                </c:pt>
                <c:pt idx="729">
                  <c:v>114.735576152802</c:v>
                </c:pt>
                <c:pt idx="730">
                  <c:v>114.680430173874</c:v>
                </c:pt>
                <c:pt idx="731">
                  <c:v>114.602510333061</c:v>
                </c:pt>
                <c:pt idx="732">
                  <c:v>114.54759144783</c:v>
                </c:pt>
                <c:pt idx="733">
                  <c:v>114.560476481915</c:v>
                </c:pt>
                <c:pt idx="734">
                  <c:v>114.60402905941</c:v>
                </c:pt>
                <c:pt idx="735">
                  <c:v>114.694063663483</c:v>
                </c:pt>
                <c:pt idx="736">
                  <c:v>114.788703203201</c:v>
                </c:pt>
                <c:pt idx="737">
                  <c:v>114.894645929337</c:v>
                </c:pt>
                <c:pt idx="738">
                  <c:v>115.017105460167</c:v>
                </c:pt>
                <c:pt idx="739">
                  <c:v>115.168939709663</c:v>
                </c:pt>
                <c:pt idx="740">
                  <c:v>115.240122377872</c:v>
                </c:pt>
                <c:pt idx="741">
                  <c:v>115.279970884323</c:v>
                </c:pt>
                <c:pt idx="742">
                  <c:v>115.341060340405</c:v>
                </c:pt>
                <c:pt idx="743">
                  <c:v>115.379199922085</c:v>
                </c:pt>
                <c:pt idx="744">
                  <c:v>115.416259586811</c:v>
                </c:pt>
                <c:pt idx="745">
                  <c:v>115.348840415478</c:v>
                </c:pt>
                <c:pt idx="746">
                  <c:v>115.246600329876</c:v>
                </c:pt>
                <c:pt idx="747">
                  <c:v>115.202053725719</c:v>
                </c:pt>
                <c:pt idx="748">
                  <c:v>115.296858906746</c:v>
                </c:pt>
                <c:pt idx="749">
                  <c:v>115.092342019081</c:v>
                </c:pt>
                <c:pt idx="750">
                  <c:v>115.107705771923</c:v>
                </c:pt>
                <c:pt idx="751">
                  <c:v>114.974110543728</c:v>
                </c:pt>
                <c:pt idx="752">
                  <c:v>114.930114328861</c:v>
                </c:pt>
                <c:pt idx="753">
                  <c:v>114.951466560364</c:v>
                </c:pt>
                <c:pt idx="754">
                  <c:v>114.913953185081</c:v>
                </c:pt>
                <c:pt idx="755">
                  <c:v>115.005195260048</c:v>
                </c:pt>
                <c:pt idx="756">
                  <c:v>115.134883344173</c:v>
                </c:pt>
                <c:pt idx="757">
                  <c:v>115.224992156029</c:v>
                </c:pt>
                <c:pt idx="758">
                  <c:v>115.361801505089</c:v>
                </c:pt>
                <c:pt idx="759">
                  <c:v>115.530187785625</c:v>
                </c:pt>
                <c:pt idx="760">
                  <c:v>115.659206748009</c:v>
                </c:pt>
                <c:pt idx="761">
                  <c:v>115.830115377903</c:v>
                </c:pt>
                <c:pt idx="762">
                  <c:v>116.002728700638</c:v>
                </c:pt>
                <c:pt idx="763">
                  <c:v>116.201687097549</c:v>
                </c:pt>
                <c:pt idx="764">
                  <c:v>116.552015304565</c:v>
                </c:pt>
                <c:pt idx="765">
                  <c:v>116.767096400261</c:v>
                </c:pt>
                <c:pt idx="766">
                  <c:v>116.967968404293</c:v>
                </c:pt>
                <c:pt idx="767">
                  <c:v>117.22732514143</c:v>
                </c:pt>
                <c:pt idx="768">
                  <c:v>117.544813632965</c:v>
                </c:pt>
                <c:pt idx="769">
                  <c:v>117.848158061504</c:v>
                </c:pt>
                <c:pt idx="770">
                  <c:v>118.155432701111</c:v>
                </c:pt>
                <c:pt idx="771">
                  <c:v>118.383020281792</c:v>
                </c:pt>
                <c:pt idx="772">
                  <c:v>118.574524700642</c:v>
                </c:pt>
                <c:pt idx="773">
                  <c:v>118.779536664486</c:v>
                </c:pt>
                <c:pt idx="774">
                  <c:v>119.012588679791</c:v>
                </c:pt>
                <c:pt idx="775">
                  <c:v>119.224029481411</c:v>
                </c:pt>
                <c:pt idx="776">
                  <c:v>119.477601885796</c:v>
                </c:pt>
                <c:pt idx="777">
                  <c:v>119.785673439503</c:v>
                </c:pt>
                <c:pt idx="778">
                  <c:v>119.981403768063</c:v>
                </c:pt>
                <c:pt idx="779">
                  <c:v>120.161761105061</c:v>
                </c:pt>
                <c:pt idx="780">
                  <c:v>120.3855047822</c:v>
                </c:pt>
                <c:pt idx="781">
                  <c:v>120.658402144909</c:v>
                </c:pt>
                <c:pt idx="782">
                  <c:v>120.927829921246</c:v>
                </c:pt>
                <c:pt idx="783">
                  <c:v>121.186250269413</c:v>
                </c:pt>
                <c:pt idx="784">
                  <c:v>121.419507086277</c:v>
                </c:pt>
                <c:pt idx="785">
                  <c:v>121.598425090313</c:v>
                </c:pt>
                <c:pt idx="786">
                  <c:v>121.804369568825</c:v>
                </c:pt>
                <c:pt idx="787">
                  <c:v>121.959316134453</c:v>
                </c:pt>
                <c:pt idx="788">
                  <c:v>122.215115904808</c:v>
                </c:pt>
                <c:pt idx="789">
                  <c:v>122.495836615562</c:v>
                </c:pt>
                <c:pt idx="790">
                  <c:v>122.71633374691</c:v>
                </c:pt>
                <c:pt idx="791">
                  <c:v>122.929711043835</c:v>
                </c:pt>
                <c:pt idx="792">
                  <c:v>123.132343411446</c:v>
                </c:pt>
                <c:pt idx="793">
                  <c:v>123.301516413689</c:v>
                </c:pt>
                <c:pt idx="794">
                  <c:v>123.456191122532</c:v>
                </c:pt>
                <c:pt idx="795">
                  <c:v>123.654954314232</c:v>
                </c:pt>
                <c:pt idx="796">
                  <c:v>123.847040116787</c:v>
                </c:pt>
                <c:pt idx="797">
                  <c:v>124.04941546917</c:v>
                </c:pt>
                <c:pt idx="798">
                  <c:v>124.24581360817</c:v>
                </c:pt>
                <c:pt idx="799">
                  <c:v>124.472518265247</c:v>
                </c:pt>
                <c:pt idx="800">
                  <c:v>124.735230743885</c:v>
                </c:pt>
                <c:pt idx="801">
                  <c:v>124.938642144203</c:v>
                </c:pt>
                <c:pt idx="802">
                  <c:v>125.174139499664</c:v>
                </c:pt>
                <c:pt idx="803">
                  <c:v>125.473486185074</c:v>
                </c:pt>
                <c:pt idx="804">
                  <c:v>125.763859689236</c:v>
                </c:pt>
                <c:pt idx="805">
                  <c:v>126.042615771294</c:v>
                </c:pt>
                <c:pt idx="806">
                  <c:v>126.330342233181</c:v>
                </c:pt>
                <c:pt idx="807">
                  <c:v>126.55688816309</c:v>
                </c:pt>
                <c:pt idx="808">
                  <c:v>126.734315812588</c:v>
                </c:pt>
                <c:pt idx="809">
                  <c:v>126.872622728348</c:v>
                </c:pt>
                <c:pt idx="810">
                  <c:v>126.954807043076</c:v>
                </c:pt>
                <c:pt idx="811">
                  <c:v>127.043954133987</c:v>
                </c:pt>
                <c:pt idx="812">
                  <c:v>127.148889183998</c:v>
                </c:pt>
                <c:pt idx="813">
                  <c:v>127.243353903294</c:v>
                </c:pt>
                <c:pt idx="814">
                  <c:v>127.321227729321</c:v>
                </c:pt>
                <c:pt idx="815">
                  <c:v>127.409336090088</c:v>
                </c:pt>
                <c:pt idx="816">
                  <c:v>127.516759753227</c:v>
                </c:pt>
                <c:pt idx="817">
                  <c:v>127.609379470348</c:v>
                </c:pt>
                <c:pt idx="818">
                  <c:v>127.725943446159</c:v>
                </c:pt>
                <c:pt idx="819">
                  <c:v>127.891301393509</c:v>
                </c:pt>
                <c:pt idx="820">
                  <c:v>128.038822591305</c:v>
                </c:pt>
                <c:pt idx="821">
                  <c:v>128.145714938641</c:v>
                </c:pt>
                <c:pt idx="822">
                  <c:v>128.316202878952</c:v>
                </c:pt>
                <c:pt idx="823">
                  <c:v>128.531310319901</c:v>
                </c:pt>
                <c:pt idx="824">
                  <c:v>128.698845386505</c:v>
                </c:pt>
                <c:pt idx="825">
                  <c:v>128.898703455925</c:v>
                </c:pt>
                <c:pt idx="826">
                  <c:v>129.124946951866</c:v>
                </c:pt>
                <c:pt idx="827">
                  <c:v>129.307953059673</c:v>
                </c:pt>
                <c:pt idx="828">
                  <c:v>129.456458389759</c:v>
                </c:pt>
                <c:pt idx="829">
                  <c:v>129.573239803314</c:v>
                </c:pt>
                <c:pt idx="830">
                  <c:v>129.759611189365</c:v>
                </c:pt>
                <c:pt idx="831">
                  <c:v>129.964059233665</c:v>
                </c:pt>
                <c:pt idx="832">
                  <c:v>130.139326870441</c:v>
                </c:pt>
                <c:pt idx="833">
                  <c:v>130.296623289585</c:v>
                </c:pt>
                <c:pt idx="834">
                  <c:v>130.43541932106</c:v>
                </c:pt>
                <c:pt idx="835">
                  <c:v>130.564064621925</c:v>
                </c:pt>
                <c:pt idx="836">
                  <c:v>130.694984197617</c:v>
                </c:pt>
                <c:pt idx="837">
                  <c:v>130.852010846138</c:v>
                </c:pt>
                <c:pt idx="838">
                  <c:v>130.989435255527</c:v>
                </c:pt>
                <c:pt idx="839">
                  <c:v>131.162779808044</c:v>
                </c:pt>
                <c:pt idx="840">
                  <c:v>131.285001218319</c:v>
                </c:pt>
                <c:pt idx="841">
                  <c:v>131.412319481373</c:v>
                </c:pt>
                <c:pt idx="842">
                  <c:v>131.514688253403</c:v>
                </c:pt>
                <c:pt idx="843">
                  <c:v>131.504056096077</c:v>
                </c:pt>
                <c:pt idx="844">
                  <c:v>131.533678293228</c:v>
                </c:pt>
                <c:pt idx="845">
                  <c:v>131.462818622589</c:v>
                </c:pt>
                <c:pt idx="846">
                  <c:v>131.366192102432</c:v>
                </c:pt>
                <c:pt idx="847">
                  <c:v>131.244222640991</c:v>
                </c:pt>
                <c:pt idx="848">
                  <c:v>131.151653647423</c:v>
                </c:pt>
                <c:pt idx="849">
                  <c:v>131.169725775719</c:v>
                </c:pt>
                <c:pt idx="850">
                  <c:v>131.268646121025</c:v>
                </c:pt>
                <c:pt idx="851">
                  <c:v>131.381091237068</c:v>
                </c:pt>
                <c:pt idx="852">
                  <c:v>131.513294100761</c:v>
                </c:pt>
                <c:pt idx="853">
                  <c:v>131.642008304596</c:v>
                </c:pt>
                <c:pt idx="854">
                  <c:v>131.819907307625</c:v>
                </c:pt>
                <c:pt idx="855">
                  <c:v>132.052219450474</c:v>
                </c:pt>
                <c:pt idx="856">
                  <c:v>132.363769590855</c:v>
                </c:pt>
                <c:pt idx="857">
                  <c:v>132.727615177631</c:v>
                </c:pt>
                <c:pt idx="858">
                  <c:v>133.030284404755</c:v>
                </c:pt>
                <c:pt idx="859">
                  <c:v>133.232512295246</c:v>
                </c:pt>
                <c:pt idx="860">
                  <c:v>133.404774010181</c:v>
                </c:pt>
                <c:pt idx="861">
                  <c:v>133.545839488506</c:v>
                </c:pt>
                <c:pt idx="862">
                  <c:v>133.63576489687</c:v>
                </c:pt>
                <c:pt idx="863">
                  <c:v>133.712154865265</c:v>
                </c:pt>
                <c:pt idx="864">
                  <c:v>133.814919173717</c:v>
                </c:pt>
                <c:pt idx="865">
                  <c:v>133.886817514896</c:v>
                </c:pt>
                <c:pt idx="866">
                  <c:v>133.93467694521</c:v>
                </c:pt>
                <c:pt idx="867">
                  <c:v>133.995190441608</c:v>
                </c:pt>
                <c:pt idx="868">
                  <c:v>134.091284394264</c:v>
                </c:pt>
                <c:pt idx="869">
                  <c:v>134.29022860527</c:v>
                </c:pt>
                <c:pt idx="870">
                  <c:v>134.481427669525</c:v>
                </c:pt>
                <c:pt idx="871">
                  <c:v>134.72862392664</c:v>
                </c:pt>
                <c:pt idx="872">
                  <c:v>135.012937009335</c:v>
                </c:pt>
                <c:pt idx="873">
                  <c:v>135.220716178417</c:v>
                </c:pt>
                <c:pt idx="874">
                  <c:v>135.526714146137</c:v>
                </c:pt>
                <c:pt idx="875">
                  <c:v>135.862258195877</c:v>
                </c:pt>
                <c:pt idx="876">
                  <c:v>136.207498431206</c:v>
                </c:pt>
                <c:pt idx="877">
                  <c:v>136.495037436485</c:v>
                </c:pt>
                <c:pt idx="878">
                  <c:v>136.806331515312</c:v>
                </c:pt>
                <c:pt idx="879">
                  <c:v>137.136194586754</c:v>
                </c:pt>
                <c:pt idx="880">
                  <c:v>137.457575678825</c:v>
                </c:pt>
                <c:pt idx="881">
                  <c:v>137.749688863754</c:v>
                </c:pt>
                <c:pt idx="882">
                  <c:v>138.067985773087</c:v>
                </c:pt>
                <c:pt idx="883">
                  <c:v>138.395721316338</c:v>
                </c:pt>
                <c:pt idx="884">
                  <c:v>138.673222839832</c:v>
                </c:pt>
                <c:pt idx="885">
                  <c:v>138.927302241325</c:v>
                </c:pt>
                <c:pt idx="886">
                  <c:v>139.169520914555</c:v>
                </c:pt>
                <c:pt idx="887">
                  <c:v>139.416612744331</c:v>
                </c:pt>
                <c:pt idx="888">
                  <c:v>139.564998149872</c:v>
                </c:pt>
                <c:pt idx="889">
                  <c:v>139.67530798912</c:v>
                </c:pt>
                <c:pt idx="890">
                  <c:v>139.878651559353</c:v>
                </c:pt>
                <c:pt idx="891">
                  <c:v>140.059812307358</c:v>
                </c:pt>
                <c:pt idx="892">
                  <c:v>140.209996938705</c:v>
                </c:pt>
                <c:pt idx="893">
                  <c:v>140.36474865675</c:v>
                </c:pt>
                <c:pt idx="894">
                  <c:v>140.564093112946</c:v>
                </c:pt>
                <c:pt idx="895">
                  <c:v>140.702509284019</c:v>
                </c:pt>
                <c:pt idx="896">
                  <c:v>140.859420657158</c:v>
                </c:pt>
                <c:pt idx="897">
                  <c:v>141.008168280125</c:v>
                </c:pt>
                <c:pt idx="898">
                  <c:v>141.213081181049</c:v>
                </c:pt>
                <c:pt idx="899">
                  <c:v>141.56408149004</c:v>
                </c:pt>
                <c:pt idx="900">
                  <c:v>141.825225412846</c:v>
                </c:pt>
                <c:pt idx="901">
                  <c:v>141.938732028008</c:v>
                </c:pt>
                <c:pt idx="902">
                  <c:v>142.096941709518</c:v>
                </c:pt>
                <c:pt idx="903">
                  <c:v>142.258774280548</c:v>
                </c:pt>
                <c:pt idx="904">
                  <c:v>142.477634012699</c:v>
                </c:pt>
                <c:pt idx="905">
                  <c:v>142.64464366436</c:v>
                </c:pt>
                <c:pt idx="906">
                  <c:v>142.724695384502</c:v>
                </c:pt>
                <c:pt idx="907">
                  <c:v>142.813690781593</c:v>
                </c:pt>
                <c:pt idx="908">
                  <c:v>142.923148989677</c:v>
                </c:pt>
                <c:pt idx="909">
                  <c:v>143.004797577858</c:v>
                </c:pt>
                <c:pt idx="910">
                  <c:v>143.044171452522</c:v>
                </c:pt>
                <c:pt idx="911">
                  <c:v>143.042029976845</c:v>
                </c:pt>
                <c:pt idx="912">
                  <c:v>143.061562657356</c:v>
                </c:pt>
                <c:pt idx="913">
                  <c:v>142.970096945763</c:v>
                </c:pt>
                <c:pt idx="914">
                  <c:v>142.834612250328</c:v>
                </c:pt>
                <c:pt idx="915">
                  <c:v>142.725111484528</c:v>
                </c:pt>
                <c:pt idx="916">
                  <c:v>142.730529367924</c:v>
                </c:pt>
                <c:pt idx="917">
                  <c:v>142.78927397728</c:v>
                </c:pt>
                <c:pt idx="918">
                  <c:v>142.878440380096</c:v>
                </c:pt>
                <c:pt idx="919">
                  <c:v>142.946537673473</c:v>
                </c:pt>
                <c:pt idx="920">
                  <c:v>143.092447936535</c:v>
                </c:pt>
                <c:pt idx="921">
                  <c:v>143.287055909634</c:v>
                </c:pt>
                <c:pt idx="922">
                  <c:v>143.466166138649</c:v>
                </c:pt>
                <c:pt idx="923">
                  <c:v>143.649406969547</c:v>
                </c:pt>
                <c:pt idx="924">
                  <c:v>143.855853140354</c:v>
                </c:pt>
                <c:pt idx="925">
                  <c:v>144.082712650299</c:v>
                </c:pt>
                <c:pt idx="926">
                  <c:v>144.285708665848</c:v>
                </c:pt>
                <c:pt idx="927">
                  <c:v>144.431434929371</c:v>
                </c:pt>
                <c:pt idx="928">
                  <c:v>144.603534817696</c:v>
                </c:pt>
                <c:pt idx="929">
                  <c:v>144.770463228226</c:v>
                </c:pt>
                <c:pt idx="930">
                  <c:v>144.843194782734</c:v>
                </c:pt>
                <c:pt idx="931">
                  <c:v>144.968667805195</c:v>
                </c:pt>
                <c:pt idx="932">
                  <c:v>145.16221165657</c:v>
                </c:pt>
                <c:pt idx="933">
                  <c:v>145.344338834286</c:v>
                </c:pt>
                <c:pt idx="934">
                  <c:v>145.599330067635</c:v>
                </c:pt>
                <c:pt idx="935">
                  <c:v>145.739047288895</c:v>
                </c:pt>
                <c:pt idx="936">
                  <c:v>145.956758677959</c:v>
                </c:pt>
                <c:pt idx="937">
                  <c:v>146.117339730263</c:v>
                </c:pt>
                <c:pt idx="938">
                  <c:v>146.203357636929</c:v>
                </c:pt>
                <c:pt idx="939">
                  <c:v>146.311317563057</c:v>
                </c:pt>
                <c:pt idx="940">
                  <c:v>146.381519258022</c:v>
                </c:pt>
                <c:pt idx="941">
                  <c:v>146.459870398045</c:v>
                </c:pt>
                <c:pt idx="942">
                  <c:v>146.557840943336</c:v>
                </c:pt>
                <c:pt idx="943">
                  <c:v>146.706829428673</c:v>
                </c:pt>
                <c:pt idx="944">
                  <c:v>146.876025438309</c:v>
                </c:pt>
                <c:pt idx="945">
                  <c:v>147.07664513588</c:v>
                </c:pt>
                <c:pt idx="946">
                  <c:v>147.28506398201</c:v>
                </c:pt>
                <c:pt idx="947">
                  <c:v>147.507106781006</c:v>
                </c:pt>
                <c:pt idx="948">
                  <c:v>147.72048419714</c:v>
                </c:pt>
                <c:pt idx="949">
                  <c:v>147.920958220959</c:v>
                </c:pt>
                <c:pt idx="950">
                  <c:v>148.089077889919</c:v>
                </c:pt>
                <c:pt idx="951">
                  <c:v>148.228754460812</c:v>
                </c:pt>
                <c:pt idx="952">
                  <c:v>148.39082634449</c:v>
                </c:pt>
                <c:pt idx="953">
                  <c:v>148.554979145527</c:v>
                </c:pt>
                <c:pt idx="954">
                  <c:v>148.639412224293</c:v>
                </c:pt>
                <c:pt idx="955">
                  <c:v>148.728376150131</c:v>
                </c:pt>
                <c:pt idx="956">
                  <c:v>148.813600480556</c:v>
                </c:pt>
                <c:pt idx="957">
                  <c:v>148.938562572002</c:v>
                </c:pt>
                <c:pt idx="958">
                  <c:v>149.066784977913</c:v>
                </c:pt>
                <c:pt idx="959">
                  <c:v>149.13811892271</c:v>
                </c:pt>
                <c:pt idx="960">
                  <c:v>149.275207996368</c:v>
                </c:pt>
                <c:pt idx="961">
                  <c:v>149.346772432327</c:v>
                </c:pt>
                <c:pt idx="962">
                  <c:v>149.422918140888</c:v>
                </c:pt>
                <c:pt idx="963">
                  <c:v>149.526507258415</c:v>
                </c:pt>
                <c:pt idx="964">
                  <c:v>149.620679855347</c:v>
                </c:pt>
                <c:pt idx="965">
                  <c:v>149.715857207775</c:v>
                </c:pt>
                <c:pt idx="966">
                  <c:v>149.854976594448</c:v>
                </c:pt>
                <c:pt idx="967">
                  <c:v>150.039306521416</c:v>
                </c:pt>
                <c:pt idx="968">
                  <c:v>150.168251752853</c:v>
                </c:pt>
                <c:pt idx="969">
                  <c:v>150.362373113632</c:v>
                </c:pt>
                <c:pt idx="970">
                  <c:v>150.521125733852</c:v>
                </c:pt>
                <c:pt idx="971">
                  <c:v>150.710501432419</c:v>
                </c:pt>
                <c:pt idx="972">
                  <c:v>150.847650289536</c:v>
                </c:pt>
                <c:pt idx="973">
                  <c:v>151.035226821899</c:v>
                </c:pt>
                <c:pt idx="974">
                  <c:v>151.252083599567</c:v>
                </c:pt>
                <c:pt idx="975">
                  <c:v>151.515138208866</c:v>
                </c:pt>
                <c:pt idx="976">
                  <c:v>151.706245362759</c:v>
                </c:pt>
                <c:pt idx="977">
                  <c:v>151.98514509201</c:v>
                </c:pt>
                <c:pt idx="978">
                  <c:v>152.275761961937</c:v>
                </c:pt>
                <c:pt idx="979">
                  <c:v>152.517649650574</c:v>
                </c:pt>
                <c:pt idx="980">
                  <c:v>152.683054864407</c:v>
                </c:pt>
                <c:pt idx="981">
                  <c:v>152.901386082172</c:v>
                </c:pt>
                <c:pt idx="982">
                  <c:v>153.158227622509</c:v>
                </c:pt>
                <c:pt idx="983">
                  <c:v>153.431094944477</c:v>
                </c:pt>
                <c:pt idx="984">
                  <c:v>153.567196011543</c:v>
                </c:pt>
                <c:pt idx="985">
                  <c:v>153.676028192043</c:v>
                </c:pt>
                <c:pt idx="986">
                  <c:v>153.807673156261</c:v>
                </c:pt>
                <c:pt idx="987">
                  <c:v>153.943008601665</c:v>
                </c:pt>
                <c:pt idx="988">
                  <c:v>154.071862101555</c:v>
                </c:pt>
                <c:pt idx="989">
                  <c:v>154.225925981998</c:v>
                </c:pt>
                <c:pt idx="990">
                  <c:v>154.35128223896</c:v>
                </c:pt>
                <c:pt idx="991">
                  <c:v>154.392969667912</c:v>
                </c:pt>
                <c:pt idx="992">
                  <c:v>154.47954249382</c:v>
                </c:pt>
                <c:pt idx="993">
                  <c:v>154.559513092041</c:v>
                </c:pt>
                <c:pt idx="994">
                  <c:v>154.618740856647</c:v>
                </c:pt>
                <c:pt idx="995">
                  <c:v>154.609305560589</c:v>
                </c:pt>
                <c:pt idx="996">
                  <c:v>154.651620030403</c:v>
                </c:pt>
                <c:pt idx="997">
                  <c:v>154.669018626213</c:v>
                </c:pt>
                <c:pt idx="998">
                  <c:v>154.761549770832</c:v>
                </c:pt>
                <c:pt idx="999">
                  <c:v>154.917704105377</c:v>
                </c:pt>
                <c:pt idx="1000">
                  <c:v>155.091164827347</c:v>
                </c:pt>
                <c:pt idx="1001">
                  <c:v>155.233998298645</c:v>
                </c:pt>
                <c:pt idx="1002">
                  <c:v>155.397968649864</c:v>
                </c:pt>
                <c:pt idx="1003">
                  <c:v>155.500141501427</c:v>
                </c:pt>
                <c:pt idx="1004">
                  <c:v>155.613575220108</c:v>
                </c:pt>
                <c:pt idx="1005">
                  <c:v>155.733543872833</c:v>
                </c:pt>
                <c:pt idx="1006">
                  <c:v>155.949835062027</c:v>
                </c:pt>
                <c:pt idx="1007">
                  <c:v>156.07713508606</c:v>
                </c:pt>
                <c:pt idx="1008">
                  <c:v>156.260218441486</c:v>
                </c:pt>
                <c:pt idx="1009">
                  <c:v>156.357032060623</c:v>
                </c:pt>
                <c:pt idx="1010">
                  <c:v>156.494010031223</c:v>
                </c:pt>
                <c:pt idx="1011">
                  <c:v>156.617232739925</c:v>
                </c:pt>
                <c:pt idx="1012">
                  <c:v>156.754457771778</c:v>
                </c:pt>
                <c:pt idx="1013">
                  <c:v>156.857228219509</c:v>
                </c:pt>
                <c:pt idx="1014">
                  <c:v>156.93550914526</c:v>
                </c:pt>
                <c:pt idx="1015">
                  <c:v>156.993979513645</c:v>
                </c:pt>
                <c:pt idx="1016">
                  <c:v>157.13046681881</c:v>
                </c:pt>
                <c:pt idx="1017">
                  <c:v>157.264928936958</c:v>
                </c:pt>
                <c:pt idx="1018">
                  <c:v>157.444597601891</c:v>
                </c:pt>
                <c:pt idx="1019">
                  <c:v>157.6179074049</c:v>
                </c:pt>
                <c:pt idx="1020">
                  <c:v>157.742666363716</c:v>
                </c:pt>
                <c:pt idx="1021">
                  <c:v>157.883314847946</c:v>
                </c:pt>
                <c:pt idx="1022">
                  <c:v>158.021912515163</c:v>
                </c:pt>
                <c:pt idx="1023">
                  <c:v>158.170133054256</c:v>
                </c:pt>
                <c:pt idx="1024">
                  <c:v>158.318801403046</c:v>
                </c:pt>
                <c:pt idx="1025">
                  <c:v>158.469651639462</c:v>
                </c:pt>
                <c:pt idx="1026">
                  <c:v>158.572827160358</c:v>
                </c:pt>
                <c:pt idx="1027">
                  <c:v>158.751402437687</c:v>
                </c:pt>
                <c:pt idx="1028">
                  <c:v>158.948732614517</c:v>
                </c:pt>
                <c:pt idx="1029">
                  <c:v>159.122856140137</c:v>
                </c:pt>
                <c:pt idx="1030">
                  <c:v>159.305571198463</c:v>
                </c:pt>
                <c:pt idx="1031">
                  <c:v>159.49674320221</c:v>
                </c:pt>
                <c:pt idx="1032">
                  <c:v>159.69267809391</c:v>
                </c:pt>
                <c:pt idx="1033">
                  <c:v>159.887692987919</c:v>
                </c:pt>
                <c:pt idx="1034">
                  <c:v>160.047763168812</c:v>
                </c:pt>
                <c:pt idx="1035">
                  <c:v>160.216161668301</c:v>
                </c:pt>
                <c:pt idx="1036">
                  <c:v>160.442512452602</c:v>
                </c:pt>
                <c:pt idx="1037">
                  <c:v>160.641704320908</c:v>
                </c:pt>
                <c:pt idx="1038">
                  <c:v>160.85051882267</c:v>
                </c:pt>
                <c:pt idx="1039">
                  <c:v>161.113506436348</c:v>
                </c:pt>
                <c:pt idx="1040">
                  <c:v>161.3759573102</c:v>
                </c:pt>
                <c:pt idx="1041">
                  <c:v>161.638647794724</c:v>
                </c:pt>
                <c:pt idx="1042">
                  <c:v>161.831216096878</c:v>
                </c:pt>
                <c:pt idx="1043">
                  <c:v>162.040238082409</c:v>
                </c:pt>
                <c:pt idx="1044">
                  <c:v>162.210936069489</c:v>
                </c:pt>
                <c:pt idx="1045">
                  <c:v>162.343012392521</c:v>
                </c:pt>
                <c:pt idx="1046">
                  <c:v>162.396422505379</c:v>
                </c:pt>
                <c:pt idx="1047">
                  <c:v>162.47196918726</c:v>
                </c:pt>
                <c:pt idx="1048">
                  <c:v>162.50723439455</c:v>
                </c:pt>
                <c:pt idx="1049">
                  <c:v>162.541492342949</c:v>
                </c:pt>
                <c:pt idx="1050">
                  <c:v>162.536507487297</c:v>
                </c:pt>
                <c:pt idx="1051">
                  <c:v>162.52031993866</c:v>
                </c:pt>
                <c:pt idx="1052">
                  <c:v>162.414389014244</c:v>
                </c:pt>
                <c:pt idx="1053">
                  <c:v>162.29563498497</c:v>
                </c:pt>
                <c:pt idx="1054">
                  <c:v>162.23006939888</c:v>
                </c:pt>
                <c:pt idx="1055">
                  <c:v>162.2078114748</c:v>
                </c:pt>
                <c:pt idx="1056">
                  <c:v>162.268189132214</c:v>
                </c:pt>
                <c:pt idx="1057">
                  <c:v>162.325078904629</c:v>
                </c:pt>
                <c:pt idx="1058">
                  <c:v>162.329073429108</c:v>
                </c:pt>
                <c:pt idx="1059">
                  <c:v>162.302141904831</c:v>
                </c:pt>
                <c:pt idx="1060">
                  <c:v>162.281267166138</c:v>
                </c:pt>
                <c:pt idx="1061">
                  <c:v>162.20534658432</c:v>
                </c:pt>
                <c:pt idx="1062">
                  <c:v>162.184517860413</c:v>
                </c:pt>
                <c:pt idx="1063">
                  <c:v>162.224321305752</c:v>
                </c:pt>
                <c:pt idx="1064">
                  <c:v>162.292712152004</c:v>
                </c:pt>
                <c:pt idx="1065">
                  <c:v>162.432620108128</c:v>
                </c:pt>
                <c:pt idx="1066">
                  <c:v>162.537790238857</c:v>
                </c:pt>
                <c:pt idx="1067">
                  <c:v>162.612938940525</c:v>
                </c:pt>
                <c:pt idx="1068">
                  <c:v>162.733027219772</c:v>
                </c:pt>
                <c:pt idx="1069">
                  <c:v>162.839592337608</c:v>
                </c:pt>
                <c:pt idx="1070">
                  <c:v>162.936296701431</c:v>
                </c:pt>
                <c:pt idx="1071">
                  <c:v>163.115994572639</c:v>
                </c:pt>
                <c:pt idx="1072">
                  <c:v>163.31348580122</c:v>
                </c:pt>
                <c:pt idx="1073">
                  <c:v>163.497131407261</c:v>
                </c:pt>
                <c:pt idx="1074">
                  <c:v>163.683110415936</c:v>
                </c:pt>
                <c:pt idx="1075">
                  <c:v>163.791246056557</c:v>
                </c:pt>
                <c:pt idx="1076">
                  <c:v>163.860827326775</c:v>
                </c:pt>
                <c:pt idx="1077">
                  <c:v>163.873277485371</c:v>
                </c:pt>
                <c:pt idx="1078">
                  <c:v>163.967049896717</c:v>
                </c:pt>
                <c:pt idx="1079">
                  <c:v>164.090740680695</c:v>
                </c:pt>
                <c:pt idx="1080">
                  <c:v>164.228861987591</c:v>
                </c:pt>
                <c:pt idx="1081">
                  <c:v>164.346033036709</c:v>
                </c:pt>
                <c:pt idx="1082">
                  <c:v>164.462460935116</c:v>
                </c:pt>
                <c:pt idx="1083">
                  <c:v>164.629164218903</c:v>
                </c:pt>
                <c:pt idx="1084">
                  <c:v>164.762436449528</c:v>
                </c:pt>
                <c:pt idx="1085">
                  <c:v>164.91111433506</c:v>
                </c:pt>
                <c:pt idx="1086">
                  <c:v>165.057745575905</c:v>
                </c:pt>
                <c:pt idx="1087">
                  <c:v>165.186378896236</c:v>
                </c:pt>
                <c:pt idx="1088">
                  <c:v>165.240358829498</c:v>
                </c:pt>
                <c:pt idx="1089">
                  <c:v>165.289906084538</c:v>
                </c:pt>
                <c:pt idx="1090">
                  <c:v>165.352382361889</c:v>
                </c:pt>
                <c:pt idx="1091">
                  <c:v>165.398096263409</c:v>
                </c:pt>
                <c:pt idx="1092">
                  <c:v>165.462590992451</c:v>
                </c:pt>
                <c:pt idx="1093">
                  <c:v>165.578424632549</c:v>
                </c:pt>
                <c:pt idx="1094">
                  <c:v>165.699798166752</c:v>
                </c:pt>
                <c:pt idx="1095">
                  <c:v>165.789995133877</c:v>
                </c:pt>
                <c:pt idx="1096">
                  <c:v>165.823644042015</c:v>
                </c:pt>
                <c:pt idx="1097">
                  <c:v>165.780410051346</c:v>
                </c:pt>
                <c:pt idx="1098">
                  <c:v>165.751492261887</c:v>
                </c:pt>
                <c:pt idx="1099">
                  <c:v>165.707394480705</c:v>
                </c:pt>
                <c:pt idx="1100">
                  <c:v>165.753498196602</c:v>
                </c:pt>
                <c:pt idx="1101">
                  <c:v>165.872190594673</c:v>
                </c:pt>
                <c:pt idx="1102">
                  <c:v>166.050556957722</c:v>
                </c:pt>
                <c:pt idx="1103">
                  <c:v>166.149491369724</c:v>
                </c:pt>
                <c:pt idx="1104">
                  <c:v>166.244569599628</c:v>
                </c:pt>
                <c:pt idx="1105">
                  <c:v>166.292877554893</c:v>
                </c:pt>
                <c:pt idx="1106">
                  <c:v>166.358677208424</c:v>
                </c:pt>
                <c:pt idx="1107">
                  <c:v>166.415493130684</c:v>
                </c:pt>
                <c:pt idx="1108">
                  <c:v>166.45091342926</c:v>
                </c:pt>
                <c:pt idx="1109">
                  <c:v>166.496801137924</c:v>
                </c:pt>
                <c:pt idx="1110">
                  <c:v>166.564013004303</c:v>
                </c:pt>
                <c:pt idx="1111">
                  <c:v>166.657409369946</c:v>
                </c:pt>
                <c:pt idx="1112">
                  <c:v>166.728033542633</c:v>
                </c:pt>
                <c:pt idx="1113">
                  <c:v>166.878519892693</c:v>
                </c:pt>
                <c:pt idx="1114">
                  <c:v>167.064232766628</c:v>
                </c:pt>
                <c:pt idx="1115">
                  <c:v>167.186355948448</c:v>
                </c:pt>
                <c:pt idx="1116">
                  <c:v>167.323219895363</c:v>
                </c:pt>
                <c:pt idx="1117">
                  <c:v>167.479870676994</c:v>
                </c:pt>
                <c:pt idx="1118">
                  <c:v>167.586310148239</c:v>
                </c:pt>
                <c:pt idx="1119">
                  <c:v>167.715188503265</c:v>
                </c:pt>
                <c:pt idx="1120">
                  <c:v>167.801945149899</c:v>
                </c:pt>
                <c:pt idx="1121">
                  <c:v>167.943139970303</c:v>
                </c:pt>
                <c:pt idx="1122">
                  <c:v>168.114708781242</c:v>
                </c:pt>
                <c:pt idx="1123">
                  <c:v>168.305779874325</c:v>
                </c:pt>
                <c:pt idx="1124">
                  <c:v>168.47715908289</c:v>
                </c:pt>
                <c:pt idx="1125">
                  <c:v>168.599183440208</c:v>
                </c:pt>
                <c:pt idx="1126">
                  <c:v>168.725481033325</c:v>
                </c:pt>
                <c:pt idx="1127">
                  <c:v>168.889332294464</c:v>
                </c:pt>
                <c:pt idx="1128">
                  <c:v>169.002833902836</c:v>
                </c:pt>
                <c:pt idx="1129">
                  <c:v>169.16900151968</c:v>
                </c:pt>
                <c:pt idx="1130">
                  <c:v>169.37006187439</c:v>
                </c:pt>
                <c:pt idx="1131">
                  <c:v>169.576975643635</c:v>
                </c:pt>
                <c:pt idx="1132">
                  <c:v>169.74742513895</c:v>
                </c:pt>
                <c:pt idx="1133">
                  <c:v>169.90909487009</c:v>
                </c:pt>
                <c:pt idx="1134">
                  <c:v>170.074750185013</c:v>
                </c:pt>
                <c:pt idx="1135">
                  <c:v>170.250386834145</c:v>
                </c:pt>
                <c:pt idx="1136">
                  <c:v>170.34999537468</c:v>
                </c:pt>
                <c:pt idx="1137">
                  <c:v>170.488109350204</c:v>
                </c:pt>
                <c:pt idx="1138">
                  <c:v>170.630486011505</c:v>
                </c:pt>
                <c:pt idx="1139">
                  <c:v>170.731278419495</c:v>
                </c:pt>
                <c:pt idx="1140">
                  <c:v>170.854335069656</c:v>
                </c:pt>
                <c:pt idx="1141">
                  <c:v>170.965396404266</c:v>
                </c:pt>
                <c:pt idx="1142">
                  <c:v>171.091797351837</c:v>
                </c:pt>
                <c:pt idx="1143">
                  <c:v>171.25475871563</c:v>
                </c:pt>
                <c:pt idx="1144">
                  <c:v>171.408811032772</c:v>
                </c:pt>
                <c:pt idx="1145">
                  <c:v>171.625679552555</c:v>
                </c:pt>
                <c:pt idx="1146">
                  <c:v>171.838739275932</c:v>
                </c:pt>
                <c:pt idx="1147">
                  <c:v>172.096802651882</c:v>
                </c:pt>
                <c:pt idx="1148">
                  <c:v>172.318047761917</c:v>
                </c:pt>
                <c:pt idx="1149">
                  <c:v>172.518894195557</c:v>
                </c:pt>
                <c:pt idx="1150">
                  <c:v>172.689977169037</c:v>
                </c:pt>
                <c:pt idx="1151">
                  <c:v>172.844378232956</c:v>
                </c:pt>
                <c:pt idx="1152">
                  <c:v>172.963619709015</c:v>
                </c:pt>
                <c:pt idx="1153">
                  <c:v>173.13717007637</c:v>
                </c:pt>
                <c:pt idx="1154">
                  <c:v>173.222899317741</c:v>
                </c:pt>
                <c:pt idx="1155">
                  <c:v>173.353192687035</c:v>
                </c:pt>
                <c:pt idx="1156">
                  <c:v>173.458029389381</c:v>
                </c:pt>
                <c:pt idx="1157">
                  <c:v>173.519987463951</c:v>
                </c:pt>
                <c:pt idx="1158">
                  <c:v>173.545747995377</c:v>
                </c:pt>
                <c:pt idx="1159">
                  <c:v>173.64118039608</c:v>
                </c:pt>
                <c:pt idx="1160">
                  <c:v>173.746609210968</c:v>
                </c:pt>
                <c:pt idx="1161">
                  <c:v>173.794618546963</c:v>
                </c:pt>
                <c:pt idx="1162">
                  <c:v>173.815301835537</c:v>
                </c:pt>
                <c:pt idx="1163">
                  <c:v>173.801797688007</c:v>
                </c:pt>
                <c:pt idx="1164">
                  <c:v>173.815592110157</c:v>
                </c:pt>
                <c:pt idx="1165">
                  <c:v>173.881877303123</c:v>
                </c:pt>
                <c:pt idx="1166">
                  <c:v>173.927269279957</c:v>
                </c:pt>
                <c:pt idx="1167">
                  <c:v>173.93913269043</c:v>
                </c:pt>
                <c:pt idx="1168">
                  <c:v>173.933047413826</c:v>
                </c:pt>
                <c:pt idx="1169">
                  <c:v>173.925415039062</c:v>
                </c:pt>
                <c:pt idx="1170">
                  <c:v>173.856939077377</c:v>
                </c:pt>
                <c:pt idx="1171">
                  <c:v>173.777096509933</c:v>
                </c:pt>
                <c:pt idx="1172">
                  <c:v>173.686253547668</c:v>
                </c:pt>
                <c:pt idx="1173">
                  <c:v>173.62352502346</c:v>
                </c:pt>
                <c:pt idx="1174">
                  <c:v>173.620578527451</c:v>
                </c:pt>
                <c:pt idx="1175">
                  <c:v>173.546815156937</c:v>
                </c:pt>
                <c:pt idx="1176">
                  <c:v>173.52542412281</c:v>
                </c:pt>
                <c:pt idx="1177">
                  <c:v>173.513112187386</c:v>
                </c:pt>
                <c:pt idx="1178">
                  <c:v>173.483853697777</c:v>
                </c:pt>
                <c:pt idx="1179">
                  <c:v>173.456568002701</c:v>
                </c:pt>
                <c:pt idx="1180">
                  <c:v>173.464872002602</c:v>
                </c:pt>
                <c:pt idx="1181">
                  <c:v>173.530203223228</c:v>
                </c:pt>
                <c:pt idx="1182">
                  <c:v>173.550063610077</c:v>
                </c:pt>
                <c:pt idx="1183">
                  <c:v>173.555131614208</c:v>
                </c:pt>
                <c:pt idx="1184">
                  <c:v>173.616287648678</c:v>
                </c:pt>
                <c:pt idx="1185">
                  <c:v>173.683809876442</c:v>
                </c:pt>
                <c:pt idx="1186">
                  <c:v>173.766653835773</c:v>
                </c:pt>
                <c:pt idx="1187">
                  <c:v>173.801708221436</c:v>
                </c:pt>
                <c:pt idx="1188">
                  <c:v>173.903885245323</c:v>
                </c:pt>
                <c:pt idx="1189">
                  <c:v>174.071973443031</c:v>
                </c:pt>
                <c:pt idx="1190">
                  <c:v>174.229179382324</c:v>
                </c:pt>
                <c:pt idx="1191">
                  <c:v>174.37354362011</c:v>
                </c:pt>
                <c:pt idx="1192">
                  <c:v>174.535582780838</c:v>
                </c:pt>
                <c:pt idx="1193">
                  <c:v>174.716671764851</c:v>
                </c:pt>
                <c:pt idx="1194">
                  <c:v>174.870576918125</c:v>
                </c:pt>
                <c:pt idx="1195">
                  <c:v>175.003059089184</c:v>
                </c:pt>
                <c:pt idx="1196">
                  <c:v>175.108769536018</c:v>
                </c:pt>
                <c:pt idx="1197">
                  <c:v>175.156916260719</c:v>
                </c:pt>
                <c:pt idx="1198">
                  <c:v>175.250585973263</c:v>
                </c:pt>
                <c:pt idx="1199">
                  <c:v>175.367365181446</c:v>
                </c:pt>
                <c:pt idx="1200">
                  <c:v>175.497440695763</c:v>
                </c:pt>
                <c:pt idx="1201">
                  <c:v>175.656601786613</c:v>
                </c:pt>
                <c:pt idx="1202">
                  <c:v>175.840799689293</c:v>
                </c:pt>
                <c:pt idx="1203">
                  <c:v>176.090114116669</c:v>
                </c:pt>
                <c:pt idx="1204">
                  <c:v>176.351190924644</c:v>
                </c:pt>
                <c:pt idx="1205">
                  <c:v>176.614008963108</c:v>
                </c:pt>
                <c:pt idx="1206">
                  <c:v>176.861713767052</c:v>
                </c:pt>
                <c:pt idx="1207">
                  <c:v>177.136276185513</c:v>
                </c:pt>
                <c:pt idx="1208">
                  <c:v>177.335055053234</c:v>
                </c:pt>
                <c:pt idx="1209">
                  <c:v>177.562863647938</c:v>
                </c:pt>
                <c:pt idx="1210">
                  <c:v>177.766550719738</c:v>
                </c:pt>
                <c:pt idx="1211">
                  <c:v>178.019127428532</c:v>
                </c:pt>
                <c:pt idx="1212">
                  <c:v>178.206523060799</c:v>
                </c:pt>
                <c:pt idx="1213">
                  <c:v>178.364293694496</c:v>
                </c:pt>
                <c:pt idx="1214">
                  <c:v>178.517200350761</c:v>
                </c:pt>
                <c:pt idx="1215">
                  <c:v>178.675656139851</c:v>
                </c:pt>
                <c:pt idx="1216">
                  <c:v>178.83453810215</c:v>
                </c:pt>
                <c:pt idx="1217">
                  <c:v>178.951514899731</c:v>
                </c:pt>
                <c:pt idx="1218">
                  <c:v>179.142899930477</c:v>
                </c:pt>
                <c:pt idx="1219">
                  <c:v>179.30614566803</c:v>
                </c:pt>
                <c:pt idx="1220">
                  <c:v>179.497048556805</c:v>
                </c:pt>
                <c:pt idx="1221">
                  <c:v>179.700738489628</c:v>
                </c:pt>
                <c:pt idx="1222">
                  <c:v>179.868360936642</c:v>
                </c:pt>
                <c:pt idx="1223">
                  <c:v>180.057839930058</c:v>
                </c:pt>
                <c:pt idx="1224">
                  <c:v>180.285974442959</c:v>
                </c:pt>
                <c:pt idx="1225">
                  <c:v>180.534775972366</c:v>
                </c:pt>
                <c:pt idx="1226">
                  <c:v>180.854943871498</c:v>
                </c:pt>
                <c:pt idx="1227">
                  <c:v>181.218827664852</c:v>
                </c:pt>
                <c:pt idx="1228">
                  <c:v>181.564579546452</c:v>
                </c:pt>
                <c:pt idx="1229">
                  <c:v>181.808152318001</c:v>
                </c:pt>
                <c:pt idx="1230">
                  <c:v>182.010297834873</c:v>
                </c:pt>
                <c:pt idx="1231">
                  <c:v>182.065040051937</c:v>
                </c:pt>
                <c:pt idx="1232">
                  <c:v>182.112529039383</c:v>
                </c:pt>
                <c:pt idx="1233">
                  <c:v>182.20471906662</c:v>
                </c:pt>
                <c:pt idx="1234">
                  <c:v>182.29079657793</c:v>
                </c:pt>
                <c:pt idx="1235">
                  <c:v>182.314232885838</c:v>
                </c:pt>
                <c:pt idx="1236">
                  <c:v>182.293337762356</c:v>
                </c:pt>
                <c:pt idx="1237">
                  <c:v>182.259812772274</c:v>
                </c:pt>
                <c:pt idx="1238">
                  <c:v>182.30976319313</c:v>
                </c:pt>
                <c:pt idx="1239">
                  <c:v>182.422878801823</c:v>
                </c:pt>
                <c:pt idx="1240">
                  <c:v>182.523395895958</c:v>
                </c:pt>
                <c:pt idx="1241">
                  <c:v>182.565919458866</c:v>
                </c:pt>
                <c:pt idx="1242">
                  <c:v>182.698265194893</c:v>
                </c:pt>
                <c:pt idx="1243">
                  <c:v>182.815762281418</c:v>
                </c:pt>
                <c:pt idx="1244">
                  <c:v>182.906946480274</c:v>
                </c:pt>
                <c:pt idx="1245">
                  <c:v>182.96211373806</c:v>
                </c:pt>
                <c:pt idx="1246">
                  <c:v>183.043063938618</c:v>
                </c:pt>
                <c:pt idx="1247">
                  <c:v>183.097889602184</c:v>
                </c:pt>
                <c:pt idx="1248">
                  <c:v>183.175143480301</c:v>
                </c:pt>
                <c:pt idx="1249">
                  <c:v>183.176277339458</c:v>
                </c:pt>
                <c:pt idx="1250">
                  <c:v>183.23865711689</c:v>
                </c:pt>
                <c:pt idx="1251">
                  <c:v>183.172111988068</c:v>
                </c:pt>
                <c:pt idx="1252">
                  <c:v>183.137114644051</c:v>
                </c:pt>
                <c:pt idx="1253">
                  <c:v>183.095099329948</c:v>
                </c:pt>
                <c:pt idx="1254">
                  <c:v>183.063908934593</c:v>
                </c:pt>
                <c:pt idx="1255">
                  <c:v>183.045609474182</c:v>
                </c:pt>
                <c:pt idx="1256">
                  <c:v>182.979567050934</c:v>
                </c:pt>
                <c:pt idx="1257">
                  <c:v>182.968421220779</c:v>
                </c:pt>
                <c:pt idx="1258">
                  <c:v>182.945191383362</c:v>
                </c:pt>
                <c:pt idx="1259">
                  <c:v>183.048040628433</c:v>
                </c:pt>
                <c:pt idx="1260">
                  <c:v>183.11726051569</c:v>
                </c:pt>
                <c:pt idx="1261">
                  <c:v>183.159432768822</c:v>
                </c:pt>
                <c:pt idx="1262">
                  <c:v>183.217134535313</c:v>
                </c:pt>
                <c:pt idx="1263">
                  <c:v>183.311763584614</c:v>
                </c:pt>
                <c:pt idx="1264">
                  <c:v>183.476574599743</c:v>
                </c:pt>
                <c:pt idx="1265">
                  <c:v>183.607397377491</c:v>
                </c:pt>
                <c:pt idx="1266">
                  <c:v>183.793105900288</c:v>
                </c:pt>
                <c:pt idx="1267">
                  <c:v>183.974565804005</c:v>
                </c:pt>
                <c:pt idx="1268">
                  <c:v>184.147697210312</c:v>
                </c:pt>
                <c:pt idx="1269">
                  <c:v>184.267700374126</c:v>
                </c:pt>
                <c:pt idx="1270">
                  <c:v>184.436894834042</c:v>
                </c:pt>
                <c:pt idx="1271">
                  <c:v>184.577322304249</c:v>
                </c:pt>
                <c:pt idx="1272">
                  <c:v>184.756208837032</c:v>
                </c:pt>
                <c:pt idx="1273">
                  <c:v>184.936509609222</c:v>
                </c:pt>
                <c:pt idx="1274">
                  <c:v>185.120854973793</c:v>
                </c:pt>
                <c:pt idx="1275">
                  <c:v>185.416008412838</c:v>
                </c:pt>
                <c:pt idx="1276">
                  <c:v>185.658466100693</c:v>
                </c:pt>
                <c:pt idx="1277">
                  <c:v>185.948784947395</c:v>
                </c:pt>
                <c:pt idx="1278">
                  <c:v>186.262123763561</c:v>
                </c:pt>
                <c:pt idx="1279">
                  <c:v>186.59776610136</c:v>
                </c:pt>
                <c:pt idx="1280">
                  <c:v>186.913488566875</c:v>
                </c:pt>
                <c:pt idx="1281">
                  <c:v>187.073714196682</c:v>
                </c:pt>
                <c:pt idx="1282">
                  <c:v>187.29214578867</c:v>
                </c:pt>
                <c:pt idx="1283">
                  <c:v>187.508484601974</c:v>
                </c:pt>
                <c:pt idx="1284">
                  <c:v>187.725190639496</c:v>
                </c:pt>
                <c:pt idx="1285">
                  <c:v>187.832258462906</c:v>
                </c:pt>
                <c:pt idx="1286">
                  <c:v>187.939476847649</c:v>
                </c:pt>
                <c:pt idx="1287">
                  <c:v>188.034091234207</c:v>
                </c:pt>
                <c:pt idx="1288">
                  <c:v>188.163214325905</c:v>
                </c:pt>
                <c:pt idx="1289">
                  <c:v>188.352641582489</c:v>
                </c:pt>
                <c:pt idx="1290">
                  <c:v>188.65488255024</c:v>
                </c:pt>
                <c:pt idx="1291">
                  <c:v>188.990195095539</c:v>
                </c:pt>
                <c:pt idx="1292">
                  <c:v>189.168985486031</c:v>
                </c:pt>
                <c:pt idx="1293">
                  <c:v>189.414672017097</c:v>
                </c:pt>
                <c:pt idx="1294">
                  <c:v>189.610389351845</c:v>
                </c:pt>
                <c:pt idx="1295">
                  <c:v>189.791935324669</c:v>
                </c:pt>
                <c:pt idx="1296">
                  <c:v>190.055655837059</c:v>
                </c:pt>
                <c:pt idx="1297">
                  <c:v>190.381952524185</c:v>
                </c:pt>
                <c:pt idx="1298">
                  <c:v>190.669002890587</c:v>
                </c:pt>
                <c:pt idx="1299">
                  <c:v>190.905655324459</c:v>
                </c:pt>
                <c:pt idx="1300">
                  <c:v>191.162536323071</c:v>
                </c:pt>
                <c:pt idx="1301">
                  <c:v>191.418777167797</c:v>
                </c:pt>
                <c:pt idx="1302">
                  <c:v>191.664943277836</c:v>
                </c:pt>
                <c:pt idx="1303">
                  <c:v>191.930362641811</c:v>
                </c:pt>
                <c:pt idx="1304">
                  <c:v>192.155103027821</c:v>
                </c:pt>
                <c:pt idx="1305">
                  <c:v>192.383969545364</c:v>
                </c:pt>
                <c:pt idx="1306">
                  <c:v>192.614584028721</c:v>
                </c:pt>
                <c:pt idx="1307">
                  <c:v>192.83937472105</c:v>
                </c:pt>
                <c:pt idx="1308">
                  <c:v>193.121361553669</c:v>
                </c:pt>
                <c:pt idx="1309">
                  <c:v>193.356884777546</c:v>
                </c:pt>
                <c:pt idx="1310">
                  <c:v>193.55020904541</c:v>
                </c:pt>
                <c:pt idx="1311">
                  <c:v>193.781024694443</c:v>
                </c:pt>
                <c:pt idx="1312">
                  <c:v>193.961547017097</c:v>
                </c:pt>
                <c:pt idx="1313">
                  <c:v>194.159452199936</c:v>
                </c:pt>
                <c:pt idx="1314">
                  <c:v>194.322041332722</c:v>
                </c:pt>
                <c:pt idx="1315">
                  <c:v>194.434359848499</c:v>
                </c:pt>
                <c:pt idx="1316">
                  <c:v>194.516824126244</c:v>
                </c:pt>
                <c:pt idx="1317">
                  <c:v>194.651528298855</c:v>
                </c:pt>
                <c:pt idx="1318">
                  <c:v>194.740040421486</c:v>
                </c:pt>
                <c:pt idx="1319">
                  <c:v>194.853929162025</c:v>
                </c:pt>
                <c:pt idx="1320">
                  <c:v>195.000010073185</c:v>
                </c:pt>
                <c:pt idx="1321">
                  <c:v>195.089504659176</c:v>
                </c:pt>
                <c:pt idx="1322">
                  <c:v>195.135545730591</c:v>
                </c:pt>
                <c:pt idx="1323">
                  <c:v>195.295612931252</c:v>
                </c:pt>
                <c:pt idx="1324">
                  <c:v>195.452398657799</c:v>
                </c:pt>
                <c:pt idx="1325">
                  <c:v>195.618101477623</c:v>
                </c:pt>
                <c:pt idx="1326">
                  <c:v>195.785096585751</c:v>
                </c:pt>
                <c:pt idx="1327">
                  <c:v>195.904705882072</c:v>
                </c:pt>
                <c:pt idx="1328">
                  <c:v>196.04000967741</c:v>
                </c:pt>
                <c:pt idx="1329">
                  <c:v>196.179277896881</c:v>
                </c:pt>
                <c:pt idx="1330">
                  <c:v>196.382094562054</c:v>
                </c:pt>
                <c:pt idx="1331">
                  <c:v>196.633245766163</c:v>
                </c:pt>
                <c:pt idx="1332">
                  <c:v>196.89770501852</c:v>
                </c:pt>
                <c:pt idx="1333">
                  <c:v>197.068597137928</c:v>
                </c:pt>
                <c:pt idx="1334">
                  <c:v>197.209881067276</c:v>
                </c:pt>
                <c:pt idx="1335">
                  <c:v>197.299134373665</c:v>
                </c:pt>
                <c:pt idx="1336">
                  <c:v>197.356185138226</c:v>
                </c:pt>
                <c:pt idx="1337">
                  <c:v>197.413383424282</c:v>
                </c:pt>
                <c:pt idx="1338">
                  <c:v>197.468720436096</c:v>
                </c:pt>
                <c:pt idx="1339">
                  <c:v>197.522847771645</c:v>
                </c:pt>
                <c:pt idx="1340">
                  <c:v>197.527205944061</c:v>
                </c:pt>
                <c:pt idx="1341">
                  <c:v>197.581100463867</c:v>
                </c:pt>
                <c:pt idx="1342">
                  <c:v>197.610703349113</c:v>
                </c:pt>
                <c:pt idx="1343">
                  <c:v>197.646474003792</c:v>
                </c:pt>
                <c:pt idx="1344">
                  <c:v>197.649389326572</c:v>
                </c:pt>
                <c:pt idx="1345">
                  <c:v>197.636002600193</c:v>
                </c:pt>
                <c:pt idx="1346">
                  <c:v>197.639816224575</c:v>
                </c:pt>
                <c:pt idx="1347">
                  <c:v>197.719292104244</c:v>
                </c:pt>
                <c:pt idx="1348">
                  <c:v>197.788847565651</c:v>
                </c:pt>
                <c:pt idx="1349">
                  <c:v>197.885473310947</c:v>
                </c:pt>
                <c:pt idx="1350">
                  <c:v>197.983135700226</c:v>
                </c:pt>
                <c:pt idx="1351">
                  <c:v>197.994950771332</c:v>
                </c:pt>
                <c:pt idx="1352">
                  <c:v>198.022368133068</c:v>
                </c:pt>
                <c:pt idx="1353">
                  <c:v>198.077895462513</c:v>
                </c:pt>
                <c:pt idx="1354">
                  <c:v>198.153159916401</c:v>
                </c:pt>
                <c:pt idx="1355">
                  <c:v>198.271527171135</c:v>
                </c:pt>
                <c:pt idx="1356">
                  <c:v>198.381393551826</c:v>
                </c:pt>
                <c:pt idx="1357">
                  <c:v>198.443032443523</c:v>
                </c:pt>
                <c:pt idx="1358">
                  <c:v>198.521315693855</c:v>
                </c:pt>
                <c:pt idx="1359">
                  <c:v>198.576600134373</c:v>
                </c:pt>
                <c:pt idx="1360">
                  <c:v>198.620481550694</c:v>
                </c:pt>
                <c:pt idx="1361">
                  <c:v>198.671764314175</c:v>
                </c:pt>
                <c:pt idx="1362">
                  <c:v>198.752060830593</c:v>
                </c:pt>
                <c:pt idx="1363">
                  <c:v>198.86756080389</c:v>
                </c:pt>
                <c:pt idx="1364">
                  <c:v>199.05501896143</c:v>
                </c:pt>
                <c:pt idx="1365">
                  <c:v>199.211216211319</c:v>
                </c:pt>
                <c:pt idx="1366">
                  <c:v>199.444130599499</c:v>
                </c:pt>
                <c:pt idx="1367">
                  <c:v>199.794818580151</c:v>
                </c:pt>
                <c:pt idx="1368">
                  <c:v>200.245337426662</c:v>
                </c:pt>
                <c:pt idx="1369">
                  <c:v>200.703259646893</c:v>
                </c:pt>
                <c:pt idx="1370">
                  <c:v>201.134605944157</c:v>
                </c:pt>
                <c:pt idx="1371">
                  <c:v>201.543284356594</c:v>
                </c:pt>
                <c:pt idx="1372">
                  <c:v>201.899478435516</c:v>
                </c:pt>
                <c:pt idx="1373">
                  <c:v>202.14751458168</c:v>
                </c:pt>
                <c:pt idx="1374">
                  <c:v>202.278504371643</c:v>
                </c:pt>
                <c:pt idx="1375">
                  <c:v>202.292961835861</c:v>
                </c:pt>
                <c:pt idx="1376">
                  <c:v>202.257259726524</c:v>
                </c:pt>
                <c:pt idx="1377">
                  <c:v>202.280292451382</c:v>
                </c:pt>
                <c:pt idx="1378">
                  <c:v>202.211608946323</c:v>
                </c:pt>
                <c:pt idx="1379">
                  <c:v>202.202151954174</c:v>
                </c:pt>
                <c:pt idx="1380">
                  <c:v>202.203996598721</c:v>
                </c:pt>
                <c:pt idx="1381">
                  <c:v>202.309207379818</c:v>
                </c:pt>
                <c:pt idx="1382">
                  <c:v>202.424234390259</c:v>
                </c:pt>
                <c:pt idx="1383">
                  <c:v>202.524138748646</c:v>
                </c:pt>
                <c:pt idx="1384">
                  <c:v>202.635113060474</c:v>
                </c:pt>
                <c:pt idx="1385">
                  <c:v>202.717554688454</c:v>
                </c:pt>
                <c:pt idx="1386">
                  <c:v>202.7995480299</c:v>
                </c:pt>
                <c:pt idx="1387">
                  <c:v>202.912623643875</c:v>
                </c:pt>
                <c:pt idx="1388">
                  <c:v>203.095424294472</c:v>
                </c:pt>
                <c:pt idx="1389">
                  <c:v>203.191658377647</c:v>
                </c:pt>
                <c:pt idx="1390">
                  <c:v>203.294817984104</c:v>
                </c:pt>
                <c:pt idx="1391">
                  <c:v>203.42751032114</c:v>
                </c:pt>
                <c:pt idx="1392">
                  <c:v>203.675821363926</c:v>
                </c:pt>
                <c:pt idx="1393">
                  <c:v>203.913877010345</c:v>
                </c:pt>
                <c:pt idx="1394">
                  <c:v>204.100354075432</c:v>
                </c:pt>
                <c:pt idx="1395">
                  <c:v>204.300256729126</c:v>
                </c:pt>
                <c:pt idx="1396">
                  <c:v>204.498497962952</c:v>
                </c:pt>
                <c:pt idx="1397">
                  <c:v>204.660489976406</c:v>
                </c:pt>
                <c:pt idx="1398">
                  <c:v>204.79080671072</c:v>
                </c:pt>
                <c:pt idx="1399">
                  <c:v>204.865360379219</c:v>
                </c:pt>
                <c:pt idx="1400">
                  <c:v>205.022072255611</c:v>
                </c:pt>
                <c:pt idx="1401">
                  <c:v>205.249217033386</c:v>
                </c:pt>
                <c:pt idx="1402">
                  <c:v>205.306485891342</c:v>
                </c:pt>
                <c:pt idx="1403">
                  <c:v>205.348586976528</c:v>
                </c:pt>
                <c:pt idx="1404">
                  <c:v>205.334784924984</c:v>
                </c:pt>
                <c:pt idx="1405">
                  <c:v>205.356453120708</c:v>
                </c:pt>
                <c:pt idx="1406">
                  <c:v>205.463499188423</c:v>
                </c:pt>
                <c:pt idx="1407">
                  <c:v>205.606691777706</c:v>
                </c:pt>
                <c:pt idx="1408">
                  <c:v>205.682379484177</c:v>
                </c:pt>
                <c:pt idx="1409">
                  <c:v>205.757535874844</c:v>
                </c:pt>
                <c:pt idx="1410">
                  <c:v>205.919152319431</c:v>
                </c:pt>
                <c:pt idx="1411">
                  <c:v>206.037750780582</c:v>
                </c:pt>
                <c:pt idx="1412">
                  <c:v>206.175753414631</c:v>
                </c:pt>
                <c:pt idx="1413">
                  <c:v>206.262648284435</c:v>
                </c:pt>
                <c:pt idx="1414">
                  <c:v>206.354820430279</c:v>
                </c:pt>
                <c:pt idx="1415">
                  <c:v>206.480807125568</c:v>
                </c:pt>
                <c:pt idx="1416">
                  <c:v>206.580793678761</c:v>
                </c:pt>
                <c:pt idx="1417">
                  <c:v>206.731132984161</c:v>
                </c:pt>
                <c:pt idx="1418">
                  <c:v>206.693376541138</c:v>
                </c:pt>
                <c:pt idx="1419">
                  <c:v>206.697786808014</c:v>
                </c:pt>
                <c:pt idx="1420">
                  <c:v>206.72092294693</c:v>
                </c:pt>
                <c:pt idx="1421">
                  <c:v>206.826151311398</c:v>
                </c:pt>
                <c:pt idx="1422">
                  <c:v>206.989952147007</c:v>
                </c:pt>
                <c:pt idx="1423">
                  <c:v>207.153495490551</c:v>
                </c:pt>
                <c:pt idx="1424">
                  <c:v>207.254819154739</c:v>
                </c:pt>
                <c:pt idx="1425">
                  <c:v>207.378781557083</c:v>
                </c:pt>
                <c:pt idx="1426">
                  <c:v>207.563543796539</c:v>
                </c:pt>
                <c:pt idx="1427">
                  <c:v>207.753286957741</c:v>
                </c:pt>
                <c:pt idx="1428">
                  <c:v>208.03087747097</c:v>
                </c:pt>
                <c:pt idx="1429">
                  <c:v>208.280533909798</c:v>
                </c:pt>
                <c:pt idx="1430">
                  <c:v>208.600161135197</c:v>
                </c:pt>
                <c:pt idx="1431">
                  <c:v>208.844134628773</c:v>
                </c:pt>
                <c:pt idx="1432">
                  <c:v>209.059931397438</c:v>
                </c:pt>
                <c:pt idx="1433">
                  <c:v>209.236114263535</c:v>
                </c:pt>
                <c:pt idx="1434">
                  <c:v>209.357020735741</c:v>
                </c:pt>
                <c:pt idx="1435">
                  <c:v>209.485188364983</c:v>
                </c:pt>
                <c:pt idx="1436">
                  <c:v>209.627892017365</c:v>
                </c:pt>
                <c:pt idx="1437">
                  <c:v>209.76871752739</c:v>
                </c:pt>
                <c:pt idx="1438">
                  <c:v>209.883713424206</c:v>
                </c:pt>
                <c:pt idx="1439">
                  <c:v>210.015359342098</c:v>
                </c:pt>
                <c:pt idx="1440">
                  <c:v>210.135733067989</c:v>
                </c:pt>
                <c:pt idx="1441">
                  <c:v>210.271503090858</c:v>
                </c:pt>
                <c:pt idx="1442">
                  <c:v>210.428483068943</c:v>
                </c:pt>
                <c:pt idx="1443">
                  <c:v>210.571348190308</c:v>
                </c:pt>
                <c:pt idx="1444">
                  <c:v>210.72850972414</c:v>
                </c:pt>
                <c:pt idx="1445">
                  <c:v>210.861125528812</c:v>
                </c:pt>
                <c:pt idx="1446">
                  <c:v>211.000574171543</c:v>
                </c:pt>
                <c:pt idx="1447">
                  <c:v>211.102664828301</c:v>
                </c:pt>
                <c:pt idx="1448">
                  <c:v>211.203813016415</c:v>
                </c:pt>
                <c:pt idx="1449">
                  <c:v>211.264981269836</c:v>
                </c:pt>
                <c:pt idx="1450">
                  <c:v>211.363839685917</c:v>
                </c:pt>
                <c:pt idx="1451">
                  <c:v>211.458057999611</c:v>
                </c:pt>
                <c:pt idx="1452">
                  <c:v>211.535565674305</c:v>
                </c:pt>
                <c:pt idx="1453">
                  <c:v>211.66403400898</c:v>
                </c:pt>
                <c:pt idx="1454">
                  <c:v>211.787648677826</c:v>
                </c:pt>
                <c:pt idx="1455">
                  <c:v>211.947650551796</c:v>
                </c:pt>
                <c:pt idx="1456">
                  <c:v>212.032431125641</c:v>
                </c:pt>
                <c:pt idx="1457">
                  <c:v>212.050124883652</c:v>
                </c:pt>
                <c:pt idx="1458">
                  <c:v>212.143886625767</c:v>
                </c:pt>
                <c:pt idx="1459">
                  <c:v>212.230215013027</c:v>
                </c:pt>
                <c:pt idx="1460">
                  <c:v>212.366916537285</c:v>
                </c:pt>
                <c:pt idx="1461">
                  <c:v>212.498010754585</c:v>
                </c:pt>
                <c:pt idx="1462">
                  <c:v>212.71040314436</c:v>
                </c:pt>
                <c:pt idx="1463">
                  <c:v>212.884434580803</c:v>
                </c:pt>
                <c:pt idx="1464">
                  <c:v>213.071252465248</c:v>
                </c:pt>
                <c:pt idx="1465">
                  <c:v>213.279973447323</c:v>
                </c:pt>
                <c:pt idx="1466">
                  <c:v>213.476225554943</c:v>
                </c:pt>
                <c:pt idx="1467">
                  <c:v>213.609601557255</c:v>
                </c:pt>
                <c:pt idx="1468">
                  <c:v>213.711891114712</c:v>
                </c:pt>
                <c:pt idx="1469">
                  <c:v>213.875575304031</c:v>
                </c:pt>
                <c:pt idx="1470">
                  <c:v>213.998983025551</c:v>
                </c:pt>
                <c:pt idx="1471">
                  <c:v>214.101565957069</c:v>
                </c:pt>
                <c:pt idx="1472">
                  <c:v>214.139799773693</c:v>
                </c:pt>
                <c:pt idx="1473">
                  <c:v>214.199964463711</c:v>
                </c:pt>
                <c:pt idx="1474">
                  <c:v>214.273673355579</c:v>
                </c:pt>
                <c:pt idx="1475">
                  <c:v>214.360435783863</c:v>
                </c:pt>
                <c:pt idx="1476">
                  <c:v>214.480172753334</c:v>
                </c:pt>
                <c:pt idx="1477">
                  <c:v>214.661560595036</c:v>
                </c:pt>
                <c:pt idx="1478">
                  <c:v>214.914136111736</c:v>
                </c:pt>
                <c:pt idx="1479">
                  <c:v>215.119434058666</c:v>
                </c:pt>
                <c:pt idx="1480">
                  <c:v>215.351558625698</c:v>
                </c:pt>
                <c:pt idx="1481">
                  <c:v>215.546219050884</c:v>
                </c:pt>
                <c:pt idx="1482">
                  <c:v>215.760594248772</c:v>
                </c:pt>
                <c:pt idx="1483">
                  <c:v>215.962945044041</c:v>
                </c:pt>
                <c:pt idx="1484">
                  <c:v>216.228889405727</c:v>
                </c:pt>
                <c:pt idx="1485">
                  <c:v>216.4704605937</c:v>
                </c:pt>
                <c:pt idx="1486">
                  <c:v>216.710980772972</c:v>
                </c:pt>
                <c:pt idx="1487">
                  <c:v>216.907014906406</c:v>
                </c:pt>
                <c:pt idx="1488">
                  <c:v>217.071040153503</c:v>
                </c:pt>
                <c:pt idx="1489">
                  <c:v>217.265133738518</c:v>
                </c:pt>
                <c:pt idx="1490">
                  <c:v>217.471876621246</c:v>
                </c:pt>
                <c:pt idx="1491">
                  <c:v>217.660151004791</c:v>
                </c:pt>
                <c:pt idx="1492">
                  <c:v>217.848426282406</c:v>
                </c:pt>
                <c:pt idx="1493">
                  <c:v>218.046625077724</c:v>
                </c:pt>
                <c:pt idx="1494">
                  <c:v>218.166749179363</c:v>
                </c:pt>
                <c:pt idx="1495">
                  <c:v>218.282060921192</c:v>
                </c:pt>
                <c:pt idx="1496">
                  <c:v>218.481298625469</c:v>
                </c:pt>
                <c:pt idx="1497">
                  <c:v>218.665511488915</c:v>
                </c:pt>
                <c:pt idx="1498">
                  <c:v>218.752607226372</c:v>
                </c:pt>
                <c:pt idx="1499">
                  <c:v>218.835607647896</c:v>
                </c:pt>
                <c:pt idx="1500">
                  <c:v>218.921477437019</c:v>
                </c:pt>
                <c:pt idx="1501">
                  <c:v>219.028005003929</c:v>
                </c:pt>
                <c:pt idx="1502">
                  <c:v>219.030333220959</c:v>
                </c:pt>
                <c:pt idx="1503">
                  <c:v>219.018695652485</c:v>
                </c:pt>
                <c:pt idx="1504">
                  <c:v>218.970737397671</c:v>
                </c:pt>
                <c:pt idx="1505">
                  <c:v>218.99855452776</c:v>
                </c:pt>
                <c:pt idx="1506">
                  <c:v>218.973741829395</c:v>
                </c:pt>
                <c:pt idx="1507">
                  <c:v>219.016245901585</c:v>
                </c:pt>
                <c:pt idx="1508">
                  <c:v>219.040708005428</c:v>
                </c:pt>
                <c:pt idx="1509">
                  <c:v>218.978836119175</c:v>
                </c:pt>
                <c:pt idx="1510">
                  <c:v>218.848233282566</c:v>
                </c:pt>
                <c:pt idx="1511">
                  <c:v>218.727253615856</c:v>
                </c:pt>
                <c:pt idx="1512">
                  <c:v>218.595241725445</c:v>
                </c:pt>
                <c:pt idx="1513">
                  <c:v>218.565651595592</c:v>
                </c:pt>
                <c:pt idx="1514">
                  <c:v>218.570016086102</c:v>
                </c:pt>
                <c:pt idx="1515">
                  <c:v>218.473605573177</c:v>
                </c:pt>
                <c:pt idx="1516">
                  <c:v>218.40692871809</c:v>
                </c:pt>
                <c:pt idx="1517">
                  <c:v>218.280743539333</c:v>
                </c:pt>
                <c:pt idx="1518">
                  <c:v>218.245758116245</c:v>
                </c:pt>
                <c:pt idx="1519">
                  <c:v>218.303142786026</c:v>
                </c:pt>
                <c:pt idx="1520">
                  <c:v>218.39875471592</c:v>
                </c:pt>
                <c:pt idx="1521">
                  <c:v>218.435945689678</c:v>
                </c:pt>
                <c:pt idx="1522">
                  <c:v>218.586342632771</c:v>
                </c:pt>
                <c:pt idx="1523">
                  <c:v>218.674670755863</c:v>
                </c:pt>
                <c:pt idx="1524">
                  <c:v>218.8397564888</c:v>
                </c:pt>
                <c:pt idx="1525">
                  <c:v>219.10634303093</c:v>
                </c:pt>
                <c:pt idx="1526">
                  <c:v>219.39825797081</c:v>
                </c:pt>
                <c:pt idx="1527">
                  <c:v>219.606868624687</c:v>
                </c:pt>
                <c:pt idx="1528">
                  <c:v>219.750157952309</c:v>
                </c:pt>
                <c:pt idx="1529">
                  <c:v>219.875534057617</c:v>
                </c:pt>
                <c:pt idx="1530">
                  <c:v>220.051356732845</c:v>
                </c:pt>
                <c:pt idx="1531">
                  <c:v>220.302805125713</c:v>
                </c:pt>
                <c:pt idx="1532">
                  <c:v>220.470120251179</c:v>
                </c:pt>
                <c:pt idx="1533">
                  <c:v>220.659777462482</c:v>
                </c:pt>
                <c:pt idx="1534">
                  <c:v>220.859683036804</c:v>
                </c:pt>
                <c:pt idx="1535">
                  <c:v>221.020870506763</c:v>
                </c:pt>
                <c:pt idx="1536">
                  <c:v>221.175279438496</c:v>
                </c:pt>
                <c:pt idx="1537">
                  <c:v>221.424729168415</c:v>
                </c:pt>
                <c:pt idx="1538">
                  <c:v>221.608705699444</c:v>
                </c:pt>
                <c:pt idx="1539">
                  <c:v>221.745738089085</c:v>
                </c:pt>
                <c:pt idx="1540">
                  <c:v>221.968943655491</c:v>
                </c:pt>
                <c:pt idx="1541">
                  <c:v>222.160865306854</c:v>
                </c:pt>
                <c:pt idx="1542">
                  <c:v>222.344440340996</c:v>
                </c:pt>
                <c:pt idx="1543">
                  <c:v>222.509604454041</c:v>
                </c:pt>
                <c:pt idx="1544">
                  <c:v>222.641886711121</c:v>
                </c:pt>
                <c:pt idx="1545">
                  <c:v>222.760009229183</c:v>
                </c:pt>
                <c:pt idx="1546">
                  <c:v>222.757324874401</c:v>
                </c:pt>
                <c:pt idx="1547">
                  <c:v>222.762241601944</c:v>
                </c:pt>
                <c:pt idx="1548">
                  <c:v>222.726863622665</c:v>
                </c:pt>
                <c:pt idx="1549">
                  <c:v>222.665473103523</c:v>
                </c:pt>
                <c:pt idx="1550">
                  <c:v>222.48525249958</c:v>
                </c:pt>
                <c:pt idx="1551">
                  <c:v>222.317292928696</c:v>
                </c:pt>
                <c:pt idx="1552">
                  <c:v>222.158144235611</c:v>
                </c:pt>
                <c:pt idx="1553">
                  <c:v>222.071441411972</c:v>
                </c:pt>
                <c:pt idx="1554">
                  <c:v>221.963805794716</c:v>
                </c:pt>
                <c:pt idx="1555">
                  <c:v>221.899827599525</c:v>
                </c:pt>
                <c:pt idx="1556">
                  <c:v>221.836537957191</c:v>
                </c:pt>
                <c:pt idx="1557">
                  <c:v>221.803448081017</c:v>
                </c:pt>
                <c:pt idx="1558">
                  <c:v>221.830494105816</c:v>
                </c:pt>
                <c:pt idx="1559">
                  <c:v>221.766674935818</c:v>
                </c:pt>
                <c:pt idx="1560">
                  <c:v>221.694428861141</c:v>
                </c:pt>
                <c:pt idx="1561">
                  <c:v>221.659762203693</c:v>
                </c:pt>
                <c:pt idx="1562">
                  <c:v>221.703895866871</c:v>
                </c:pt>
                <c:pt idx="1563">
                  <c:v>221.832150638104</c:v>
                </c:pt>
                <c:pt idx="1564">
                  <c:v>222.012012004852</c:v>
                </c:pt>
                <c:pt idx="1565">
                  <c:v>222.242187023163</c:v>
                </c:pt>
                <c:pt idx="1566">
                  <c:v>222.436325907707</c:v>
                </c:pt>
                <c:pt idx="1567">
                  <c:v>222.626038551331</c:v>
                </c:pt>
                <c:pt idx="1568">
                  <c:v>222.828446030617</c:v>
                </c:pt>
                <c:pt idx="1569">
                  <c:v>223.001154482365</c:v>
                </c:pt>
                <c:pt idx="1570">
                  <c:v>223.303374290466</c:v>
                </c:pt>
                <c:pt idx="1571">
                  <c:v>223.562845349312</c:v>
                </c:pt>
                <c:pt idx="1572">
                  <c:v>223.774018466473</c:v>
                </c:pt>
                <c:pt idx="1573">
                  <c:v>223.957531571388</c:v>
                </c:pt>
                <c:pt idx="1574">
                  <c:v>224.168552696705</c:v>
                </c:pt>
                <c:pt idx="1575">
                  <c:v>224.32829785347</c:v>
                </c:pt>
                <c:pt idx="1576">
                  <c:v>224.600091457367</c:v>
                </c:pt>
                <c:pt idx="1577">
                  <c:v>224.853371858597</c:v>
                </c:pt>
                <c:pt idx="1578">
                  <c:v>225.10383284092</c:v>
                </c:pt>
                <c:pt idx="1579">
                  <c:v>225.432394504547</c:v>
                </c:pt>
                <c:pt idx="1580">
                  <c:v>225.752282083035</c:v>
                </c:pt>
                <c:pt idx="1581">
                  <c:v>226.109984278679</c:v>
                </c:pt>
                <c:pt idx="1582">
                  <c:v>226.475982785225</c:v>
                </c:pt>
                <c:pt idx="1583">
                  <c:v>226.816772460938</c:v>
                </c:pt>
                <c:pt idx="1584">
                  <c:v>227.165772378445</c:v>
                </c:pt>
                <c:pt idx="1585">
                  <c:v>227.582018315792</c:v>
                </c:pt>
                <c:pt idx="1586">
                  <c:v>228.007415831089</c:v>
                </c:pt>
                <c:pt idx="1587">
                  <c:v>228.487074315548</c:v>
                </c:pt>
                <c:pt idx="1588">
                  <c:v>228.934071719646</c:v>
                </c:pt>
                <c:pt idx="1589">
                  <c:v>229.356938004494</c:v>
                </c:pt>
                <c:pt idx="1590">
                  <c:v>229.728104352951</c:v>
                </c:pt>
                <c:pt idx="1591">
                  <c:v>230.026980519295</c:v>
                </c:pt>
                <c:pt idx="1592">
                  <c:v>230.204140603542</c:v>
                </c:pt>
                <c:pt idx="1593">
                  <c:v>230.285789847374</c:v>
                </c:pt>
                <c:pt idx="1594">
                  <c:v>230.39295899868</c:v>
                </c:pt>
                <c:pt idx="1595">
                  <c:v>230.468254089355</c:v>
                </c:pt>
                <c:pt idx="1596">
                  <c:v>230.58287781477</c:v>
                </c:pt>
                <c:pt idx="1597">
                  <c:v>230.664421796799</c:v>
                </c:pt>
                <c:pt idx="1598">
                  <c:v>230.779645264149</c:v>
                </c:pt>
                <c:pt idx="1599">
                  <c:v>230.904775798321</c:v>
                </c:pt>
                <c:pt idx="1600">
                  <c:v>231.058941364288</c:v>
                </c:pt>
                <c:pt idx="1601">
                  <c:v>231.146852910519</c:v>
                </c:pt>
                <c:pt idx="1602">
                  <c:v>231.382846474648</c:v>
                </c:pt>
                <c:pt idx="1603">
                  <c:v>231.656993508339</c:v>
                </c:pt>
                <c:pt idx="1604">
                  <c:v>231.823950529099</c:v>
                </c:pt>
                <c:pt idx="1605">
                  <c:v>232.00044208765</c:v>
                </c:pt>
                <c:pt idx="1606">
                  <c:v>232.126077890396</c:v>
                </c:pt>
                <c:pt idx="1607">
                  <c:v>232.292110860348</c:v>
                </c:pt>
                <c:pt idx="1608">
                  <c:v>232.459678053856</c:v>
                </c:pt>
                <c:pt idx="1609">
                  <c:v>232.531120061874</c:v>
                </c:pt>
                <c:pt idx="1610">
                  <c:v>232.598207592964</c:v>
                </c:pt>
                <c:pt idx="1611">
                  <c:v>232.681604385376</c:v>
                </c:pt>
                <c:pt idx="1612">
                  <c:v>232.714076399803</c:v>
                </c:pt>
                <c:pt idx="1613">
                  <c:v>232.816145658493</c:v>
                </c:pt>
                <c:pt idx="1614">
                  <c:v>232.940864026547</c:v>
                </c:pt>
                <c:pt idx="1615">
                  <c:v>233.117381870747</c:v>
                </c:pt>
                <c:pt idx="1616">
                  <c:v>233.244982600212</c:v>
                </c:pt>
                <c:pt idx="1617">
                  <c:v>233.406032264233</c:v>
                </c:pt>
                <c:pt idx="1618">
                  <c:v>233.601555883884</c:v>
                </c:pt>
                <c:pt idx="1619">
                  <c:v>233.956549346447</c:v>
                </c:pt>
                <c:pt idx="1620">
                  <c:v>234.239683866501</c:v>
                </c:pt>
                <c:pt idx="1621">
                  <c:v>234.534407317638</c:v>
                </c:pt>
                <c:pt idx="1622">
                  <c:v>234.78008043766</c:v>
                </c:pt>
                <c:pt idx="1623">
                  <c:v>235.052526712418</c:v>
                </c:pt>
                <c:pt idx="1624">
                  <c:v>235.271395921707</c:v>
                </c:pt>
                <c:pt idx="1625">
                  <c:v>235.471573054791</c:v>
                </c:pt>
                <c:pt idx="1626">
                  <c:v>235.698060333729</c:v>
                </c:pt>
                <c:pt idx="1627">
                  <c:v>235.895600557327</c:v>
                </c:pt>
                <c:pt idx="1628">
                  <c:v>236.09805804491</c:v>
                </c:pt>
                <c:pt idx="1629">
                  <c:v>236.216533064842</c:v>
                </c:pt>
                <c:pt idx="1630">
                  <c:v>236.351112663746</c:v>
                </c:pt>
                <c:pt idx="1631">
                  <c:v>236.443443477154</c:v>
                </c:pt>
                <c:pt idx="1632">
                  <c:v>236.451687574387</c:v>
                </c:pt>
                <c:pt idx="1633">
                  <c:v>236.418018102646</c:v>
                </c:pt>
                <c:pt idx="1634">
                  <c:v>236.415522933006</c:v>
                </c:pt>
                <c:pt idx="1635">
                  <c:v>236.449147880077</c:v>
                </c:pt>
                <c:pt idx="1636">
                  <c:v>236.450730443001</c:v>
                </c:pt>
                <c:pt idx="1637">
                  <c:v>236.348892211914</c:v>
                </c:pt>
                <c:pt idx="1638">
                  <c:v>236.291264891625</c:v>
                </c:pt>
                <c:pt idx="1639">
                  <c:v>236.216268062592</c:v>
                </c:pt>
                <c:pt idx="1640">
                  <c:v>236.145421504974</c:v>
                </c:pt>
                <c:pt idx="1641">
                  <c:v>236.170110702515</c:v>
                </c:pt>
                <c:pt idx="1642">
                  <c:v>236.229141294956</c:v>
                </c:pt>
                <c:pt idx="1643">
                  <c:v>236.297543406487</c:v>
                </c:pt>
                <c:pt idx="1644">
                  <c:v>236.339552819729</c:v>
                </c:pt>
                <c:pt idx="1645">
                  <c:v>236.402676820755</c:v>
                </c:pt>
                <c:pt idx="1646">
                  <c:v>236.515157938004</c:v>
                </c:pt>
                <c:pt idx="1647">
                  <c:v>236.593577742577</c:v>
                </c:pt>
                <c:pt idx="1648">
                  <c:v>236.636154055595</c:v>
                </c:pt>
                <c:pt idx="1649">
                  <c:v>236.733847796917</c:v>
                </c:pt>
                <c:pt idx="1650">
                  <c:v>236.818115830421</c:v>
                </c:pt>
                <c:pt idx="1651">
                  <c:v>236.82791018486</c:v>
                </c:pt>
                <c:pt idx="1652">
                  <c:v>236.868981778622</c:v>
                </c:pt>
                <c:pt idx="1653">
                  <c:v>236.896750509739</c:v>
                </c:pt>
                <c:pt idx="1654">
                  <c:v>236.897162973881</c:v>
                </c:pt>
                <c:pt idx="1655">
                  <c:v>236.950789928436</c:v>
                </c:pt>
                <c:pt idx="1656">
                  <c:v>236.904487252235</c:v>
                </c:pt>
                <c:pt idx="1657">
                  <c:v>236.935200035572</c:v>
                </c:pt>
                <c:pt idx="1658">
                  <c:v>236.86376863718</c:v>
                </c:pt>
                <c:pt idx="1659">
                  <c:v>236.775982320309</c:v>
                </c:pt>
                <c:pt idx="1660">
                  <c:v>236.645494997501</c:v>
                </c:pt>
                <c:pt idx="1661">
                  <c:v>236.502966701984</c:v>
                </c:pt>
                <c:pt idx="1662">
                  <c:v>236.461957752705</c:v>
                </c:pt>
                <c:pt idx="1663">
                  <c:v>236.572302043438</c:v>
                </c:pt>
                <c:pt idx="1664">
                  <c:v>236.75922960043</c:v>
                </c:pt>
                <c:pt idx="1665">
                  <c:v>236.866873919964</c:v>
                </c:pt>
                <c:pt idx="1666">
                  <c:v>237.005651950836</c:v>
                </c:pt>
                <c:pt idx="1667">
                  <c:v>237.156366467476</c:v>
                </c:pt>
                <c:pt idx="1668">
                  <c:v>237.329223632813</c:v>
                </c:pt>
                <c:pt idx="1669">
                  <c:v>237.501517832279</c:v>
                </c:pt>
                <c:pt idx="1670">
                  <c:v>237.71373295784</c:v>
                </c:pt>
                <c:pt idx="1671">
                  <c:v>237.90140491724</c:v>
                </c:pt>
                <c:pt idx="1672">
                  <c:v>238.100182592869</c:v>
                </c:pt>
                <c:pt idx="1673">
                  <c:v>238.210609197617</c:v>
                </c:pt>
                <c:pt idx="1674">
                  <c:v>238.336667537689</c:v>
                </c:pt>
                <c:pt idx="1675">
                  <c:v>238.383114337921</c:v>
                </c:pt>
                <c:pt idx="1676">
                  <c:v>238.3642359972</c:v>
                </c:pt>
                <c:pt idx="1677">
                  <c:v>238.495772004128</c:v>
                </c:pt>
                <c:pt idx="1678">
                  <c:v>238.547536551952</c:v>
                </c:pt>
                <c:pt idx="1679">
                  <c:v>238.516433775425</c:v>
                </c:pt>
                <c:pt idx="1680">
                  <c:v>238.502912819386</c:v>
                </c:pt>
                <c:pt idx="1681">
                  <c:v>238.511381864548</c:v>
                </c:pt>
                <c:pt idx="1682">
                  <c:v>238.50407910347</c:v>
                </c:pt>
                <c:pt idx="1683">
                  <c:v>238.450196862221</c:v>
                </c:pt>
                <c:pt idx="1684">
                  <c:v>238.408764481545</c:v>
                </c:pt>
                <c:pt idx="1685">
                  <c:v>238.50376701355</c:v>
                </c:pt>
                <c:pt idx="1686">
                  <c:v>238.705043077469</c:v>
                </c:pt>
                <c:pt idx="1687">
                  <c:v>238.820765256882</c:v>
                </c:pt>
                <c:pt idx="1688">
                  <c:v>238.938974201679</c:v>
                </c:pt>
                <c:pt idx="1689">
                  <c:v>239.019525289536</c:v>
                </c:pt>
                <c:pt idx="1690">
                  <c:v>239.085623979569</c:v>
                </c:pt>
                <c:pt idx="1691">
                  <c:v>239.116932570934</c:v>
                </c:pt>
                <c:pt idx="1692">
                  <c:v>239.207066833973</c:v>
                </c:pt>
                <c:pt idx="1693">
                  <c:v>239.289939761162</c:v>
                </c:pt>
                <c:pt idx="1694">
                  <c:v>239.42728048563</c:v>
                </c:pt>
                <c:pt idx="1695">
                  <c:v>239.609004080296</c:v>
                </c:pt>
                <c:pt idx="1696">
                  <c:v>239.645718276501</c:v>
                </c:pt>
                <c:pt idx="1697">
                  <c:v>239.801329791546</c:v>
                </c:pt>
                <c:pt idx="1698">
                  <c:v>240.046983659267</c:v>
                </c:pt>
                <c:pt idx="1699">
                  <c:v>240.241532862186</c:v>
                </c:pt>
                <c:pt idx="1700">
                  <c:v>240.561545193195</c:v>
                </c:pt>
                <c:pt idx="1701">
                  <c:v>240.895893454552</c:v>
                </c:pt>
                <c:pt idx="1702">
                  <c:v>241.235279202461</c:v>
                </c:pt>
                <c:pt idx="1703">
                  <c:v>241.585398077965</c:v>
                </c:pt>
                <c:pt idx="1704">
                  <c:v>241.854520559311</c:v>
                </c:pt>
                <c:pt idx="1705">
                  <c:v>242.034272551537</c:v>
                </c:pt>
                <c:pt idx="1706">
                  <c:v>242.133411645889</c:v>
                </c:pt>
                <c:pt idx="1707">
                  <c:v>242.151617228985</c:v>
                </c:pt>
                <c:pt idx="1708">
                  <c:v>242.209424376488</c:v>
                </c:pt>
                <c:pt idx="1709">
                  <c:v>242.362901806831</c:v>
                </c:pt>
                <c:pt idx="1710">
                  <c:v>242.46188056469</c:v>
                </c:pt>
                <c:pt idx="1711">
                  <c:v>242.631677687168</c:v>
                </c:pt>
                <c:pt idx="1712">
                  <c:v>242.759116113186</c:v>
                </c:pt>
                <c:pt idx="1713">
                  <c:v>242.907628893852</c:v>
                </c:pt>
                <c:pt idx="1714">
                  <c:v>243.061143040657</c:v>
                </c:pt>
                <c:pt idx="1715">
                  <c:v>243.185985207558</c:v>
                </c:pt>
                <c:pt idx="1716">
                  <c:v>243.09051156044</c:v>
                </c:pt>
                <c:pt idx="1717">
                  <c:v>242.7419257164</c:v>
                </c:pt>
                <c:pt idx="1718">
                  <c:v>242.354822516441</c:v>
                </c:pt>
                <c:pt idx="1719">
                  <c:v>242.063370108604</c:v>
                </c:pt>
                <c:pt idx="1720">
                  <c:v>241.883581638336</c:v>
                </c:pt>
                <c:pt idx="1721">
                  <c:v>241.745682835579</c:v>
                </c:pt>
                <c:pt idx="1722">
                  <c:v>241.507605433464</c:v>
                </c:pt>
                <c:pt idx="1723">
                  <c:v>241.37311065197</c:v>
                </c:pt>
                <c:pt idx="1724">
                  <c:v>241.31131708622</c:v>
                </c:pt>
                <c:pt idx="1725">
                  <c:v>241.569449663162</c:v>
                </c:pt>
                <c:pt idx="1726">
                  <c:v>242.274999797344</c:v>
                </c:pt>
                <c:pt idx="1727">
                  <c:v>242.972368717194</c:v>
                </c:pt>
                <c:pt idx="1728">
                  <c:v>243.825654625893</c:v>
                </c:pt>
                <c:pt idx="1729">
                  <c:v>244.587189614773</c:v>
                </c:pt>
                <c:pt idx="1730">
                  <c:v>245.204466700554</c:v>
                </c:pt>
                <c:pt idx="1731">
                  <c:v>245.657092094421</c:v>
                </c:pt>
                <c:pt idx="1732">
                  <c:v>246.025587558746</c:v>
                </c:pt>
                <c:pt idx="1733">
                  <c:v>246.317183554173</c:v>
                </c:pt>
                <c:pt idx="1734">
                  <c:v>246.351091325283</c:v>
                </c:pt>
                <c:pt idx="1735">
                  <c:v>246.472848653793</c:v>
                </c:pt>
                <c:pt idx="1736">
                  <c:v>246.610545933247</c:v>
                </c:pt>
                <c:pt idx="1737">
                  <c:v>246.918449759483</c:v>
                </c:pt>
                <c:pt idx="1738">
                  <c:v>247.156048119068</c:v>
                </c:pt>
                <c:pt idx="1739">
                  <c:v>247.164492726326</c:v>
                </c:pt>
                <c:pt idx="1740">
                  <c:v>247.145249009132</c:v>
                </c:pt>
                <c:pt idx="1741">
                  <c:v>247.291569054127</c:v>
                </c:pt>
                <c:pt idx="1742">
                  <c:v>247.572423398495</c:v>
                </c:pt>
                <c:pt idx="1743">
                  <c:v>247.824955880642</c:v>
                </c:pt>
                <c:pt idx="1744">
                  <c:v>248.020191907883</c:v>
                </c:pt>
                <c:pt idx="1745">
                  <c:v>248.259921789169</c:v>
                </c:pt>
                <c:pt idx="1746">
                  <c:v>248.460057675839</c:v>
                </c:pt>
                <c:pt idx="1747">
                  <c:v>248.687309324741</c:v>
                </c:pt>
                <c:pt idx="1748">
                  <c:v>248.911156475544</c:v>
                </c:pt>
                <c:pt idx="1749">
                  <c:v>249.210345327854</c:v>
                </c:pt>
                <c:pt idx="1750">
                  <c:v>249.540447175503</c:v>
                </c:pt>
                <c:pt idx="1751">
                  <c:v>249.878704607487</c:v>
                </c:pt>
                <c:pt idx="1752">
                  <c:v>250.278752326965</c:v>
                </c:pt>
                <c:pt idx="1753">
                  <c:v>250.608397841454</c:v>
                </c:pt>
                <c:pt idx="1754">
                  <c:v>251.035236775875</c:v>
                </c:pt>
                <c:pt idx="1755">
                  <c:v>251.347345292568</c:v>
                </c:pt>
                <c:pt idx="1756">
                  <c:v>251.660046160221</c:v>
                </c:pt>
                <c:pt idx="1757">
                  <c:v>251.980658650398</c:v>
                </c:pt>
                <c:pt idx="1758">
                  <c:v>252.20018029213</c:v>
                </c:pt>
                <c:pt idx="1759">
                  <c:v>252.389276742935</c:v>
                </c:pt>
                <c:pt idx="1760">
                  <c:v>252.583617389202</c:v>
                </c:pt>
                <c:pt idx="1761">
                  <c:v>252.776903033257</c:v>
                </c:pt>
                <c:pt idx="1762">
                  <c:v>252.958248615265</c:v>
                </c:pt>
                <c:pt idx="1763">
                  <c:v>253.221324503422</c:v>
                </c:pt>
                <c:pt idx="1764">
                  <c:v>253.489036500454</c:v>
                </c:pt>
                <c:pt idx="1765">
                  <c:v>253.746004462242</c:v>
                </c:pt>
                <c:pt idx="1766">
                  <c:v>253.983531534672</c:v>
                </c:pt>
                <c:pt idx="1767">
                  <c:v>254.2153018713</c:v>
                </c:pt>
                <c:pt idx="1768">
                  <c:v>254.490700960159</c:v>
                </c:pt>
                <c:pt idx="1769">
                  <c:v>255.087458252907</c:v>
                </c:pt>
                <c:pt idx="1770">
                  <c:v>255.482195734978</c:v>
                </c:pt>
                <c:pt idx="1771">
                  <c:v>255.911189675331</c:v>
                </c:pt>
                <c:pt idx="1772">
                  <c:v>256.330406785011</c:v>
                </c:pt>
                <c:pt idx="1773">
                  <c:v>256.739023685455</c:v>
                </c:pt>
                <c:pt idx="1774">
                  <c:v>256.95879560709</c:v>
                </c:pt>
                <c:pt idx="1775">
                  <c:v>256.980334579945</c:v>
                </c:pt>
                <c:pt idx="1776">
                  <c:v>257.042305588722</c:v>
                </c:pt>
                <c:pt idx="1777">
                  <c:v>257.121108829975</c:v>
                </c:pt>
                <c:pt idx="1778">
                  <c:v>257.125374734402</c:v>
                </c:pt>
                <c:pt idx="1779">
                  <c:v>257.086515724659</c:v>
                </c:pt>
                <c:pt idx="1780">
                  <c:v>257.047331154347</c:v>
                </c:pt>
                <c:pt idx="1781">
                  <c:v>257.036317527294</c:v>
                </c:pt>
                <c:pt idx="1782">
                  <c:v>257.143786370754</c:v>
                </c:pt>
                <c:pt idx="1783">
                  <c:v>257.20277172327</c:v>
                </c:pt>
                <c:pt idx="1784">
                  <c:v>257.29294025898</c:v>
                </c:pt>
                <c:pt idx="1785">
                  <c:v>257.436710596085</c:v>
                </c:pt>
                <c:pt idx="1786">
                  <c:v>257.519849717617</c:v>
                </c:pt>
                <c:pt idx="1787">
                  <c:v>257.620781004429</c:v>
                </c:pt>
                <c:pt idx="1788">
                  <c:v>257.758120536804</c:v>
                </c:pt>
                <c:pt idx="1789">
                  <c:v>257.942064106464</c:v>
                </c:pt>
                <c:pt idx="1790">
                  <c:v>258.089480340481</c:v>
                </c:pt>
                <c:pt idx="1791">
                  <c:v>258.21850425005</c:v>
                </c:pt>
                <c:pt idx="1792">
                  <c:v>258.354186475277</c:v>
                </c:pt>
                <c:pt idx="1793">
                  <c:v>258.50604814291</c:v>
                </c:pt>
                <c:pt idx="1794">
                  <c:v>258.714757025242</c:v>
                </c:pt>
                <c:pt idx="1795">
                  <c:v>258.816673457623</c:v>
                </c:pt>
                <c:pt idx="1796">
                  <c:v>258.942940175533</c:v>
                </c:pt>
                <c:pt idx="1797">
                  <c:v>259.033020853996</c:v>
                </c:pt>
                <c:pt idx="1798">
                  <c:v>259.035521507263</c:v>
                </c:pt>
                <c:pt idx="1799">
                  <c:v>259.018934965134</c:v>
                </c:pt>
                <c:pt idx="1800">
                  <c:v>258.971896052361</c:v>
                </c:pt>
                <c:pt idx="1801">
                  <c:v>258.831199288368</c:v>
                </c:pt>
                <c:pt idx="1802">
                  <c:v>258.816044211388</c:v>
                </c:pt>
                <c:pt idx="1803">
                  <c:v>259.038897275925</c:v>
                </c:pt>
                <c:pt idx="1804">
                  <c:v>258.944530487061</c:v>
                </c:pt>
                <c:pt idx="1805">
                  <c:v>259.004095971584</c:v>
                </c:pt>
                <c:pt idx="1806">
                  <c:v>259.130221247673</c:v>
                </c:pt>
                <c:pt idx="1807">
                  <c:v>259.314501404762</c:v>
                </c:pt>
                <c:pt idx="1808">
                  <c:v>259.421516537666</c:v>
                </c:pt>
                <c:pt idx="1809">
                  <c:v>259.614288628101</c:v>
                </c:pt>
                <c:pt idx="1810">
                  <c:v>259.845670759678</c:v>
                </c:pt>
                <c:pt idx="1811">
                  <c:v>260.136196553707</c:v>
                </c:pt>
                <c:pt idx="1812">
                  <c:v>260.410120427609</c:v>
                </c:pt>
                <c:pt idx="1813">
                  <c:v>260.745676696301</c:v>
                </c:pt>
                <c:pt idx="1814">
                  <c:v>261.0261105299</c:v>
                </c:pt>
                <c:pt idx="1815">
                  <c:v>261.173226237297</c:v>
                </c:pt>
                <c:pt idx="1816">
                  <c:v>261.240389227867</c:v>
                </c:pt>
                <c:pt idx="1817">
                  <c:v>261.360649108887</c:v>
                </c:pt>
                <c:pt idx="1818">
                  <c:v>261.473551988602</c:v>
                </c:pt>
                <c:pt idx="1819">
                  <c:v>261.571399629116</c:v>
                </c:pt>
                <c:pt idx="1820">
                  <c:v>261.662636399269</c:v>
                </c:pt>
                <c:pt idx="1821">
                  <c:v>261.801918804646</c:v>
                </c:pt>
                <c:pt idx="1822">
                  <c:v>261.909516394138</c:v>
                </c:pt>
                <c:pt idx="1823">
                  <c:v>262.056010603905</c:v>
                </c:pt>
                <c:pt idx="1824">
                  <c:v>262.251615166664</c:v>
                </c:pt>
                <c:pt idx="1825">
                  <c:v>262.420704722405</c:v>
                </c:pt>
                <c:pt idx="1826">
                  <c:v>262.600616157055</c:v>
                </c:pt>
                <c:pt idx="1827">
                  <c:v>262.793891966343</c:v>
                </c:pt>
                <c:pt idx="1828">
                  <c:v>262.92923027277</c:v>
                </c:pt>
                <c:pt idx="1829">
                  <c:v>263.012220323086</c:v>
                </c:pt>
                <c:pt idx="1830">
                  <c:v>263.079568982124</c:v>
                </c:pt>
                <c:pt idx="1831">
                  <c:v>263.251848459244</c:v>
                </c:pt>
                <c:pt idx="1832">
                  <c:v>263.381729900837</c:v>
                </c:pt>
                <c:pt idx="1833">
                  <c:v>263.530137300491</c:v>
                </c:pt>
                <c:pt idx="1834">
                  <c:v>263.755113720894</c:v>
                </c:pt>
                <c:pt idx="1835">
                  <c:v>264.007548451424</c:v>
                </c:pt>
                <c:pt idx="1836">
                  <c:v>264.175800800324</c:v>
                </c:pt>
                <c:pt idx="1837">
                  <c:v>264.388057947159</c:v>
                </c:pt>
                <c:pt idx="1838">
                  <c:v>264.587765455246</c:v>
                </c:pt>
                <c:pt idx="1839">
                  <c:v>264.906454443932</c:v>
                </c:pt>
                <c:pt idx="1840">
                  <c:v>265.276797056198</c:v>
                </c:pt>
                <c:pt idx="1841">
                  <c:v>265.592327535152</c:v>
                </c:pt>
                <c:pt idx="1842">
                  <c:v>265.879223585129</c:v>
                </c:pt>
                <c:pt idx="1843">
                  <c:v>266.119962990284</c:v>
                </c:pt>
                <c:pt idx="1844">
                  <c:v>266.333969295025</c:v>
                </c:pt>
                <c:pt idx="1845">
                  <c:v>266.551256477833</c:v>
                </c:pt>
                <c:pt idx="1846">
                  <c:v>266.785648286343</c:v>
                </c:pt>
                <c:pt idx="1847">
                  <c:v>267.02612555027</c:v>
                </c:pt>
                <c:pt idx="1848">
                  <c:v>267.241978168488</c:v>
                </c:pt>
                <c:pt idx="1849">
                  <c:v>267.409388303757</c:v>
                </c:pt>
                <c:pt idx="1850">
                  <c:v>267.583128929138</c:v>
                </c:pt>
                <c:pt idx="1851">
                  <c:v>267.799664855003</c:v>
                </c:pt>
                <c:pt idx="1852">
                  <c:v>268.009480655193</c:v>
                </c:pt>
                <c:pt idx="1853">
                  <c:v>268.198998391628</c:v>
                </c:pt>
                <c:pt idx="1854">
                  <c:v>268.337086200714</c:v>
                </c:pt>
                <c:pt idx="1855">
                  <c:v>268.452104628086</c:v>
                </c:pt>
                <c:pt idx="1856">
                  <c:v>268.583207905293</c:v>
                </c:pt>
                <c:pt idx="1857">
                  <c:v>268.641242921352</c:v>
                </c:pt>
                <c:pt idx="1858">
                  <c:v>268.754338026047</c:v>
                </c:pt>
                <c:pt idx="1859">
                  <c:v>268.891887068749</c:v>
                </c:pt>
                <c:pt idx="1860">
                  <c:v>268.931674003601</c:v>
                </c:pt>
                <c:pt idx="1861">
                  <c:v>268.977123260498</c:v>
                </c:pt>
                <c:pt idx="1862">
                  <c:v>269.024462759495</c:v>
                </c:pt>
                <c:pt idx="1863">
                  <c:v>269.180289685726</c:v>
                </c:pt>
                <c:pt idx="1864">
                  <c:v>269.322867393494</c:v>
                </c:pt>
                <c:pt idx="1865">
                  <c:v>269.501513540745</c:v>
                </c:pt>
                <c:pt idx="1866">
                  <c:v>269.664804399014</c:v>
                </c:pt>
                <c:pt idx="1867">
                  <c:v>269.762517690659</c:v>
                </c:pt>
                <c:pt idx="1868">
                  <c:v>269.892138898373</c:v>
                </c:pt>
                <c:pt idx="1869">
                  <c:v>269.979361176491</c:v>
                </c:pt>
                <c:pt idx="1870">
                  <c:v>270.097391068935</c:v>
                </c:pt>
                <c:pt idx="1871">
                  <c:v>270.086034238339</c:v>
                </c:pt>
                <c:pt idx="1872">
                  <c:v>269.922457158566</c:v>
                </c:pt>
                <c:pt idx="1873">
                  <c:v>269.655969917774</c:v>
                </c:pt>
                <c:pt idx="1874">
                  <c:v>269.526406466961</c:v>
                </c:pt>
                <c:pt idx="1875">
                  <c:v>269.371679484844</c:v>
                </c:pt>
                <c:pt idx="1876">
                  <c:v>269.30750399828</c:v>
                </c:pt>
                <c:pt idx="1877">
                  <c:v>269.185333788395</c:v>
                </c:pt>
                <c:pt idx="1878">
                  <c:v>268.989434421063</c:v>
                </c:pt>
                <c:pt idx="1879">
                  <c:v>268.848326861858</c:v>
                </c:pt>
                <c:pt idx="1880">
                  <c:v>268.753278315067</c:v>
                </c:pt>
                <c:pt idx="1881">
                  <c:v>268.769301176071</c:v>
                </c:pt>
                <c:pt idx="1882">
                  <c:v>268.460837006569</c:v>
                </c:pt>
                <c:pt idx="1883">
                  <c:v>268.635756909847</c:v>
                </c:pt>
                <c:pt idx="1884">
                  <c:v>268.596857130528</c:v>
                </c:pt>
                <c:pt idx="1885">
                  <c:v>268.434766113758</c:v>
                </c:pt>
                <c:pt idx="1886">
                  <c:v>268.089377939701</c:v>
                </c:pt>
                <c:pt idx="1887">
                  <c:v>267.931587994099</c:v>
                </c:pt>
                <c:pt idx="1888">
                  <c:v>267.776148378849</c:v>
                </c:pt>
                <c:pt idx="1889">
                  <c:v>267.635531246662</c:v>
                </c:pt>
                <c:pt idx="1890">
                  <c:v>267.44792920351</c:v>
                </c:pt>
                <c:pt idx="1891">
                  <c:v>267.572653770447</c:v>
                </c:pt>
                <c:pt idx="1892">
                  <c:v>267.769315600395</c:v>
                </c:pt>
                <c:pt idx="1893">
                  <c:v>267.744658708572</c:v>
                </c:pt>
                <c:pt idx="1894">
                  <c:v>267.695838093758</c:v>
                </c:pt>
                <c:pt idx="1895">
                  <c:v>267.646396517754</c:v>
                </c:pt>
                <c:pt idx="1896">
                  <c:v>267.601375699043</c:v>
                </c:pt>
                <c:pt idx="1897">
                  <c:v>267.489778518677</c:v>
                </c:pt>
                <c:pt idx="1898">
                  <c:v>267.50153952837</c:v>
                </c:pt>
                <c:pt idx="1899">
                  <c:v>267.562061965466</c:v>
                </c:pt>
                <c:pt idx="1900">
                  <c:v>267.633152842522</c:v>
                </c:pt>
                <c:pt idx="1901">
                  <c:v>267.608278155327</c:v>
                </c:pt>
                <c:pt idx="1902">
                  <c:v>267.754786372185</c:v>
                </c:pt>
                <c:pt idx="1903">
                  <c:v>267.983721971512</c:v>
                </c:pt>
                <c:pt idx="1904">
                  <c:v>268.237986207008</c:v>
                </c:pt>
                <c:pt idx="1905">
                  <c:v>268.452064216137</c:v>
                </c:pt>
                <c:pt idx="1906">
                  <c:v>268.71773070097</c:v>
                </c:pt>
                <c:pt idx="1907">
                  <c:v>269.053994357586</c:v>
                </c:pt>
                <c:pt idx="1908">
                  <c:v>269.40717715025</c:v>
                </c:pt>
                <c:pt idx="1909">
                  <c:v>269.720940887928</c:v>
                </c:pt>
                <c:pt idx="1910">
                  <c:v>269.940285623074</c:v>
                </c:pt>
                <c:pt idx="1911">
                  <c:v>270.092276394367</c:v>
                </c:pt>
                <c:pt idx="1912">
                  <c:v>270.050847709179</c:v>
                </c:pt>
                <c:pt idx="1913">
                  <c:v>270.021542608738</c:v>
                </c:pt>
                <c:pt idx="1914">
                  <c:v>270.115305840969</c:v>
                </c:pt>
                <c:pt idx="1915">
                  <c:v>270.169299900532</c:v>
                </c:pt>
                <c:pt idx="1916">
                  <c:v>270.308645784855</c:v>
                </c:pt>
                <c:pt idx="1917">
                  <c:v>270.494669914246</c:v>
                </c:pt>
                <c:pt idx="1918">
                  <c:v>270.531760632992</c:v>
                </c:pt>
                <c:pt idx="1919">
                  <c:v>270.641544282436</c:v>
                </c:pt>
                <c:pt idx="1920">
                  <c:v>270.742909431458</c:v>
                </c:pt>
                <c:pt idx="1921">
                  <c:v>270.891353189945</c:v>
                </c:pt>
                <c:pt idx="1922">
                  <c:v>271.137278437614</c:v>
                </c:pt>
                <c:pt idx="1923">
                  <c:v>271.47703409195</c:v>
                </c:pt>
                <c:pt idx="1924">
                  <c:v>271.79466843605</c:v>
                </c:pt>
                <c:pt idx="1925">
                  <c:v>272.148915469647</c:v>
                </c:pt>
                <c:pt idx="1926">
                  <c:v>272.398172736168</c:v>
                </c:pt>
                <c:pt idx="1927">
                  <c:v>272.722382426262</c:v>
                </c:pt>
                <c:pt idx="1928">
                  <c:v>273.076302170754</c:v>
                </c:pt>
                <c:pt idx="1929">
                  <c:v>273.43378162384</c:v>
                </c:pt>
                <c:pt idx="1930">
                  <c:v>273.759709477425</c:v>
                </c:pt>
                <c:pt idx="1931">
                  <c:v>274.130431890488</c:v>
                </c:pt>
                <c:pt idx="1932">
                  <c:v>274.463880777359</c:v>
                </c:pt>
                <c:pt idx="1933">
                  <c:v>274.808126270771</c:v>
                </c:pt>
                <c:pt idx="1934">
                  <c:v>275.12119102478</c:v>
                </c:pt>
                <c:pt idx="1935">
                  <c:v>275.511393487454</c:v>
                </c:pt>
                <c:pt idx="1936">
                  <c:v>275.978210091591</c:v>
                </c:pt>
                <c:pt idx="1937">
                  <c:v>276.370296418667</c:v>
                </c:pt>
                <c:pt idx="1938">
                  <c:v>276.692455708981</c:v>
                </c:pt>
                <c:pt idx="1939">
                  <c:v>276.957662463188</c:v>
                </c:pt>
                <c:pt idx="1940">
                  <c:v>277.26610147953</c:v>
                </c:pt>
                <c:pt idx="1941">
                  <c:v>277.545913100243</c:v>
                </c:pt>
                <c:pt idx="1942">
                  <c:v>277.761812388897</c:v>
                </c:pt>
                <c:pt idx="1943">
                  <c:v>277.973944425583</c:v>
                </c:pt>
                <c:pt idx="1944">
                  <c:v>278.184604823589</c:v>
                </c:pt>
                <c:pt idx="1945">
                  <c:v>278.449008226395</c:v>
                </c:pt>
                <c:pt idx="1946">
                  <c:v>278.79439496994</c:v>
                </c:pt>
                <c:pt idx="1947">
                  <c:v>279.075658321381</c:v>
                </c:pt>
                <c:pt idx="1948">
                  <c:v>279.300448060036</c:v>
                </c:pt>
                <c:pt idx="1949">
                  <c:v>279.520426392555</c:v>
                </c:pt>
                <c:pt idx="1950">
                  <c:v>279.766325354576</c:v>
                </c:pt>
                <c:pt idx="1951">
                  <c:v>279.914328038693</c:v>
                </c:pt>
                <c:pt idx="1952">
                  <c:v>280.100467264652</c:v>
                </c:pt>
                <c:pt idx="1953">
                  <c:v>280.344827055931</c:v>
                </c:pt>
                <c:pt idx="1954">
                  <c:v>280.644267678261</c:v>
                </c:pt>
                <c:pt idx="1955">
                  <c:v>280.902744829655</c:v>
                </c:pt>
                <c:pt idx="1956">
                  <c:v>281.030137121677</c:v>
                </c:pt>
                <c:pt idx="1957">
                  <c:v>281.104053795338</c:v>
                </c:pt>
                <c:pt idx="1958">
                  <c:v>281.132827162743</c:v>
                </c:pt>
                <c:pt idx="1959">
                  <c:v>281.154088795185</c:v>
                </c:pt>
                <c:pt idx="1960">
                  <c:v>280.985537946224</c:v>
                </c:pt>
                <c:pt idx="1961">
                  <c:v>280.852834761143</c:v>
                </c:pt>
                <c:pt idx="1962">
                  <c:v>280.623285710812</c:v>
                </c:pt>
                <c:pt idx="1963">
                  <c:v>280.428155243397</c:v>
                </c:pt>
                <c:pt idx="1964">
                  <c:v>280.261182487011</c:v>
                </c:pt>
                <c:pt idx="1965">
                  <c:v>280.215290486813</c:v>
                </c:pt>
                <c:pt idx="1966">
                  <c:v>280.254246652126</c:v>
                </c:pt>
                <c:pt idx="1967">
                  <c:v>280.298610448837</c:v>
                </c:pt>
                <c:pt idx="1968">
                  <c:v>280.401607036591</c:v>
                </c:pt>
                <c:pt idx="1969">
                  <c:v>280.542552411556</c:v>
                </c:pt>
                <c:pt idx="1970">
                  <c:v>280.717094182968</c:v>
                </c:pt>
                <c:pt idx="1971">
                  <c:v>280.824877619743</c:v>
                </c:pt>
                <c:pt idx="1972">
                  <c:v>280.903609573841</c:v>
                </c:pt>
                <c:pt idx="1973">
                  <c:v>280.951995670795</c:v>
                </c:pt>
                <c:pt idx="1974">
                  <c:v>281.111914634705</c:v>
                </c:pt>
                <c:pt idx="1975">
                  <c:v>281.238043904305</c:v>
                </c:pt>
                <c:pt idx="1976">
                  <c:v>281.375713706017</c:v>
                </c:pt>
                <c:pt idx="1977">
                  <c:v>281.524706661701</c:v>
                </c:pt>
                <c:pt idx="1978">
                  <c:v>281.717696130276</c:v>
                </c:pt>
                <c:pt idx="1979">
                  <c:v>281.812086880207</c:v>
                </c:pt>
                <c:pt idx="1980">
                  <c:v>281.858131766319</c:v>
                </c:pt>
                <c:pt idx="1981">
                  <c:v>281.873476445675</c:v>
                </c:pt>
                <c:pt idx="1982">
                  <c:v>282.046878039837</c:v>
                </c:pt>
                <c:pt idx="1983">
                  <c:v>282.365901947022</c:v>
                </c:pt>
                <c:pt idx="1984">
                  <c:v>282.706294417381</c:v>
                </c:pt>
                <c:pt idx="1985">
                  <c:v>283.082248091698</c:v>
                </c:pt>
                <c:pt idx="1986">
                  <c:v>283.473952353001</c:v>
                </c:pt>
                <c:pt idx="1987">
                  <c:v>283.919784605503</c:v>
                </c:pt>
                <c:pt idx="1988">
                  <c:v>284.307542145252</c:v>
                </c:pt>
                <c:pt idx="1989">
                  <c:v>284.779198467732</c:v>
                </c:pt>
                <c:pt idx="1990">
                  <c:v>285.286267876625</c:v>
                </c:pt>
                <c:pt idx="1991">
                  <c:v>285.844108998776</c:v>
                </c:pt>
                <c:pt idx="1992">
                  <c:v>286.350332319737</c:v>
                </c:pt>
                <c:pt idx="1993">
                  <c:v>286.831159055233</c:v>
                </c:pt>
                <c:pt idx="1994">
                  <c:v>287.276694238186</c:v>
                </c:pt>
                <c:pt idx="1995">
                  <c:v>287.627915203571</c:v>
                </c:pt>
                <c:pt idx="1996">
                  <c:v>287.89287340641</c:v>
                </c:pt>
                <c:pt idx="1997">
                  <c:v>288.159026443958</c:v>
                </c:pt>
                <c:pt idx="1998">
                  <c:v>288.361063361168</c:v>
                </c:pt>
                <c:pt idx="1999">
                  <c:v>288.491915643215</c:v>
                </c:pt>
                <c:pt idx="2000">
                  <c:v>288.62269359827</c:v>
                </c:pt>
                <c:pt idx="2001">
                  <c:v>288.730983912945</c:v>
                </c:pt>
                <c:pt idx="2002">
                  <c:v>288.822056889534</c:v>
                </c:pt>
                <c:pt idx="2003">
                  <c:v>288.844436168671</c:v>
                </c:pt>
                <c:pt idx="2004">
                  <c:v>289.333885729313</c:v>
                </c:pt>
                <c:pt idx="2005">
                  <c:v>289.720465958118</c:v>
                </c:pt>
                <c:pt idx="2006">
                  <c:v>290.190602183342</c:v>
                </c:pt>
                <c:pt idx="2007">
                  <c:v>290.472945451737</c:v>
                </c:pt>
                <c:pt idx="2008">
                  <c:v>290.64220893383</c:v>
                </c:pt>
                <c:pt idx="2009">
                  <c:v>290.775136709213</c:v>
                </c:pt>
                <c:pt idx="2010">
                  <c:v>290.995468020439</c:v>
                </c:pt>
                <c:pt idx="2011">
                  <c:v>291.456422924995</c:v>
                </c:pt>
                <c:pt idx="2012">
                  <c:v>291.9320499897</c:v>
                </c:pt>
                <c:pt idx="2013">
                  <c:v>292.315759718418</c:v>
                </c:pt>
                <c:pt idx="2014">
                  <c:v>292.70303863287</c:v>
                </c:pt>
                <c:pt idx="2015">
                  <c:v>293.030770719051</c:v>
                </c:pt>
                <c:pt idx="2016">
                  <c:v>293.232690572739</c:v>
                </c:pt>
                <c:pt idx="2017">
                  <c:v>293.424625754356</c:v>
                </c:pt>
                <c:pt idx="2018">
                  <c:v>293.460412204266</c:v>
                </c:pt>
                <c:pt idx="2019">
                  <c:v>293.50076431036</c:v>
                </c:pt>
                <c:pt idx="2020">
                  <c:v>293.452863514423</c:v>
                </c:pt>
                <c:pt idx="2021">
                  <c:v>293.439778387547</c:v>
                </c:pt>
                <c:pt idx="2022">
                  <c:v>293.492571115494</c:v>
                </c:pt>
                <c:pt idx="2023">
                  <c:v>293.593209147453</c:v>
                </c:pt>
                <c:pt idx="2024">
                  <c:v>293.767594635487</c:v>
                </c:pt>
                <c:pt idx="2025">
                  <c:v>293.931628465653</c:v>
                </c:pt>
                <c:pt idx="2026">
                  <c:v>294.165323615074</c:v>
                </c:pt>
                <c:pt idx="2027">
                  <c:v>294.349253535271</c:v>
                </c:pt>
                <c:pt idx="2028">
                  <c:v>294.643720269203</c:v>
                </c:pt>
                <c:pt idx="2029">
                  <c:v>294.86158144474</c:v>
                </c:pt>
                <c:pt idx="2030">
                  <c:v>295.073750019074</c:v>
                </c:pt>
                <c:pt idx="2031">
                  <c:v>295.280966997147</c:v>
                </c:pt>
                <c:pt idx="2032">
                  <c:v>295.541961073875</c:v>
                </c:pt>
                <c:pt idx="2033">
                  <c:v>295.752909898758</c:v>
                </c:pt>
                <c:pt idx="2034">
                  <c:v>295.942352056503</c:v>
                </c:pt>
                <c:pt idx="2035">
                  <c:v>296.042612433434</c:v>
                </c:pt>
                <c:pt idx="2036">
                  <c:v>296.193800330162</c:v>
                </c:pt>
                <c:pt idx="2037">
                  <c:v>296.362602591515</c:v>
                </c:pt>
                <c:pt idx="2038">
                  <c:v>296.491533577442</c:v>
                </c:pt>
                <c:pt idx="2039">
                  <c:v>296.679804384708</c:v>
                </c:pt>
                <c:pt idx="2040">
                  <c:v>296.755810558796</c:v>
                </c:pt>
                <c:pt idx="2041">
                  <c:v>296.907254993916</c:v>
                </c:pt>
                <c:pt idx="2042">
                  <c:v>297.067556738854</c:v>
                </c:pt>
                <c:pt idx="2043">
                  <c:v>297.292795777321</c:v>
                </c:pt>
                <c:pt idx="2044">
                  <c:v>297.549868762493</c:v>
                </c:pt>
                <c:pt idx="2045">
                  <c:v>297.814327418804</c:v>
                </c:pt>
                <c:pt idx="2046">
                  <c:v>298.069274365902</c:v>
                </c:pt>
                <c:pt idx="2047">
                  <c:v>298.282874047756</c:v>
                </c:pt>
                <c:pt idx="2048">
                  <c:v>298.489387869835</c:v>
                </c:pt>
                <c:pt idx="2049">
                  <c:v>298.63230997324</c:v>
                </c:pt>
                <c:pt idx="2050">
                  <c:v>298.746469140053</c:v>
                </c:pt>
                <c:pt idx="2051">
                  <c:v>298.85591173172</c:v>
                </c:pt>
                <c:pt idx="2052">
                  <c:v>299.055731117725</c:v>
                </c:pt>
                <c:pt idx="2053">
                  <c:v>299.222915589809</c:v>
                </c:pt>
                <c:pt idx="2054">
                  <c:v>299.357178032398</c:v>
                </c:pt>
                <c:pt idx="2055">
                  <c:v>299.55856770277</c:v>
                </c:pt>
                <c:pt idx="2056">
                  <c:v>299.731054246426</c:v>
                </c:pt>
                <c:pt idx="2057">
                  <c:v>299.981037914753</c:v>
                </c:pt>
                <c:pt idx="2058">
                  <c:v>300.260504305363</c:v>
                </c:pt>
                <c:pt idx="2059">
                  <c:v>300.523787379265</c:v>
                </c:pt>
                <c:pt idx="2060">
                  <c:v>300.85700237751</c:v>
                </c:pt>
                <c:pt idx="2061">
                  <c:v>301.156309604645</c:v>
                </c:pt>
                <c:pt idx="2062">
                  <c:v>301.368098676205</c:v>
                </c:pt>
                <c:pt idx="2063">
                  <c:v>301.520205497742</c:v>
                </c:pt>
                <c:pt idx="2064">
                  <c:v>301.658921062946</c:v>
                </c:pt>
                <c:pt idx="2065">
                  <c:v>301.832719027996</c:v>
                </c:pt>
                <c:pt idx="2066">
                  <c:v>302.084868848324</c:v>
                </c:pt>
                <c:pt idx="2067">
                  <c:v>302.345870196819</c:v>
                </c:pt>
                <c:pt idx="2068">
                  <c:v>302.555000841618</c:v>
                </c:pt>
                <c:pt idx="2069">
                  <c:v>302.779648602009</c:v>
                </c:pt>
                <c:pt idx="2070">
                  <c:v>302.908845484257</c:v>
                </c:pt>
                <c:pt idx="2071">
                  <c:v>303.024406850338</c:v>
                </c:pt>
                <c:pt idx="2072">
                  <c:v>303.19848638773</c:v>
                </c:pt>
                <c:pt idx="2073">
                  <c:v>303.364167511463</c:v>
                </c:pt>
                <c:pt idx="2074">
                  <c:v>303.546301662922</c:v>
                </c:pt>
                <c:pt idx="2075">
                  <c:v>303.678348958492</c:v>
                </c:pt>
                <c:pt idx="2076">
                  <c:v>303.853547096252</c:v>
                </c:pt>
                <c:pt idx="2077">
                  <c:v>303.934981584549</c:v>
                </c:pt>
                <c:pt idx="2078">
                  <c:v>304.061967849732</c:v>
                </c:pt>
                <c:pt idx="2079">
                  <c:v>304.13659709692</c:v>
                </c:pt>
                <c:pt idx="2080">
                  <c:v>304.190851688385</c:v>
                </c:pt>
                <c:pt idx="2081">
                  <c:v>304.32300144434</c:v>
                </c:pt>
                <c:pt idx="2082">
                  <c:v>304.376110434532</c:v>
                </c:pt>
                <c:pt idx="2083">
                  <c:v>304.484419703484</c:v>
                </c:pt>
                <c:pt idx="2084">
                  <c:v>304.481112003326</c:v>
                </c:pt>
                <c:pt idx="2085">
                  <c:v>304.417238116264</c:v>
                </c:pt>
                <c:pt idx="2086">
                  <c:v>304.299748539925</c:v>
                </c:pt>
                <c:pt idx="2087">
                  <c:v>304.266444921494</c:v>
                </c:pt>
                <c:pt idx="2088">
                  <c:v>304.292816758156</c:v>
                </c:pt>
                <c:pt idx="2089">
                  <c:v>304.280826091766</c:v>
                </c:pt>
                <c:pt idx="2090">
                  <c:v>304.259451746941</c:v>
                </c:pt>
                <c:pt idx="2091">
                  <c:v>304.275024056435</c:v>
                </c:pt>
                <c:pt idx="2092">
                  <c:v>304.348684370518</c:v>
                </c:pt>
                <c:pt idx="2093">
                  <c:v>304.391646921635</c:v>
                </c:pt>
                <c:pt idx="2094">
                  <c:v>304.475153565407</c:v>
                </c:pt>
                <c:pt idx="2095">
                  <c:v>304.621300399303</c:v>
                </c:pt>
                <c:pt idx="2096">
                  <c:v>304.793040692806</c:v>
                </c:pt>
                <c:pt idx="2097">
                  <c:v>304.924925684929</c:v>
                </c:pt>
                <c:pt idx="2098">
                  <c:v>305.080973386765</c:v>
                </c:pt>
                <c:pt idx="2099">
                  <c:v>305.217161715031</c:v>
                </c:pt>
                <c:pt idx="2100">
                  <c:v>305.413423240185</c:v>
                </c:pt>
                <c:pt idx="2101">
                  <c:v>305.563747286797</c:v>
                </c:pt>
                <c:pt idx="2102">
                  <c:v>305.704822182655</c:v>
                </c:pt>
                <c:pt idx="2103">
                  <c:v>305.86830252409</c:v>
                </c:pt>
                <c:pt idx="2104">
                  <c:v>306.016085982323</c:v>
                </c:pt>
                <c:pt idx="2105">
                  <c:v>306.178517222405</c:v>
                </c:pt>
                <c:pt idx="2106">
                  <c:v>306.260056078434</c:v>
                </c:pt>
                <c:pt idx="2107">
                  <c:v>306.348578810692</c:v>
                </c:pt>
                <c:pt idx="2108">
                  <c:v>306.424887597561</c:v>
                </c:pt>
                <c:pt idx="2109">
                  <c:v>306.489845335484</c:v>
                </c:pt>
                <c:pt idx="2110">
                  <c:v>306.501642465591</c:v>
                </c:pt>
                <c:pt idx="2111">
                  <c:v>306.515892088413</c:v>
                </c:pt>
                <c:pt idx="2112">
                  <c:v>306.520146667957</c:v>
                </c:pt>
                <c:pt idx="2113">
                  <c:v>306.54725331068</c:v>
                </c:pt>
                <c:pt idx="2114">
                  <c:v>306.686375260353</c:v>
                </c:pt>
                <c:pt idx="2115">
                  <c:v>306.810318827629</c:v>
                </c:pt>
                <c:pt idx="2116">
                  <c:v>306.925802409649</c:v>
                </c:pt>
                <c:pt idx="2117">
                  <c:v>307.053463280201</c:v>
                </c:pt>
                <c:pt idx="2118">
                  <c:v>307.330261349678</c:v>
                </c:pt>
                <c:pt idx="2119">
                  <c:v>307.564867019653</c:v>
                </c:pt>
                <c:pt idx="2120">
                  <c:v>307.882499575615</c:v>
                </c:pt>
                <c:pt idx="2121">
                  <c:v>308.13185942173</c:v>
                </c:pt>
                <c:pt idx="2122">
                  <c:v>308.432042837143</c:v>
                </c:pt>
                <c:pt idx="2123">
                  <c:v>308.746911883354</c:v>
                </c:pt>
                <c:pt idx="2124">
                  <c:v>308.968015253544</c:v>
                </c:pt>
                <c:pt idx="2125">
                  <c:v>309.218215286732</c:v>
                </c:pt>
                <c:pt idx="2126">
                  <c:v>309.479852974415</c:v>
                </c:pt>
                <c:pt idx="2127">
                  <c:v>309.785776913166</c:v>
                </c:pt>
                <c:pt idx="2128">
                  <c:v>309.989153504372</c:v>
                </c:pt>
                <c:pt idx="2129">
                  <c:v>310.195878207684</c:v>
                </c:pt>
                <c:pt idx="2130">
                  <c:v>310.344698131084</c:v>
                </c:pt>
                <c:pt idx="2131">
                  <c:v>310.430995881558</c:v>
                </c:pt>
                <c:pt idx="2132">
                  <c:v>310.53126770258</c:v>
                </c:pt>
                <c:pt idx="2133">
                  <c:v>310.564155220985</c:v>
                </c:pt>
                <c:pt idx="2134">
                  <c:v>310.607400000095</c:v>
                </c:pt>
                <c:pt idx="2135">
                  <c:v>310.70918917656</c:v>
                </c:pt>
                <c:pt idx="2136">
                  <c:v>310.849482536316</c:v>
                </c:pt>
                <c:pt idx="2137">
                  <c:v>310.915175318718</c:v>
                </c:pt>
                <c:pt idx="2138">
                  <c:v>311.110589802265</c:v>
                </c:pt>
                <c:pt idx="2139">
                  <c:v>311.36167371273</c:v>
                </c:pt>
                <c:pt idx="2140">
                  <c:v>311.619015038014</c:v>
                </c:pt>
                <c:pt idx="2141">
                  <c:v>311.947437882423</c:v>
                </c:pt>
                <c:pt idx="2142">
                  <c:v>312.194163858891</c:v>
                </c:pt>
                <c:pt idx="2143">
                  <c:v>312.476904511452</c:v>
                </c:pt>
                <c:pt idx="2144">
                  <c:v>312.716071724892</c:v>
                </c:pt>
                <c:pt idx="2145">
                  <c:v>312.90502178669</c:v>
                </c:pt>
                <c:pt idx="2146">
                  <c:v>313.146977484226</c:v>
                </c:pt>
                <c:pt idx="2147">
                  <c:v>313.445523798466</c:v>
                </c:pt>
                <c:pt idx="2148">
                  <c:v>313.753056704998</c:v>
                </c:pt>
                <c:pt idx="2149">
                  <c:v>314.023427784443</c:v>
                </c:pt>
                <c:pt idx="2150">
                  <c:v>314.211414277554</c:v>
                </c:pt>
                <c:pt idx="2151">
                  <c:v>314.34629714489</c:v>
                </c:pt>
                <c:pt idx="2152">
                  <c:v>314.50384837389</c:v>
                </c:pt>
                <c:pt idx="2153">
                  <c:v>314.586260795593</c:v>
                </c:pt>
                <c:pt idx="2154">
                  <c:v>314.660440146923</c:v>
                </c:pt>
                <c:pt idx="2155">
                  <c:v>314.764072775841</c:v>
                </c:pt>
                <c:pt idx="2156">
                  <c:v>314.927859306336</c:v>
                </c:pt>
                <c:pt idx="2157">
                  <c:v>315.003386735916</c:v>
                </c:pt>
                <c:pt idx="2158">
                  <c:v>315.138923823834</c:v>
                </c:pt>
                <c:pt idx="2159">
                  <c:v>315.275727808476</c:v>
                </c:pt>
                <c:pt idx="2160">
                  <c:v>315.403949558735</c:v>
                </c:pt>
                <c:pt idx="2161">
                  <c:v>315.447201669216</c:v>
                </c:pt>
                <c:pt idx="2162">
                  <c:v>315.476791083813</c:v>
                </c:pt>
                <c:pt idx="2163">
                  <c:v>315.460817635059</c:v>
                </c:pt>
                <c:pt idx="2164">
                  <c:v>315.471133232117</c:v>
                </c:pt>
                <c:pt idx="2165">
                  <c:v>315.529582858086</c:v>
                </c:pt>
                <c:pt idx="2166">
                  <c:v>315.536715447903</c:v>
                </c:pt>
                <c:pt idx="2167">
                  <c:v>315.599709928036</c:v>
                </c:pt>
                <c:pt idx="2168">
                  <c:v>315.681822955608</c:v>
                </c:pt>
                <c:pt idx="2169">
                  <c:v>315.800278544426</c:v>
                </c:pt>
                <c:pt idx="2170">
                  <c:v>315.92188090086</c:v>
                </c:pt>
                <c:pt idx="2171">
                  <c:v>316.004634857178</c:v>
                </c:pt>
                <c:pt idx="2172">
                  <c:v>316.093975305557</c:v>
                </c:pt>
                <c:pt idx="2173">
                  <c:v>316.181157708168</c:v>
                </c:pt>
                <c:pt idx="2174">
                  <c:v>316.241864562035</c:v>
                </c:pt>
                <c:pt idx="2175">
                  <c:v>316.320794641972</c:v>
                </c:pt>
                <c:pt idx="2176">
                  <c:v>316.379311978817</c:v>
                </c:pt>
                <c:pt idx="2177">
                  <c:v>316.342615664005</c:v>
                </c:pt>
                <c:pt idx="2178">
                  <c:v>316.280277311802</c:v>
                </c:pt>
                <c:pt idx="2179">
                  <c:v>316.188632667065</c:v>
                </c:pt>
                <c:pt idx="2180">
                  <c:v>316.106144845486</c:v>
                </c:pt>
                <c:pt idx="2181">
                  <c:v>315.989519298077</c:v>
                </c:pt>
                <c:pt idx="2182">
                  <c:v>315.830673277378</c:v>
                </c:pt>
                <c:pt idx="2183">
                  <c:v>315.808332026005</c:v>
                </c:pt>
                <c:pt idx="2184">
                  <c:v>315.724453628063</c:v>
                </c:pt>
                <c:pt idx="2185">
                  <c:v>315.703207075596</c:v>
                </c:pt>
                <c:pt idx="2186">
                  <c:v>315.614401876926</c:v>
                </c:pt>
                <c:pt idx="2187">
                  <c:v>315.587206542492</c:v>
                </c:pt>
                <c:pt idx="2188">
                  <c:v>315.708607971668</c:v>
                </c:pt>
                <c:pt idx="2189">
                  <c:v>315.859762847424</c:v>
                </c:pt>
                <c:pt idx="2190">
                  <c:v>316.039580583572</c:v>
                </c:pt>
                <c:pt idx="2191">
                  <c:v>316.174101173878</c:v>
                </c:pt>
                <c:pt idx="2192">
                  <c:v>316.463169455528</c:v>
                </c:pt>
                <c:pt idx="2193">
                  <c:v>316.719828128815</c:v>
                </c:pt>
                <c:pt idx="2194">
                  <c:v>317.024732172489</c:v>
                </c:pt>
                <c:pt idx="2195">
                  <c:v>317.269859850407</c:v>
                </c:pt>
                <c:pt idx="2196">
                  <c:v>317.499582946301</c:v>
                </c:pt>
                <c:pt idx="2197">
                  <c:v>317.711798369885</c:v>
                </c:pt>
                <c:pt idx="2198">
                  <c:v>317.798369705677</c:v>
                </c:pt>
                <c:pt idx="2199">
                  <c:v>317.90215420723</c:v>
                </c:pt>
                <c:pt idx="2200">
                  <c:v>318.057253599167</c:v>
                </c:pt>
                <c:pt idx="2201">
                  <c:v>318.314633667469</c:v>
                </c:pt>
                <c:pt idx="2202">
                  <c:v>318.440073668957</c:v>
                </c:pt>
                <c:pt idx="2203">
                  <c:v>318.652592003346</c:v>
                </c:pt>
                <c:pt idx="2204">
                  <c:v>318.858939468861</c:v>
                </c:pt>
              </c:numCache>
            </c:numRef>
          </c:val>
          <c:smooth val="0"/>
        </c:ser>
        <c:ser>
          <c:idx val="9"/>
          <c:order val="9"/>
          <c:tx>
            <c:strRef>
              <c:f>Sheet1!$K$1</c:f>
              <c:strCache>
                <c:ptCount val="1"/>
                <c:pt idx="0">
                  <c:v>HI_Res_daily_10days_no_valid</c:v>
                </c:pt>
              </c:strCache>
            </c:strRef>
          </c:tx>
          <c:spPr>
            <a:ln w="28575" cap="rnd">
              <a:solidFill>
                <a:schemeClr val="accent4">
                  <a:lumMod val="60000"/>
                </a:schemeClr>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Sheet1!$K$2:$K$2206</c:f>
              <c:numCache>
                <c:formatCode>General</c:formatCode>
                <c:ptCount val="2205"/>
                <c:pt idx="0">
                  <c:v>-0.17981576919556</c:v>
                </c:pt>
                <c:pt idx="1">
                  <c:v>-0.37924897670746</c:v>
                </c:pt>
                <c:pt idx="2">
                  <c:v>-0.42721617221832</c:v>
                </c:pt>
                <c:pt idx="3">
                  <c:v>-0.410816431045529</c:v>
                </c:pt>
                <c:pt idx="4">
                  <c:v>-0.434677720069879</c:v>
                </c:pt>
                <c:pt idx="5">
                  <c:v>-0.459500670433039</c:v>
                </c:pt>
                <c:pt idx="6">
                  <c:v>-0.496695399284359</c:v>
                </c:pt>
                <c:pt idx="7">
                  <c:v>-0.471606612205502</c:v>
                </c:pt>
                <c:pt idx="8">
                  <c:v>-0.417477250099179</c:v>
                </c:pt>
                <c:pt idx="9">
                  <c:v>-0.369452714920041</c:v>
                </c:pt>
                <c:pt idx="10">
                  <c:v>0.0253566503524809</c:v>
                </c:pt>
                <c:pt idx="11">
                  <c:v>0.275382399559024</c:v>
                </c:pt>
                <c:pt idx="12">
                  <c:v>0.668323278427127</c:v>
                </c:pt>
                <c:pt idx="13">
                  <c:v>1.02675521373749</c:v>
                </c:pt>
                <c:pt idx="14">
                  <c:v>1.22510218620301</c:v>
                </c:pt>
                <c:pt idx="15">
                  <c:v>1.37954562902451</c:v>
                </c:pt>
                <c:pt idx="16">
                  <c:v>1.55924916267395</c:v>
                </c:pt>
                <c:pt idx="17">
                  <c:v>1.68381106853486</c:v>
                </c:pt>
                <c:pt idx="18">
                  <c:v>1.74082481861115</c:v>
                </c:pt>
                <c:pt idx="19">
                  <c:v>1.78361183404923</c:v>
                </c:pt>
                <c:pt idx="20">
                  <c:v>1.73151153326035</c:v>
                </c:pt>
                <c:pt idx="21">
                  <c:v>1.78124850988388</c:v>
                </c:pt>
                <c:pt idx="22">
                  <c:v>1.82266807556153</c:v>
                </c:pt>
                <c:pt idx="23">
                  <c:v>1.8981996178627</c:v>
                </c:pt>
                <c:pt idx="24">
                  <c:v>2.07402962446213</c:v>
                </c:pt>
                <c:pt idx="25">
                  <c:v>2.26495099067688</c:v>
                </c:pt>
                <c:pt idx="26">
                  <c:v>2.51384091377259</c:v>
                </c:pt>
                <c:pt idx="27">
                  <c:v>2.84220904111862</c:v>
                </c:pt>
                <c:pt idx="28">
                  <c:v>3.18756812810898</c:v>
                </c:pt>
                <c:pt idx="29">
                  <c:v>3.54697006940842</c:v>
                </c:pt>
                <c:pt idx="30">
                  <c:v>3.9051918387413</c:v>
                </c:pt>
                <c:pt idx="31">
                  <c:v>4.27078777551651</c:v>
                </c:pt>
                <c:pt idx="32">
                  <c:v>4.5105209350586</c:v>
                </c:pt>
                <c:pt idx="33">
                  <c:v>4.74513137340546</c:v>
                </c:pt>
                <c:pt idx="34">
                  <c:v>4.98511147499085</c:v>
                </c:pt>
                <c:pt idx="35">
                  <c:v>5.24609702825547</c:v>
                </c:pt>
                <c:pt idx="36">
                  <c:v>5.50609815120697</c:v>
                </c:pt>
                <c:pt idx="37">
                  <c:v>5.77425336837769</c:v>
                </c:pt>
                <c:pt idx="38">
                  <c:v>5.98166167736054</c:v>
                </c:pt>
                <c:pt idx="39">
                  <c:v>6.11657923460007</c:v>
                </c:pt>
                <c:pt idx="40">
                  <c:v>6.22971719503403</c:v>
                </c:pt>
                <c:pt idx="41">
                  <c:v>6.3352861404419</c:v>
                </c:pt>
                <c:pt idx="42">
                  <c:v>6.46978569030762</c:v>
                </c:pt>
                <c:pt idx="43">
                  <c:v>6.65493899583817</c:v>
                </c:pt>
                <c:pt idx="44">
                  <c:v>6.80651450157166</c:v>
                </c:pt>
                <c:pt idx="45">
                  <c:v>6.86001771688462</c:v>
                </c:pt>
                <c:pt idx="46">
                  <c:v>6.93594777584076</c:v>
                </c:pt>
                <c:pt idx="47">
                  <c:v>6.98668509721756</c:v>
                </c:pt>
                <c:pt idx="48">
                  <c:v>7.14592516422272</c:v>
                </c:pt>
                <c:pt idx="49">
                  <c:v>7.34774148464203</c:v>
                </c:pt>
                <c:pt idx="50">
                  <c:v>7.55977153778077</c:v>
                </c:pt>
                <c:pt idx="51">
                  <c:v>7.75603419542313</c:v>
                </c:pt>
                <c:pt idx="52">
                  <c:v>7.96152526140213</c:v>
                </c:pt>
                <c:pt idx="53">
                  <c:v>8.18068712949753</c:v>
                </c:pt>
                <c:pt idx="54">
                  <c:v>8.36567294597626</c:v>
                </c:pt>
                <c:pt idx="55">
                  <c:v>8.59657847881317</c:v>
                </c:pt>
                <c:pt idx="56">
                  <c:v>8.82577073574067</c:v>
                </c:pt>
                <c:pt idx="57">
                  <c:v>9.09430611133576</c:v>
                </c:pt>
                <c:pt idx="58">
                  <c:v>9.32516586780548</c:v>
                </c:pt>
                <c:pt idx="59">
                  <c:v>9.54018950462342</c:v>
                </c:pt>
                <c:pt idx="60">
                  <c:v>9.73151051998139</c:v>
                </c:pt>
                <c:pt idx="61">
                  <c:v>9.97408276796341</c:v>
                </c:pt>
                <c:pt idx="62">
                  <c:v>10.1582809686661</c:v>
                </c:pt>
                <c:pt idx="63">
                  <c:v>10.4295965433121</c:v>
                </c:pt>
                <c:pt idx="64">
                  <c:v>10.7752386331558</c:v>
                </c:pt>
                <c:pt idx="65">
                  <c:v>11.0678642392159</c:v>
                </c:pt>
                <c:pt idx="66">
                  <c:v>11.3805040717125</c:v>
                </c:pt>
                <c:pt idx="67">
                  <c:v>11.6959219574928</c:v>
                </c:pt>
                <c:pt idx="68">
                  <c:v>11.9196901917458</c:v>
                </c:pt>
                <c:pt idx="69">
                  <c:v>12.1837815642357</c:v>
                </c:pt>
                <c:pt idx="70">
                  <c:v>12.4264400005341</c:v>
                </c:pt>
                <c:pt idx="71">
                  <c:v>12.590656042099</c:v>
                </c:pt>
                <c:pt idx="72">
                  <c:v>12.666114628315</c:v>
                </c:pt>
                <c:pt idx="73">
                  <c:v>12.9117801785469</c:v>
                </c:pt>
                <c:pt idx="74">
                  <c:v>13.0854939818382</c:v>
                </c:pt>
                <c:pt idx="75">
                  <c:v>13.1570648550987</c:v>
                </c:pt>
                <c:pt idx="76">
                  <c:v>13.2317644357681</c:v>
                </c:pt>
                <c:pt idx="77">
                  <c:v>13.1922807693481</c:v>
                </c:pt>
                <c:pt idx="78">
                  <c:v>13.1868333816528</c:v>
                </c:pt>
                <c:pt idx="79">
                  <c:v>13.202322602272</c:v>
                </c:pt>
                <c:pt idx="80">
                  <c:v>13.2756404280663</c:v>
                </c:pt>
                <c:pt idx="81">
                  <c:v>13.3501502275467</c:v>
                </c:pt>
                <c:pt idx="82">
                  <c:v>13.3542810678482</c:v>
                </c:pt>
                <c:pt idx="83">
                  <c:v>13.1857976913452</c:v>
                </c:pt>
                <c:pt idx="84">
                  <c:v>13.0244165658951</c:v>
                </c:pt>
                <c:pt idx="85">
                  <c:v>12.8888510465622</c:v>
                </c:pt>
                <c:pt idx="86">
                  <c:v>12.7877436876297</c:v>
                </c:pt>
                <c:pt idx="87">
                  <c:v>12.7017824649811</c:v>
                </c:pt>
                <c:pt idx="88">
                  <c:v>12.5569173097611</c:v>
                </c:pt>
                <c:pt idx="89">
                  <c:v>12.3886724710465</c:v>
                </c:pt>
                <c:pt idx="90">
                  <c:v>12.2408450841904</c:v>
                </c:pt>
                <c:pt idx="91">
                  <c:v>12.1446559429169</c:v>
                </c:pt>
                <c:pt idx="92">
                  <c:v>12.1479459404945</c:v>
                </c:pt>
                <c:pt idx="93">
                  <c:v>12.3733889460564</c:v>
                </c:pt>
                <c:pt idx="94">
                  <c:v>12.5808081626892</c:v>
                </c:pt>
                <c:pt idx="95">
                  <c:v>12.5944077372551</c:v>
                </c:pt>
                <c:pt idx="96">
                  <c:v>12.7293360829353</c:v>
                </c:pt>
                <c:pt idx="97">
                  <c:v>12.9989262223244</c:v>
                </c:pt>
                <c:pt idx="98">
                  <c:v>13.5968592166901</c:v>
                </c:pt>
                <c:pt idx="99">
                  <c:v>14.1519872546196</c:v>
                </c:pt>
                <c:pt idx="100">
                  <c:v>14.685217499733</c:v>
                </c:pt>
                <c:pt idx="101">
                  <c:v>15.1832399964333</c:v>
                </c:pt>
                <c:pt idx="102">
                  <c:v>15.5197987556458</c:v>
                </c:pt>
                <c:pt idx="103">
                  <c:v>15.7336360216141</c:v>
                </c:pt>
                <c:pt idx="104">
                  <c:v>15.8636381626129</c:v>
                </c:pt>
                <c:pt idx="105">
                  <c:v>16.2269771099091</c:v>
                </c:pt>
                <c:pt idx="106">
                  <c:v>16.4796203374863</c:v>
                </c:pt>
                <c:pt idx="107">
                  <c:v>16.5641737580299</c:v>
                </c:pt>
                <c:pt idx="108">
                  <c:v>16.511266887188</c:v>
                </c:pt>
                <c:pt idx="109">
                  <c:v>16.4816877245903</c:v>
                </c:pt>
                <c:pt idx="110">
                  <c:v>16.5226547122002</c:v>
                </c:pt>
                <c:pt idx="111">
                  <c:v>16.6438062787056</c:v>
                </c:pt>
                <c:pt idx="112">
                  <c:v>16.8460741043091</c:v>
                </c:pt>
                <c:pt idx="113">
                  <c:v>17.1968500614166</c:v>
                </c:pt>
                <c:pt idx="114">
                  <c:v>17.5484005212784</c:v>
                </c:pt>
                <c:pt idx="115">
                  <c:v>17.7871840000153</c:v>
                </c:pt>
                <c:pt idx="116">
                  <c:v>17.9845725297928</c:v>
                </c:pt>
                <c:pt idx="117">
                  <c:v>18.1708118319511</c:v>
                </c:pt>
                <c:pt idx="118">
                  <c:v>18.3748595714569</c:v>
                </c:pt>
                <c:pt idx="119">
                  <c:v>18.5546950101852</c:v>
                </c:pt>
                <c:pt idx="120">
                  <c:v>18.7962114214897</c:v>
                </c:pt>
                <c:pt idx="121">
                  <c:v>19.0769576430321</c:v>
                </c:pt>
                <c:pt idx="122">
                  <c:v>19.3677384853363</c:v>
                </c:pt>
                <c:pt idx="123">
                  <c:v>19.6293494701385</c:v>
                </c:pt>
                <c:pt idx="124">
                  <c:v>19.8657795190811</c:v>
                </c:pt>
                <c:pt idx="125">
                  <c:v>20.1303188800812</c:v>
                </c:pt>
                <c:pt idx="126">
                  <c:v>20.4372245073318</c:v>
                </c:pt>
                <c:pt idx="127">
                  <c:v>20.7680714726448</c:v>
                </c:pt>
                <c:pt idx="128">
                  <c:v>21.0586675405502</c:v>
                </c:pt>
                <c:pt idx="129">
                  <c:v>21.3723114728928</c:v>
                </c:pt>
                <c:pt idx="130">
                  <c:v>21.657871723175</c:v>
                </c:pt>
                <c:pt idx="131">
                  <c:v>21.8465843200684</c:v>
                </c:pt>
                <c:pt idx="132">
                  <c:v>22.0281190872192</c:v>
                </c:pt>
                <c:pt idx="133">
                  <c:v>22.1719759702682</c:v>
                </c:pt>
                <c:pt idx="134">
                  <c:v>22.2985024452209</c:v>
                </c:pt>
                <c:pt idx="135">
                  <c:v>22.4496209621429</c:v>
                </c:pt>
                <c:pt idx="136">
                  <c:v>22.5024292469025</c:v>
                </c:pt>
                <c:pt idx="137">
                  <c:v>22.6191663146019</c:v>
                </c:pt>
                <c:pt idx="138">
                  <c:v>22.8058280944824</c:v>
                </c:pt>
                <c:pt idx="139">
                  <c:v>22.9429410099983</c:v>
                </c:pt>
                <c:pt idx="140">
                  <c:v>23.1513558030128</c:v>
                </c:pt>
                <c:pt idx="141">
                  <c:v>23.2844327092171</c:v>
                </c:pt>
                <c:pt idx="142">
                  <c:v>23.4937156438828</c:v>
                </c:pt>
                <c:pt idx="143">
                  <c:v>23.6807599663734</c:v>
                </c:pt>
                <c:pt idx="144">
                  <c:v>23.8265109658241</c:v>
                </c:pt>
                <c:pt idx="145">
                  <c:v>24.0333630442619</c:v>
                </c:pt>
                <c:pt idx="146">
                  <c:v>24.1777523756027</c:v>
                </c:pt>
                <c:pt idx="147">
                  <c:v>24.4154200553894</c:v>
                </c:pt>
                <c:pt idx="148">
                  <c:v>24.6197217702866</c:v>
                </c:pt>
                <c:pt idx="149">
                  <c:v>24.8079748153687</c:v>
                </c:pt>
                <c:pt idx="150">
                  <c:v>25.0177335739136</c:v>
                </c:pt>
                <c:pt idx="151">
                  <c:v>25.125071823597</c:v>
                </c:pt>
                <c:pt idx="152">
                  <c:v>25.2188892960548</c:v>
                </c:pt>
                <c:pt idx="153">
                  <c:v>25.2990334630013</c:v>
                </c:pt>
                <c:pt idx="154">
                  <c:v>25.2827202677727</c:v>
                </c:pt>
                <c:pt idx="155">
                  <c:v>25.2253611683846</c:v>
                </c:pt>
                <c:pt idx="156">
                  <c:v>25.235363483429</c:v>
                </c:pt>
                <c:pt idx="157">
                  <c:v>25.2420061230659</c:v>
                </c:pt>
                <c:pt idx="158">
                  <c:v>25.3436204195023</c:v>
                </c:pt>
                <c:pt idx="159">
                  <c:v>25.3398485183716</c:v>
                </c:pt>
                <c:pt idx="160">
                  <c:v>25.309184551239</c:v>
                </c:pt>
                <c:pt idx="161">
                  <c:v>25.2884665727615</c:v>
                </c:pt>
                <c:pt idx="162">
                  <c:v>25.2598280906677</c:v>
                </c:pt>
                <c:pt idx="163">
                  <c:v>25.2633622288704</c:v>
                </c:pt>
                <c:pt idx="164">
                  <c:v>25.4166204929352</c:v>
                </c:pt>
                <c:pt idx="165">
                  <c:v>25.5781278610229</c:v>
                </c:pt>
                <c:pt idx="166">
                  <c:v>25.7085248827934</c:v>
                </c:pt>
                <c:pt idx="167">
                  <c:v>25.8317557573318</c:v>
                </c:pt>
                <c:pt idx="168">
                  <c:v>25.9872045516968</c:v>
                </c:pt>
                <c:pt idx="169">
                  <c:v>26.1725590229034</c:v>
                </c:pt>
                <c:pt idx="170">
                  <c:v>26.4484893679619</c:v>
                </c:pt>
                <c:pt idx="171">
                  <c:v>26.7341232895851</c:v>
                </c:pt>
                <c:pt idx="172">
                  <c:v>27.0147696137428</c:v>
                </c:pt>
                <c:pt idx="173">
                  <c:v>27.3360798954964</c:v>
                </c:pt>
                <c:pt idx="174">
                  <c:v>27.6164067983627</c:v>
                </c:pt>
                <c:pt idx="175">
                  <c:v>27.8490166664123</c:v>
                </c:pt>
                <c:pt idx="176">
                  <c:v>28.0842776894569</c:v>
                </c:pt>
                <c:pt idx="177">
                  <c:v>28.3517691493034</c:v>
                </c:pt>
                <c:pt idx="178">
                  <c:v>28.5516999363899</c:v>
                </c:pt>
                <c:pt idx="179">
                  <c:v>28.7554812431335</c:v>
                </c:pt>
                <c:pt idx="180">
                  <c:v>28.8947002887726</c:v>
                </c:pt>
                <c:pt idx="181">
                  <c:v>29.1240776181221</c:v>
                </c:pt>
                <c:pt idx="182">
                  <c:v>29.4077714681625</c:v>
                </c:pt>
                <c:pt idx="183">
                  <c:v>29.7056941986084</c:v>
                </c:pt>
                <c:pt idx="184">
                  <c:v>30.0188643932342</c:v>
                </c:pt>
                <c:pt idx="185">
                  <c:v>30.3542494773865</c:v>
                </c:pt>
                <c:pt idx="186">
                  <c:v>30.6762330532074</c:v>
                </c:pt>
                <c:pt idx="187">
                  <c:v>30.965999186039</c:v>
                </c:pt>
                <c:pt idx="188">
                  <c:v>31.257592856884</c:v>
                </c:pt>
                <c:pt idx="189">
                  <c:v>31.5445531010628</c:v>
                </c:pt>
                <c:pt idx="190">
                  <c:v>31.8018845319748</c:v>
                </c:pt>
                <c:pt idx="191">
                  <c:v>31.9597467184067</c:v>
                </c:pt>
                <c:pt idx="192">
                  <c:v>32.0468336343765</c:v>
                </c:pt>
                <c:pt idx="193">
                  <c:v>32.1324055194855</c:v>
                </c:pt>
                <c:pt idx="194">
                  <c:v>32.2190710306168</c:v>
                </c:pt>
                <c:pt idx="195">
                  <c:v>32.3601320385933</c:v>
                </c:pt>
                <c:pt idx="196">
                  <c:v>32.4915766716003</c:v>
                </c:pt>
                <c:pt idx="197">
                  <c:v>32.6325606703758</c:v>
                </c:pt>
                <c:pt idx="198">
                  <c:v>32.7415562868118</c:v>
                </c:pt>
                <c:pt idx="199">
                  <c:v>32.8783200383186</c:v>
                </c:pt>
                <c:pt idx="200">
                  <c:v>33.0156570076942</c:v>
                </c:pt>
                <c:pt idx="201">
                  <c:v>33.1846945881843</c:v>
                </c:pt>
                <c:pt idx="202">
                  <c:v>33.3478363156319</c:v>
                </c:pt>
                <c:pt idx="203">
                  <c:v>33.5531579256058</c:v>
                </c:pt>
                <c:pt idx="204">
                  <c:v>33.6510397791862</c:v>
                </c:pt>
                <c:pt idx="205">
                  <c:v>33.72768419981</c:v>
                </c:pt>
                <c:pt idx="206">
                  <c:v>33.8684920668602</c:v>
                </c:pt>
                <c:pt idx="207">
                  <c:v>34.1303597688675</c:v>
                </c:pt>
                <c:pt idx="208">
                  <c:v>34.3512341380119</c:v>
                </c:pt>
                <c:pt idx="209">
                  <c:v>34.5638654828072</c:v>
                </c:pt>
                <c:pt idx="210">
                  <c:v>34.7752677202225</c:v>
                </c:pt>
                <c:pt idx="211">
                  <c:v>34.952672123909</c:v>
                </c:pt>
                <c:pt idx="212">
                  <c:v>35.0359193682671</c:v>
                </c:pt>
                <c:pt idx="213">
                  <c:v>35.0597519874573</c:v>
                </c:pt>
                <c:pt idx="214">
                  <c:v>35.2185064554214</c:v>
                </c:pt>
                <c:pt idx="215">
                  <c:v>35.2730984091759</c:v>
                </c:pt>
                <c:pt idx="216">
                  <c:v>35.2766463756561</c:v>
                </c:pt>
                <c:pt idx="217">
                  <c:v>35.2822583913803</c:v>
                </c:pt>
                <c:pt idx="218">
                  <c:v>35.2811410427093</c:v>
                </c:pt>
                <c:pt idx="219">
                  <c:v>35.3431777358055</c:v>
                </c:pt>
                <c:pt idx="220">
                  <c:v>35.5157380700111</c:v>
                </c:pt>
                <c:pt idx="221">
                  <c:v>35.6175736188888</c:v>
                </c:pt>
                <c:pt idx="222">
                  <c:v>35.7971211671829</c:v>
                </c:pt>
                <c:pt idx="223">
                  <c:v>35.9152099490166</c:v>
                </c:pt>
                <c:pt idx="224">
                  <c:v>35.9809923768043</c:v>
                </c:pt>
                <c:pt idx="225">
                  <c:v>36.0661586523056</c:v>
                </c:pt>
                <c:pt idx="226">
                  <c:v>36.3927500247955</c:v>
                </c:pt>
                <c:pt idx="227">
                  <c:v>36.5288527607918</c:v>
                </c:pt>
                <c:pt idx="228">
                  <c:v>36.6297326683998</c:v>
                </c:pt>
                <c:pt idx="229">
                  <c:v>36.6471915245056</c:v>
                </c:pt>
                <c:pt idx="230">
                  <c:v>36.5517916679382</c:v>
                </c:pt>
                <c:pt idx="231">
                  <c:v>36.6063287854195</c:v>
                </c:pt>
                <c:pt idx="232">
                  <c:v>36.6349000930786</c:v>
                </c:pt>
                <c:pt idx="233">
                  <c:v>36.7004733085632</c:v>
                </c:pt>
                <c:pt idx="234">
                  <c:v>36.7715625762939</c:v>
                </c:pt>
                <c:pt idx="235">
                  <c:v>36.8407645225525</c:v>
                </c:pt>
                <c:pt idx="236">
                  <c:v>36.9337347149849</c:v>
                </c:pt>
                <c:pt idx="237">
                  <c:v>37.1249842047691</c:v>
                </c:pt>
                <c:pt idx="238">
                  <c:v>37.3865198493004</c:v>
                </c:pt>
                <c:pt idx="239">
                  <c:v>37.6158575415611</c:v>
                </c:pt>
                <c:pt idx="240">
                  <c:v>37.8977735638618</c:v>
                </c:pt>
                <c:pt idx="241">
                  <c:v>38.0752282738686</c:v>
                </c:pt>
                <c:pt idx="242">
                  <c:v>38.3030577898026</c:v>
                </c:pt>
                <c:pt idx="243">
                  <c:v>38.5153753757477</c:v>
                </c:pt>
                <c:pt idx="244">
                  <c:v>38.6928834915161</c:v>
                </c:pt>
                <c:pt idx="245">
                  <c:v>38.8753780126572</c:v>
                </c:pt>
                <c:pt idx="246">
                  <c:v>39.0619497299194</c:v>
                </c:pt>
                <c:pt idx="247">
                  <c:v>39.281358897686</c:v>
                </c:pt>
                <c:pt idx="248">
                  <c:v>39.4227438569069</c:v>
                </c:pt>
                <c:pt idx="249">
                  <c:v>39.5896607041359</c:v>
                </c:pt>
                <c:pt idx="250">
                  <c:v>39.7927092909813</c:v>
                </c:pt>
                <c:pt idx="251">
                  <c:v>40.0540341734886</c:v>
                </c:pt>
                <c:pt idx="252">
                  <c:v>40.3372910618782</c:v>
                </c:pt>
                <c:pt idx="253">
                  <c:v>40.5549420714378</c:v>
                </c:pt>
                <c:pt idx="254">
                  <c:v>40.8005585074425</c:v>
                </c:pt>
                <c:pt idx="255">
                  <c:v>41.063968360424</c:v>
                </c:pt>
                <c:pt idx="256">
                  <c:v>41.1825408935547</c:v>
                </c:pt>
                <c:pt idx="257">
                  <c:v>41.1890739202499</c:v>
                </c:pt>
                <c:pt idx="258">
                  <c:v>41.2019938826561</c:v>
                </c:pt>
                <c:pt idx="259">
                  <c:v>41.2319756150246</c:v>
                </c:pt>
                <c:pt idx="260">
                  <c:v>41.2740594148636</c:v>
                </c:pt>
                <c:pt idx="261">
                  <c:v>41.330741584301</c:v>
                </c:pt>
                <c:pt idx="262">
                  <c:v>41.4956401586533</c:v>
                </c:pt>
                <c:pt idx="263">
                  <c:v>41.5996968746185</c:v>
                </c:pt>
                <c:pt idx="264">
                  <c:v>41.7216100692749</c:v>
                </c:pt>
                <c:pt idx="265">
                  <c:v>41.8678239583969</c:v>
                </c:pt>
                <c:pt idx="266">
                  <c:v>42.0629662871361</c:v>
                </c:pt>
                <c:pt idx="267">
                  <c:v>42.184953212738</c:v>
                </c:pt>
                <c:pt idx="268">
                  <c:v>42.258364379406</c:v>
                </c:pt>
                <c:pt idx="269">
                  <c:v>42.4435228705406</c:v>
                </c:pt>
                <c:pt idx="270">
                  <c:v>42.9057949185371</c:v>
                </c:pt>
                <c:pt idx="271">
                  <c:v>43.3563759922981</c:v>
                </c:pt>
                <c:pt idx="272">
                  <c:v>43.8135252594948</c:v>
                </c:pt>
                <c:pt idx="273">
                  <c:v>44.2529763579369</c:v>
                </c:pt>
                <c:pt idx="274">
                  <c:v>44.6108890175819</c:v>
                </c:pt>
                <c:pt idx="275">
                  <c:v>44.8738619685173</c:v>
                </c:pt>
                <c:pt idx="276">
                  <c:v>45.1001528501511</c:v>
                </c:pt>
                <c:pt idx="277">
                  <c:v>45.2016497254372</c:v>
                </c:pt>
                <c:pt idx="278">
                  <c:v>45.2877913117409</c:v>
                </c:pt>
                <c:pt idx="279">
                  <c:v>45.3619335889816</c:v>
                </c:pt>
                <c:pt idx="280">
                  <c:v>45.4663081765175</c:v>
                </c:pt>
                <c:pt idx="281">
                  <c:v>45.5220634937286</c:v>
                </c:pt>
                <c:pt idx="282">
                  <c:v>45.6048067808151</c:v>
                </c:pt>
                <c:pt idx="283">
                  <c:v>45.7211662530899</c:v>
                </c:pt>
                <c:pt idx="284">
                  <c:v>45.883288860321</c:v>
                </c:pt>
                <c:pt idx="285">
                  <c:v>46.042477786541</c:v>
                </c:pt>
                <c:pt idx="286">
                  <c:v>46.2974690198898</c:v>
                </c:pt>
                <c:pt idx="287">
                  <c:v>46.5310768485069</c:v>
                </c:pt>
                <c:pt idx="288">
                  <c:v>46.6918208003044</c:v>
                </c:pt>
                <c:pt idx="289">
                  <c:v>46.8630323410034</c:v>
                </c:pt>
                <c:pt idx="290">
                  <c:v>47.0939104557037</c:v>
                </c:pt>
                <c:pt idx="291">
                  <c:v>47.3733022212982</c:v>
                </c:pt>
                <c:pt idx="292">
                  <c:v>47.735954284668</c:v>
                </c:pt>
                <c:pt idx="293">
                  <c:v>48.0971838831901</c:v>
                </c:pt>
                <c:pt idx="294">
                  <c:v>48.3845619559288</c:v>
                </c:pt>
                <c:pt idx="295">
                  <c:v>48.5974523425102</c:v>
                </c:pt>
                <c:pt idx="296">
                  <c:v>48.8040223717689</c:v>
                </c:pt>
                <c:pt idx="297">
                  <c:v>49.057026207447</c:v>
                </c:pt>
                <c:pt idx="298">
                  <c:v>49.4692213535309</c:v>
                </c:pt>
                <c:pt idx="299">
                  <c:v>49.8381722569466</c:v>
                </c:pt>
                <c:pt idx="300">
                  <c:v>50.1919420361519</c:v>
                </c:pt>
                <c:pt idx="301">
                  <c:v>50.5027306675911</c:v>
                </c:pt>
                <c:pt idx="302">
                  <c:v>50.7352894544601</c:v>
                </c:pt>
                <c:pt idx="303">
                  <c:v>50.8554439544678</c:v>
                </c:pt>
                <c:pt idx="304">
                  <c:v>51.0080417990684</c:v>
                </c:pt>
                <c:pt idx="305">
                  <c:v>51.1743414402008</c:v>
                </c:pt>
                <c:pt idx="306">
                  <c:v>51.2809130549431</c:v>
                </c:pt>
                <c:pt idx="307">
                  <c:v>51.4440371394157</c:v>
                </c:pt>
                <c:pt idx="308">
                  <c:v>51.6248116493225</c:v>
                </c:pt>
                <c:pt idx="309">
                  <c:v>51.8043203353882</c:v>
                </c:pt>
                <c:pt idx="310">
                  <c:v>51.9591938853264</c:v>
                </c:pt>
                <c:pt idx="311">
                  <c:v>52.0768667459488</c:v>
                </c:pt>
                <c:pt idx="312">
                  <c:v>52.2537685036659</c:v>
                </c:pt>
                <c:pt idx="313">
                  <c:v>52.4718999862671</c:v>
                </c:pt>
                <c:pt idx="314">
                  <c:v>52.7132414579391</c:v>
                </c:pt>
                <c:pt idx="315">
                  <c:v>52.9285517334938</c:v>
                </c:pt>
                <c:pt idx="316">
                  <c:v>53.2374233007431</c:v>
                </c:pt>
                <c:pt idx="317">
                  <c:v>53.4992921948433</c:v>
                </c:pt>
                <c:pt idx="318">
                  <c:v>53.7583649754524</c:v>
                </c:pt>
                <c:pt idx="319">
                  <c:v>54.0000019669533</c:v>
                </c:pt>
                <c:pt idx="320">
                  <c:v>54.2399517893791</c:v>
                </c:pt>
                <c:pt idx="321">
                  <c:v>54.4112935066223</c:v>
                </c:pt>
                <c:pt idx="322">
                  <c:v>54.5509898066521</c:v>
                </c:pt>
                <c:pt idx="323">
                  <c:v>54.7026007771492</c:v>
                </c:pt>
                <c:pt idx="324">
                  <c:v>54.8556490540504</c:v>
                </c:pt>
                <c:pt idx="325">
                  <c:v>55.063922226429</c:v>
                </c:pt>
                <c:pt idx="326">
                  <c:v>55.2616335749626</c:v>
                </c:pt>
                <c:pt idx="327">
                  <c:v>55.4615571498871</c:v>
                </c:pt>
                <c:pt idx="328">
                  <c:v>55.5972394943237</c:v>
                </c:pt>
                <c:pt idx="329">
                  <c:v>55.8121479153633</c:v>
                </c:pt>
                <c:pt idx="330">
                  <c:v>56.005953848362</c:v>
                </c:pt>
                <c:pt idx="331">
                  <c:v>56.1530972719192</c:v>
                </c:pt>
                <c:pt idx="332">
                  <c:v>56.2893509268761</c:v>
                </c:pt>
                <c:pt idx="333">
                  <c:v>56.4668259620666</c:v>
                </c:pt>
                <c:pt idx="334">
                  <c:v>56.663538813591</c:v>
                </c:pt>
                <c:pt idx="335">
                  <c:v>56.9235711693764</c:v>
                </c:pt>
                <c:pt idx="336">
                  <c:v>57.2044538855553</c:v>
                </c:pt>
                <c:pt idx="337">
                  <c:v>57.4672349095344</c:v>
                </c:pt>
                <c:pt idx="338">
                  <c:v>57.7441682219505</c:v>
                </c:pt>
                <c:pt idx="339">
                  <c:v>57.9956474900246</c:v>
                </c:pt>
                <c:pt idx="340">
                  <c:v>58.1843447685242</c:v>
                </c:pt>
                <c:pt idx="341">
                  <c:v>58.3319923877716</c:v>
                </c:pt>
                <c:pt idx="342">
                  <c:v>58.5026013255119</c:v>
                </c:pt>
                <c:pt idx="343">
                  <c:v>58.629512488842</c:v>
                </c:pt>
                <c:pt idx="344">
                  <c:v>58.7289970517158</c:v>
                </c:pt>
                <c:pt idx="345">
                  <c:v>58.7888507246971</c:v>
                </c:pt>
                <c:pt idx="346">
                  <c:v>58.8901364803314</c:v>
                </c:pt>
                <c:pt idx="347">
                  <c:v>58.9777956604958</c:v>
                </c:pt>
                <c:pt idx="348">
                  <c:v>59.0874835848808</c:v>
                </c:pt>
                <c:pt idx="349">
                  <c:v>59.2288115620613</c:v>
                </c:pt>
                <c:pt idx="350">
                  <c:v>59.3577849268913</c:v>
                </c:pt>
                <c:pt idx="351">
                  <c:v>59.4934760332107</c:v>
                </c:pt>
                <c:pt idx="352">
                  <c:v>59.6267808675766</c:v>
                </c:pt>
                <c:pt idx="353">
                  <c:v>59.807723402977</c:v>
                </c:pt>
                <c:pt idx="354">
                  <c:v>59.994309425354</c:v>
                </c:pt>
                <c:pt idx="355">
                  <c:v>60.2676419019699</c:v>
                </c:pt>
                <c:pt idx="356">
                  <c:v>60.4818975925445</c:v>
                </c:pt>
                <c:pt idx="357">
                  <c:v>60.7793710231781</c:v>
                </c:pt>
                <c:pt idx="358">
                  <c:v>61.0240797400474</c:v>
                </c:pt>
                <c:pt idx="359">
                  <c:v>61.3162685036659</c:v>
                </c:pt>
                <c:pt idx="360">
                  <c:v>61.5054788589477</c:v>
                </c:pt>
                <c:pt idx="361">
                  <c:v>61.5713003277779</c:v>
                </c:pt>
                <c:pt idx="362">
                  <c:v>61.6515937447548</c:v>
                </c:pt>
                <c:pt idx="363">
                  <c:v>61.7353748679161</c:v>
                </c:pt>
                <c:pt idx="364">
                  <c:v>61.8542279601097</c:v>
                </c:pt>
                <c:pt idx="365">
                  <c:v>61.9774969816208</c:v>
                </c:pt>
                <c:pt idx="366">
                  <c:v>62.1751196980476</c:v>
                </c:pt>
                <c:pt idx="367">
                  <c:v>62.3596100211143</c:v>
                </c:pt>
                <c:pt idx="368">
                  <c:v>62.5609370470047</c:v>
                </c:pt>
                <c:pt idx="369">
                  <c:v>62.7005541920662</c:v>
                </c:pt>
                <c:pt idx="370">
                  <c:v>62.8300803303718</c:v>
                </c:pt>
                <c:pt idx="371">
                  <c:v>63.0486133694649</c:v>
                </c:pt>
                <c:pt idx="372">
                  <c:v>63.3405308127403</c:v>
                </c:pt>
                <c:pt idx="373">
                  <c:v>63.5628506541252</c:v>
                </c:pt>
                <c:pt idx="374">
                  <c:v>63.7755525112152</c:v>
                </c:pt>
                <c:pt idx="375">
                  <c:v>64.0076152086258</c:v>
                </c:pt>
                <c:pt idx="376">
                  <c:v>64.2286762595177</c:v>
                </c:pt>
                <c:pt idx="377">
                  <c:v>64.3846953511238</c:v>
                </c:pt>
                <c:pt idx="378">
                  <c:v>64.4808222651481</c:v>
                </c:pt>
                <c:pt idx="379">
                  <c:v>64.572841823101</c:v>
                </c:pt>
                <c:pt idx="380">
                  <c:v>64.5541585087776</c:v>
                </c:pt>
                <c:pt idx="381">
                  <c:v>64.5516787171364</c:v>
                </c:pt>
                <c:pt idx="382">
                  <c:v>64.5695837140083</c:v>
                </c:pt>
                <c:pt idx="383">
                  <c:v>64.6504122018814</c:v>
                </c:pt>
                <c:pt idx="384">
                  <c:v>64.7491176724434</c:v>
                </c:pt>
                <c:pt idx="385">
                  <c:v>64.7744165062904</c:v>
                </c:pt>
                <c:pt idx="386">
                  <c:v>64.8115462064743</c:v>
                </c:pt>
                <c:pt idx="387">
                  <c:v>64.9891056418419</c:v>
                </c:pt>
                <c:pt idx="388">
                  <c:v>65.1604374051094</c:v>
                </c:pt>
                <c:pt idx="389">
                  <c:v>65.4023205637932</c:v>
                </c:pt>
                <c:pt idx="390">
                  <c:v>65.6586233973503</c:v>
                </c:pt>
                <c:pt idx="391">
                  <c:v>65.9151908755302</c:v>
                </c:pt>
                <c:pt idx="392">
                  <c:v>66.1450282931328</c:v>
                </c:pt>
                <c:pt idx="393">
                  <c:v>66.3273087143898</c:v>
                </c:pt>
                <c:pt idx="394">
                  <c:v>66.4708411097526</c:v>
                </c:pt>
                <c:pt idx="395">
                  <c:v>66.6562427282333</c:v>
                </c:pt>
                <c:pt idx="396">
                  <c:v>66.8956102132797</c:v>
                </c:pt>
                <c:pt idx="397">
                  <c:v>67.113795697689</c:v>
                </c:pt>
                <c:pt idx="398">
                  <c:v>67.3156178593635</c:v>
                </c:pt>
                <c:pt idx="399">
                  <c:v>67.4145967364311</c:v>
                </c:pt>
                <c:pt idx="400">
                  <c:v>67.559948682785</c:v>
                </c:pt>
                <c:pt idx="401">
                  <c:v>67.6889120340347</c:v>
                </c:pt>
                <c:pt idx="402">
                  <c:v>67.8129680156708</c:v>
                </c:pt>
                <c:pt idx="403">
                  <c:v>67.8950433135033</c:v>
                </c:pt>
                <c:pt idx="404">
                  <c:v>67.9994959235191</c:v>
                </c:pt>
                <c:pt idx="405">
                  <c:v>68.0775043964386</c:v>
                </c:pt>
                <c:pt idx="406">
                  <c:v>68.1773642897606</c:v>
                </c:pt>
                <c:pt idx="407">
                  <c:v>68.2066076397896</c:v>
                </c:pt>
                <c:pt idx="408">
                  <c:v>68.2312758564949</c:v>
                </c:pt>
                <c:pt idx="409">
                  <c:v>68.2668096423149</c:v>
                </c:pt>
                <c:pt idx="410">
                  <c:v>68.2631700634956</c:v>
                </c:pt>
                <c:pt idx="411">
                  <c:v>68.3393021821976</c:v>
                </c:pt>
                <c:pt idx="412">
                  <c:v>68.4427547454834</c:v>
                </c:pt>
                <c:pt idx="413">
                  <c:v>68.5860493183136</c:v>
                </c:pt>
                <c:pt idx="414">
                  <c:v>68.7238102555275</c:v>
                </c:pt>
                <c:pt idx="415">
                  <c:v>68.8670766353607</c:v>
                </c:pt>
                <c:pt idx="416">
                  <c:v>69.0308153033256</c:v>
                </c:pt>
                <c:pt idx="417">
                  <c:v>69.2591860294342</c:v>
                </c:pt>
                <c:pt idx="418">
                  <c:v>69.4982377290726</c:v>
                </c:pt>
                <c:pt idx="419">
                  <c:v>69.6824605464935</c:v>
                </c:pt>
                <c:pt idx="420">
                  <c:v>69.8451309204101</c:v>
                </c:pt>
                <c:pt idx="421">
                  <c:v>69.9846723079681</c:v>
                </c:pt>
                <c:pt idx="422">
                  <c:v>70.1434097290039</c:v>
                </c:pt>
                <c:pt idx="423">
                  <c:v>70.2452200055122</c:v>
                </c:pt>
                <c:pt idx="424">
                  <c:v>70.3548390865326</c:v>
                </c:pt>
                <c:pt idx="425">
                  <c:v>70.504014134407</c:v>
                </c:pt>
                <c:pt idx="426">
                  <c:v>70.6540322899818</c:v>
                </c:pt>
                <c:pt idx="427">
                  <c:v>70.7505376338959</c:v>
                </c:pt>
                <c:pt idx="428">
                  <c:v>70.9096203446388</c:v>
                </c:pt>
                <c:pt idx="429">
                  <c:v>71.0500329136848</c:v>
                </c:pt>
                <c:pt idx="430">
                  <c:v>71.1900444626808</c:v>
                </c:pt>
                <c:pt idx="431">
                  <c:v>71.3065740466118</c:v>
                </c:pt>
                <c:pt idx="432">
                  <c:v>71.4523527622223</c:v>
                </c:pt>
                <c:pt idx="433">
                  <c:v>71.6757138967514</c:v>
                </c:pt>
                <c:pt idx="434">
                  <c:v>71.8821936845779</c:v>
                </c:pt>
                <c:pt idx="435">
                  <c:v>72.1003324985504</c:v>
                </c:pt>
                <c:pt idx="436">
                  <c:v>72.257332265377</c:v>
                </c:pt>
                <c:pt idx="437">
                  <c:v>72.4638544917106</c:v>
                </c:pt>
                <c:pt idx="438">
                  <c:v>72.6918680071831</c:v>
                </c:pt>
                <c:pt idx="439">
                  <c:v>72.8869135379791</c:v>
                </c:pt>
                <c:pt idx="440">
                  <c:v>73.0938699841499</c:v>
                </c:pt>
                <c:pt idx="441">
                  <c:v>73.3191276192665</c:v>
                </c:pt>
                <c:pt idx="442">
                  <c:v>73.5456705093384</c:v>
                </c:pt>
                <c:pt idx="443">
                  <c:v>73.8703979253769</c:v>
                </c:pt>
                <c:pt idx="444">
                  <c:v>74.1892137527466</c:v>
                </c:pt>
                <c:pt idx="445">
                  <c:v>74.4291462302208</c:v>
                </c:pt>
                <c:pt idx="446">
                  <c:v>74.6491619348526</c:v>
                </c:pt>
                <c:pt idx="447">
                  <c:v>74.8065460324287</c:v>
                </c:pt>
                <c:pt idx="448">
                  <c:v>74.9791485071182</c:v>
                </c:pt>
                <c:pt idx="449">
                  <c:v>75.0642134547233</c:v>
                </c:pt>
                <c:pt idx="450">
                  <c:v>75.1578462719917</c:v>
                </c:pt>
                <c:pt idx="451">
                  <c:v>75.1973343491554</c:v>
                </c:pt>
                <c:pt idx="452">
                  <c:v>75.3029243946075</c:v>
                </c:pt>
                <c:pt idx="453">
                  <c:v>75.4454265236854</c:v>
                </c:pt>
                <c:pt idx="454">
                  <c:v>75.5977242588997</c:v>
                </c:pt>
                <c:pt idx="455">
                  <c:v>75.7870587706566</c:v>
                </c:pt>
                <c:pt idx="456">
                  <c:v>76.0948815345764</c:v>
                </c:pt>
                <c:pt idx="457">
                  <c:v>76.4266667366028</c:v>
                </c:pt>
                <c:pt idx="458">
                  <c:v>76.7970497608185</c:v>
                </c:pt>
                <c:pt idx="459">
                  <c:v>77.1804561018944</c:v>
                </c:pt>
                <c:pt idx="460">
                  <c:v>77.550991654396</c:v>
                </c:pt>
                <c:pt idx="461">
                  <c:v>77.851843714714</c:v>
                </c:pt>
                <c:pt idx="462">
                  <c:v>78.162843644619</c:v>
                </c:pt>
                <c:pt idx="463">
                  <c:v>78.4048863649368</c:v>
                </c:pt>
                <c:pt idx="464">
                  <c:v>78.6280868053436</c:v>
                </c:pt>
                <c:pt idx="465">
                  <c:v>78.7986220121384</c:v>
                </c:pt>
                <c:pt idx="466">
                  <c:v>78.9527520537376</c:v>
                </c:pt>
                <c:pt idx="467">
                  <c:v>79.0914296507835</c:v>
                </c:pt>
                <c:pt idx="468">
                  <c:v>79.1965982913971</c:v>
                </c:pt>
                <c:pt idx="469">
                  <c:v>79.3926841020584</c:v>
                </c:pt>
                <c:pt idx="470">
                  <c:v>79.509591460228</c:v>
                </c:pt>
                <c:pt idx="471">
                  <c:v>79.5831979513168</c:v>
                </c:pt>
                <c:pt idx="472">
                  <c:v>79.6220255494118</c:v>
                </c:pt>
                <c:pt idx="473">
                  <c:v>79.6344767808914</c:v>
                </c:pt>
                <c:pt idx="474">
                  <c:v>79.6639629006386</c:v>
                </c:pt>
                <c:pt idx="475">
                  <c:v>79.6680810451507</c:v>
                </c:pt>
                <c:pt idx="476">
                  <c:v>79.7157320976257</c:v>
                </c:pt>
                <c:pt idx="477">
                  <c:v>79.8142594695091</c:v>
                </c:pt>
                <c:pt idx="478">
                  <c:v>79.9712473154068</c:v>
                </c:pt>
                <c:pt idx="479">
                  <c:v>80.1632764339447</c:v>
                </c:pt>
                <c:pt idx="480">
                  <c:v>80.3440164327621</c:v>
                </c:pt>
                <c:pt idx="481">
                  <c:v>80.5585579872131</c:v>
                </c:pt>
                <c:pt idx="482">
                  <c:v>80.7444142699241</c:v>
                </c:pt>
                <c:pt idx="483">
                  <c:v>80.9244067072868</c:v>
                </c:pt>
                <c:pt idx="484">
                  <c:v>81.1588077545166</c:v>
                </c:pt>
                <c:pt idx="485">
                  <c:v>81.3978522419929</c:v>
                </c:pt>
                <c:pt idx="486">
                  <c:v>81.497624874115</c:v>
                </c:pt>
                <c:pt idx="487">
                  <c:v>81.6200110316276</c:v>
                </c:pt>
                <c:pt idx="488">
                  <c:v>81.8278592228889</c:v>
                </c:pt>
                <c:pt idx="489">
                  <c:v>82.0155593156814</c:v>
                </c:pt>
                <c:pt idx="490">
                  <c:v>82.2652781009674</c:v>
                </c:pt>
                <c:pt idx="491">
                  <c:v>82.5057439208031</c:v>
                </c:pt>
                <c:pt idx="492">
                  <c:v>82.7364857196808</c:v>
                </c:pt>
                <c:pt idx="493">
                  <c:v>83.0078694224357</c:v>
                </c:pt>
                <c:pt idx="494">
                  <c:v>83.2940507531166</c:v>
                </c:pt>
                <c:pt idx="495">
                  <c:v>83.5809143185615</c:v>
                </c:pt>
                <c:pt idx="496">
                  <c:v>83.8700998425484</c:v>
                </c:pt>
                <c:pt idx="497">
                  <c:v>84.2541486620903</c:v>
                </c:pt>
                <c:pt idx="498">
                  <c:v>84.6459819674492</c:v>
                </c:pt>
                <c:pt idx="499">
                  <c:v>84.9970498681068</c:v>
                </c:pt>
                <c:pt idx="500">
                  <c:v>85.2900903820991</c:v>
                </c:pt>
                <c:pt idx="501">
                  <c:v>85.5969159007072</c:v>
                </c:pt>
                <c:pt idx="502">
                  <c:v>85.9387871623039</c:v>
                </c:pt>
                <c:pt idx="503">
                  <c:v>86.2349211573601</c:v>
                </c:pt>
                <c:pt idx="504">
                  <c:v>86.4970580935478</c:v>
                </c:pt>
                <c:pt idx="505">
                  <c:v>86.6513018012047</c:v>
                </c:pt>
                <c:pt idx="506">
                  <c:v>86.6833949685097</c:v>
                </c:pt>
                <c:pt idx="507">
                  <c:v>86.5475097298622</c:v>
                </c:pt>
                <c:pt idx="508">
                  <c:v>86.2163740992546</c:v>
                </c:pt>
                <c:pt idx="509">
                  <c:v>85.7573484778404</c:v>
                </c:pt>
                <c:pt idx="510">
                  <c:v>85.35115224123</c:v>
                </c:pt>
                <c:pt idx="511">
                  <c:v>85.0511403679848</c:v>
                </c:pt>
                <c:pt idx="512">
                  <c:v>84.9643269181252</c:v>
                </c:pt>
                <c:pt idx="513">
                  <c:v>84.9256630539894</c:v>
                </c:pt>
                <c:pt idx="514">
                  <c:v>84.9944359660149</c:v>
                </c:pt>
                <c:pt idx="515">
                  <c:v>85.0797542333603</c:v>
                </c:pt>
                <c:pt idx="516">
                  <c:v>85.1533594727516</c:v>
                </c:pt>
                <c:pt idx="517">
                  <c:v>85.2177205681801</c:v>
                </c:pt>
                <c:pt idx="518">
                  <c:v>85.3155229687691</c:v>
                </c:pt>
                <c:pt idx="519">
                  <c:v>85.4911472201347</c:v>
                </c:pt>
                <c:pt idx="520">
                  <c:v>85.5839566588402</c:v>
                </c:pt>
                <c:pt idx="521">
                  <c:v>85.6651802659035</c:v>
                </c:pt>
                <c:pt idx="522">
                  <c:v>85.7265346646309</c:v>
                </c:pt>
                <c:pt idx="523">
                  <c:v>85.8132529258728</c:v>
                </c:pt>
                <c:pt idx="524">
                  <c:v>85.8808953166008</c:v>
                </c:pt>
                <c:pt idx="525">
                  <c:v>86.0756956934929</c:v>
                </c:pt>
                <c:pt idx="526">
                  <c:v>86.2964040637016</c:v>
                </c:pt>
                <c:pt idx="527">
                  <c:v>86.5380343794823</c:v>
                </c:pt>
                <c:pt idx="528">
                  <c:v>86.7478845715523</c:v>
                </c:pt>
                <c:pt idx="529">
                  <c:v>86.8754217624664</c:v>
                </c:pt>
                <c:pt idx="530">
                  <c:v>87.1503614187241</c:v>
                </c:pt>
                <c:pt idx="531">
                  <c:v>87.4623678922653</c:v>
                </c:pt>
                <c:pt idx="532">
                  <c:v>87.8194359540939</c:v>
                </c:pt>
                <c:pt idx="533">
                  <c:v>88.1315112113953</c:v>
                </c:pt>
                <c:pt idx="534">
                  <c:v>88.4052687883377</c:v>
                </c:pt>
                <c:pt idx="535">
                  <c:v>88.615202486515</c:v>
                </c:pt>
                <c:pt idx="536">
                  <c:v>88.7833080887794</c:v>
                </c:pt>
                <c:pt idx="537">
                  <c:v>88.9531269669533</c:v>
                </c:pt>
                <c:pt idx="538">
                  <c:v>89.1516329050064</c:v>
                </c:pt>
                <c:pt idx="539">
                  <c:v>89.3403298854828</c:v>
                </c:pt>
                <c:pt idx="540">
                  <c:v>89.5249829888344</c:v>
                </c:pt>
                <c:pt idx="541">
                  <c:v>89.6923341155052</c:v>
                </c:pt>
                <c:pt idx="542">
                  <c:v>89.8597266077995</c:v>
                </c:pt>
                <c:pt idx="543">
                  <c:v>90.0680324435234</c:v>
                </c:pt>
                <c:pt idx="544">
                  <c:v>90.200780570507</c:v>
                </c:pt>
                <c:pt idx="545">
                  <c:v>90.3391224741936</c:v>
                </c:pt>
                <c:pt idx="546">
                  <c:v>90.5421949028969</c:v>
                </c:pt>
                <c:pt idx="547">
                  <c:v>90.7391468286514</c:v>
                </c:pt>
                <c:pt idx="548">
                  <c:v>90.8980066776276</c:v>
                </c:pt>
                <c:pt idx="549">
                  <c:v>91.0821099281311</c:v>
                </c:pt>
                <c:pt idx="550">
                  <c:v>91.2683250904083</c:v>
                </c:pt>
                <c:pt idx="551">
                  <c:v>91.4969446659088</c:v>
                </c:pt>
                <c:pt idx="552">
                  <c:v>91.7088863253593</c:v>
                </c:pt>
                <c:pt idx="553">
                  <c:v>91.8915337920189</c:v>
                </c:pt>
                <c:pt idx="554">
                  <c:v>92.0847187042236</c:v>
                </c:pt>
                <c:pt idx="555">
                  <c:v>92.3062869310379</c:v>
                </c:pt>
                <c:pt idx="556">
                  <c:v>92.5301269292831</c:v>
                </c:pt>
                <c:pt idx="557">
                  <c:v>92.8019386529922</c:v>
                </c:pt>
                <c:pt idx="558">
                  <c:v>93.0925699472427</c:v>
                </c:pt>
                <c:pt idx="559">
                  <c:v>93.4173346757889</c:v>
                </c:pt>
                <c:pt idx="560">
                  <c:v>93.7751437425613</c:v>
                </c:pt>
                <c:pt idx="561">
                  <c:v>94.1270130872726</c:v>
                </c:pt>
                <c:pt idx="562">
                  <c:v>94.4690377116203</c:v>
                </c:pt>
                <c:pt idx="563">
                  <c:v>94.7845913767815</c:v>
                </c:pt>
                <c:pt idx="564">
                  <c:v>95.0408515930176</c:v>
                </c:pt>
                <c:pt idx="565">
                  <c:v>95.283943772316</c:v>
                </c:pt>
                <c:pt idx="566">
                  <c:v>95.4936799407005</c:v>
                </c:pt>
                <c:pt idx="567">
                  <c:v>95.652668595314</c:v>
                </c:pt>
                <c:pt idx="568">
                  <c:v>95.785216152668</c:v>
                </c:pt>
                <c:pt idx="569">
                  <c:v>95.8917373418808</c:v>
                </c:pt>
                <c:pt idx="570">
                  <c:v>95.9201155304909</c:v>
                </c:pt>
                <c:pt idx="571">
                  <c:v>95.9699639678001</c:v>
                </c:pt>
                <c:pt idx="572">
                  <c:v>96.0285876393318</c:v>
                </c:pt>
                <c:pt idx="573">
                  <c:v>96.0962067842484</c:v>
                </c:pt>
                <c:pt idx="574">
                  <c:v>96.227599978447</c:v>
                </c:pt>
                <c:pt idx="575">
                  <c:v>96.4145621657372</c:v>
                </c:pt>
                <c:pt idx="576">
                  <c:v>96.585195183754</c:v>
                </c:pt>
                <c:pt idx="577">
                  <c:v>96.6091552972794</c:v>
                </c:pt>
                <c:pt idx="578">
                  <c:v>96.6726558208466</c:v>
                </c:pt>
                <c:pt idx="579">
                  <c:v>96.7536821365356</c:v>
                </c:pt>
                <c:pt idx="580">
                  <c:v>96.809421479702</c:v>
                </c:pt>
                <c:pt idx="581">
                  <c:v>96.8930149674416</c:v>
                </c:pt>
                <c:pt idx="582">
                  <c:v>96.9347082972527</c:v>
                </c:pt>
                <c:pt idx="583">
                  <c:v>96.9664621353149</c:v>
                </c:pt>
                <c:pt idx="584">
                  <c:v>97.1191740036011</c:v>
                </c:pt>
                <c:pt idx="585">
                  <c:v>97.2165182828903</c:v>
                </c:pt>
                <c:pt idx="586">
                  <c:v>97.364619076252</c:v>
                </c:pt>
                <c:pt idx="587">
                  <c:v>97.5291259884834</c:v>
                </c:pt>
                <c:pt idx="588">
                  <c:v>97.6277271509171</c:v>
                </c:pt>
                <c:pt idx="589">
                  <c:v>97.7107529640198</c:v>
                </c:pt>
                <c:pt idx="590">
                  <c:v>97.7667899727821</c:v>
                </c:pt>
                <c:pt idx="591">
                  <c:v>97.8339647054672</c:v>
                </c:pt>
                <c:pt idx="592">
                  <c:v>98.0701460838318</c:v>
                </c:pt>
                <c:pt idx="593">
                  <c:v>98.2123983502388</c:v>
                </c:pt>
                <c:pt idx="594">
                  <c:v>98.4432591795921</c:v>
                </c:pt>
                <c:pt idx="595">
                  <c:v>98.649612724781</c:v>
                </c:pt>
                <c:pt idx="596">
                  <c:v>98.8507686853409</c:v>
                </c:pt>
                <c:pt idx="597">
                  <c:v>99.0472214818001</c:v>
                </c:pt>
                <c:pt idx="598">
                  <c:v>99.2692088484764</c:v>
                </c:pt>
                <c:pt idx="599">
                  <c:v>99.5458327531815</c:v>
                </c:pt>
                <c:pt idx="600">
                  <c:v>99.8410323858261</c:v>
                </c:pt>
                <c:pt idx="601">
                  <c:v>100.166692972183</c:v>
                </c:pt>
                <c:pt idx="602">
                  <c:v>100.481743216515</c:v>
                </c:pt>
                <c:pt idx="603">
                  <c:v>100.758701145649</c:v>
                </c:pt>
                <c:pt idx="604">
                  <c:v>101.069163739681</c:v>
                </c:pt>
                <c:pt idx="605">
                  <c:v>101.360059440136</c:v>
                </c:pt>
                <c:pt idx="606">
                  <c:v>101.653976738453</c:v>
                </c:pt>
                <c:pt idx="607">
                  <c:v>101.924964010715</c:v>
                </c:pt>
                <c:pt idx="608">
                  <c:v>102.119332849979</c:v>
                </c:pt>
                <c:pt idx="609">
                  <c:v>102.305158078671</c:v>
                </c:pt>
                <c:pt idx="610">
                  <c:v>102.504768490791</c:v>
                </c:pt>
                <c:pt idx="611">
                  <c:v>102.752857327461</c:v>
                </c:pt>
                <c:pt idx="612">
                  <c:v>102.966730415821</c:v>
                </c:pt>
                <c:pt idx="613">
                  <c:v>103.092913925648</c:v>
                </c:pt>
                <c:pt idx="614">
                  <c:v>103.185182392597</c:v>
                </c:pt>
                <c:pt idx="615">
                  <c:v>103.27001029253</c:v>
                </c:pt>
                <c:pt idx="616">
                  <c:v>103.422424256802</c:v>
                </c:pt>
                <c:pt idx="617">
                  <c:v>103.58147841692</c:v>
                </c:pt>
                <c:pt idx="618">
                  <c:v>103.809570133686</c:v>
                </c:pt>
                <c:pt idx="619">
                  <c:v>103.979915142059</c:v>
                </c:pt>
                <c:pt idx="620">
                  <c:v>104.124067902565</c:v>
                </c:pt>
                <c:pt idx="621">
                  <c:v>104.127673387527</c:v>
                </c:pt>
                <c:pt idx="622">
                  <c:v>104.264293789864</c:v>
                </c:pt>
                <c:pt idx="623">
                  <c:v>104.44429063797</c:v>
                </c:pt>
                <c:pt idx="624">
                  <c:v>104.618685722351</c:v>
                </c:pt>
                <c:pt idx="625">
                  <c:v>104.788739860058</c:v>
                </c:pt>
                <c:pt idx="626">
                  <c:v>104.954273164272</c:v>
                </c:pt>
                <c:pt idx="627">
                  <c:v>105.13043898344</c:v>
                </c:pt>
                <c:pt idx="628">
                  <c:v>105.299686491489</c:v>
                </c:pt>
                <c:pt idx="629">
                  <c:v>105.498313128948</c:v>
                </c:pt>
                <c:pt idx="630">
                  <c:v>105.699171125889</c:v>
                </c:pt>
                <c:pt idx="631">
                  <c:v>105.928410887718</c:v>
                </c:pt>
                <c:pt idx="632">
                  <c:v>106.016634404659</c:v>
                </c:pt>
                <c:pt idx="633">
                  <c:v>106.045817136765</c:v>
                </c:pt>
                <c:pt idx="634">
                  <c:v>106.026418566704</c:v>
                </c:pt>
                <c:pt idx="635">
                  <c:v>105.972676038742</c:v>
                </c:pt>
                <c:pt idx="636">
                  <c:v>105.988742172718</c:v>
                </c:pt>
                <c:pt idx="637">
                  <c:v>105.957912743092</c:v>
                </c:pt>
                <c:pt idx="638">
                  <c:v>105.917526900768</c:v>
                </c:pt>
                <c:pt idx="639">
                  <c:v>105.920895755291</c:v>
                </c:pt>
                <c:pt idx="640">
                  <c:v>105.957981050015</c:v>
                </c:pt>
                <c:pt idx="641">
                  <c:v>106.042502820492</c:v>
                </c:pt>
                <c:pt idx="642">
                  <c:v>106.132907271385</c:v>
                </c:pt>
                <c:pt idx="643">
                  <c:v>106.255869328976</c:v>
                </c:pt>
                <c:pt idx="644">
                  <c:v>106.363840997219</c:v>
                </c:pt>
                <c:pt idx="645">
                  <c:v>106.451615214348</c:v>
                </c:pt>
                <c:pt idx="646">
                  <c:v>106.470085501671</c:v>
                </c:pt>
                <c:pt idx="647">
                  <c:v>106.498372852802</c:v>
                </c:pt>
                <c:pt idx="648">
                  <c:v>106.507999360561</c:v>
                </c:pt>
                <c:pt idx="649">
                  <c:v>106.482177317143</c:v>
                </c:pt>
                <c:pt idx="650">
                  <c:v>106.501744747162</c:v>
                </c:pt>
                <c:pt idx="651">
                  <c:v>106.484447598457</c:v>
                </c:pt>
                <c:pt idx="652">
                  <c:v>106.497225046158</c:v>
                </c:pt>
                <c:pt idx="653">
                  <c:v>106.472967863083</c:v>
                </c:pt>
                <c:pt idx="654">
                  <c:v>106.530475437641</c:v>
                </c:pt>
                <c:pt idx="655">
                  <c:v>106.577883839607</c:v>
                </c:pt>
                <c:pt idx="656">
                  <c:v>106.734793126583</c:v>
                </c:pt>
                <c:pt idx="657">
                  <c:v>106.979845285416</c:v>
                </c:pt>
                <c:pt idx="658">
                  <c:v>107.338179767132</c:v>
                </c:pt>
                <c:pt idx="659">
                  <c:v>107.690000832081</c:v>
                </c:pt>
                <c:pt idx="660">
                  <c:v>108.083809018135</c:v>
                </c:pt>
                <c:pt idx="661">
                  <c:v>108.411896884441</c:v>
                </c:pt>
                <c:pt idx="662">
                  <c:v>108.70128685236</c:v>
                </c:pt>
                <c:pt idx="663">
                  <c:v>109.023280858994</c:v>
                </c:pt>
                <c:pt idx="664">
                  <c:v>109.313620388508</c:v>
                </c:pt>
                <c:pt idx="665">
                  <c:v>109.652959644794</c:v>
                </c:pt>
                <c:pt idx="666">
                  <c:v>110.009884417057</c:v>
                </c:pt>
                <c:pt idx="667">
                  <c:v>110.307040631771</c:v>
                </c:pt>
                <c:pt idx="668">
                  <c:v>110.498068928719</c:v>
                </c:pt>
                <c:pt idx="669">
                  <c:v>110.687676668167</c:v>
                </c:pt>
                <c:pt idx="670">
                  <c:v>110.846141338348</c:v>
                </c:pt>
                <c:pt idx="671">
                  <c:v>111.028517484665</c:v>
                </c:pt>
                <c:pt idx="672">
                  <c:v>111.265394568443</c:v>
                </c:pt>
                <c:pt idx="673">
                  <c:v>111.540133059025</c:v>
                </c:pt>
                <c:pt idx="674">
                  <c:v>111.780094921589</c:v>
                </c:pt>
                <c:pt idx="675">
                  <c:v>111.957050085068</c:v>
                </c:pt>
                <c:pt idx="676">
                  <c:v>112.120068252087</c:v>
                </c:pt>
                <c:pt idx="677">
                  <c:v>112.266943752766</c:v>
                </c:pt>
                <c:pt idx="678">
                  <c:v>112.464617669582</c:v>
                </c:pt>
                <c:pt idx="679">
                  <c:v>112.671454846859</c:v>
                </c:pt>
                <c:pt idx="680">
                  <c:v>112.836069583893</c:v>
                </c:pt>
                <c:pt idx="681">
                  <c:v>112.994475483894</c:v>
                </c:pt>
                <c:pt idx="682">
                  <c:v>113.186418056488</c:v>
                </c:pt>
                <c:pt idx="683">
                  <c:v>113.315629959106</c:v>
                </c:pt>
                <c:pt idx="684">
                  <c:v>113.458610892296</c:v>
                </c:pt>
                <c:pt idx="685">
                  <c:v>113.605792343616</c:v>
                </c:pt>
                <c:pt idx="686">
                  <c:v>113.7159704566</c:v>
                </c:pt>
                <c:pt idx="687">
                  <c:v>113.827983856201</c:v>
                </c:pt>
                <c:pt idx="688">
                  <c:v>113.911435961723</c:v>
                </c:pt>
                <c:pt idx="689">
                  <c:v>114.028302669525</c:v>
                </c:pt>
                <c:pt idx="690">
                  <c:v>114.14391630888</c:v>
                </c:pt>
                <c:pt idx="691">
                  <c:v>114.188032627106</c:v>
                </c:pt>
                <c:pt idx="692">
                  <c:v>114.215302526951</c:v>
                </c:pt>
                <c:pt idx="693">
                  <c:v>114.264797389507</c:v>
                </c:pt>
                <c:pt idx="694">
                  <c:v>114.353791415691</c:v>
                </c:pt>
                <c:pt idx="695">
                  <c:v>114.601088941097</c:v>
                </c:pt>
                <c:pt idx="696">
                  <c:v>114.836271584034</c:v>
                </c:pt>
                <c:pt idx="697">
                  <c:v>115.043166518211</c:v>
                </c:pt>
                <c:pt idx="698">
                  <c:v>115.292827963829</c:v>
                </c:pt>
                <c:pt idx="699">
                  <c:v>115.444408535957</c:v>
                </c:pt>
                <c:pt idx="700">
                  <c:v>115.60786741972</c:v>
                </c:pt>
                <c:pt idx="701">
                  <c:v>115.844981610775</c:v>
                </c:pt>
                <c:pt idx="702">
                  <c:v>116.047728776932</c:v>
                </c:pt>
                <c:pt idx="703">
                  <c:v>116.196853458881</c:v>
                </c:pt>
                <c:pt idx="704">
                  <c:v>116.288446009159</c:v>
                </c:pt>
                <c:pt idx="705">
                  <c:v>116.364379286766</c:v>
                </c:pt>
                <c:pt idx="706">
                  <c:v>116.328556656837</c:v>
                </c:pt>
                <c:pt idx="707">
                  <c:v>116.198181986809</c:v>
                </c:pt>
                <c:pt idx="708">
                  <c:v>115.990062832832</c:v>
                </c:pt>
                <c:pt idx="709">
                  <c:v>115.793686151505</c:v>
                </c:pt>
                <c:pt idx="710">
                  <c:v>115.540698289871</c:v>
                </c:pt>
                <c:pt idx="711">
                  <c:v>115.271792173386</c:v>
                </c:pt>
                <c:pt idx="712">
                  <c:v>114.982786178589</c:v>
                </c:pt>
                <c:pt idx="713">
                  <c:v>114.754801273346</c:v>
                </c:pt>
                <c:pt idx="714">
                  <c:v>114.679947137833</c:v>
                </c:pt>
                <c:pt idx="715">
                  <c:v>114.774172306061</c:v>
                </c:pt>
                <c:pt idx="716">
                  <c:v>114.882235586643</c:v>
                </c:pt>
                <c:pt idx="717">
                  <c:v>114.975845932961</c:v>
                </c:pt>
                <c:pt idx="718">
                  <c:v>115.075275599957</c:v>
                </c:pt>
                <c:pt idx="719">
                  <c:v>115.190150260925</c:v>
                </c:pt>
                <c:pt idx="720">
                  <c:v>115.433969974518</c:v>
                </c:pt>
                <c:pt idx="721">
                  <c:v>115.69448786974</c:v>
                </c:pt>
                <c:pt idx="722">
                  <c:v>115.956031501293</c:v>
                </c:pt>
                <c:pt idx="723">
                  <c:v>116.214908897877</c:v>
                </c:pt>
                <c:pt idx="724">
                  <c:v>116.42415869236</c:v>
                </c:pt>
                <c:pt idx="725">
                  <c:v>116.570270061493</c:v>
                </c:pt>
                <c:pt idx="726">
                  <c:v>116.683303356171</c:v>
                </c:pt>
                <c:pt idx="727">
                  <c:v>116.789685368538</c:v>
                </c:pt>
                <c:pt idx="728">
                  <c:v>116.906258642673</c:v>
                </c:pt>
                <c:pt idx="729">
                  <c:v>116.935689032078</c:v>
                </c:pt>
                <c:pt idx="730">
                  <c:v>116.90057772398</c:v>
                </c:pt>
                <c:pt idx="731">
                  <c:v>116.811556637287</c:v>
                </c:pt>
                <c:pt idx="732">
                  <c:v>116.746491134167</c:v>
                </c:pt>
                <c:pt idx="733">
                  <c:v>116.724719703197</c:v>
                </c:pt>
                <c:pt idx="734">
                  <c:v>116.721680343151</c:v>
                </c:pt>
                <c:pt idx="735">
                  <c:v>116.799080431461</c:v>
                </c:pt>
                <c:pt idx="736">
                  <c:v>116.857608437538</c:v>
                </c:pt>
                <c:pt idx="737">
                  <c:v>116.975752830505</c:v>
                </c:pt>
                <c:pt idx="738">
                  <c:v>117.104725420475</c:v>
                </c:pt>
                <c:pt idx="739">
                  <c:v>117.233050882816</c:v>
                </c:pt>
                <c:pt idx="740">
                  <c:v>117.327694773674</c:v>
                </c:pt>
                <c:pt idx="741">
                  <c:v>117.405043184757</c:v>
                </c:pt>
                <c:pt idx="742">
                  <c:v>117.48701018095</c:v>
                </c:pt>
                <c:pt idx="743">
                  <c:v>117.530106902122</c:v>
                </c:pt>
                <c:pt idx="744">
                  <c:v>117.514793634415</c:v>
                </c:pt>
                <c:pt idx="745">
                  <c:v>117.402662754059</c:v>
                </c:pt>
                <c:pt idx="746">
                  <c:v>117.281295061111</c:v>
                </c:pt>
                <c:pt idx="747">
                  <c:v>117.31558829546</c:v>
                </c:pt>
                <c:pt idx="748">
                  <c:v>117.540197134018</c:v>
                </c:pt>
                <c:pt idx="749">
                  <c:v>117.251415610313</c:v>
                </c:pt>
                <c:pt idx="750">
                  <c:v>117.391941726208</c:v>
                </c:pt>
                <c:pt idx="751">
                  <c:v>117.566729605198</c:v>
                </c:pt>
                <c:pt idx="752">
                  <c:v>117.781071782112</c:v>
                </c:pt>
                <c:pt idx="753">
                  <c:v>117.918855667114</c:v>
                </c:pt>
                <c:pt idx="754">
                  <c:v>117.939898967743</c:v>
                </c:pt>
                <c:pt idx="755">
                  <c:v>118.13565081358</c:v>
                </c:pt>
                <c:pt idx="756">
                  <c:v>118.340928018093</c:v>
                </c:pt>
                <c:pt idx="757">
                  <c:v>118.475826203823</c:v>
                </c:pt>
                <c:pt idx="758">
                  <c:v>118.65238314867</c:v>
                </c:pt>
                <c:pt idx="759">
                  <c:v>118.856356918812</c:v>
                </c:pt>
                <c:pt idx="760">
                  <c:v>119.061050236225</c:v>
                </c:pt>
                <c:pt idx="761">
                  <c:v>119.298531413078</c:v>
                </c:pt>
                <c:pt idx="762">
                  <c:v>119.557860374451</c:v>
                </c:pt>
                <c:pt idx="763">
                  <c:v>119.820351839066</c:v>
                </c:pt>
                <c:pt idx="764">
                  <c:v>120.226490318775</c:v>
                </c:pt>
                <c:pt idx="765">
                  <c:v>120.524562656879</c:v>
                </c:pt>
                <c:pt idx="766">
                  <c:v>120.767460584641</c:v>
                </c:pt>
                <c:pt idx="767">
                  <c:v>121.073859214783</c:v>
                </c:pt>
                <c:pt idx="768">
                  <c:v>121.434322595596</c:v>
                </c:pt>
                <c:pt idx="769">
                  <c:v>121.798725247383</c:v>
                </c:pt>
                <c:pt idx="770">
                  <c:v>122.121290564537</c:v>
                </c:pt>
                <c:pt idx="771">
                  <c:v>122.36338531971</c:v>
                </c:pt>
                <c:pt idx="772">
                  <c:v>122.563109397888</c:v>
                </c:pt>
                <c:pt idx="773">
                  <c:v>122.825128376484</c:v>
                </c:pt>
                <c:pt idx="774">
                  <c:v>123.108030855656</c:v>
                </c:pt>
                <c:pt idx="775">
                  <c:v>123.347457945347</c:v>
                </c:pt>
                <c:pt idx="776">
                  <c:v>123.653903543949</c:v>
                </c:pt>
                <c:pt idx="777">
                  <c:v>123.961186885834</c:v>
                </c:pt>
                <c:pt idx="778">
                  <c:v>124.244348883629</c:v>
                </c:pt>
                <c:pt idx="779">
                  <c:v>124.446194291115</c:v>
                </c:pt>
                <c:pt idx="780">
                  <c:v>124.73207372427</c:v>
                </c:pt>
                <c:pt idx="781">
                  <c:v>124.936647117138</c:v>
                </c:pt>
                <c:pt idx="782">
                  <c:v>125.19883030653</c:v>
                </c:pt>
                <c:pt idx="783">
                  <c:v>125.409030079842</c:v>
                </c:pt>
                <c:pt idx="784">
                  <c:v>125.618322193623</c:v>
                </c:pt>
                <c:pt idx="785">
                  <c:v>125.790666282177</c:v>
                </c:pt>
                <c:pt idx="786">
                  <c:v>125.990894019604</c:v>
                </c:pt>
                <c:pt idx="787">
                  <c:v>126.073406517506</c:v>
                </c:pt>
                <c:pt idx="788">
                  <c:v>126.29085546732</c:v>
                </c:pt>
                <c:pt idx="789">
                  <c:v>126.5602632761</c:v>
                </c:pt>
                <c:pt idx="790">
                  <c:v>126.765817821026</c:v>
                </c:pt>
                <c:pt idx="791">
                  <c:v>126.90948587656</c:v>
                </c:pt>
                <c:pt idx="792">
                  <c:v>127.073937177658</c:v>
                </c:pt>
                <c:pt idx="793">
                  <c:v>127.255439341068</c:v>
                </c:pt>
                <c:pt idx="794">
                  <c:v>127.394811809063</c:v>
                </c:pt>
                <c:pt idx="795">
                  <c:v>127.587944924831</c:v>
                </c:pt>
                <c:pt idx="796">
                  <c:v>127.752985537052</c:v>
                </c:pt>
                <c:pt idx="797">
                  <c:v>127.929271101952</c:v>
                </c:pt>
                <c:pt idx="798">
                  <c:v>128.063625633717</c:v>
                </c:pt>
                <c:pt idx="799">
                  <c:v>128.281288206577</c:v>
                </c:pt>
                <c:pt idx="800">
                  <c:v>128.544990181923</c:v>
                </c:pt>
                <c:pt idx="801">
                  <c:v>128.72308576107</c:v>
                </c:pt>
                <c:pt idx="802">
                  <c:v>128.989911913872</c:v>
                </c:pt>
                <c:pt idx="803">
                  <c:v>129.275188684464</c:v>
                </c:pt>
                <c:pt idx="804">
                  <c:v>129.565157771111</c:v>
                </c:pt>
                <c:pt idx="805">
                  <c:v>129.844914078712</c:v>
                </c:pt>
                <c:pt idx="806">
                  <c:v>130.124654114246</c:v>
                </c:pt>
                <c:pt idx="807">
                  <c:v>130.319013178349</c:v>
                </c:pt>
                <c:pt idx="808">
                  <c:v>130.50047069788</c:v>
                </c:pt>
                <c:pt idx="809">
                  <c:v>130.618094027042</c:v>
                </c:pt>
                <c:pt idx="810">
                  <c:v>130.72884452343</c:v>
                </c:pt>
                <c:pt idx="811">
                  <c:v>130.816039800644</c:v>
                </c:pt>
                <c:pt idx="812">
                  <c:v>130.90671390295</c:v>
                </c:pt>
                <c:pt idx="813">
                  <c:v>130.979663550854</c:v>
                </c:pt>
                <c:pt idx="814">
                  <c:v>131.008366465569</c:v>
                </c:pt>
                <c:pt idx="815">
                  <c:v>131.080232262611</c:v>
                </c:pt>
                <c:pt idx="816">
                  <c:v>131.194741368294</c:v>
                </c:pt>
                <c:pt idx="817">
                  <c:v>131.273464500904</c:v>
                </c:pt>
                <c:pt idx="818">
                  <c:v>131.405958116055</c:v>
                </c:pt>
                <c:pt idx="819">
                  <c:v>131.578582465649</c:v>
                </c:pt>
                <c:pt idx="820">
                  <c:v>131.673591911793</c:v>
                </c:pt>
                <c:pt idx="821">
                  <c:v>131.797172129154</c:v>
                </c:pt>
                <c:pt idx="822">
                  <c:v>131.932353556156</c:v>
                </c:pt>
                <c:pt idx="823">
                  <c:v>132.106601059437</c:v>
                </c:pt>
                <c:pt idx="824">
                  <c:v>132.256230652332</c:v>
                </c:pt>
                <c:pt idx="825">
                  <c:v>132.417804419994</c:v>
                </c:pt>
                <c:pt idx="826">
                  <c:v>132.5956351161</c:v>
                </c:pt>
                <c:pt idx="827">
                  <c:v>132.761493980885</c:v>
                </c:pt>
                <c:pt idx="828">
                  <c:v>132.853546440601</c:v>
                </c:pt>
                <c:pt idx="829">
                  <c:v>132.973814845085</c:v>
                </c:pt>
                <c:pt idx="830">
                  <c:v>133.115034341812</c:v>
                </c:pt>
                <c:pt idx="831">
                  <c:v>133.296081006527</c:v>
                </c:pt>
                <c:pt idx="832">
                  <c:v>133.446316540241</c:v>
                </c:pt>
                <c:pt idx="833">
                  <c:v>133.601124703884</c:v>
                </c:pt>
                <c:pt idx="834">
                  <c:v>133.708617925644</c:v>
                </c:pt>
                <c:pt idx="835">
                  <c:v>133.826007246971</c:v>
                </c:pt>
                <c:pt idx="836">
                  <c:v>133.948608517647</c:v>
                </c:pt>
                <c:pt idx="837">
                  <c:v>134.090558230877</c:v>
                </c:pt>
                <c:pt idx="838">
                  <c:v>134.238219738007</c:v>
                </c:pt>
                <c:pt idx="839">
                  <c:v>134.382533073425</c:v>
                </c:pt>
                <c:pt idx="840">
                  <c:v>134.520927548409</c:v>
                </c:pt>
                <c:pt idx="841">
                  <c:v>134.692317783833</c:v>
                </c:pt>
                <c:pt idx="842">
                  <c:v>134.829522252083</c:v>
                </c:pt>
                <c:pt idx="843">
                  <c:v>134.845881581306</c:v>
                </c:pt>
                <c:pt idx="844">
                  <c:v>134.893049895763</c:v>
                </c:pt>
                <c:pt idx="845">
                  <c:v>134.830296814442</c:v>
                </c:pt>
                <c:pt idx="846">
                  <c:v>134.749324142933</c:v>
                </c:pt>
                <c:pt idx="847">
                  <c:v>134.620338261127</c:v>
                </c:pt>
                <c:pt idx="848">
                  <c:v>134.548810422421</c:v>
                </c:pt>
                <c:pt idx="849">
                  <c:v>134.592410862446</c:v>
                </c:pt>
                <c:pt idx="850">
                  <c:v>134.70003837347</c:v>
                </c:pt>
                <c:pt idx="851">
                  <c:v>134.824530184269</c:v>
                </c:pt>
                <c:pt idx="852">
                  <c:v>134.973104715347</c:v>
                </c:pt>
                <c:pt idx="853">
                  <c:v>135.156747400761</c:v>
                </c:pt>
                <c:pt idx="854">
                  <c:v>135.322154343128</c:v>
                </c:pt>
                <c:pt idx="855">
                  <c:v>135.524848937988</c:v>
                </c:pt>
                <c:pt idx="856">
                  <c:v>135.822486639023</c:v>
                </c:pt>
                <c:pt idx="857">
                  <c:v>136.146585464478</c:v>
                </c:pt>
                <c:pt idx="858">
                  <c:v>136.40739607811</c:v>
                </c:pt>
                <c:pt idx="859">
                  <c:v>136.610053777695</c:v>
                </c:pt>
                <c:pt idx="860">
                  <c:v>136.739104688168</c:v>
                </c:pt>
                <c:pt idx="861">
                  <c:v>136.907235443592</c:v>
                </c:pt>
                <c:pt idx="862">
                  <c:v>136.995527565479</c:v>
                </c:pt>
                <c:pt idx="863">
                  <c:v>137.080602765083</c:v>
                </c:pt>
                <c:pt idx="864">
                  <c:v>137.20438683033</c:v>
                </c:pt>
                <c:pt idx="865">
                  <c:v>137.306262016296</c:v>
                </c:pt>
                <c:pt idx="866">
                  <c:v>137.344845712185</c:v>
                </c:pt>
                <c:pt idx="867">
                  <c:v>137.39945012331</c:v>
                </c:pt>
                <c:pt idx="868">
                  <c:v>137.513571441174</c:v>
                </c:pt>
                <c:pt idx="869">
                  <c:v>137.719575583935</c:v>
                </c:pt>
                <c:pt idx="870">
                  <c:v>137.947141468525</c:v>
                </c:pt>
                <c:pt idx="871">
                  <c:v>138.220006048679</c:v>
                </c:pt>
                <c:pt idx="872">
                  <c:v>138.486082315445</c:v>
                </c:pt>
                <c:pt idx="873">
                  <c:v>138.692064464092</c:v>
                </c:pt>
                <c:pt idx="874">
                  <c:v>138.977270424366</c:v>
                </c:pt>
                <c:pt idx="875">
                  <c:v>139.305974662304</c:v>
                </c:pt>
                <c:pt idx="876">
                  <c:v>139.659916341305</c:v>
                </c:pt>
                <c:pt idx="877">
                  <c:v>139.982903063297</c:v>
                </c:pt>
                <c:pt idx="878">
                  <c:v>140.306491792202</c:v>
                </c:pt>
                <c:pt idx="879">
                  <c:v>140.634317338467</c:v>
                </c:pt>
                <c:pt idx="880">
                  <c:v>140.95377522707</c:v>
                </c:pt>
                <c:pt idx="881">
                  <c:v>141.239156424999</c:v>
                </c:pt>
                <c:pt idx="882">
                  <c:v>141.546066701412</c:v>
                </c:pt>
                <c:pt idx="883">
                  <c:v>141.846417963505</c:v>
                </c:pt>
                <c:pt idx="884">
                  <c:v>142.090451598167</c:v>
                </c:pt>
                <c:pt idx="885">
                  <c:v>142.328068614006</c:v>
                </c:pt>
                <c:pt idx="886">
                  <c:v>142.515578448772</c:v>
                </c:pt>
                <c:pt idx="887">
                  <c:v>142.679781734943</c:v>
                </c:pt>
                <c:pt idx="888">
                  <c:v>142.809081971645</c:v>
                </c:pt>
                <c:pt idx="889">
                  <c:v>142.943771779537</c:v>
                </c:pt>
                <c:pt idx="890">
                  <c:v>143.188721656799</c:v>
                </c:pt>
                <c:pt idx="891">
                  <c:v>143.406028926373</c:v>
                </c:pt>
                <c:pt idx="892">
                  <c:v>143.56538683176</c:v>
                </c:pt>
                <c:pt idx="893">
                  <c:v>143.731233417988</c:v>
                </c:pt>
                <c:pt idx="894">
                  <c:v>143.935464978218</c:v>
                </c:pt>
                <c:pt idx="895">
                  <c:v>144.093501150608</c:v>
                </c:pt>
                <c:pt idx="896">
                  <c:v>144.255010962486</c:v>
                </c:pt>
                <c:pt idx="897">
                  <c:v>144.364286780357</c:v>
                </c:pt>
                <c:pt idx="898">
                  <c:v>144.476762294769</c:v>
                </c:pt>
                <c:pt idx="899">
                  <c:v>144.661258459091</c:v>
                </c:pt>
                <c:pt idx="900">
                  <c:v>144.816611051559</c:v>
                </c:pt>
                <c:pt idx="901">
                  <c:v>144.872816085815</c:v>
                </c:pt>
                <c:pt idx="902">
                  <c:v>144.710249781609</c:v>
                </c:pt>
                <c:pt idx="903">
                  <c:v>144.599453210831</c:v>
                </c:pt>
                <c:pt idx="904">
                  <c:v>144.572847723961</c:v>
                </c:pt>
                <c:pt idx="905">
                  <c:v>144.606923282146</c:v>
                </c:pt>
                <c:pt idx="906">
                  <c:v>144.731905579567</c:v>
                </c:pt>
                <c:pt idx="907">
                  <c:v>144.911366701126</c:v>
                </c:pt>
                <c:pt idx="908">
                  <c:v>145.137909650803</c:v>
                </c:pt>
                <c:pt idx="909">
                  <c:v>145.297075808048</c:v>
                </c:pt>
                <c:pt idx="910">
                  <c:v>145.489532411098</c:v>
                </c:pt>
                <c:pt idx="911">
                  <c:v>145.659829258919</c:v>
                </c:pt>
                <c:pt idx="912">
                  <c:v>145.849425792694</c:v>
                </c:pt>
                <c:pt idx="913">
                  <c:v>145.903875052929</c:v>
                </c:pt>
                <c:pt idx="914">
                  <c:v>145.88505667448</c:v>
                </c:pt>
                <c:pt idx="915">
                  <c:v>145.89877307415</c:v>
                </c:pt>
                <c:pt idx="916">
                  <c:v>145.999335587025</c:v>
                </c:pt>
                <c:pt idx="917">
                  <c:v>146.113360404968</c:v>
                </c:pt>
                <c:pt idx="918">
                  <c:v>146.210311710835</c:v>
                </c:pt>
                <c:pt idx="919">
                  <c:v>146.281834185123</c:v>
                </c:pt>
                <c:pt idx="920">
                  <c:v>146.396109819412</c:v>
                </c:pt>
                <c:pt idx="921">
                  <c:v>146.610935151577</c:v>
                </c:pt>
                <c:pt idx="922">
                  <c:v>146.799066483974</c:v>
                </c:pt>
                <c:pt idx="923">
                  <c:v>146.982956945896</c:v>
                </c:pt>
                <c:pt idx="924">
                  <c:v>147.218340218067</c:v>
                </c:pt>
                <c:pt idx="925">
                  <c:v>147.438048303127</c:v>
                </c:pt>
                <c:pt idx="926">
                  <c:v>147.623492121696</c:v>
                </c:pt>
                <c:pt idx="927">
                  <c:v>147.773899614811</c:v>
                </c:pt>
                <c:pt idx="928">
                  <c:v>147.93749588728</c:v>
                </c:pt>
                <c:pt idx="929">
                  <c:v>148.108683049679</c:v>
                </c:pt>
                <c:pt idx="930">
                  <c:v>148.167637526989</c:v>
                </c:pt>
                <c:pt idx="931">
                  <c:v>148.24672716856</c:v>
                </c:pt>
                <c:pt idx="932">
                  <c:v>148.476376891136</c:v>
                </c:pt>
                <c:pt idx="933">
                  <c:v>148.658185005188</c:v>
                </c:pt>
                <c:pt idx="934">
                  <c:v>148.954233884811</c:v>
                </c:pt>
                <c:pt idx="935">
                  <c:v>149.121833562851</c:v>
                </c:pt>
                <c:pt idx="936">
                  <c:v>149.35680782795</c:v>
                </c:pt>
                <c:pt idx="937">
                  <c:v>149.521210551262</c:v>
                </c:pt>
                <c:pt idx="938">
                  <c:v>149.585972845554</c:v>
                </c:pt>
                <c:pt idx="939">
                  <c:v>149.670211732388</c:v>
                </c:pt>
                <c:pt idx="940">
                  <c:v>149.738101065159</c:v>
                </c:pt>
                <c:pt idx="941">
                  <c:v>149.879094898701</c:v>
                </c:pt>
                <c:pt idx="942">
                  <c:v>150.003581762314</c:v>
                </c:pt>
                <c:pt idx="943">
                  <c:v>150.145250201225</c:v>
                </c:pt>
                <c:pt idx="944">
                  <c:v>150.330278635025</c:v>
                </c:pt>
                <c:pt idx="945">
                  <c:v>150.490751445293</c:v>
                </c:pt>
                <c:pt idx="946">
                  <c:v>150.648575603962</c:v>
                </c:pt>
                <c:pt idx="947">
                  <c:v>150.79279333353</c:v>
                </c:pt>
                <c:pt idx="948">
                  <c:v>150.962101578712</c:v>
                </c:pt>
                <c:pt idx="949">
                  <c:v>151.139881312847</c:v>
                </c:pt>
                <c:pt idx="950">
                  <c:v>151.284523010254</c:v>
                </c:pt>
                <c:pt idx="951">
                  <c:v>151.379029095173</c:v>
                </c:pt>
                <c:pt idx="952">
                  <c:v>151.51289588213</c:v>
                </c:pt>
                <c:pt idx="953">
                  <c:v>151.654234468937</c:v>
                </c:pt>
                <c:pt idx="954">
                  <c:v>151.756153047085</c:v>
                </c:pt>
                <c:pt idx="955">
                  <c:v>151.858603477478</c:v>
                </c:pt>
                <c:pt idx="956">
                  <c:v>151.950082600117</c:v>
                </c:pt>
                <c:pt idx="957">
                  <c:v>152.075367152691</c:v>
                </c:pt>
                <c:pt idx="958">
                  <c:v>152.231897890568</c:v>
                </c:pt>
                <c:pt idx="959">
                  <c:v>152.362099587917</c:v>
                </c:pt>
                <c:pt idx="960">
                  <c:v>152.520689964294</c:v>
                </c:pt>
                <c:pt idx="961">
                  <c:v>152.646666646004</c:v>
                </c:pt>
                <c:pt idx="962">
                  <c:v>152.784972548485</c:v>
                </c:pt>
                <c:pt idx="963">
                  <c:v>152.956906676292</c:v>
                </c:pt>
                <c:pt idx="964">
                  <c:v>153.057601034641</c:v>
                </c:pt>
                <c:pt idx="965">
                  <c:v>153.131994068623</c:v>
                </c:pt>
                <c:pt idx="966">
                  <c:v>153.270596981049</c:v>
                </c:pt>
                <c:pt idx="967">
                  <c:v>153.482630133629</c:v>
                </c:pt>
                <c:pt idx="968">
                  <c:v>153.722096383572</c:v>
                </c:pt>
                <c:pt idx="969">
                  <c:v>154.020485639572</c:v>
                </c:pt>
                <c:pt idx="970">
                  <c:v>154.230335652828</c:v>
                </c:pt>
                <c:pt idx="971">
                  <c:v>154.458743691444</c:v>
                </c:pt>
                <c:pt idx="972">
                  <c:v>154.673484683037</c:v>
                </c:pt>
                <c:pt idx="973">
                  <c:v>154.905559062958</c:v>
                </c:pt>
                <c:pt idx="974">
                  <c:v>155.139742016792</c:v>
                </c:pt>
                <c:pt idx="975">
                  <c:v>155.360089659691</c:v>
                </c:pt>
                <c:pt idx="976">
                  <c:v>155.584717869759</c:v>
                </c:pt>
                <c:pt idx="977">
                  <c:v>155.863756477833</c:v>
                </c:pt>
                <c:pt idx="978">
                  <c:v>156.163017272949</c:v>
                </c:pt>
                <c:pt idx="979">
                  <c:v>156.377875864506</c:v>
                </c:pt>
                <c:pt idx="980">
                  <c:v>156.522289693356</c:v>
                </c:pt>
                <c:pt idx="981">
                  <c:v>156.731304824352</c:v>
                </c:pt>
                <c:pt idx="982">
                  <c:v>156.966983854771</c:v>
                </c:pt>
                <c:pt idx="983">
                  <c:v>157.227989852428</c:v>
                </c:pt>
                <c:pt idx="984">
                  <c:v>157.408250451088</c:v>
                </c:pt>
                <c:pt idx="985">
                  <c:v>157.582661747932</c:v>
                </c:pt>
                <c:pt idx="986">
                  <c:v>157.736794769764</c:v>
                </c:pt>
                <c:pt idx="987">
                  <c:v>157.900906205177</c:v>
                </c:pt>
                <c:pt idx="988">
                  <c:v>158.09749263525</c:v>
                </c:pt>
                <c:pt idx="989">
                  <c:v>158.257618129253</c:v>
                </c:pt>
                <c:pt idx="990">
                  <c:v>158.359514176846</c:v>
                </c:pt>
                <c:pt idx="991">
                  <c:v>158.450174093246</c:v>
                </c:pt>
                <c:pt idx="992">
                  <c:v>158.565223991871</c:v>
                </c:pt>
                <c:pt idx="993">
                  <c:v>158.658025085926</c:v>
                </c:pt>
                <c:pt idx="994">
                  <c:v>158.707600414753</c:v>
                </c:pt>
                <c:pt idx="995">
                  <c:v>158.726266741753</c:v>
                </c:pt>
                <c:pt idx="996">
                  <c:v>158.778930425644</c:v>
                </c:pt>
                <c:pt idx="997">
                  <c:v>158.864442825317</c:v>
                </c:pt>
                <c:pt idx="998">
                  <c:v>159.009030282497</c:v>
                </c:pt>
                <c:pt idx="999">
                  <c:v>159.18327575922</c:v>
                </c:pt>
                <c:pt idx="1000">
                  <c:v>159.388617515564</c:v>
                </c:pt>
                <c:pt idx="1001">
                  <c:v>159.531552433968</c:v>
                </c:pt>
                <c:pt idx="1002">
                  <c:v>159.601421654224</c:v>
                </c:pt>
                <c:pt idx="1003">
                  <c:v>159.658256411552</c:v>
                </c:pt>
                <c:pt idx="1004">
                  <c:v>159.706414341927</c:v>
                </c:pt>
                <c:pt idx="1005">
                  <c:v>159.79530107975</c:v>
                </c:pt>
                <c:pt idx="1006">
                  <c:v>160.044018030167</c:v>
                </c:pt>
                <c:pt idx="1007">
                  <c:v>160.151117801666</c:v>
                </c:pt>
                <c:pt idx="1008">
                  <c:v>160.376297652721</c:v>
                </c:pt>
                <c:pt idx="1009">
                  <c:v>160.451899468899</c:v>
                </c:pt>
                <c:pt idx="1010">
                  <c:v>160.610219597816</c:v>
                </c:pt>
                <c:pt idx="1011">
                  <c:v>160.748073577881</c:v>
                </c:pt>
                <c:pt idx="1012">
                  <c:v>160.896502256393</c:v>
                </c:pt>
                <c:pt idx="1013">
                  <c:v>160.945399522781</c:v>
                </c:pt>
                <c:pt idx="1014">
                  <c:v>160.99971562624</c:v>
                </c:pt>
                <c:pt idx="1015">
                  <c:v>161.036269843578</c:v>
                </c:pt>
                <c:pt idx="1016">
                  <c:v>161.191759228706</c:v>
                </c:pt>
                <c:pt idx="1017">
                  <c:v>161.367560267448</c:v>
                </c:pt>
                <c:pt idx="1018">
                  <c:v>161.589595794678</c:v>
                </c:pt>
                <c:pt idx="1019">
                  <c:v>161.773891448975</c:v>
                </c:pt>
                <c:pt idx="1020">
                  <c:v>161.965989232063</c:v>
                </c:pt>
                <c:pt idx="1021">
                  <c:v>162.193432927132</c:v>
                </c:pt>
                <c:pt idx="1022">
                  <c:v>162.383704483509</c:v>
                </c:pt>
                <c:pt idx="1023">
                  <c:v>162.567744791508</c:v>
                </c:pt>
                <c:pt idx="1024">
                  <c:v>162.790360867977</c:v>
                </c:pt>
                <c:pt idx="1025">
                  <c:v>163.060904204845</c:v>
                </c:pt>
                <c:pt idx="1026">
                  <c:v>163.223686873913</c:v>
                </c:pt>
                <c:pt idx="1027">
                  <c:v>163.512690126896</c:v>
                </c:pt>
                <c:pt idx="1028">
                  <c:v>163.773010194302</c:v>
                </c:pt>
                <c:pt idx="1029">
                  <c:v>163.941544830799</c:v>
                </c:pt>
                <c:pt idx="1030">
                  <c:v>164.126493990421</c:v>
                </c:pt>
                <c:pt idx="1031">
                  <c:v>164.339289426804</c:v>
                </c:pt>
                <c:pt idx="1032">
                  <c:v>164.534531950951</c:v>
                </c:pt>
                <c:pt idx="1033">
                  <c:v>164.712914943695</c:v>
                </c:pt>
                <c:pt idx="1034">
                  <c:v>164.891472518444</c:v>
                </c:pt>
                <c:pt idx="1035">
                  <c:v>165.061893761158</c:v>
                </c:pt>
                <c:pt idx="1036">
                  <c:v>165.289116442204</c:v>
                </c:pt>
                <c:pt idx="1037">
                  <c:v>165.462472558022</c:v>
                </c:pt>
                <c:pt idx="1038">
                  <c:v>165.669647991657</c:v>
                </c:pt>
                <c:pt idx="1039">
                  <c:v>165.974913299084</c:v>
                </c:pt>
                <c:pt idx="1040">
                  <c:v>166.237380564213</c:v>
                </c:pt>
                <c:pt idx="1041">
                  <c:v>166.498057484627</c:v>
                </c:pt>
                <c:pt idx="1042">
                  <c:v>166.696479737759</c:v>
                </c:pt>
                <c:pt idx="1043">
                  <c:v>166.91443169117</c:v>
                </c:pt>
                <c:pt idx="1044">
                  <c:v>167.045570135117</c:v>
                </c:pt>
                <c:pt idx="1045">
                  <c:v>167.141245782375</c:v>
                </c:pt>
                <c:pt idx="1046">
                  <c:v>167.1644115448</c:v>
                </c:pt>
                <c:pt idx="1047">
                  <c:v>167.235429763794</c:v>
                </c:pt>
                <c:pt idx="1048">
                  <c:v>167.264567553997</c:v>
                </c:pt>
                <c:pt idx="1049">
                  <c:v>167.293963849545</c:v>
                </c:pt>
                <c:pt idx="1050">
                  <c:v>167.293347775936</c:v>
                </c:pt>
                <c:pt idx="1051">
                  <c:v>167.285325467587</c:v>
                </c:pt>
                <c:pt idx="1052">
                  <c:v>167.200967729092</c:v>
                </c:pt>
                <c:pt idx="1053">
                  <c:v>167.097668588161</c:v>
                </c:pt>
                <c:pt idx="1054">
                  <c:v>167.044205009937</c:v>
                </c:pt>
                <c:pt idx="1055">
                  <c:v>167.026380360126</c:v>
                </c:pt>
                <c:pt idx="1056">
                  <c:v>167.015922009945</c:v>
                </c:pt>
                <c:pt idx="1057">
                  <c:v>167.035744667053</c:v>
                </c:pt>
                <c:pt idx="1058">
                  <c:v>167.040410459042</c:v>
                </c:pt>
                <c:pt idx="1059">
                  <c:v>167.05282497406</c:v>
                </c:pt>
                <c:pt idx="1060">
                  <c:v>167.067131340504</c:v>
                </c:pt>
                <c:pt idx="1061">
                  <c:v>167.031943500042</c:v>
                </c:pt>
                <c:pt idx="1062">
                  <c:v>167.06521064043</c:v>
                </c:pt>
                <c:pt idx="1063">
                  <c:v>167.121366798878</c:v>
                </c:pt>
                <c:pt idx="1064">
                  <c:v>167.205519855022</c:v>
                </c:pt>
                <c:pt idx="1065">
                  <c:v>167.362075269222</c:v>
                </c:pt>
                <c:pt idx="1066">
                  <c:v>167.496620476246</c:v>
                </c:pt>
                <c:pt idx="1067">
                  <c:v>167.614558517933</c:v>
                </c:pt>
                <c:pt idx="1068">
                  <c:v>167.756784081459</c:v>
                </c:pt>
                <c:pt idx="1069">
                  <c:v>167.871981322765</c:v>
                </c:pt>
                <c:pt idx="1070">
                  <c:v>168.012962698936</c:v>
                </c:pt>
                <c:pt idx="1071">
                  <c:v>168.22204709053</c:v>
                </c:pt>
                <c:pt idx="1072">
                  <c:v>168.46778011322</c:v>
                </c:pt>
                <c:pt idx="1073">
                  <c:v>168.686385393143</c:v>
                </c:pt>
                <c:pt idx="1074">
                  <c:v>168.897977828979</c:v>
                </c:pt>
                <c:pt idx="1075">
                  <c:v>169.034379661083</c:v>
                </c:pt>
                <c:pt idx="1076">
                  <c:v>169.113173782825</c:v>
                </c:pt>
                <c:pt idx="1077">
                  <c:v>169.176094710827</c:v>
                </c:pt>
                <c:pt idx="1078">
                  <c:v>169.287620544434</c:v>
                </c:pt>
                <c:pt idx="1079">
                  <c:v>169.406866967678</c:v>
                </c:pt>
                <c:pt idx="1080">
                  <c:v>169.563478469849</c:v>
                </c:pt>
                <c:pt idx="1081">
                  <c:v>169.680594682693</c:v>
                </c:pt>
                <c:pt idx="1082">
                  <c:v>169.868758141994</c:v>
                </c:pt>
                <c:pt idx="1083">
                  <c:v>170.049811244011</c:v>
                </c:pt>
                <c:pt idx="1084">
                  <c:v>170.179496109486</c:v>
                </c:pt>
                <c:pt idx="1085">
                  <c:v>170.329172194004</c:v>
                </c:pt>
                <c:pt idx="1086">
                  <c:v>170.48327934742</c:v>
                </c:pt>
                <c:pt idx="1087">
                  <c:v>170.619784355164</c:v>
                </c:pt>
                <c:pt idx="1088">
                  <c:v>170.692380845547</c:v>
                </c:pt>
                <c:pt idx="1089">
                  <c:v>170.764099061489</c:v>
                </c:pt>
                <c:pt idx="1090">
                  <c:v>170.792461872101</c:v>
                </c:pt>
                <c:pt idx="1091">
                  <c:v>170.811113238335</c:v>
                </c:pt>
                <c:pt idx="1092">
                  <c:v>170.875487685204</c:v>
                </c:pt>
                <c:pt idx="1093">
                  <c:v>171.014724910259</c:v>
                </c:pt>
                <c:pt idx="1094">
                  <c:v>171.123051941395</c:v>
                </c:pt>
                <c:pt idx="1095">
                  <c:v>171.216893494129</c:v>
                </c:pt>
                <c:pt idx="1096">
                  <c:v>171.310917913914</c:v>
                </c:pt>
                <c:pt idx="1097">
                  <c:v>171.33957618475</c:v>
                </c:pt>
                <c:pt idx="1098">
                  <c:v>171.361411511898</c:v>
                </c:pt>
                <c:pt idx="1099">
                  <c:v>171.397129535675</c:v>
                </c:pt>
                <c:pt idx="1100">
                  <c:v>171.474413454533</c:v>
                </c:pt>
                <c:pt idx="1101">
                  <c:v>171.60212045908</c:v>
                </c:pt>
                <c:pt idx="1102">
                  <c:v>171.781301558018</c:v>
                </c:pt>
                <c:pt idx="1103">
                  <c:v>171.881473124027</c:v>
                </c:pt>
                <c:pt idx="1104">
                  <c:v>171.993820309639</c:v>
                </c:pt>
                <c:pt idx="1105">
                  <c:v>172.073987364769</c:v>
                </c:pt>
                <c:pt idx="1106">
                  <c:v>172.150849044323</c:v>
                </c:pt>
                <c:pt idx="1107">
                  <c:v>172.268879294395</c:v>
                </c:pt>
                <c:pt idx="1108">
                  <c:v>172.371388375759</c:v>
                </c:pt>
                <c:pt idx="1109">
                  <c:v>172.486907124519</c:v>
                </c:pt>
                <c:pt idx="1110">
                  <c:v>172.585437238216</c:v>
                </c:pt>
                <c:pt idx="1111">
                  <c:v>172.743672311306</c:v>
                </c:pt>
                <c:pt idx="1112">
                  <c:v>172.92271310091</c:v>
                </c:pt>
                <c:pt idx="1113">
                  <c:v>173.055224061012</c:v>
                </c:pt>
                <c:pt idx="1114">
                  <c:v>173.169114410877</c:v>
                </c:pt>
                <c:pt idx="1115">
                  <c:v>173.26275575161</c:v>
                </c:pt>
                <c:pt idx="1116">
                  <c:v>173.386897206306</c:v>
                </c:pt>
                <c:pt idx="1117">
                  <c:v>173.503292620182</c:v>
                </c:pt>
                <c:pt idx="1118">
                  <c:v>173.584572851658</c:v>
                </c:pt>
                <c:pt idx="1119">
                  <c:v>173.667628467083</c:v>
                </c:pt>
                <c:pt idx="1120">
                  <c:v>173.712741851807</c:v>
                </c:pt>
                <c:pt idx="1121">
                  <c:v>173.815116882324</c:v>
                </c:pt>
                <c:pt idx="1122">
                  <c:v>173.945045411587</c:v>
                </c:pt>
                <c:pt idx="1123">
                  <c:v>174.103882133961</c:v>
                </c:pt>
                <c:pt idx="1124">
                  <c:v>174.223801851273</c:v>
                </c:pt>
                <c:pt idx="1125">
                  <c:v>174.289726853371</c:v>
                </c:pt>
                <c:pt idx="1126">
                  <c:v>174.321780920029</c:v>
                </c:pt>
                <c:pt idx="1127">
                  <c:v>174.395955383778</c:v>
                </c:pt>
                <c:pt idx="1128">
                  <c:v>174.442157804966</c:v>
                </c:pt>
                <c:pt idx="1129">
                  <c:v>174.52162194252</c:v>
                </c:pt>
                <c:pt idx="1130">
                  <c:v>174.654844224453</c:v>
                </c:pt>
                <c:pt idx="1131">
                  <c:v>174.813483059406</c:v>
                </c:pt>
                <c:pt idx="1132">
                  <c:v>174.945867538452</c:v>
                </c:pt>
                <c:pt idx="1133">
                  <c:v>175.055181622505</c:v>
                </c:pt>
                <c:pt idx="1134">
                  <c:v>175.184964299202</c:v>
                </c:pt>
                <c:pt idx="1135">
                  <c:v>175.328907430172</c:v>
                </c:pt>
                <c:pt idx="1136">
                  <c:v>175.449087023735</c:v>
                </c:pt>
                <c:pt idx="1137">
                  <c:v>175.483889877796</c:v>
                </c:pt>
                <c:pt idx="1138">
                  <c:v>175.580707132816</c:v>
                </c:pt>
                <c:pt idx="1139">
                  <c:v>175.593700826168</c:v>
                </c:pt>
                <c:pt idx="1140">
                  <c:v>175.559897601604</c:v>
                </c:pt>
                <c:pt idx="1141">
                  <c:v>175.545036971569</c:v>
                </c:pt>
                <c:pt idx="1142">
                  <c:v>175.583347380161</c:v>
                </c:pt>
                <c:pt idx="1143">
                  <c:v>175.794123649597</c:v>
                </c:pt>
                <c:pt idx="1144">
                  <c:v>175.920693814754</c:v>
                </c:pt>
                <c:pt idx="1145">
                  <c:v>176.173134028912</c:v>
                </c:pt>
                <c:pt idx="1146">
                  <c:v>176.312888860703</c:v>
                </c:pt>
                <c:pt idx="1147">
                  <c:v>176.589107990265</c:v>
                </c:pt>
                <c:pt idx="1148">
                  <c:v>176.829248130322</c:v>
                </c:pt>
                <c:pt idx="1149">
                  <c:v>177.038390100002</c:v>
                </c:pt>
                <c:pt idx="1150">
                  <c:v>177.326710164547</c:v>
                </c:pt>
                <c:pt idx="1151">
                  <c:v>177.645785748959</c:v>
                </c:pt>
                <c:pt idx="1152">
                  <c:v>177.855886280537</c:v>
                </c:pt>
                <c:pt idx="1153">
                  <c:v>178.038390398026</c:v>
                </c:pt>
                <c:pt idx="1154">
                  <c:v>178.168672561646</c:v>
                </c:pt>
                <c:pt idx="1155">
                  <c:v>178.30114120245</c:v>
                </c:pt>
                <c:pt idx="1156">
                  <c:v>178.4459887743</c:v>
                </c:pt>
                <c:pt idx="1157">
                  <c:v>178.556353151798</c:v>
                </c:pt>
                <c:pt idx="1158">
                  <c:v>178.650352776051</c:v>
                </c:pt>
                <c:pt idx="1159">
                  <c:v>178.865183413029</c:v>
                </c:pt>
                <c:pt idx="1160">
                  <c:v>179.073397696018</c:v>
                </c:pt>
                <c:pt idx="1161">
                  <c:v>179.2092872262</c:v>
                </c:pt>
                <c:pt idx="1162">
                  <c:v>179.3278901577</c:v>
                </c:pt>
                <c:pt idx="1163">
                  <c:v>179.377396523952</c:v>
                </c:pt>
                <c:pt idx="1164">
                  <c:v>179.436417400837</c:v>
                </c:pt>
                <c:pt idx="1165">
                  <c:v>179.493667840958</c:v>
                </c:pt>
                <c:pt idx="1166">
                  <c:v>179.575834214687</c:v>
                </c:pt>
                <c:pt idx="1167">
                  <c:v>179.599974155426</c:v>
                </c:pt>
                <c:pt idx="1168">
                  <c:v>179.568246006966</c:v>
                </c:pt>
                <c:pt idx="1169">
                  <c:v>179.535874843597</c:v>
                </c:pt>
                <c:pt idx="1170">
                  <c:v>179.389869689941</c:v>
                </c:pt>
                <c:pt idx="1171">
                  <c:v>179.262924432754</c:v>
                </c:pt>
                <c:pt idx="1172">
                  <c:v>179.127824306488</c:v>
                </c:pt>
                <c:pt idx="1173">
                  <c:v>179.018179297447</c:v>
                </c:pt>
                <c:pt idx="1174">
                  <c:v>178.950724244118</c:v>
                </c:pt>
                <c:pt idx="1175">
                  <c:v>178.856160640717</c:v>
                </c:pt>
                <c:pt idx="1176">
                  <c:v>178.805831432343</c:v>
                </c:pt>
                <c:pt idx="1177">
                  <c:v>178.755465507507</c:v>
                </c:pt>
                <c:pt idx="1178">
                  <c:v>178.737754940987</c:v>
                </c:pt>
                <c:pt idx="1179">
                  <c:v>178.709783315659</c:v>
                </c:pt>
                <c:pt idx="1180">
                  <c:v>178.707206010818</c:v>
                </c:pt>
                <c:pt idx="1181">
                  <c:v>178.762931108475</c:v>
                </c:pt>
                <c:pt idx="1182">
                  <c:v>178.810615122318</c:v>
                </c:pt>
                <c:pt idx="1183">
                  <c:v>178.848587810993</c:v>
                </c:pt>
                <c:pt idx="1184">
                  <c:v>178.9846752882</c:v>
                </c:pt>
                <c:pt idx="1185">
                  <c:v>179.064540147781</c:v>
                </c:pt>
                <c:pt idx="1186">
                  <c:v>179.171441555023</c:v>
                </c:pt>
                <c:pt idx="1187">
                  <c:v>179.243165552616</c:v>
                </c:pt>
                <c:pt idx="1188">
                  <c:v>179.406989753246</c:v>
                </c:pt>
                <c:pt idx="1189">
                  <c:v>179.603053808212</c:v>
                </c:pt>
                <c:pt idx="1190">
                  <c:v>179.800613045692</c:v>
                </c:pt>
                <c:pt idx="1191">
                  <c:v>179.952297747135</c:v>
                </c:pt>
                <c:pt idx="1192">
                  <c:v>180.116688430309</c:v>
                </c:pt>
                <c:pt idx="1193">
                  <c:v>180.26562923193</c:v>
                </c:pt>
                <c:pt idx="1194">
                  <c:v>180.431496441364</c:v>
                </c:pt>
                <c:pt idx="1195">
                  <c:v>180.590028882027</c:v>
                </c:pt>
                <c:pt idx="1196">
                  <c:v>180.730992376804</c:v>
                </c:pt>
                <c:pt idx="1197">
                  <c:v>180.838198781013</c:v>
                </c:pt>
                <c:pt idx="1198">
                  <c:v>180.940120458603</c:v>
                </c:pt>
                <c:pt idx="1199">
                  <c:v>181.041021108627</c:v>
                </c:pt>
                <c:pt idx="1200">
                  <c:v>181.213135480881</c:v>
                </c:pt>
                <c:pt idx="1201">
                  <c:v>181.382864952087</c:v>
                </c:pt>
                <c:pt idx="1202">
                  <c:v>181.539584934711</c:v>
                </c:pt>
                <c:pt idx="1203">
                  <c:v>181.779529929161</c:v>
                </c:pt>
                <c:pt idx="1204">
                  <c:v>182.046738803387</c:v>
                </c:pt>
                <c:pt idx="1205">
                  <c:v>182.326806485653</c:v>
                </c:pt>
                <c:pt idx="1206">
                  <c:v>182.602862417698</c:v>
                </c:pt>
                <c:pt idx="1207">
                  <c:v>182.885882675648</c:v>
                </c:pt>
                <c:pt idx="1208">
                  <c:v>183.002582013607</c:v>
                </c:pt>
                <c:pt idx="1209">
                  <c:v>183.136269211769</c:v>
                </c:pt>
                <c:pt idx="1210">
                  <c:v>183.29052054882</c:v>
                </c:pt>
                <c:pt idx="1211">
                  <c:v>183.52645534277</c:v>
                </c:pt>
                <c:pt idx="1212">
                  <c:v>183.660837292671</c:v>
                </c:pt>
                <c:pt idx="1213">
                  <c:v>183.760822355747</c:v>
                </c:pt>
                <c:pt idx="1214">
                  <c:v>183.928568661213</c:v>
                </c:pt>
                <c:pt idx="1215">
                  <c:v>184.090515971184</c:v>
                </c:pt>
                <c:pt idx="1216">
                  <c:v>184.268353581429</c:v>
                </c:pt>
                <c:pt idx="1217">
                  <c:v>184.410779714584</c:v>
                </c:pt>
                <c:pt idx="1218">
                  <c:v>184.583705186844</c:v>
                </c:pt>
                <c:pt idx="1219">
                  <c:v>184.695155739784</c:v>
                </c:pt>
                <c:pt idx="1220">
                  <c:v>184.830519139767</c:v>
                </c:pt>
                <c:pt idx="1221">
                  <c:v>184.964780151844</c:v>
                </c:pt>
                <c:pt idx="1222">
                  <c:v>185.131223142147</c:v>
                </c:pt>
                <c:pt idx="1223">
                  <c:v>185.380501627922</c:v>
                </c:pt>
                <c:pt idx="1224">
                  <c:v>185.605506837368</c:v>
                </c:pt>
                <c:pt idx="1225">
                  <c:v>185.888778209686</c:v>
                </c:pt>
                <c:pt idx="1226">
                  <c:v>186.147408127785</c:v>
                </c:pt>
                <c:pt idx="1227">
                  <c:v>186.486786842346</c:v>
                </c:pt>
                <c:pt idx="1228">
                  <c:v>186.821535229683</c:v>
                </c:pt>
                <c:pt idx="1229">
                  <c:v>187.087753295898</c:v>
                </c:pt>
                <c:pt idx="1230">
                  <c:v>187.307889521122</c:v>
                </c:pt>
                <c:pt idx="1231">
                  <c:v>187.343507528305</c:v>
                </c:pt>
                <c:pt idx="1232">
                  <c:v>187.324958562851</c:v>
                </c:pt>
                <c:pt idx="1233">
                  <c:v>187.255488753319</c:v>
                </c:pt>
                <c:pt idx="1234">
                  <c:v>187.268054366112</c:v>
                </c:pt>
                <c:pt idx="1235">
                  <c:v>187.228256821632</c:v>
                </c:pt>
                <c:pt idx="1236">
                  <c:v>187.197921276093</c:v>
                </c:pt>
                <c:pt idx="1237">
                  <c:v>187.194285035133</c:v>
                </c:pt>
                <c:pt idx="1238">
                  <c:v>187.223104476929</c:v>
                </c:pt>
                <c:pt idx="1239">
                  <c:v>187.364995896816</c:v>
                </c:pt>
                <c:pt idx="1240">
                  <c:v>187.45178103447</c:v>
                </c:pt>
                <c:pt idx="1241">
                  <c:v>187.639107048511</c:v>
                </c:pt>
                <c:pt idx="1242">
                  <c:v>187.810267567635</c:v>
                </c:pt>
                <c:pt idx="1243">
                  <c:v>187.881796360016</c:v>
                </c:pt>
                <c:pt idx="1244">
                  <c:v>187.935565888882</c:v>
                </c:pt>
                <c:pt idx="1245">
                  <c:v>187.990625739098</c:v>
                </c:pt>
                <c:pt idx="1246">
                  <c:v>188.046712934971</c:v>
                </c:pt>
                <c:pt idx="1247">
                  <c:v>188.142917454243</c:v>
                </c:pt>
                <c:pt idx="1248">
                  <c:v>188.227425932884</c:v>
                </c:pt>
                <c:pt idx="1249">
                  <c:v>188.282947719097</c:v>
                </c:pt>
                <c:pt idx="1250">
                  <c:v>188.419948995113</c:v>
                </c:pt>
                <c:pt idx="1251">
                  <c:v>188.475709080696</c:v>
                </c:pt>
                <c:pt idx="1252">
                  <c:v>188.5455904603</c:v>
                </c:pt>
                <c:pt idx="1253">
                  <c:v>188.598061263561</c:v>
                </c:pt>
                <c:pt idx="1254">
                  <c:v>188.59539860487</c:v>
                </c:pt>
                <c:pt idx="1255">
                  <c:v>188.581244289875</c:v>
                </c:pt>
                <c:pt idx="1256">
                  <c:v>188.533694922924</c:v>
                </c:pt>
                <c:pt idx="1257">
                  <c:v>188.513683497906</c:v>
                </c:pt>
                <c:pt idx="1258">
                  <c:v>188.547993719578</c:v>
                </c:pt>
                <c:pt idx="1259">
                  <c:v>188.672288656235</c:v>
                </c:pt>
                <c:pt idx="1260">
                  <c:v>188.783136188984</c:v>
                </c:pt>
                <c:pt idx="1261">
                  <c:v>188.845887959003</c:v>
                </c:pt>
                <c:pt idx="1262">
                  <c:v>188.875197291374</c:v>
                </c:pt>
                <c:pt idx="1263">
                  <c:v>188.957341551781</c:v>
                </c:pt>
                <c:pt idx="1264">
                  <c:v>189.125042319298</c:v>
                </c:pt>
                <c:pt idx="1265">
                  <c:v>189.269359409809</c:v>
                </c:pt>
                <c:pt idx="1266">
                  <c:v>189.479818999767</c:v>
                </c:pt>
                <c:pt idx="1267">
                  <c:v>189.673201322556</c:v>
                </c:pt>
                <c:pt idx="1268">
                  <c:v>189.816854715347</c:v>
                </c:pt>
                <c:pt idx="1269">
                  <c:v>189.896685481071</c:v>
                </c:pt>
                <c:pt idx="1270">
                  <c:v>190.038750350475</c:v>
                </c:pt>
                <c:pt idx="1271">
                  <c:v>190.149388313293</c:v>
                </c:pt>
                <c:pt idx="1272">
                  <c:v>190.15604776144</c:v>
                </c:pt>
                <c:pt idx="1273">
                  <c:v>190.20724606514</c:v>
                </c:pt>
                <c:pt idx="1274">
                  <c:v>190.306344509125</c:v>
                </c:pt>
                <c:pt idx="1275">
                  <c:v>190.49160951376</c:v>
                </c:pt>
                <c:pt idx="1276">
                  <c:v>190.632782697678</c:v>
                </c:pt>
                <c:pt idx="1277">
                  <c:v>190.823696255684</c:v>
                </c:pt>
                <c:pt idx="1278">
                  <c:v>191.067853212357</c:v>
                </c:pt>
                <c:pt idx="1279">
                  <c:v>191.260151743889</c:v>
                </c:pt>
                <c:pt idx="1280">
                  <c:v>191.364227831364</c:v>
                </c:pt>
                <c:pt idx="1281">
                  <c:v>191.377241551876</c:v>
                </c:pt>
                <c:pt idx="1282">
                  <c:v>191.533073842525</c:v>
                </c:pt>
                <c:pt idx="1283">
                  <c:v>191.716955244541</c:v>
                </c:pt>
                <c:pt idx="1284">
                  <c:v>191.872309565544</c:v>
                </c:pt>
                <c:pt idx="1285">
                  <c:v>191.910139262676</c:v>
                </c:pt>
                <c:pt idx="1286">
                  <c:v>191.973467409611</c:v>
                </c:pt>
                <c:pt idx="1287">
                  <c:v>192.095239281654</c:v>
                </c:pt>
                <c:pt idx="1288">
                  <c:v>192.27280652523</c:v>
                </c:pt>
                <c:pt idx="1289">
                  <c:v>192.519444942474</c:v>
                </c:pt>
                <c:pt idx="1290">
                  <c:v>192.863654255867</c:v>
                </c:pt>
                <c:pt idx="1291">
                  <c:v>193.214923024178</c:v>
                </c:pt>
                <c:pt idx="1292">
                  <c:v>193.410722613335</c:v>
                </c:pt>
                <c:pt idx="1293">
                  <c:v>193.666030287743</c:v>
                </c:pt>
                <c:pt idx="1294">
                  <c:v>193.929082751274</c:v>
                </c:pt>
                <c:pt idx="1295">
                  <c:v>194.179724097252</c:v>
                </c:pt>
                <c:pt idx="1296">
                  <c:v>194.462871670723</c:v>
                </c:pt>
                <c:pt idx="1297">
                  <c:v>194.810208797455</c:v>
                </c:pt>
                <c:pt idx="1298">
                  <c:v>195.082465648651</c:v>
                </c:pt>
                <c:pt idx="1299">
                  <c:v>195.320800065994</c:v>
                </c:pt>
                <c:pt idx="1300">
                  <c:v>195.513289690018</c:v>
                </c:pt>
                <c:pt idx="1301">
                  <c:v>195.675887525082</c:v>
                </c:pt>
                <c:pt idx="1302">
                  <c:v>195.832437813282</c:v>
                </c:pt>
                <c:pt idx="1303">
                  <c:v>195.9944704175</c:v>
                </c:pt>
                <c:pt idx="1304">
                  <c:v>196.151958227158</c:v>
                </c:pt>
                <c:pt idx="1305">
                  <c:v>196.358039081097</c:v>
                </c:pt>
                <c:pt idx="1306">
                  <c:v>196.547280132771</c:v>
                </c:pt>
                <c:pt idx="1307">
                  <c:v>196.754936158657</c:v>
                </c:pt>
                <c:pt idx="1308">
                  <c:v>196.985225379467</c:v>
                </c:pt>
                <c:pt idx="1309">
                  <c:v>197.183828413486</c:v>
                </c:pt>
                <c:pt idx="1310">
                  <c:v>197.36664968729</c:v>
                </c:pt>
                <c:pt idx="1311">
                  <c:v>197.576747715473</c:v>
                </c:pt>
                <c:pt idx="1312">
                  <c:v>197.771564304829</c:v>
                </c:pt>
                <c:pt idx="1313">
                  <c:v>197.966288149357</c:v>
                </c:pt>
                <c:pt idx="1314">
                  <c:v>198.084013044834</c:v>
                </c:pt>
                <c:pt idx="1315">
                  <c:v>198.172960042953</c:v>
                </c:pt>
                <c:pt idx="1316">
                  <c:v>198.238999843597</c:v>
                </c:pt>
                <c:pt idx="1317">
                  <c:v>198.361638665199</c:v>
                </c:pt>
                <c:pt idx="1318">
                  <c:v>198.471572518349</c:v>
                </c:pt>
                <c:pt idx="1319">
                  <c:v>198.64317715168</c:v>
                </c:pt>
                <c:pt idx="1320">
                  <c:v>198.779641270637</c:v>
                </c:pt>
                <c:pt idx="1321">
                  <c:v>198.84321385622</c:v>
                </c:pt>
                <c:pt idx="1322">
                  <c:v>198.953100562096</c:v>
                </c:pt>
                <c:pt idx="1323">
                  <c:v>199.103916287422</c:v>
                </c:pt>
                <c:pt idx="1324">
                  <c:v>199.220010519028</c:v>
                </c:pt>
                <c:pt idx="1325">
                  <c:v>199.3593313694</c:v>
                </c:pt>
                <c:pt idx="1326">
                  <c:v>199.516864001751</c:v>
                </c:pt>
                <c:pt idx="1327">
                  <c:v>199.66666418314</c:v>
                </c:pt>
                <c:pt idx="1328">
                  <c:v>199.813974916935</c:v>
                </c:pt>
                <c:pt idx="1329">
                  <c:v>199.967766404152</c:v>
                </c:pt>
                <c:pt idx="1330">
                  <c:v>200.154965281486</c:v>
                </c:pt>
                <c:pt idx="1331">
                  <c:v>200.389313578606</c:v>
                </c:pt>
                <c:pt idx="1332">
                  <c:v>200.653685033321</c:v>
                </c:pt>
                <c:pt idx="1333">
                  <c:v>200.86346000433</c:v>
                </c:pt>
                <c:pt idx="1334">
                  <c:v>201.104889929295</c:v>
                </c:pt>
                <c:pt idx="1335">
                  <c:v>201.285799503326</c:v>
                </c:pt>
                <c:pt idx="1336">
                  <c:v>201.441669225693</c:v>
                </c:pt>
                <c:pt idx="1337">
                  <c:v>201.616481125355</c:v>
                </c:pt>
                <c:pt idx="1338">
                  <c:v>201.761588156223</c:v>
                </c:pt>
                <c:pt idx="1339">
                  <c:v>201.846018254757</c:v>
                </c:pt>
                <c:pt idx="1340">
                  <c:v>201.924382150173</c:v>
                </c:pt>
                <c:pt idx="1341">
                  <c:v>202.057758748531</c:v>
                </c:pt>
                <c:pt idx="1342">
                  <c:v>202.206599056721</c:v>
                </c:pt>
                <c:pt idx="1343">
                  <c:v>202.346982300281</c:v>
                </c:pt>
                <c:pt idx="1344">
                  <c:v>202.424687623978</c:v>
                </c:pt>
                <c:pt idx="1345">
                  <c:v>202.485786616802</c:v>
                </c:pt>
                <c:pt idx="1346">
                  <c:v>202.577380239964</c:v>
                </c:pt>
                <c:pt idx="1347">
                  <c:v>202.730376243591</c:v>
                </c:pt>
                <c:pt idx="1348">
                  <c:v>202.874030530453</c:v>
                </c:pt>
                <c:pt idx="1349">
                  <c:v>203.046119213104</c:v>
                </c:pt>
                <c:pt idx="1350">
                  <c:v>203.212784945965</c:v>
                </c:pt>
                <c:pt idx="1351">
                  <c:v>203.363442122936</c:v>
                </c:pt>
                <c:pt idx="1352">
                  <c:v>203.537913143635</c:v>
                </c:pt>
                <c:pt idx="1353">
                  <c:v>203.657466828823</c:v>
                </c:pt>
                <c:pt idx="1354">
                  <c:v>203.829646289349</c:v>
                </c:pt>
                <c:pt idx="1355">
                  <c:v>204.002134859562</c:v>
                </c:pt>
                <c:pt idx="1356">
                  <c:v>204.159510195255</c:v>
                </c:pt>
                <c:pt idx="1357">
                  <c:v>204.301844537258</c:v>
                </c:pt>
                <c:pt idx="1358">
                  <c:v>204.412413060665</c:v>
                </c:pt>
                <c:pt idx="1359">
                  <c:v>204.581596910953</c:v>
                </c:pt>
                <c:pt idx="1360">
                  <c:v>204.623832046986</c:v>
                </c:pt>
                <c:pt idx="1361">
                  <c:v>204.654216527939</c:v>
                </c:pt>
                <c:pt idx="1362">
                  <c:v>204.720059990883</c:v>
                </c:pt>
                <c:pt idx="1363">
                  <c:v>204.722479820251</c:v>
                </c:pt>
                <c:pt idx="1364">
                  <c:v>204.772219181061</c:v>
                </c:pt>
                <c:pt idx="1365">
                  <c:v>204.794693410397</c:v>
                </c:pt>
                <c:pt idx="1366">
                  <c:v>204.912582218647</c:v>
                </c:pt>
                <c:pt idx="1367">
                  <c:v>205.190326392651</c:v>
                </c:pt>
                <c:pt idx="1368">
                  <c:v>205.513331234455</c:v>
                </c:pt>
                <c:pt idx="1369">
                  <c:v>205.875675141811</c:v>
                </c:pt>
                <c:pt idx="1370">
                  <c:v>206.175848782063</c:v>
                </c:pt>
                <c:pt idx="1371">
                  <c:v>206.437902808189</c:v>
                </c:pt>
                <c:pt idx="1372">
                  <c:v>206.734897017479</c:v>
                </c:pt>
                <c:pt idx="1373">
                  <c:v>206.904437541962</c:v>
                </c:pt>
                <c:pt idx="1374">
                  <c:v>207.050529301167</c:v>
                </c:pt>
                <c:pt idx="1375">
                  <c:v>207.133952319622</c:v>
                </c:pt>
                <c:pt idx="1376">
                  <c:v>207.18169271946</c:v>
                </c:pt>
                <c:pt idx="1377">
                  <c:v>207.206244111061</c:v>
                </c:pt>
                <c:pt idx="1378">
                  <c:v>207.162374019623</c:v>
                </c:pt>
                <c:pt idx="1379">
                  <c:v>207.155428647995</c:v>
                </c:pt>
                <c:pt idx="1380">
                  <c:v>207.118361592293</c:v>
                </c:pt>
                <c:pt idx="1381">
                  <c:v>207.164668440819</c:v>
                </c:pt>
                <c:pt idx="1382">
                  <c:v>207.131356477737</c:v>
                </c:pt>
                <c:pt idx="1383">
                  <c:v>207.030934691429</c:v>
                </c:pt>
                <c:pt idx="1384">
                  <c:v>206.861901044846</c:v>
                </c:pt>
                <c:pt idx="1385">
                  <c:v>206.852751851082</c:v>
                </c:pt>
                <c:pt idx="1386">
                  <c:v>206.857853710651</c:v>
                </c:pt>
                <c:pt idx="1387">
                  <c:v>206.816663682461</c:v>
                </c:pt>
                <c:pt idx="1388">
                  <c:v>207.029927551746</c:v>
                </c:pt>
                <c:pt idx="1389">
                  <c:v>207.077998042107</c:v>
                </c:pt>
                <c:pt idx="1390">
                  <c:v>207.083859682083</c:v>
                </c:pt>
                <c:pt idx="1391">
                  <c:v>207.110284566879</c:v>
                </c:pt>
                <c:pt idx="1392">
                  <c:v>207.29946398735</c:v>
                </c:pt>
                <c:pt idx="1393">
                  <c:v>207.460865914822</c:v>
                </c:pt>
                <c:pt idx="1394">
                  <c:v>207.623453974724</c:v>
                </c:pt>
                <c:pt idx="1395">
                  <c:v>207.72892844677</c:v>
                </c:pt>
                <c:pt idx="1396">
                  <c:v>207.838489770889</c:v>
                </c:pt>
                <c:pt idx="1397">
                  <c:v>207.967794954777</c:v>
                </c:pt>
                <c:pt idx="1398">
                  <c:v>208.040261685848</c:v>
                </c:pt>
                <c:pt idx="1399">
                  <c:v>208.170515596867</c:v>
                </c:pt>
                <c:pt idx="1400">
                  <c:v>208.437267363071</c:v>
                </c:pt>
                <c:pt idx="1401">
                  <c:v>208.716057360172</c:v>
                </c:pt>
                <c:pt idx="1402">
                  <c:v>208.854783117771</c:v>
                </c:pt>
                <c:pt idx="1403">
                  <c:v>208.986250460148</c:v>
                </c:pt>
                <c:pt idx="1404">
                  <c:v>209.133496940136</c:v>
                </c:pt>
                <c:pt idx="1405">
                  <c:v>209.362734854221</c:v>
                </c:pt>
                <c:pt idx="1406">
                  <c:v>209.626923501492</c:v>
                </c:pt>
                <c:pt idx="1407">
                  <c:v>209.857869446278</c:v>
                </c:pt>
                <c:pt idx="1408">
                  <c:v>210.030188679695</c:v>
                </c:pt>
                <c:pt idx="1409">
                  <c:v>210.094120264053</c:v>
                </c:pt>
                <c:pt idx="1410">
                  <c:v>210.178293049335</c:v>
                </c:pt>
                <c:pt idx="1411">
                  <c:v>210.309771358967</c:v>
                </c:pt>
                <c:pt idx="1412">
                  <c:v>210.396772921085</c:v>
                </c:pt>
                <c:pt idx="1413">
                  <c:v>210.34929984808</c:v>
                </c:pt>
                <c:pt idx="1414">
                  <c:v>210.404902756214</c:v>
                </c:pt>
                <c:pt idx="1415">
                  <c:v>210.603944420814</c:v>
                </c:pt>
                <c:pt idx="1416">
                  <c:v>210.719860613346</c:v>
                </c:pt>
                <c:pt idx="1417">
                  <c:v>210.804123878479</c:v>
                </c:pt>
                <c:pt idx="1418">
                  <c:v>210.738837122917</c:v>
                </c:pt>
                <c:pt idx="1419">
                  <c:v>210.678153514862</c:v>
                </c:pt>
                <c:pt idx="1420">
                  <c:v>210.656797170639</c:v>
                </c:pt>
                <c:pt idx="1421">
                  <c:v>210.688342094421</c:v>
                </c:pt>
                <c:pt idx="1422">
                  <c:v>210.801589906216</c:v>
                </c:pt>
                <c:pt idx="1423">
                  <c:v>210.960741102695</c:v>
                </c:pt>
                <c:pt idx="1424">
                  <c:v>211.059402048588</c:v>
                </c:pt>
                <c:pt idx="1425">
                  <c:v>211.174375474453</c:v>
                </c:pt>
                <c:pt idx="1426">
                  <c:v>211.333358943462</c:v>
                </c:pt>
                <c:pt idx="1427">
                  <c:v>211.525520324707</c:v>
                </c:pt>
                <c:pt idx="1428">
                  <c:v>211.807773768902</c:v>
                </c:pt>
                <c:pt idx="1429">
                  <c:v>212.089372336864</c:v>
                </c:pt>
                <c:pt idx="1430">
                  <c:v>212.451214373112</c:v>
                </c:pt>
                <c:pt idx="1431">
                  <c:v>212.703074932098</c:v>
                </c:pt>
                <c:pt idx="1432">
                  <c:v>212.936626732349</c:v>
                </c:pt>
                <c:pt idx="1433">
                  <c:v>213.124414861202</c:v>
                </c:pt>
                <c:pt idx="1434">
                  <c:v>213.214478909969</c:v>
                </c:pt>
                <c:pt idx="1435">
                  <c:v>213.335650146008</c:v>
                </c:pt>
                <c:pt idx="1436">
                  <c:v>213.469893634319</c:v>
                </c:pt>
                <c:pt idx="1437">
                  <c:v>213.622657179832</c:v>
                </c:pt>
                <c:pt idx="1438">
                  <c:v>213.725633442402</c:v>
                </c:pt>
                <c:pt idx="1439">
                  <c:v>213.816853106022</c:v>
                </c:pt>
                <c:pt idx="1440">
                  <c:v>213.905528485775</c:v>
                </c:pt>
                <c:pt idx="1441">
                  <c:v>214.025985777378</c:v>
                </c:pt>
                <c:pt idx="1442">
                  <c:v>214.153393685818</c:v>
                </c:pt>
                <c:pt idx="1443">
                  <c:v>214.30417573452</c:v>
                </c:pt>
                <c:pt idx="1444">
                  <c:v>214.497208416462</c:v>
                </c:pt>
                <c:pt idx="1445">
                  <c:v>214.62777620554</c:v>
                </c:pt>
                <c:pt idx="1446">
                  <c:v>214.795839607716</c:v>
                </c:pt>
                <c:pt idx="1447">
                  <c:v>214.922447383404</c:v>
                </c:pt>
                <c:pt idx="1448">
                  <c:v>215.05144149065</c:v>
                </c:pt>
                <c:pt idx="1449">
                  <c:v>215.237550675869</c:v>
                </c:pt>
                <c:pt idx="1450">
                  <c:v>215.410441279411</c:v>
                </c:pt>
                <c:pt idx="1451">
                  <c:v>215.612464308739</c:v>
                </c:pt>
                <c:pt idx="1452">
                  <c:v>215.851064682007</c:v>
                </c:pt>
                <c:pt idx="1453">
                  <c:v>216.055215001106</c:v>
                </c:pt>
                <c:pt idx="1454">
                  <c:v>216.263411700726</c:v>
                </c:pt>
                <c:pt idx="1455">
                  <c:v>216.453494787216</c:v>
                </c:pt>
                <c:pt idx="1456">
                  <c:v>216.609905719757</c:v>
                </c:pt>
                <c:pt idx="1457">
                  <c:v>216.757385075092</c:v>
                </c:pt>
                <c:pt idx="1458">
                  <c:v>216.929224312305</c:v>
                </c:pt>
                <c:pt idx="1459">
                  <c:v>217.108444392681</c:v>
                </c:pt>
                <c:pt idx="1460">
                  <c:v>217.241019487381</c:v>
                </c:pt>
                <c:pt idx="1461">
                  <c:v>217.385549306869</c:v>
                </c:pt>
                <c:pt idx="1462">
                  <c:v>217.545134365559</c:v>
                </c:pt>
                <c:pt idx="1463">
                  <c:v>217.697311639786</c:v>
                </c:pt>
                <c:pt idx="1464">
                  <c:v>217.887073218822</c:v>
                </c:pt>
                <c:pt idx="1465">
                  <c:v>218.067939281464</c:v>
                </c:pt>
                <c:pt idx="1466">
                  <c:v>218.265181362629</c:v>
                </c:pt>
                <c:pt idx="1467">
                  <c:v>218.374458730221</c:v>
                </c:pt>
                <c:pt idx="1468">
                  <c:v>218.487341940403</c:v>
                </c:pt>
                <c:pt idx="1469">
                  <c:v>218.635995805263</c:v>
                </c:pt>
                <c:pt idx="1470">
                  <c:v>218.675856292248</c:v>
                </c:pt>
                <c:pt idx="1471">
                  <c:v>218.662858188152</c:v>
                </c:pt>
                <c:pt idx="1472">
                  <c:v>218.6188159585</c:v>
                </c:pt>
                <c:pt idx="1473">
                  <c:v>218.620888829231</c:v>
                </c:pt>
                <c:pt idx="1474">
                  <c:v>218.664063513279</c:v>
                </c:pt>
                <c:pt idx="1475">
                  <c:v>218.74095416069</c:v>
                </c:pt>
                <c:pt idx="1476">
                  <c:v>218.837128996849</c:v>
                </c:pt>
                <c:pt idx="1477">
                  <c:v>219.025474309921</c:v>
                </c:pt>
                <c:pt idx="1478">
                  <c:v>219.296710968018</c:v>
                </c:pt>
                <c:pt idx="1479">
                  <c:v>219.53226351738</c:v>
                </c:pt>
                <c:pt idx="1480">
                  <c:v>219.808055520058</c:v>
                </c:pt>
                <c:pt idx="1481">
                  <c:v>220.029536128044</c:v>
                </c:pt>
                <c:pt idx="1482">
                  <c:v>220.304174304008</c:v>
                </c:pt>
                <c:pt idx="1483">
                  <c:v>220.554594159126</c:v>
                </c:pt>
                <c:pt idx="1484">
                  <c:v>220.879776716232</c:v>
                </c:pt>
                <c:pt idx="1485">
                  <c:v>221.153934836388</c:v>
                </c:pt>
                <c:pt idx="1486">
                  <c:v>221.424905896187</c:v>
                </c:pt>
                <c:pt idx="1487">
                  <c:v>221.665498256683</c:v>
                </c:pt>
                <c:pt idx="1488">
                  <c:v>221.851957440376</c:v>
                </c:pt>
                <c:pt idx="1489">
                  <c:v>222.062164127827</c:v>
                </c:pt>
                <c:pt idx="1490">
                  <c:v>222.267502009869</c:v>
                </c:pt>
                <c:pt idx="1491">
                  <c:v>222.464134514332</c:v>
                </c:pt>
                <c:pt idx="1492">
                  <c:v>222.665366768837</c:v>
                </c:pt>
                <c:pt idx="1493">
                  <c:v>222.859169960022</c:v>
                </c:pt>
                <c:pt idx="1494">
                  <c:v>223.010536730289</c:v>
                </c:pt>
                <c:pt idx="1495">
                  <c:v>223.137656569481</c:v>
                </c:pt>
                <c:pt idx="1496">
                  <c:v>223.367522358894</c:v>
                </c:pt>
                <c:pt idx="1497">
                  <c:v>223.586684823036</c:v>
                </c:pt>
                <c:pt idx="1498">
                  <c:v>223.726219534874</c:v>
                </c:pt>
                <c:pt idx="1499">
                  <c:v>223.879331171513</c:v>
                </c:pt>
                <c:pt idx="1500">
                  <c:v>224.037215232849</c:v>
                </c:pt>
                <c:pt idx="1501">
                  <c:v>224.168368220329</c:v>
                </c:pt>
                <c:pt idx="1502">
                  <c:v>224.219941020012</c:v>
                </c:pt>
                <c:pt idx="1503">
                  <c:v>224.258249878883</c:v>
                </c:pt>
                <c:pt idx="1504">
                  <c:v>224.270050406456</c:v>
                </c:pt>
                <c:pt idx="1505">
                  <c:v>224.355140864849</c:v>
                </c:pt>
                <c:pt idx="1506">
                  <c:v>224.360973894596</c:v>
                </c:pt>
                <c:pt idx="1507">
                  <c:v>224.404079914093</c:v>
                </c:pt>
                <c:pt idx="1508">
                  <c:v>224.412854969501</c:v>
                </c:pt>
                <c:pt idx="1509">
                  <c:v>224.370033204555</c:v>
                </c:pt>
                <c:pt idx="1510">
                  <c:v>224.353744566441</c:v>
                </c:pt>
                <c:pt idx="1511">
                  <c:v>224.286679804325</c:v>
                </c:pt>
                <c:pt idx="1512">
                  <c:v>224.201014459133</c:v>
                </c:pt>
                <c:pt idx="1513">
                  <c:v>224.199241816997</c:v>
                </c:pt>
                <c:pt idx="1514">
                  <c:v>224.242249965668</c:v>
                </c:pt>
                <c:pt idx="1515">
                  <c:v>224.259055793285</c:v>
                </c:pt>
                <c:pt idx="1516">
                  <c:v>224.283862233162</c:v>
                </c:pt>
                <c:pt idx="1517">
                  <c:v>224.284693956375</c:v>
                </c:pt>
                <c:pt idx="1518">
                  <c:v>224.330597281456</c:v>
                </c:pt>
                <c:pt idx="1519">
                  <c:v>224.428427994251</c:v>
                </c:pt>
                <c:pt idx="1520">
                  <c:v>224.539235532284</c:v>
                </c:pt>
                <c:pt idx="1521">
                  <c:v>224.634996294975</c:v>
                </c:pt>
                <c:pt idx="1522">
                  <c:v>224.814106702805</c:v>
                </c:pt>
                <c:pt idx="1523">
                  <c:v>224.952645301819</c:v>
                </c:pt>
                <c:pt idx="1524">
                  <c:v>225.157463848591</c:v>
                </c:pt>
                <c:pt idx="1525">
                  <c:v>225.414712011814</c:v>
                </c:pt>
                <c:pt idx="1526">
                  <c:v>225.71104735136</c:v>
                </c:pt>
                <c:pt idx="1527">
                  <c:v>225.961395561695</c:v>
                </c:pt>
                <c:pt idx="1528">
                  <c:v>226.171264052391</c:v>
                </c:pt>
                <c:pt idx="1529">
                  <c:v>226.383470416069</c:v>
                </c:pt>
                <c:pt idx="1530">
                  <c:v>226.63585460186</c:v>
                </c:pt>
                <c:pt idx="1531">
                  <c:v>226.960275888443</c:v>
                </c:pt>
                <c:pt idx="1532">
                  <c:v>227.177278637886</c:v>
                </c:pt>
                <c:pt idx="1533">
                  <c:v>227.374373912811</c:v>
                </c:pt>
                <c:pt idx="1534">
                  <c:v>227.567181527615</c:v>
                </c:pt>
                <c:pt idx="1535">
                  <c:v>227.727691471577</c:v>
                </c:pt>
                <c:pt idx="1536">
                  <c:v>227.881290256977</c:v>
                </c:pt>
                <c:pt idx="1537">
                  <c:v>228.097109615803</c:v>
                </c:pt>
                <c:pt idx="1538">
                  <c:v>228.225593626499</c:v>
                </c:pt>
                <c:pt idx="1539">
                  <c:v>228.362413227558</c:v>
                </c:pt>
                <c:pt idx="1540">
                  <c:v>228.54787415266</c:v>
                </c:pt>
                <c:pt idx="1541">
                  <c:v>228.741071760654</c:v>
                </c:pt>
                <c:pt idx="1542">
                  <c:v>228.816777706146</c:v>
                </c:pt>
                <c:pt idx="1543">
                  <c:v>228.860234260559</c:v>
                </c:pt>
                <c:pt idx="1544">
                  <c:v>228.859120368957</c:v>
                </c:pt>
                <c:pt idx="1545">
                  <c:v>228.821996927261</c:v>
                </c:pt>
                <c:pt idx="1546">
                  <c:v>228.695603370666</c:v>
                </c:pt>
                <c:pt idx="1547">
                  <c:v>228.507089495659</c:v>
                </c:pt>
                <c:pt idx="1548">
                  <c:v>228.316266417503</c:v>
                </c:pt>
                <c:pt idx="1549">
                  <c:v>228.17182636261</c:v>
                </c:pt>
                <c:pt idx="1550">
                  <c:v>227.995020270348</c:v>
                </c:pt>
                <c:pt idx="1551">
                  <c:v>227.80381000042</c:v>
                </c:pt>
                <c:pt idx="1552">
                  <c:v>227.597265720367</c:v>
                </c:pt>
                <c:pt idx="1553">
                  <c:v>227.444855928421</c:v>
                </c:pt>
                <c:pt idx="1554">
                  <c:v>227.267313361168</c:v>
                </c:pt>
                <c:pt idx="1555">
                  <c:v>227.134699344635</c:v>
                </c:pt>
                <c:pt idx="1556">
                  <c:v>227.011577129364</c:v>
                </c:pt>
                <c:pt idx="1557">
                  <c:v>226.903662800789</c:v>
                </c:pt>
                <c:pt idx="1558">
                  <c:v>226.870024561882</c:v>
                </c:pt>
                <c:pt idx="1559">
                  <c:v>226.741412162781</c:v>
                </c:pt>
                <c:pt idx="1560">
                  <c:v>226.618164181709</c:v>
                </c:pt>
                <c:pt idx="1561">
                  <c:v>226.556256175041</c:v>
                </c:pt>
                <c:pt idx="1562">
                  <c:v>226.619139909744</c:v>
                </c:pt>
                <c:pt idx="1563">
                  <c:v>226.797504067421</c:v>
                </c:pt>
                <c:pt idx="1564">
                  <c:v>226.996119081974</c:v>
                </c:pt>
                <c:pt idx="1565">
                  <c:v>227.228001594543</c:v>
                </c:pt>
                <c:pt idx="1566">
                  <c:v>227.419673383236</c:v>
                </c:pt>
                <c:pt idx="1567">
                  <c:v>227.622704803944</c:v>
                </c:pt>
                <c:pt idx="1568">
                  <c:v>227.843095600605</c:v>
                </c:pt>
                <c:pt idx="1569">
                  <c:v>228.040309548378</c:v>
                </c:pt>
                <c:pt idx="1570">
                  <c:v>228.379414319992</c:v>
                </c:pt>
                <c:pt idx="1571">
                  <c:v>228.687355816364</c:v>
                </c:pt>
                <c:pt idx="1572">
                  <c:v>228.932817161083</c:v>
                </c:pt>
                <c:pt idx="1573">
                  <c:v>229.08801561594</c:v>
                </c:pt>
                <c:pt idx="1574">
                  <c:v>229.287698209286</c:v>
                </c:pt>
                <c:pt idx="1575">
                  <c:v>229.43857383728</c:v>
                </c:pt>
                <c:pt idx="1576">
                  <c:v>229.687103688717</c:v>
                </c:pt>
                <c:pt idx="1577">
                  <c:v>229.955123841763</c:v>
                </c:pt>
                <c:pt idx="1578">
                  <c:v>230.231901586056</c:v>
                </c:pt>
                <c:pt idx="1579">
                  <c:v>230.598403394222</c:v>
                </c:pt>
                <c:pt idx="1580">
                  <c:v>230.947940766811</c:v>
                </c:pt>
                <c:pt idx="1581">
                  <c:v>231.361484050751</c:v>
                </c:pt>
                <c:pt idx="1582">
                  <c:v>231.775060772896</c:v>
                </c:pt>
                <c:pt idx="1583">
                  <c:v>232.163299441338</c:v>
                </c:pt>
                <c:pt idx="1584">
                  <c:v>232.534519195557</c:v>
                </c:pt>
                <c:pt idx="1585">
                  <c:v>232.973860025406</c:v>
                </c:pt>
                <c:pt idx="1586">
                  <c:v>233.415627360344</c:v>
                </c:pt>
                <c:pt idx="1587">
                  <c:v>233.91836565733</c:v>
                </c:pt>
                <c:pt idx="1588">
                  <c:v>234.359783709049</c:v>
                </c:pt>
                <c:pt idx="1589">
                  <c:v>234.764271199703</c:v>
                </c:pt>
                <c:pt idx="1590">
                  <c:v>235.146908223629</c:v>
                </c:pt>
                <c:pt idx="1591">
                  <c:v>235.415740311146</c:v>
                </c:pt>
                <c:pt idx="1592">
                  <c:v>235.507089972496</c:v>
                </c:pt>
                <c:pt idx="1593">
                  <c:v>235.522522628307</c:v>
                </c:pt>
                <c:pt idx="1594">
                  <c:v>235.60570037365</c:v>
                </c:pt>
                <c:pt idx="1595">
                  <c:v>235.674249827862</c:v>
                </c:pt>
                <c:pt idx="1596">
                  <c:v>235.792511701584</c:v>
                </c:pt>
                <c:pt idx="1597">
                  <c:v>235.89758002758</c:v>
                </c:pt>
                <c:pt idx="1598">
                  <c:v>236.051839351654</c:v>
                </c:pt>
                <c:pt idx="1599">
                  <c:v>236.222529113293</c:v>
                </c:pt>
                <c:pt idx="1600">
                  <c:v>236.429006934166</c:v>
                </c:pt>
                <c:pt idx="1601">
                  <c:v>236.567847132683</c:v>
                </c:pt>
                <c:pt idx="1602">
                  <c:v>236.854131102562</c:v>
                </c:pt>
                <c:pt idx="1603">
                  <c:v>237.167660236359</c:v>
                </c:pt>
                <c:pt idx="1604">
                  <c:v>237.371858239174</c:v>
                </c:pt>
                <c:pt idx="1605">
                  <c:v>237.57614159584</c:v>
                </c:pt>
                <c:pt idx="1606">
                  <c:v>237.718603849411</c:v>
                </c:pt>
                <c:pt idx="1607">
                  <c:v>237.960719466209</c:v>
                </c:pt>
                <c:pt idx="1608">
                  <c:v>238.250962495804</c:v>
                </c:pt>
                <c:pt idx="1609">
                  <c:v>238.347374558449</c:v>
                </c:pt>
                <c:pt idx="1610">
                  <c:v>238.366265177727</c:v>
                </c:pt>
                <c:pt idx="1611">
                  <c:v>238.407229721546</c:v>
                </c:pt>
                <c:pt idx="1612">
                  <c:v>238.40164154768</c:v>
                </c:pt>
                <c:pt idx="1613">
                  <c:v>238.459903419018</c:v>
                </c:pt>
                <c:pt idx="1614">
                  <c:v>238.58677560091</c:v>
                </c:pt>
                <c:pt idx="1615">
                  <c:v>238.757071971893</c:v>
                </c:pt>
                <c:pt idx="1616">
                  <c:v>238.895693778992</c:v>
                </c:pt>
                <c:pt idx="1617">
                  <c:v>239.03320813179</c:v>
                </c:pt>
                <c:pt idx="1618">
                  <c:v>239.279601156712</c:v>
                </c:pt>
                <c:pt idx="1619">
                  <c:v>239.492110490799</c:v>
                </c:pt>
                <c:pt idx="1620">
                  <c:v>239.685124874115</c:v>
                </c:pt>
                <c:pt idx="1621">
                  <c:v>239.898620247841</c:v>
                </c:pt>
                <c:pt idx="1622">
                  <c:v>240.114078938961</c:v>
                </c:pt>
                <c:pt idx="1623">
                  <c:v>240.404085934162</c:v>
                </c:pt>
                <c:pt idx="1624">
                  <c:v>240.654096662998</c:v>
                </c:pt>
                <c:pt idx="1625">
                  <c:v>240.864614486694</c:v>
                </c:pt>
                <c:pt idx="1626">
                  <c:v>241.047740101814</c:v>
                </c:pt>
                <c:pt idx="1627">
                  <c:v>241.161904573441</c:v>
                </c:pt>
                <c:pt idx="1628">
                  <c:v>241.375029087067</c:v>
                </c:pt>
                <c:pt idx="1629">
                  <c:v>241.519442677498</c:v>
                </c:pt>
                <c:pt idx="1630">
                  <c:v>241.651545166969</c:v>
                </c:pt>
                <c:pt idx="1631">
                  <c:v>241.792159616947</c:v>
                </c:pt>
                <c:pt idx="1632">
                  <c:v>241.883668005466</c:v>
                </c:pt>
                <c:pt idx="1633">
                  <c:v>241.911084890366</c:v>
                </c:pt>
                <c:pt idx="1634">
                  <c:v>241.969535887241</c:v>
                </c:pt>
                <c:pt idx="1635">
                  <c:v>242.019180476665</c:v>
                </c:pt>
                <c:pt idx="1636">
                  <c:v>241.996842324734</c:v>
                </c:pt>
                <c:pt idx="1637">
                  <c:v>241.943337500095</c:v>
                </c:pt>
                <c:pt idx="1638">
                  <c:v>241.919800579548</c:v>
                </c:pt>
                <c:pt idx="1639">
                  <c:v>241.901651918888</c:v>
                </c:pt>
                <c:pt idx="1640">
                  <c:v>241.842220246792</c:v>
                </c:pt>
                <c:pt idx="1641">
                  <c:v>241.919886946678</c:v>
                </c:pt>
                <c:pt idx="1642">
                  <c:v>242.0519977808</c:v>
                </c:pt>
                <c:pt idx="1643">
                  <c:v>242.212886631489</c:v>
                </c:pt>
                <c:pt idx="1644">
                  <c:v>242.315882861614</c:v>
                </c:pt>
                <c:pt idx="1645">
                  <c:v>242.444677889347</c:v>
                </c:pt>
                <c:pt idx="1646">
                  <c:v>242.582632958889</c:v>
                </c:pt>
                <c:pt idx="1647">
                  <c:v>242.67749941349</c:v>
                </c:pt>
                <c:pt idx="1648">
                  <c:v>242.746154308319</c:v>
                </c:pt>
                <c:pt idx="1649">
                  <c:v>242.867325305939</c:v>
                </c:pt>
                <c:pt idx="1650">
                  <c:v>242.988492786884</c:v>
                </c:pt>
                <c:pt idx="1651">
                  <c:v>242.981433928013</c:v>
                </c:pt>
                <c:pt idx="1652">
                  <c:v>242.953963220119</c:v>
                </c:pt>
                <c:pt idx="1653">
                  <c:v>242.843721926212</c:v>
                </c:pt>
                <c:pt idx="1654">
                  <c:v>242.766056478024</c:v>
                </c:pt>
                <c:pt idx="1655">
                  <c:v>242.732310712337</c:v>
                </c:pt>
                <c:pt idx="1656">
                  <c:v>242.678025066853</c:v>
                </c:pt>
                <c:pt idx="1657">
                  <c:v>242.693202614784</c:v>
                </c:pt>
                <c:pt idx="1658">
                  <c:v>242.562005877495</c:v>
                </c:pt>
                <c:pt idx="1659">
                  <c:v>242.349737763405</c:v>
                </c:pt>
                <c:pt idx="1660">
                  <c:v>242.125375390053</c:v>
                </c:pt>
                <c:pt idx="1661">
                  <c:v>241.941758036613</c:v>
                </c:pt>
                <c:pt idx="1662">
                  <c:v>241.911557078361</c:v>
                </c:pt>
                <c:pt idx="1663">
                  <c:v>242.022553503513</c:v>
                </c:pt>
                <c:pt idx="1664">
                  <c:v>242.220775783062</c:v>
                </c:pt>
                <c:pt idx="1665">
                  <c:v>242.341434657574</c:v>
                </c:pt>
                <c:pt idx="1666">
                  <c:v>242.481918632984</c:v>
                </c:pt>
                <c:pt idx="1667">
                  <c:v>242.63223952055</c:v>
                </c:pt>
                <c:pt idx="1668">
                  <c:v>242.825425446033</c:v>
                </c:pt>
                <c:pt idx="1669">
                  <c:v>243.028201758862</c:v>
                </c:pt>
                <c:pt idx="1670">
                  <c:v>243.263719975948</c:v>
                </c:pt>
                <c:pt idx="1671">
                  <c:v>243.472642958164</c:v>
                </c:pt>
                <c:pt idx="1672">
                  <c:v>243.698409080505</c:v>
                </c:pt>
                <c:pt idx="1673">
                  <c:v>243.839679539204</c:v>
                </c:pt>
                <c:pt idx="1674">
                  <c:v>243.945096135139</c:v>
                </c:pt>
                <c:pt idx="1675">
                  <c:v>243.971552312374</c:v>
                </c:pt>
                <c:pt idx="1676">
                  <c:v>243.966336429119</c:v>
                </c:pt>
                <c:pt idx="1677">
                  <c:v>244.141882359982</c:v>
                </c:pt>
                <c:pt idx="1678">
                  <c:v>244.195592582226</c:v>
                </c:pt>
                <c:pt idx="1679">
                  <c:v>244.174060165882</c:v>
                </c:pt>
                <c:pt idx="1680">
                  <c:v>244.185655117035</c:v>
                </c:pt>
                <c:pt idx="1681">
                  <c:v>244.256225049496</c:v>
                </c:pt>
                <c:pt idx="1682">
                  <c:v>244.332098960876</c:v>
                </c:pt>
                <c:pt idx="1683">
                  <c:v>244.291688680649</c:v>
                </c:pt>
                <c:pt idx="1684">
                  <c:v>244.299735426903</c:v>
                </c:pt>
                <c:pt idx="1685">
                  <c:v>244.453155875206</c:v>
                </c:pt>
                <c:pt idx="1686">
                  <c:v>244.74085944891</c:v>
                </c:pt>
                <c:pt idx="1687">
                  <c:v>244.938956439495</c:v>
                </c:pt>
                <c:pt idx="1688">
                  <c:v>245.141688346863</c:v>
                </c:pt>
                <c:pt idx="1689">
                  <c:v>245.31346398592</c:v>
                </c:pt>
                <c:pt idx="1690">
                  <c:v>245.43346375227</c:v>
                </c:pt>
                <c:pt idx="1691">
                  <c:v>245.486474275589</c:v>
                </c:pt>
                <c:pt idx="1692">
                  <c:v>245.624484479427</c:v>
                </c:pt>
                <c:pt idx="1693">
                  <c:v>245.770893454552</c:v>
                </c:pt>
                <c:pt idx="1694">
                  <c:v>245.94849550724</c:v>
                </c:pt>
                <c:pt idx="1695">
                  <c:v>246.164607346058</c:v>
                </c:pt>
                <c:pt idx="1696">
                  <c:v>246.329700887203</c:v>
                </c:pt>
                <c:pt idx="1697">
                  <c:v>246.59868222475</c:v>
                </c:pt>
                <c:pt idx="1698">
                  <c:v>246.89686113596</c:v>
                </c:pt>
                <c:pt idx="1699">
                  <c:v>247.131560146809</c:v>
                </c:pt>
                <c:pt idx="1700">
                  <c:v>247.519965350628</c:v>
                </c:pt>
                <c:pt idx="1701">
                  <c:v>247.935023844242</c:v>
                </c:pt>
                <c:pt idx="1702">
                  <c:v>248.341561019421</c:v>
                </c:pt>
                <c:pt idx="1703">
                  <c:v>248.772037446499</c:v>
                </c:pt>
                <c:pt idx="1704">
                  <c:v>249.126957476139</c:v>
                </c:pt>
                <c:pt idx="1705">
                  <c:v>249.357494950294</c:v>
                </c:pt>
                <c:pt idx="1706">
                  <c:v>249.518481373787</c:v>
                </c:pt>
                <c:pt idx="1707">
                  <c:v>249.585612177849</c:v>
                </c:pt>
                <c:pt idx="1708">
                  <c:v>249.665685236454</c:v>
                </c:pt>
                <c:pt idx="1709">
                  <c:v>249.904974400997</c:v>
                </c:pt>
                <c:pt idx="1710">
                  <c:v>250.115838885307</c:v>
                </c:pt>
                <c:pt idx="1711">
                  <c:v>250.354570150375</c:v>
                </c:pt>
                <c:pt idx="1712">
                  <c:v>250.480964243412</c:v>
                </c:pt>
                <c:pt idx="1713">
                  <c:v>250.519340336323</c:v>
                </c:pt>
                <c:pt idx="1714">
                  <c:v>250.618264019489</c:v>
                </c:pt>
                <c:pt idx="1715">
                  <c:v>250.716924369335</c:v>
                </c:pt>
                <c:pt idx="1716">
                  <c:v>250.52447527647</c:v>
                </c:pt>
                <c:pt idx="1717">
                  <c:v>250.349461019039</c:v>
                </c:pt>
                <c:pt idx="1718">
                  <c:v>250.090253412724</c:v>
                </c:pt>
                <c:pt idx="1719">
                  <c:v>249.891326367855</c:v>
                </c:pt>
                <c:pt idx="1720">
                  <c:v>249.638496220112</c:v>
                </c:pt>
                <c:pt idx="1721">
                  <c:v>249.421694815159</c:v>
                </c:pt>
                <c:pt idx="1722">
                  <c:v>249.113829910755</c:v>
                </c:pt>
                <c:pt idx="1723">
                  <c:v>248.949603617191</c:v>
                </c:pt>
                <c:pt idx="1724">
                  <c:v>248.914141714573</c:v>
                </c:pt>
                <c:pt idx="1725">
                  <c:v>249.158412694931</c:v>
                </c:pt>
                <c:pt idx="1726">
                  <c:v>249.869041204452</c:v>
                </c:pt>
                <c:pt idx="1727">
                  <c:v>250.586679339409</c:v>
                </c:pt>
                <c:pt idx="1728">
                  <c:v>251.428275585175</c:v>
                </c:pt>
                <c:pt idx="1729">
                  <c:v>252.135336458683</c:v>
                </c:pt>
                <c:pt idx="1730">
                  <c:v>252.748509228229</c:v>
                </c:pt>
                <c:pt idx="1731">
                  <c:v>253.201809465885</c:v>
                </c:pt>
                <c:pt idx="1732">
                  <c:v>253.605758845806</c:v>
                </c:pt>
                <c:pt idx="1733">
                  <c:v>253.909353137016</c:v>
                </c:pt>
                <c:pt idx="1734">
                  <c:v>253.949209928513</c:v>
                </c:pt>
                <c:pt idx="1735">
                  <c:v>253.931361198425</c:v>
                </c:pt>
                <c:pt idx="1736">
                  <c:v>253.91564822197</c:v>
                </c:pt>
                <c:pt idx="1737">
                  <c:v>254.38451474905</c:v>
                </c:pt>
                <c:pt idx="1738">
                  <c:v>254.765912294388</c:v>
                </c:pt>
                <c:pt idx="1739">
                  <c:v>255.059230923653</c:v>
                </c:pt>
                <c:pt idx="1740">
                  <c:v>255.318114042282</c:v>
                </c:pt>
                <c:pt idx="1741">
                  <c:v>255.542407572269</c:v>
                </c:pt>
                <c:pt idx="1742">
                  <c:v>255.696344852447</c:v>
                </c:pt>
                <c:pt idx="1743">
                  <c:v>255.800318539143</c:v>
                </c:pt>
                <c:pt idx="1744">
                  <c:v>255.954738676548</c:v>
                </c:pt>
                <c:pt idx="1745">
                  <c:v>255.970680356026</c:v>
                </c:pt>
                <c:pt idx="1746">
                  <c:v>256.040274560452</c:v>
                </c:pt>
                <c:pt idx="1747">
                  <c:v>256.106410801411</c:v>
                </c:pt>
                <c:pt idx="1748">
                  <c:v>256.177493870258</c:v>
                </c:pt>
                <c:pt idx="1749">
                  <c:v>256.333487510681</c:v>
                </c:pt>
                <c:pt idx="1750">
                  <c:v>256.498805463314</c:v>
                </c:pt>
                <c:pt idx="1751">
                  <c:v>256.679903209209</c:v>
                </c:pt>
                <c:pt idx="1752">
                  <c:v>256.913302063942</c:v>
                </c:pt>
                <c:pt idx="1753">
                  <c:v>257.196910917759</c:v>
                </c:pt>
                <c:pt idx="1754">
                  <c:v>257.476080358028</c:v>
                </c:pt>
                <c:pt idx="1755">
                  <c:v>257.574828505516</c:v>
                </c:pt>
                <c:pt idx="1756">
                  <c:v>257.650706768036</c:v>
                </c:pt>
                <c:pt idx="1757">
                  <c:v>257.805027008057</c:v>
                </c:pt>
                <c:pt idx="1758">
                  <c:v>257.909791886806</c:v>
                </c:pt>
                <c:pt idx="1759">
                  <c:v>258.049094080925</c:v>
                </c:pt>
                <c:pt idx="1760">
                  <c:v>258.229983329773</c:v>
                </c:pt>
                <c:pt idx="1761">
                  <c:v>258.383131086826</c:v>
                </c:pt>
                <c:pt idx="1762">
                  <c:v>258.525996208191</c:v>
                </c:pt>
                <c:pt idx="1763">
                  <c:v>258.654491424561</c:v>
                </c:pt>
                <c:pt idx="1764">
                  <c:v>258.818879961967</c:v>
                </c:pt>
                <c:pt idx="1765">
                  <c:v>259.057556688786</c:v>
                </c:pt>
                <c:pt idx="1766">
                  <c:v>259.252201378345</c:v>
                </c:pt>
                <c:pt idx="1767">
                  <c:v>259.427785813808</c:v>
                </c:pt>
                <c:pt idx="1768">
                  <c:v>259.734899222851</c:v>
                </c:pt>
                <c:pt idx="1769">
                  <c:v>260.080907166004</c:v>
                </c:pt>
                <c:pt idx="1770">
                  <c:v>260.40956479311</c:v>
                </c:pt>
                <c:pt idx="1771">
                  <c:v>260.679542124271</c:v>
                </c:pt>
                <c:pt idx="1772">
                  <c:v>260.915851771832</c:v>
                </c:pt>
                <c:pt idx="1773">
                  <c:v>261.170468389988</c:v>
                </c:pt>
                <c:pt idx="1774">
                  <c:v>261.359052658081</c:v>
                </c:pt>
                <c:pt idx="1775">
                  <c:v>261.433139264584</c:v>
                </c:pt>
                <c:pt idx="1776">
                  <c:v>261.523919165134</c:v>
                </c:pt>
                <c:pt idx="1777">
                  <c:v>261.655314981937</c:v>
                </c:pt>
                <c:pt idx="1778">
                  <c:v>261.832431852818</c:v>
                </c:pt>
                <c:pt idx="1779">
                  <c:v>261.940108776093</c:v>
                </c:pt>
                <c:pt idx="1780">
                  <c:v>262.00958609581</c:v>
                </c:pt>
                <c:pt idx="1781">
                  <c:v>262.144854009151</c:v>
                </c:pt>
                <c:pt idx="1782">
                  <c:v>262.287611722946</c:v>
                </c:pt>
                <c:pt idx="1783">
                  <c:v>262.363447964191</c:v>
                </c:pt>
                <c:pt idx="1784">
                  <c:v>262.4668379426</c:v>
                </c:pt>
                <c:pt idx="1785">
                  <c:v>262.655191004276</c:v>
                </c:pt>
                <c:pt idx="1786">
                  <c:v>262.726279020309</c:v>
                </c:pt>
                <c:pt idx="1787">
                  <c:v>262.807187080383</c:v>
                </c:pt>
                <c:pt idx="1788">
                  <c:v>262.884786844254</c:v>
                </c:pt>
                <c:pt idx="1789">
                  <c:v>263.028951346874</c:v>
                </c:pt>
                <c:pt idx="1790">
                  <c:v>263.09103167057</c:v>
                </c:pt>
                <c:pt idx="1791">
                  <c:v>263.092012465</c:v>
                </c:pt>
                <c:pt idx="1792">
                  <c:v>263.146932184696</c:v>
                </c:pt>
                <c:pt idx="1793">
                  <c:v>263.231657803059</c:v>
                </c:pt>
                <c:pt idx="1794">
                  <c:v>263.327063024044</c:v>
                </c:pt>
                <c:pt idx="1795">
                  <c:v>263.374020338058</c:v>
                </c:pt>
                <c:pt idx="1796">
                  <c:v>263.447909891605</c:v>
                </c:pt>
                <c:pt idx="1797">
                  <c:v>263.514703452587</c:v>
                </c:pt>
                <c:pt idx="1798">
                  <c:v>263.488504827022</c:v>
                </c:pt>
                <c:pt idx="1799">
                  <c:v>263.440389931202</c:v>
                </c:pt>
                <c:pt idx="1800">
                  <c:v>263.319600522518</c:v>
                </c:pt>
                <c:pt idx="1801">
                  <c:v>263.254177749157</c:v>
                </c:pt>
                <c:pt idx="1802">
                  <c:v>263.289580523968</c:v>
                </c:pt>
                <c:pt idx="1803">
                  <c:v>263.520074546337</c:v>
                </c:pt>
                <c:pt idx="1804">
                  <c:v>263.458144843578</c:v>
                </c:pt>
                <c:pt idx="1805">
                  <c:v>263.50129109621</c:v>
                </c:pt>
                <c:pt idx="1806">
                  <c:v>263.641502916813</c:v>
                </c:pt>
                <c:pt idx="1807">
                  <c:v>263.794025659561</c:v>
                </c:pt>
                <c:pt idx="1808">
                  <c:v>263.917650818825</c:v>
                </c:pt>
                <c:pt idx="1809">
                  <c:v>264.078215539455</c:v>
                </c:pt>
                <c:pt idx="1810">
                  <c:v>264.251186788082</c:v>
                </c:pt>
                <c:pt idx="1811">
                  <c:v>264.471653878689</c:v>
                </c:pt>
                <c:pt idx="1812">
                  <c:v>264.683918297291</c:v>
                </c:pt>
                <c:pt idx="1813">
                  <c:v>264.968258082867</c:v>
                </c:pt>
                <c:pt idx="1814">
                  <c:v>265.217434048653</c:v>
                </c:pt>
                <c:pt idx="1815">
                  <c:v>265.391283869743</c:v>
                </c:pt>
                <c:pt idx="1816">
                  <c:v>265.562020659447</c:v>
                </c:pt>
                <c:pt idx="1817">
                  <c:v>265.743594408035</c:v>
                </c:pt>
                <c:pt idx="1818">
                  <c:v>265.917884528637</c:v>
                </c:pt>
                <c:pt idx="1819">
                  <c:v>266.038654327393</c:v>
                </c:pt>
                <c:pt idx="1820">
                  <c:v>266.072992742062</c:v>
                </c:pt>
                <c:pt idx="1821">
                  <c:v>266.154789030552</c:v>
                </c:pt>
                <c:pt idx="1822">
                  <c:v>266.17639529705</c:v>
                </c:pt>
                <c:pt idx="1823">
                  <c:v>266.197621583939</c:v>
                </c:pt>
                <c:pt idx="1824">
                  <c:v>266.297149419784</c:v>
                </c:pt>
                <c:pt idx="1825">
                  <c:v>266.404805123806</c:v>
                </c:pt>
                <c:pt idx="1826">
                  <c:v>266.510182499886</c:v>
                </c:pt>
                <c:pt idx="1827">
                  <c:v>266.613932430744</c:v>
                </c:pt>
                <c:pt idx="1828">
                  <c:v>266.694936156273</c:v>
                </c:pt>
                <c:pt idx="1829">
                  <c:v>266.734727323055</c:v>
                </c:pt>
                <c:pt idx="1830">
                  <c:v>266.810491740704</c:v>
                </c:pt>
                <c:pt idx="1831">
                  <c:v>267.093903362751</c:v>
                </c:pt>
                <c:pt idx="1832">
                  <c:v>267.349202513695</c:v>
                </c:pt>
                <c:pt idx="1833">
                  <c:v>267.532509624958</c:v>
                </c:pt>
                <c:pt idx="1834">
                  <c:v>267.723546802998</c:v>
                </c:pt>
                <c:pt idx="1835">
                  <c:v>267.908395946026</c:v>
                </c:pt>
                <c:pt idx="1836">
                  <c:v>268.112983167171</c:v>
                </c:pt>
                <c:pt idx="1837">
                  <c:v>268.406570494175</c:v>
                </c:pt>
                <c:pt idx="1838">
                  <c:v>268.67682737112</c:v>
                </c:pt>
                <c:pt idx="1839">
                  <c:v>269.007024466991</c:v>
                </c:pt>
                <c:pt idx="1840">
                  <c:v>269.369982540607</c:v>
                </c:pt>
                <c:pt idx="1841">
                  <c:v>269.681041657925</c:v>
                </c:pt>
                <c:pt idx="1842">
                  <c:v>269.992665946484</c:v>
                </c:pt>
                <c:pt idx="1843">
                  <c:v>270.258303701878</c:v>
                </c:pt>
                <c:pt idx="1844">
                  <c:v>270.476475894451</c:v>
                </c:pt>
                <c:pt idx="1845">
                  <c:v>270.690165519714</c:v>
                </c:pt>
                <c:pt idx="1846">
                  <c:v>270.902592122555</c:v>
                </c:pt>
                <c:pt idx="1847">
                  <c:v>271.101570010185</c:v>
                </c:pt>
                <c:pt idx="1848">
                  <c:v>271.286313056946</c:v>
                </c:pt>
                <c:pt idx="1849">
                  <c:v>271.402931690216</c:v>
                </c:pt>
                <c:pt idx="1850">
                  <c:v>271.608225345612</c:v>
                </c:pt>
                <c:pt idx="1851">
                  <c:v>271.856664896011</c:v>
                </c:pt>
                <c:pt idx="1852">
                  <c:v>272.086152613163</c:v>
                </c:pt>
                <c:pt idx="1853">
                  <c:v>272.245357036591</c:v>
                </c:pt>
                <c:pt idx="1854">
                  <c:v>272.355531930923</c:v>
                </c:pt>
                <c:pt idx="1855">
                  <c:v>272.428932666779</c:v>
                </c:pt>
                <c:pt idx="1856">
                  <c:v>272.554808855057</c:v>
                </c:pt>
                <c:pt idx="1857">
                  <c:v>272.595503211021</c:v>
                </c:pt>
                <c:pt idx="1858">
                  <c:v>272.66371768713</c:v>
                </c:pt>
                <c:pt idx="1859">
                  <c:v>272.745321929455</c:v>
                </c:pt>
                <c:pt idx="1860">
                  <c:v>272.690312445164</c:v>
                </c:pt>
                <c:pt idx="1861">
                  <c:v>272.657403886318</c:v>
                </c:pt>
                <c:pt idx="1862">
                  <c:v>272.67889124155</c:v>
                </c:pt>
                <c:pt idx="1863">
                  <c:v>272.792587816715</c:v>
                </c:pt>
                <c:pt idx="1864">
                  <c:v>272.872054040432</c:v>
                </c:pt>
                <c:pt idx="1865">
                  <c:v>272.982326447964</c:v>
                </c:pt>
                <c:pt idx="1866">
                  <c:v>273.080293595791</c:v>
                </c:pt>
                <c:pt idx="1867">
                  <c:v>273.188035964966</c:v>
                </c:pt>
                <c:pt idx="1868">
                  <c:v>273.279307901859</c:v>
                </c:pt>
                <c:pt idx="1869">
                  <c:v>273.3373067379</c:v>
                </c:pt>
                <c:pt idx="1870">
                  <c:v>273.439689040184</c:v>
                </c:pt>
                <c:pt idx="1871">
                  <c:v>273.411244392395</c:v>
                </c:pt>
                <c:pt idx="1872">
                  <c:v>273.201963543892</c:v>
                </c:pt>
                <c:pt idx="1873">
                  <c:v>272.872292637825</c:v>
                </c:pt>
                <c:pt idx="1874">
                  <c:v>272.714201450348</c:v>
                </c:pt>
                <c:pt idx="1875">
                  <c:v>272.539224505424</c:v>
                </c:pt>
                <c:pt idx="1876">
                  <c:v>272.424765467644</c:v>
                </c:pt>
                <c:pt idx="1877">
                  <c:v>272.263801217079</c:v>
                </c:pt>
                <c:pt idx="1878">
                  <c:v>272.021570920944</c:v>
                </c:pt>
                <c:pt idx="1879">
                  <c:v>271.879904031753</c:v>
                </c:pt>
                <c:pt idx="1880">
                  <c:v>271.752242803574</c:v>
                </c:pt>
                <c:pt idx="1881">
                  <c:v>271.453515052795</c:v>
                </c:pt>
                <c:pt idx="1882">
                  <c:v>271.156923890114</c:v>
                </c:pt>
                <c:pt idx="1883">
                  <c:v>271.310666322708</c:v>
                </c:pt>
                <c:pt idx="1884">
                  <c:v>271.30188536644</c:v>
                </c:pt>
                <c:pt idx="1885">
                  <c:v>271.216713547707</c:v>
                </c:pt>
                <c:pt idx="1886">
                  <c:v>271.063956856728</c:v>
                </c:pt>
                <c:pt idx="1887">
                  <c:v>271.018754005432</c:v>
                </c:pt>
                <c:pt idx="1888">
                  <c:v>270.927087187767</c:v>
                </c:pt>
                <c:pt idx="1889">
                  <c:v>270.869480252266</c:v>
                </c:pt>
                <c:pt idx="1890">
                  <c:v>270.749670863151</c:v>
                </c:pt>
                <c:pt idx="1891">
                  <c:v>270.903309941292</c:v>
                </c:pt>
                <c:pt idx="1892">
                  <c:v>271.112498939037</c:v>
                </c:pt>
                <c:pt idx="1893">
                  <c:v>271.142986536026</c:v>
                </c:pt>
                <c:pt idx="1894">
                  <c:v>271.123645663261</c:v>
                </c:pt>
                <c:pt idx="1895">
                  <c:v>271.07862508297</c:v>
                </c:pt>
                <c:pt idx="1896">
                  <c:v>271.017073392868</c:v>
                </c:pt>
                <c:pt idx="1897">
                  <c:v>270.873967051506</c:v>
                </c:pt>
                <c:pt idx="1898">
                  <c:v>270.849091410637</c:v>
                </c:pt>
                <c:pt idx="1899">
                  <c:v>270.857572615147</c:v>
                </c:pt>
                <c:pt idx="1900">
                  <c:v>270.904432535171</c:v>
                </c:pt>
                <c:pt idx="1901">
                  <c:v>270.892935156822</c:v>
                </c:pt>
                <c:pt idx="1902">
                  <c:v>271.008572995663</c:v>
                </c:pt>
                <c:pt idx="1903">
                  <c:v>271.210558593273</c:v>
                </c:pt>
                <c:pt idx="1904">
                  <c:v>271.452579021454</c:v>
                </c:pt>
                <c:pt idx="1905">
                  <c:v>271.624724686146</c:v>
                </c:pt>
                <c:pt idx="1906">
                  <c:v>271.888697683811</c:v>
                </c:pt>
                <c:pt idx="1907">
                  <c:v>272.192763388157</c:v>
                </c:pt>
                <c:pt idx="1908">
                  <c:v>272.530501067638</c:v>
                </c:pt>
                <c:pt idx="1909">
                  <c:v>272.834618270397</c:v>
                </c:pt>
                <c:pt idx="1910">
                  <c:v>273.086211621761</c:v>
                </c:pt>
                <c:pt idx="1911">
                  <c:v>273.297601222992</c:v>
                </c:pt>
                <c:pt idx="1912">
                  <c:v>273.34884428978</c:v>
                </c:pt>
                <c:pt idx="1913">
                  <c:v>273.398854970932</c:v>
                </c:pt>
                <c:pt idx="1914">
                  <c:v>273.55224686861</c:v>
                </c:pt>
                <c:pt idx="1915">
                  <c:v>273.717323839664</c:v>
                </c:pt>
                <c:pt idx="1916">
                  <c:v>273.957866847515</c:v>
                </c:pt>
                <c:pt idx="1917">
                  <c:v>274.210802018642</c:v>
                </c:pt>
                <c:pt idx="1918">
                  <c:v>274.320868730545</c:v>
                </c:pt>
                <c:pt idx="1919">
                  <c:v>274.494629859924</c:v>
                </c:pt>
                <c:pt idx="1920">
                  <c:v>274.645239830017</c:v>
                </c:pt>
                <c:pt idx="1921">
                  <c:v>274.845919013023</c:v>
                </c:pt>
                <c:pt idx="1922">
                  <c:v>275.140071928501</c:v>
                </c:pt>
                <c:pt idx="1923">
                  <c:v>275.492221057415</c:v>
                </c:pt>
                <c:pt idx="1924">
                  <c:v>275.817999184132</c:v>
                </c:pt>
                <c:pt idx="1925">
                  <c:v>276.170473158359</c:v>
                </c:pt>
                <c:pt idx="1926">
                  <c:v>276.420016407967</c:v>
                </c:pt>
                <c:pt idx="1927">
                  <c:v>276.669933855534</c:v>
                </c:pt>
                <c:pt idx="1928">
                  <c:v>276.987998247147</c:v>
                </c:pt>
                <c:pt idx="1929">
                  <c:v>277.313411712646</c:v>
                </c:pt>
                <c:pt idx="1930">
                  <c:v>277.589920341968</c:v>
                </c:pt>
                <c:pt idx="1931">
                  <c:v>277.946111619472</c:v>
                </c:pt>
                <c:pt idx="1932">
                  <c:v>278.260093867779</c:v>
                </c:pt>
                <c:pt idx="1933">
                  <c:v>278.550443232059</c:v>
                </c:pt>
                <c:pt idx="1934">
                  <c:v>278.816065132618</c:v>
                </c:pt>
                <c:pt idx="1935">
                  <c:v>279.152181506157</c:v>
                </c:pt>
                <c:pt idx="1936">
                  <c:v>279.58406496048</c:v>
                </c:pt>
                <c:pt idx="1937">
                  <c:v>279.951038897037</c:v>
                </c:pt>
                <c:pt idx="1938">
                  <c:v>280.256963431835</c:v>
                </c:pt>
                <c:pt idx="1939">
                  <c:v>280.551143229008</c:v>
                </c:pt>
                <c:pt idx="1940">
                  <c:v>280.883951187134</c:v>
                </c:pt>
                <c:pt idx="1941">
                  <c:v>281.164770960808</c:v>
                </c:pt>
                <c:pt idx="1942">
                  <c:v>281.460237920284</c:v>
                </c:pt>
                <c:pt idx="1943">
                  <c:v>281.755119264126</c:v>
                </c:pt>
                <c:pt idx="1944">
                  <c:v>281.998128473759</c:v>
                </c:pt>
                <c:pt idx="1945">
                  <c:v>282.328989684582</c:v>
                </c:pt>
                <c:pt idx="1946">
                  <c:v>282.614963114262</c:v>
                </c:pt>
                <c:pt idx="1947">
                  <c:v>282.795785844326</c:v>
                </c:pt>
                <c:pt idx="1948">
                  <c:v>282.924910843372</c:v>
                </c:pt>
                <c:pt idx="1949">
                  <c:v>283.171206593513</c:v>
                </c:pt>
                <c:pt idx="1950">
                  <c:v>283.316542387009</c:v>
                </c:pt>
                <c:pt idx="1951">
                  <c:v>283.459271192551</c:v>
                </c:pt>
                <c:pt idx="1952">
                  <c:v>283.677838742733</c:v>
                </c:pt>
                <c:pt idx="1953">
                  <c:v>283.885442078113</c:v>
                </c:pt>
                <c:pt idx="1954">
                  <c:v>284.119386553764</c:v>
                </c:pt>
                <c:pt idx="1955">
                  <c:v>284.349722266197</c:v>
                </c:pt>
                <c:pt idx="1956">
                  <c:v>284.408786952496</c:v>
                </c:pt>
                <c:pt idx="1957">
                  <c:v>284.407215058804</c:v>
                </c:pt>
                <c:pt idx="1958">
                  <c:v>284.366657912731</c:v>
                </c:pt>
                <c:pt idx="1959">
                  <c:v>284.32505017519</c:v>
                </c:pt>
                <c:pt idx="1960">
                  <c:v>284.056419193745</c:v>
                </c:pt>
                <c:pt idx="1961">
                  <c:v>283.887967169285</c:v>
                </c:pt>
                <c:pt idx="1962">
                  <c:v>283.611704170704</c:v>
                </c:pt>
                <c:pt idx="1963">
                  <c:v>283.353851735592</c:v>
                </c:pt>
                <c:pt idx="1964">
                  <c:v>283.087696015835</c:v>
                </c:pt>
                <c:pt idx="1965">
                  <c:v>282.950662314892</c:v>
                </c:pt>
                <c:pt idx="1966">
                  <c:v>282.815473973751</c:v>
                </c:pt>
                <c:pt idx="1967">
                  <c:v>282.729348003864</c:v>
                </c:pt>
                <c:pt idx="1968">
                  <c:v>282.697672784328</c:v>
                </c:pt>
                <c:pt idx="1969">
                  <c:v>282.789991080761</c:v>
                </c:pt>
                <c:pt idx="1970">
                  <c:v>282.938666164875</c:v>
                </c:pt>
                <c:pt idx="1971">
                  <c:v>282.984216213226</c:v>
                </c:pt>
                <c:pt idx="1972">
                  <c:v>283.034279406071</c:v>
                </c:pt>
                <c:pt idx="1973">
                  <c:v>283.020558178425</c:v>
                </c:pt>
                <c:pt idx="1974">
                  <c:v>283.168119609356</c:v>
                </c:pt>
                <c:pt idx="1975">
                  <c:v>283.282763540745</c:v>
                </c:pt>
                <c:pt idx="1976">
                  <c:v>283.423685133457</c:v>
                </c:pt>
                <c:pt idx="1977">
                  <c:v>283.577902138233</c:v>
                </c:pt>
                <c:pt idx="1978">
                  <c:v>283.788777649403</c:v>
                </c:pt>
                <c:pt idx="1979">
                  <c:v>283.861641645431</c:v>
                </c:pt>
                <c:pt idx="1980">
                  <c:v>283.856140971184</c:v>
                </c:pt>
                <c:pt idx="1981">
                  <c:v>283.855679512024</c:v>
                </c:pt>
                <c:pt idx="1982">
                  <c:v>284.0249761343</c:v>
                </c:pt>
                <c:pt idx="1983">
                  <c:v>284.316657185554</c:v>
                </c:pt>
                <c:pt idx="1984">
                  <c:v>284.603467464447</c:v>
                </c:pt>
                <c:pt idx="1985">
                  <c:v>284.958468794823</c:v>
                </c:pt>
                <c:pt idx="1986">
                  <c:v>285.369301915169</c:v>
                </c:pt>
                <c:pt idx="1987">
                  <c:v>285.820797562599</c:v>
                </c:pt>
                <c:pt idx="1988">
                  <c:v>286.219259142876</c:v>
                </c:pt>
                <c:pt idx="1989">
                  <c:v>286.732103943825</c:v>
                </c:pt>
                <c:pt idx="1990">
                  <c:v>287.269958734512</c:v>
                </c:pt>
                <c:pt idx="1991">
                  <c:v>287.839226067066</c:v>
                </c:pt>
                <c:pt idx="1992">
                  <c:v>288.363334178925</c:v>
                </c:pt>
                <c:pt idx="1993">
                  <c:v>288.861529648304</c:v>
                </c:pt>
                <c:pt idx="1994">
                  <c:v>289.289414942265</c:v>
                </c:pt>
                <c:pt idx="1995">
                  <c:v>289.553643107414</c:v>
                </c:pt>
                <c:pt idx="1996">
                  <c:v>289.787742435932</c:v>
                </c:pt>
                <c:pt idx="1997">
                  <c:v>290.053982555866</c:v>
                </c:pt>
                <c:pt idx="1998">
                  <c:v>290.256735265255</c:v>
                </c:pt>
                <c:pt idx="1999">
                  <c:v>290.371672213077</c:v>
                </c:pt>
                <c:pt idx="2000">
                  <c:v>290.376547515392</c:v>
                </c:pt>
                <c:pt idx="2001">
                  <c:v>290.331455528736</c:v>
                </c:pt>
                <c:pt idx="2002">
                  <c:v>290.336381077766</c:v>
                </c:pt>
                <c:pt idx="2003">
                  <c:v>290.297681689262</c:v>
                </c:pt>
                <c:pt idx="2004">
                  <c:v>290.713212549686</c:v>
                </c:pt>
                <c:pt idx="2005">
                  <c:v>291.133815467358</c:v>
                </c:pt>
                <c:pt idx="2006">
                  <c:v>291.552050411701</c:v>
                </c:pt>
                <c:pt idx="2007">
                  <c:v>291.766192138195</c:v>
                </c:pt>
                <c:pt idx="2008">
                  <c:v>291.837224066257</c:v>
                </c:pt>
                <c:pt idx="2009">
                  <c:v>291.85696297884</c:v>
                </c:pt>
                <c:pt idx="2010">
                  <c:v>291.973409473896</c:v>
                </c:pt>
                <c:pt idx="2011">
                  <c:v>292.359467804432</c:v>
                </c:pt>
                <c:pt idx="2012">
                  <c:v>292.774967491627</c:v>
                </c:pt>
                <c:pt idx="2013">
                  <c:v>293.060342371464</c:v>
                </c:pt>
                <c:pt idx="2014">
                  <c:v>293.205266416073</c:v>
                </c:pt>
                <c:pt idx="2015">
                  <c:v>293.382280111313</c:v>
                </c:pt>
                <c:pt idx="2016">
                  <c:v>293.423989236355</c:v>
                </c:pt>
                <c:pt idx="2017">
                  <c:v>293.621081113815</c:v>
                </c:pt>
                <c:pt idx="2018">
                  <c:v>293.625249445438</c:v>
                </c:pt>
                <c:pt idx="2019">
                  <c:v>293.686908781528</c:v>
                </c:pt>
                <c:pt idx="2020">
                  <c:v>293.684186041355</c:v>
                </c:pt>
                <c:pt idx="2021">
                  <c:v>293.708734512329</c:v>
                </c:pt>
                <c:pt idx="2022">
                  <c:v>293.834374248981</c:v>
                </c:pt>
                <c:pt idx="2023">
                  <c:v>294.014504015446</c:v>
                </c:pt>
                <c:pt idx="2024">
                  <c:v>294.289275586605</c:v>
                </c:pt>
                <c:pt idx="2025">
                  <c:v>294.538770616054</c:v>
                </c:pt>
                <c:pt idx="2026">
                  <c:v>294.801375091076</c:v>
                </c:pt>
                <c:pt idx="2027">
                  <c:v>295.049579679966</c:v>
                </c:pt>
                <c:pt idx="2028">
                  <c:v>295.360829651356</c:v>
                </c:pt>
                <c:pt idx="2029">
                  <c:v>295.519014060497</c:v>
                </c:pt>
                <c:pt idx="2030">
                  <c:v>295.779966533184</c:v>
                </c:pt>
                <c:pt idx="2031">
                  <c:v>296.043978691101</c:v>
                </c:pt>
                <c:pt idx="2032">
                  <c:v>296.336607694626</c:v>
                </c:pt>
                <c:pt idx="2033">
                  <c:v>296.439402043819</c:v>
                </c:pt>
                <c:pt idx="2034">
                  <c:v>296.515084445476</c:v>
                </c:pt>
                <c:pt idx="2035">
                  <c:v>296.454842150211</c:v>
                </c:pt>
                <c:pt idx="2036">
                  <c:v>296.54238730669</c:v>
                </c:pt>
                <c:pt idx="2037">
                  <c:v>296.590431213379</c:v>
                </c:pt>
                <c:pt idx="2038">
                  <c:v>296.574773430824</c:v>
                </c:pt>
                <c:pt idx="2039">
                  <c:v>296.748521566391</c:v>
                </c:pt>
                <c:pt idx="2040">
                  <c:v>296.740882158279</c:v>
                </c:pt>
                <c:pt idx="2041">
                  <c:v>296.802753269672</c:v>
                </c:pt>
                <c:pt idx="2042">
                  <c:v>296.880669236183</c:v>
                </c:pt>
                <c:pt idx="2043">
                  <c:v>297.08553737402</c:v>
                </c:pt>
                <c:pt idx="2044">
                  <c:v>297.327222466469</c:v>
                </c:pt>
                <c:pt idx="2045">
                  <c:v>297.549114882946</c:v>
                </c:pt>
                <c:pt idx="2046">
                  <c:v>297.698813855648</c:v>
                </c:pt>
                <c:pt idx="2047">
                  <c:v>297.810255169868</c:v>
                </c:pt>
                <c:pt idx="2048">
                  <c:v>297.935733675957</c:v>
                </c:pt>
                <c:pt idx="2049">
                  <c:v>297.954005360603</c:v>
                </c:pt>
                <c:pt idx="2050">
                  <c:v>297.96934223175</c:v>
                </c:pt>
                <c:pt idx="2051">
                  <c:v>297.995917201042</c:v>
                </c:pt>
                <c:pt idx="2052">
                  <c:v>298.128652334213</c:v>
                </c:pt>
                <c:pt idx="2053">
                  <c:v>298.207257509232</c:v>
                </c:pt>
                <c:pt idx="2054">
                  <c:v>298.256768226623</c:v>
                </c:pt>
                <c:pt idx="2055">
                  <c:v>298.408460557461</c:v>
                </c:pt>
                <c:pt idx="2056">
                  <c:v>298.553319394588</c:v>
                </c:pt>
                <c:pt idx="2057">
                  <c:v>298.792082130909</c:v>
                </c:pt>
                <c:pt idx="2058">
                  <c:v>299.063156843185</c:v>
                </c:pt>
                <c:pt idx="2059">
                  <c:v>299.329776644707</c:v>
                </c:pt>
                <c:pt idx="2060">
                  <c:v>299.663866639137</c:v>
                </c:pt>
                <c:pt idx="2061">
                  <c:v>299.97166121006</c:v>
                </c:pt>
                <c:pt idx="2062">
                  <c:v>300.165290951729</c:v>
                </c:pt>
                <c:pt idx="2063">
                  <c:v>300.301679909229</c:v>
                </c:pt>
                <c:pt idx="2064">
                  <c:v>300.416870296001</c:v>
                </c:pt>
                <c:pt idx="2065">
                  <c:v>300.524874448776</c:v>
                </c:pt>
                <c:pt idx="2066">
                  <c:v>300.760964870453</c:v>
                </c:pt>
                <c:pt idx="2067">
                  <c:v>301.014297127724</c:v>
                </c:pt>
                <c:pt idx="2068">
                  <c:v>301.194973528385</c:v>
                </c:pt>
                <c:pt idx="2069">
                  <c:v>301.39763122797</c:v>
                </c:pt>
                <c:pt idx="2070">
                  <c:v>301.512750923634</c:v>
                </c:pt>
                <c:pt idx="2071">
                  <c:v>301.617089807987</c:v>
                </c:pt>
                <c:pt idx="2072">
                  <c:v>301.765538334846</c:v>
                </c:pt>
                <c:pt idx="2073">
                  <c:v>301.913577795029</c:v>
                </c:pt>
                <c:pt idx="2074">
                  <c:v>302.063036203384</c:v>
                </c:pt>
                <c:pt idx="2075">
                  <c:v>302.144450902939</c:v>
                </c:pt>
                <c:pt idx="2076">
                  <c:v>302.236568689346</c:v>
                </c:pt>
                <c:pt idx="2077">
                  <c:v>302.231178402901</c:v>
                </c:pt>
                <c:pt idx="2078">
                  <c:v>302.293843328953</c:v>
                </c:pt>
                <c:pt idx="2079">
                  <c:v>302.349809706211</c:v>
                </c:pt>
                <c:pt idx="2080">
                  <c:v>302.405233621597</c:v>
                </c:pt>
                <c:pt idx="2081">
                  <c:v>302.545914113522</c:v>
                </c:pt>
                <c:pt idx="2082">
                  <c:v>302.577913105488</c:v>
                </c:pt>
                <c:pt idx="2083">
                  <c:v>302.701508522034</c:v>
                </c:pt>
                <c:pt idx="2084">
                  <c:v>302.723746180534</c:v>
                </c:pt>
                <c:pt idx="2085">
                  <c:v>302.677124500275</c:v>
                </c:pt>
                <c:pt idx="2086">
                  <c:v>302.59127509594</c:v>
                </c:pt>
                <c:pt idx="2087">
                  <c:v>302.580457091331</c:v>
                </c:pt>
                <c:pt idx="2088">
                  <c:v>302.632457256317</c:v>
                </c:pt>
                <c:pt idx="2089">
                  <c:v>302.613011240959</c:v>
                </c:pt>
                <c:pt idx="2090">
                  <c:v>302.582281351089</c:v>
                </c:pt>
                <c:pt idx="2091">
                  <c:v>302.611292183399</c:v>
                </c:pt>
                <c:pt idx="2092">
                  <c:v>302.700206816196</c:v>
                </c:pt>
                <c:pt idx="2093">
                  <c:v>302.753408432007</c:v>
                </c:pt>
                <c:pt idx="2094">
                  <c:v>302.834153413773</c:v>
                </c:pt>
                <c:pt idx="2095">
                  <c:v>302.988738059998</c:v>
                </c:pt>
                <c:pt idx="2096">
                  <c:v>303.159246563911</c:v>
                </c:pt>
                <c:pt idx="2097">
                  <c:v>303.307757139206</c:v>
                </c:pt>
                <c:pt idx="2098">
                  <c:v>303.479167222977</c:v>
                </c:pt>
                <c:pt idx="2099">
                  <c:v>303.62353014946</c:v>
                </c:pt>
                <c:pt idx="2100">
                  <c:v>303.806605398655</c:v>
                </c:pt>
                <c:pt idx="2101">
                  <c:v>303.957037806511</c:v>
                </c:pt>
                <c:pt idx="2102">
                  <c:v>304.072767913342</c:v>
                </c:pt>
                <c:pt idx="2103">
                  <c:v>304.127416074276</c:v>
                </c:pt>
                <c:pt idx="2104">
                  <c:v>304.236652731895</c:v>
                </c:pt>
                <c:pt idx="2105">
                  <c:v>304.352149307728</c:v>
                </c:pt>
                <c:pt idx="2106">
                  <c:v>304.495959341526</c:v>
                </c:pt>
                <c:pt idx="2107">
                  <c:v>304.635277450085</c:v>
                </c:pt>
                <c:pt idx="2108">
                  <c:v>304.8562489748</c:v>
                </c:pt>
                <c:pt idx="2109">
                  <c:v>305.007969200611</c:v>
                </c:pt>
                <c:pt idx="2110">
                  <c:v>305.106316328049</c:v>
                </c:pt>
                <c:pt idx="2111">
                  <c:v>305.202585160732</c:v>
                </c:pt>
                <c:pt idx="2112">
                  <c:v>305.316043555737</c:v>
                </c:pt>
                <c:pt idx="2113">
                  <c:v>305.435740053654</c:v>
                </c:pt>
                <c:pt idx="2114">
                  <c:v>305.65017336607</c:v>
                </c:pt>
                <c:pt idx="2115">
                  <c:v>305.831604659557</c:v>
                </c:pt>
                <c:pt idx="2116">
                  <c:v>305.958915770054</c:v>
                </c:pt>
                <c:pt idx="2117">
                  <c:v>306.088111996651</c:v>
                </c:pt>
                <c:pt idx="2118">
                  <c:v>306.321697115898</c:v>
                </c:pt>
                <c:pt idx="2119">
                  <c:v>306.550706386566</c:v>
                </c:pt>
                <c:pt idx="2120">
                  <c:v>306.756784319878</c:v>
                </c:pt>
                <c:pt idx="2121">
                  <c:v>306.836099922657</c:v>
                </c:pt>
                <c:pt idx="2122">
                  <c:v>307.001809597015</c:v>
                </c:pt>
                <c:pt idx="2123">
                  <c:v>307.191990196705</c:v>
                </c:pt>
                <c:pt idx="2124">
                  <c:v>307.368175923824</c:v>
                </c:pt>
                <c:pt idx="2125">
                  <c:v>307.609059751034</c:v>
                </c:pt>
                <c:pt idx="2126">
                  <c:v>307.930175304413</c:v>
                </c:pt>
                <c:pt idx="2127">
                  <c:v>308.327040076256</c:v>
                </c:pt>
                <c:pt idx="2128">
                  <c:v>308.568290650845</c:v>
                </c:pt>
                <c:pt idx="2129">
                  <c:v>308.811433494091</c:v>
                </c:pt>
                <c:pt idx="2130">
                  <c:v>308.934180796146</c:v>
                </c:pt>
                <c:pt idx="2131">
                  <c:v>309.040766298771</c:v>
                </c:pt>
                <c:pt idx="2132">
                  <c:v>309.143825590611</c:v>
                </c:pt>
                <c:pt idx="2133">
                  <c:v>309.195524573326</c:v>
                </c:pt>
                <c:pt idx="2134">
                  <c:v>309.276281654835</c:v>
                </c:pt>
                <c:pt idx="2135">
                  <c:v>309.406600177288</c:v>
                </c:pt>
                <c:pt idx="2136">
                  <c:v>309.538011014462</c:v>
                </c:pt>
                <c:pt idx="2137">
                  <c:v>309.585202932358</c:v>
                </c:pt>
                <c:pt idx="2138">
                  <c:v>309.786916971207</c:v>
                </c:pt>
                <c:pt idx="2139">
                  <c:v>310.052517950535</c:v>
                </c:pt>
                <c:pt idx="2140">
                  <c:v>310.307602584362</c:v>
                </c:pt>
                <c:pt idx="2141">
                  <c:v>310.635034024715</c:v>
                </c:pt>
                <c:pt idx="2142">
                  <c:v>310.883454144001</c:v>
                </c:pt>
                <c:pt idx="2143">
                  <c:v>311.188139975071</c:v>
                </c:pt>
                <c:pt idx="2144">
                  <c:v>311.453921854496</c:v>
                </c:pt>
                <c:pt idx="2145">
                  <c:v>311.698365032673</c:v>
                </c:pt>
                <c:pt idx="2146">
                  <c:v>311.969900548458</c:v>
                </c:pt>
                <c:pt idx="2147">
                  <c:v>312.285242259502</c:v>
                </c:pt>
                <c:pt idx="2148">
                  <c:v>312.605125963688</c:v>
                </c:pt>
                <c:pt idx="2149">
                  <c:v>312.894113600254</c:v>
                </c:pt>
                <c:pt idx="2150">
                  <c:v>313.103785395622</c:v>
                </c:pt>
                <c:pt idx="2151">
                  <c:v>313.272173523903</c:v>
                </c:pt>
                <c:pt idx="2152">
                  <c:v>313.497207283974</c:v>
                </c:pt>
                <c:pt idx="2153">
                  <c:v>313.630513191223</c:v>
                </c:pt>
                <c:pt idx="2154">
                  <c:v>313.779708266258</c:v>
                </c:pt>
                <c:pt idx="2155">
                  <c:v>313.912603199482</c:v>
                </c:pt>
                <c:pt idx="2156">
                  <c:v>314.112911224365</c:v>
                </c:pt>
                <c:pt idx="2157">
                  <c:v>314.229066550732</c:v>
                </c:pt>
                <c:pt idx="2158">
                  <c:v>314.422308683395</c:v>
                </c:pt>
                <c:pt idx="2159">
                  <c:v>314.682811319828</c:v>
                </c:pt>
                <c:pt idx="2160">
                  <c:v>314.87379771471</c:v>
                </c:pt>
                <c:pt idx="2161">
                  <c:v>314.974482655525</c:v>
                </c:pt>
                <c:pt idx="2162">
                  <c:v>315.031774461269</c:v>
                </c:pt>
                <c:pt idx="2163">
                  <c:v>315.007817685604</c:v>
                </c:pt>
                <c:pt idx="2164">
                  <c:v>315.031002879143</c:v>
                </c:pt>
                <c:pt idx="2165">
                  <c:v>315.060498416424</c:v>
                </c:pt>
                <c:pt idx="2166">
                  <c:v>315.053996503353</c:v>
                </c:pt>
                <c:pt idx="2167">
                  <c:v>315.099321007729</c:v>
                </c:pt>
                <c:pt idx="2168">
                  <c:v>315.155787706375</c:v>
                </c:pt>
                <c:pt idx="2169">
                  <c:v>315.249562680721</c:v>
                </c:pt>
                <c:pt idx="2170">
                  <c:v>315.346880912781</c:v>
                </c:pt>
                <c:pt idx="2171">
                  <c:v>315.403405785561</c:v>
                </c:pt>
                <c:pt idx="2172">
                  <c:v>315.424005806446</c:v>
                </c:pt>
                <c:pt idx="2173">
                  <c:v>315.502483308315</c:v>
                </c:pt>
                <c:pt idx="2174">
                  <c:v>315.524449944496</c:v>
                </c:pt>
                <c:pt idx="2175">
                  <c:v>315.652723073959</c:v>
                </c:pt>
                <c:pt idx="2176">
                  <c:v>315.777044057846</c:v>
                </c:pt>
                <c:pt idx="2177">
                  <c:v>315.830861151218</c:v>
                </c:pt>
                <c:pt idx="2178">
                  <c:v>315.804814755917</c:v>
                </c:pt>
                <c:pt idx="2179">
                  <c:v>315.731711804867</c:v>
                </c:pt>
                <c:pt idx="2180">
                  <c:v>315.662964999676</c:v>
                </c:pt>
                <c:pt idx="2181">
                  <c:v>315.545491755009</c:v>
                </c:pt>
                <c:pt idx="2182">
                  <c:v>315.373512923717</c:v>
                </c:pt>
                <c:pt idx="2183">
                  <c:v>315.343252360821</c:v>
                </c:pt>
                <c:pt idx="2184">
                  <c:v>315.254898250103</c:v>
                </c:pt>
                <c:pt idx="2185">
                  <c:v>315.195118010044</c:v>
                </c:pt>
                <c:pt idx="2186">
                  <c:v>315.082984268665</c:v>
                </c:pt>
                <c:pt idx="2187">
                  <c:v>315.011349141598</c:v>
                </c:pt>
                <c:pt idx="2188">
                  <c:v>315.086939930916</c:v>
                </c:pt>
                <c:pt idx="2189">
                  <c:v>315.198667943478</c:v>
                </c:pt>
                <c:pt idx="2190">
                  <c:v>315.331526994705</c:v>
                </c:pt>
                <c:pt idx="2191">
                  <c:v>315.442881524563</c:v>
                </c:pt>
                <c:pt idx="2192">
                  <c:v>315.745124280453</c:v>
                </c:pt>
                <c:pt idx="2193">
                  <c:v>315.980991899967</c:v>
                </c:pt>
                <c:pt idx="2194">
                  <c:v>316.282126605511</c:v>
                </c:pt>
                <c:pt idx="2195">
                  <c:v>316.540223777294</c:v>
                </c:pt>
                <c:pt idx="2196">
                  <c:v>316.753586828709</c:v>
                </c:pt>
                <c:pt idx="2197">
                  <c:v>316.918040692806</c:v>
                </c:pt>
                <c:pt idx="2198">
                  <c:v>317.015431940556</c:v>
                </c:pt>
                <c:pt idx="2199">
                  <c:v>317.077858746052</c:v>
                </c:pt>
                <c:pt idx="2200">
                  <c:v>317.20025998354</c:v>
                </c:pt>
                <c:pt idx="2201">
                  <c:v>317.440005242825</c:v>
                </c:pt>
                <c:pt idx="2202">
                  <c:v>317.54354172945</c:v>
                </c:pt>
                <c:pt idx="2203">
                  <c:v>317.692540705204</c:v>
                </c:pt>
                <c:pt idx="2204">
                  <c:v>317.862260520458</c:v>
                </c:pt>
              </c:numCache>
            </c:numRef>
          </c:val>
          <c:smooth val="0"/>
        </c:ser>
        <c:ser>
          <c:idx val="10"/>
          <c:order val="10"/>
          <c:tx>
            <c:strRef>
              <c:f>Sheet1!$L$1</c:f>
              <c:strCache>
                <c:ptCount val="1"/>
                <c:pt idx="0">
                  <c:v>HI_Res_daily_20days</c:v>
                </c:pt>
              </c:strCache>
            </c:strRef>
          </c:tx>
          <c:spPr>
            <a:ln w="28575" cap="rnd">
              <a:solidFill>
                <a:schemeClr val="accent5">
                  <a:lumMod val="60000"/>
                </a:schemeClr>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Sheet1!$L$2:$L$2206</c:f>
              <c:numCache>
                <c:formatCode>General</c:formatCode>
                <c:ptCount val="2205"/>
                <c:pt idx="0">
                  <c:v>-0.10759747028351</c:v>
                </c:pt>
                <c:pt idx="1">
                  <c:v>-0.20886206626892</c:v>
                </c:pt>
                <c:pt idx="2">
                  <c:v>-0.197621285915374</c:v>
                </c:pt>
                <c:pt idx="3">
                  <c:v>-0.126227021217345</c:v>
                </c:pt>
                <c:pt idx="4">
                  <c:v>-0.086774945259093</c:v>
                </c:pt>
                <c:pt idx="5">
                  <c:v>-0.035301208496093</c:v>
                </c:pt>
                <c:pt idx="6">
                  <c:v>0.0591911673545841</c:v>
                </c:pt>
                <c:pt idx="7">
                  <c:v>0.128975749015808</c:v>
                </c:pt>
                <c:pt idx="8">
                  <c:v>0.194585025310516</c:v>
                </c:pt>
                <c:pt idx="9">
                  <c:v>0.211333632469177</c:v>
                </c:pt>
                <c:pt idx="10">
                  <c:v>0.441642224788666</c:v>
                </c:pt>
                <c:pt idx="11">
                  <c:v>0.603520452976227</c:v>
                </c:pt>
                <c:pt idx="12">
                  <c:v>0.837288916110993</c:v>
                </c:pt>
                <c:pt idx="13">
                  <c:v>1.09814065694809</c:v>
                </c:pt>
                <c:pt idx="14">
                  <c:v>1.33343571424484</c:v>
                </c:pt>
                <c:pt idx="15">
                  <c:v>1.55674135684967</c:v>
                </c:pt>
                <c:pt idx="16">
                  <c:v>1.80307042598724</c:v>
                </c:pt>
                <c:pt idx="17">
                  <c:v>2.01280128955841</c:v>
                </c:pt>
                <c:pt idx="18">
                  <c:v>2.18717646598816</c:v>
                </c:pt>
                <c:pt idx="19">
                  <c:v>2.42634665966034</c:v>
                </c:pt>
                <c:pt idx="20">
                  <c:v>2.6544269323349</c:v>
                </c:pt>
                <c:pt idx="21">
                  <c:v>2.94583666324616</c:v>
                </c:pt>
                <c:pt idx="22">
                  <c:v>3.18044686317444</c:v>
                </c:pt>
                <c:pt idx="23">
                  <c:v>3.39591878652573</c:v>
                </c:pt>
                <c:pt idx="24">
                  <c:v>3.69347494840622</c:v>
                </c:pt>
                <c:pt idx="25">
                  <c:v>3.98159539699555</c:v>
                </c:pt>
                <c:pt idx="26">
                  <c:v>4.29316079616547</c:v>
                </c:pt>
                <c:pt idx="27">
                  <c:v>4.60782444477081</c:v>
                </c:pt>
                <c:pt idx="28">
                  <c:v>4.95038342475891</c:v>
                </c:pt>
                <c:pt idx="29">
                  <c:v>5.29730117321015</c:v>
                </c:pt>
                <c:pt idx="30">
                  <c:v>5.63576877117157</c:v>
                </c:pt>
                <c:pt idx="31">
                  <c:v>5.9308934211731</c:v>
                </c:pt>
                <c:pt idx="32">
                  <c:v>6.16733324527741</c:v>
                </c:pt>
                <c:pt idx="33">
                  <c:v>6.3405145406723</c:v>
                </c:pt>
                <c:pt idx="34">
                  <c:v>6.48871183395386</c:v>
                </c:pt>
                <c:pt idx="35">
                  <c:v>6.59442096948624</c:v>
                </c:pt>
                <c:pt idx="36">
                  <c:v>6.71828007698059</c:v>
                </c:pt>
                <c:pt idx="37">
                  <c:v>6.79987341165543</c:v>
                </c:pt>
                <c:pt idx="38">
                  <c:v>6.88682132959366</c:v>
                </c:pt>
                <c:pt idx="39">
                  <c:v>6.96596443653107</c:v>
                </c:pt>
                <c:pt idx="40">
                  <c:v>7.01692312955856</c:v>
                </c:pt>
                <c:pt idx="41">
                  <c:v>7.08832001686096</c:v>
                </c:pt>
                <c:pt idx="42">
                  <c:v>7.17266136407852</c:v>
                </c:pt>
                <c:pt idx="43">
                  <c:v>7.29910975694656</c:v>
                </c:pt>
                <c:pt idx="44">
                  <c:v>7.38532537221909</c:v>
                </c:pt>
                <c:pt idx="45">
                  <c:v>7.51289910078049</c:v>
                </c:pt>
                <c:pt idx="46">
                  <c:v>7.64314043521881</c:v>
                </c:pt>
                <c:pt idx="47">
                  <c:v>7.81166017055511</c:v>
                </c:pt>
                <c:pt idx="48">
                  <c:v>8.08305215835571</c:v>
                </c:pt>
                <c:pt idx="49">
                  <c:v>8.37544798851013</c:v>
                </c:pt>
                <c:pt idx="50">
                  <c:v>8.68770933151245</c:v>
                </c:pt>
                <c:pt idx="51">
                  <c:v>8.98625540733337</c:v>
                </c:pt>
                <c:pt idx="52">
                  <c:v>9.30095589160919</c:v>
                </c:pt>
                <c:pt idx="53">
                  <c:v>9.63223314285278</c:v>
                </c:pt>
                <c:pt idx="54">
                  <c:v>9.94629561901093</c:v>
                </c:pt>
                <c:pt idx="55">
                  <c:v>10.2610802650452</c:v>
                </c:pt>
                <c:pt idx="56">
                  <c:v>10.5605336427689</c:v>
                </c:pt>
                <c:pt idx="57">
                  <c:v>10.8586897850037</c:v>
                </c:pt>
                <c:pt idx="58">
                  <c:v>11.0178409218788</c:v>
                </c:pt>
                <c:pt idx="59">
                  <c:v>11.1309570074081</c:v>
                </c:pt>
                <c:pt idx="60">
                  <c:v>11.197363615036</c:v>
                </c:pt>
                <c:pt idx="61">
                  <c:v>11.2464691996574</c:v>
                </c:pt>
                <c:pt idx="62">
                  <c:v>11.3696744441986</c:v>
                </c:pt>
                <c:pt idx="63">
                  <c:v>11.5438339710236</c:v>
                </c:pt>
                <c:pt idx="64">
                  <c:v>11.7426813840866</c:v>
                </c:pt>
                <c:pt idx="65">
                  <c:v>11.9410030245781</c:v>
                </c:pt>
                <c:pt idx="66">
                  <c:v>12.1720883250237</c:v>
                </c:pt>
                <c:pt idx="67">
                  <c:v>12.3430843949318</c:v>
                </c:pt>
                <c:pt idx="68">
                  <c:v>12.4250820875168</c:v>
                </c:pt>
                <c:pt idx="69">
                  <c:v>12.5211358070374</c:v>
                </c:pt>
                <c:pt idx="70">
                  <c:v>12.5625958442688</c:v>
                </c:pt>
                <c:pt idx="71">
                  <c:v>12.6210387349129</c:v>
                </c:pt>
                <c:pt idx="72">
                  <c:v>12.6458745598793</c:v>
                </c:pt>
                <c:pt idx="73">
                  <c:v>12.6051357388496</c:v>
                </c:pt>
                <c:pt idx="74">
                  <c:v>12.5374849438667</c:v>
                </c:pt>
                <c:pt idx="75">
                  <c:v>12.4149931073189</c:v>
                </c:pt>
                <c:pt idx="76">
                  <c:v>12.2839811444283</c:v>
                </c:pt>
                <c:pt idx="77">
                  <c:v>12.1347891688347</c:v>
                </c:pt>
                <c:pt idx="78">
                  <c:v>11.9382194876671</c:v>
                </c:pt>
                <c:pt idx="79">
                  <c:v>11.7027124762535</c:v>
                </c:pt>
                <c:pt idx="80">
                  <c:v>11.4935972094536</c:v>
                </c:pt>
                <c:pt idx="81">
                  <c:v>11.2821733355522</c:v>
                </c:pt>
                <c:pt idx="82">
                  <c:v>11.1211728453636</c:v>
                </c:pt>
                <c:pt idx="83">
                  <c:v>10.9584273695946</c:v>
                </c:pt>
                <c:pt idx="84">
                  <c:v>10.8402875065804</c:v>
                </c:pt>
                <c:pt idx="85">
                  <c:v>10.7020017504692</c:v>
                </c:pt>
                <c:pt idx="86">
                  <c:v>10.6639727950096</c:v>
                </c:pt>
                <c:pt idx="87">
                  <c:v>10.7027962207794</c:v>
                </c:pt>
                <c:pt idx="88">
                  <c:v>10.7666680812836</c:v>
                </c:pt>
                <c:pt idx="89">
                  <c:v>10.7810183167458</c:v>
                </c:pt>
                <c:pt idx="90">
                  <c:v>10.8271525502205</c:v>
                </c:pt>
                <c:pt idx="91">
                  <c:v>10.8839775919914</c:v>
                </c:pt>
                <c:pt idx="92">
                  <c:v>11.019648373127</c:v>
                </c:pt>
                <c:pt idx="93">
                  <c:v>11.2460543513298</c:v>
                </c:pt>
                <c:pt idx="94">
                  <c:v>11.4581838846207</c:v>
                </c:pt>
                <c:pt idx="95">
                  <c:v>11.7034561634064</c:v>
                </c:pt>
                <c:pt idx="96">
                  <c:v>11.9563361406326</c:v>
                </c:pt>
                <c:pt idx="97">
                  <c:v>12.1705702543259</c:v>
                </c:pt>
                <c:pt idx="98">
                  <c:v>12.5692322254181</c:v>
                </c:pt>
                <c:pt idx="99">
                  <c:v>12.9236478805542</c:v>
                </c:pt>
                <c:pt idx="100">
                  <c:v>13.2863123416901</c:v>
                </c:pt>
                <c:pt idx="101">
                  <c:v>13.634094119072</c:v>
                </c:pt>
                <c:pt idx="102">
                  <c:v>13.9195519685745</c:v>
                </c:pt>
                <c:pt idx="103">
                  <c:v>14.2055276036263</c:v>
                </c:pt>
                <c:pt idx="104">
                  <c:v>14.4829464554787</c:v>
                </c:pt>
                <c:pt idx="105">
                  <c:v>14.824522793293</c:v>
                </c:pt>
                <c:pt idx="106">
                  <c:v>15.0367323756218</c:v>
                </c:pt>
                <c:pt idx="107">
                  <c:v>15.1404410600662</c:v>
                </c:pt>
                <c:pt idx="108">
                  <c:v>15.1355093717575</c:v>
                </c:pt>
                <c:pt idx="109">
                  <c:v>15.0904570817947</c:v>
                </c:pt>
                <c:pt idx="110">
                  <c:v>14.8783606290817</c:v>
                </c:pt>
                <c:pt idx="111">
                  <c:v>14.6966780424118</c:v>
                </c:pt>
                <c:pt idx="112">
                  <c:v>14.5696394443512</c:v>
                </c:pt>
                <c:pt idx="113">
                  <c:v>14.5078628063202</c:v>
                </c:pt>
                <c:pt idx="114">
                  <c:v>14.4670693874359</c:v>
                </c:pt>
                <c:pt idx="115">
                  <c:v>14.448068022728</c:v>
                </c:pt>
                <c:pt idx="116">
                  <c:v>14.506209552288</c:v>
                </c:pt>
                <c:pt idx="117">
                  <c:v>14.6077857613563</c:v>
                </c:pt>
                <c:pt idx="118">
                  <c:v>14.7621563673019</c:v>
                </c:pt>
                <c:pt idx="119">
                  <c:v>14.9245582818985</c:v>
                </c:pt>
                <c:pt idx="120">
                  <c:v>15.0731308460236</c:v>
                </c:pt>
                <c:pt idx="121">
                  <c:v>15.2214745283127</c:v>
                </c:pt>
                <c:pt idx="122">
                  <c:v>15.271449804306</c:v>
                </c:pt>
                <c:pt idx="123">
                  <c:v>15.3501785993576</c:v>
                </c:pt>
                <c:pt idx="124">
                  <c:v>15.4422811865807</c:v>
                </c:pt>
                <c:pt idx="125">
                  <c:v>15.5637060403824</c:v>
                </c:pt>
                <c:pt idx="126">
                  <c:v>15.7746536135673</c:v>
                </c:pt>
                <c:pt idx="127">
                  <c:v>15.9299322366714</c:v>
                </c:pt>
                <c:pt idx="128">
                  <c:v>16.129113972187</c:v>
                </c:pt>
                <c:pt idx="129">
                  <c:v>16.3056352734566</c:v>
                </c:pt>
                <c:pt idx="130">
                  <c:v>16.5916585922241</c:v>
                </c:pt>
                <c:pt idx="131">
                  <c:v>16.8190031051636</c:v>
                </c:pt>
                <c:pt idx="132">
                  <c:v>17.1364727020264</c:v>
                </c:pt>
                <c:pt idx="133">
                  <c:v>17.4386210441589</c:v>
                </c:pt>
                <c:pt idx="134">
                  <c:v>17.706911444664</c:v>
                </c:pt>
                <c:pt idx="135">
                  <c:v>17.9533751010895</c:v>
                </c:pt>
                <c:pt idx="136">
                  <c:v>18.1392333507538</c:v>
                </c:pt>
                <c:pt idx="137">
                  <c:v>18.4454094171524</c:v>
                </c:pt>
                <c:pt idx="138">
                  <c:v>18.7240377664566</c:v>
                </c:pt>
                <c:pt idx="139">
                  <c:v>19.031642973423</c:v>
                </c:pt>
                <c:pt idx="140">
                  <c:v>19.4264296889305</c:v>
                </c:pt>
                <c:pt idx="141">
                  <c:v>19.7867504954338</c:v>
                </c:pt>
                <c:pt idx="142">
                  <c:v>20.1237576603889</c:v>
                </c:pt>
                <c:pt idx="143">
                  <c:v>20.4362429380417</c:v>
                </c:pt>
                <c:pt idx="144">
                  <c:v>20.6843566894531</c:v>
                </c:pt>
                <c:pt idx="145">
                  <c:v>20.9703872203827</c:v>
                </c:pt>
                <c:pt idx="146">
                  <c:v>21.2203375101089</c:v>
                </c:pt>
                <c:pt idx="147">
                  <c:v>21.4638223648071</c:v>
                </c:pt>
                <c:pt idx="148">
                  <c:v>21.7231163978577</c:v>
                </c:pt>
                <c:pt idx="149">
                  <c:v>21.9559481143951</c:v>
                </c:pt>
                <c:pt idx="150">
                  <c:v>22.0858224034309</c:v>
                </c:pt>
                <c:pt idx="151">
                  <c:v>22.1652319431305</c:v>
                </c:pt>
                <c:pt idx="152">
                  <c:v>22.1524338722229</c:v>
                </c:pt>
                <c:pt idx="153">
                  <c:v>22.1464357376099</c:v>
                </c:pt>
                <c:pt idx="154">
                  <c:v>22.179112136364</c:v>
                </c:pt>
                <c:pt idx="155">
                  <c:v>22.2169587016106</c:v>
                </c:pt>
                <c:pt idx="156">
                  <c:v>22.2962231040001</c:v>
                </c:pt>
                <c:pt idx="157">
                  <c:v>22.2744242548942</c:v>
                </c:pt>
                <c:pt idx="158">
                  <c:v>22.3230569958687</c:v>
                </c:pt>
                <c:pt idx="159">
                  <c:v>22.3780299425125</c:v>
                </c:pt>
                <c:pt idx="160">
                  <c:v>22.4549697041511</c:v>
                </c:pt>
                <c:pt idx="161">
                  <c:v>22.5235207080841</c:v>
                </c:pt>
                <c:pt idx="162">
                  <c:v>22.6056636571884</c:v>
                </c:pt>
                <c:pt idx="163">
                  <c:v>22.7350519299507</c:v>
                </c:pt>
                <c:pt idx="164">
                  <c:v>22.895039498806</c:v>
                </c:pt>
                <c:pt idx="165">
                  <c:v>23.0628551244736</c:v>
                </c:pt>
                <c:pt idx="166">
                  <c:v>23.2131499648094</c:v>
                </c:pt>
                <c:pt idx="167">
                  <c:v>23.4356590509415</c:v>
                </c:pt>
                <c:pt idx="168">
                  <c:v>23.6509881019592</c:v>
                </c:pt>
                <c:pt idx="169">
                  <c:v>23.8895758390427</c:v>
                </c:pt>
                <c:pt idx="170">
                  <c:v>24.2047010064125</c:v>
                </c:pt>
                <c:pt idx="171">
                  <c:v>24.5317536592483</c:v>
                </c:pt>
                <c:pt idx="172">
                  <c:v>24.926130771637</c:v>
                </c:pt>
                <c:pt idx="173">
                  <c:v>25.3238042593002</c:v>
                </c:pt>
                <c:pt idx="174">
                  <c:v>25.6482057571411</c:v>
                </c:pt>
                <c:pt idx="175">
                  <c:v>25.9932652711868</c:v>
                </c:pt>
                <c:pt idx="176">
                  <c:v>26.333728313446</c:v>
                </c:pt>
                <c:pt idx="177">
                  <c:v>26.6871826052666</c:v>
                </c:pt>
                <c:pt idx="178">
                  <c:v>27.0005592703819</c:v>
                </c:pt>
                <c:pt idx="179">
                  <c:v>27.3056361079216</c:v>
                </c:pt>
                <c:pt idx="180">
                  <c:v>27.5168777704239</c:v>
                </c:pt>
                <c:pt idx="181">
                  <c:v>27.8000299930572</c:v>
                </c:pt>
                <c:pt idx="182">
                  <c:v>28.1016424894333</c:v>
                </c:pt>
                <c:pt idx="183">
                  <c:v>28.344207406044</c:v>
                </c:pt>
                <c:pt idx="184">
                  <c:v>28.5776598453522</c:v>
                </c:pt>
                <c:pt idx="185">
                  <c:v>28.8449034690857</c:v>
                </c:pt>
                <c:pt idx="186">
                  <c:v>29.0462971329689</c:v>
                </c:pt>
                <c:pt idx="187">
                  <c:v>29.2363474369049</c:v>
                </c:pt>
                <c:pt idx="188">
                  <c:v>29.4413049221039</c:v>
                </c:pt>
                <c:pt idx="189">
                  <c:v>29.5907473564148</c:v>
                </c:pt>
                <c:pt idx="190">
                  <c:v>29.697939991951</c:v>
                </c:pt>
                <c:pt idx="191">
                  <c:v>29.8053413033485</c:v>
                </c:pt>
                <c:pt idx="192">
                  <c:v>29.860831797123</c:v>
                </c:pt>
                <c:pt idx="193">
                  <c:v>29.9012765288353</c:v>
                </c:pt>
                <c:pt idx="194">
                  <c:v>29.9552917480469</c:v>
                </c:pt>
                <c:pt idx="195">
                  <c:v>30.1100378036499</c:v>
                </c:pt>
                <c:pt idx="196">
                  <c:v>30.1455016732216</c:v>
                </c:pt>
                <c:pt idx="197">
                  <c:v>30.2072501182556</c:v>
                </c:pt>
                <c:pt idx="198">
                  <c:v>30.2884548306465</c:v>
                </c:pt>
                <c:pt idx="199">
                  <c:v>30.3951584100723</c:v>
                </c:pt>
                <c:pt idx="200">
                  <c:v>30.4112288951874</c:v>
                </c:pt>
                <c:pt idx="201">
                  <c:v>30.5604973435402</c:v>
                </c:pt>
                <c:pt idx="202">
                  <c:v>30.7506622076035</c:v>
                </c:pt>
                <c:pt idx="203">
                  <c:v>30.917104780674</c:v>
                </c:pt>
                <c:pt idx="204">
                  <c:v>31.0816895961761</c:v>
                </c:pt>
                <c:pt idx="205">
                  <c:v>31.2386636137962</c:v>
                </c:pt>
                <c:pt idx="206">
                  <c:v>31.4045065641403</c:v>
                </c:pt>
                <c:pt idx="207">
                  <c:v>31.6345728635788</c:v>
                </c:pt>
                <c:pt idx="208">
                  <c:v>31.8271468281746</c:v>
                </c:pt>
                <c:pt idx="209">
                  <c:v>32.0069675445557</c:v>
                </c:pt>
                <c:pt idx="210">
                  <c:v>32.162361741066</c:v>
                </c:pt>
                <c:pt idx="211">
                  <c:v>32.3099955916405</c:v>
                </c:pt>
                <c:pt idx="212">
                  <c:v>32.4203923344612</c:v>
                </c:pt>
                <c:pt idx="213">
                  <c:v>32.4852601885796</c:v>
                </c:pt>
                <c:pt idx="214">
                  <c:v>32.5519872307777</c:v>
                </c:pt>
                <c:pt idx="215">
                  <c:v>32.7023130059242</c:v>
                </c:pt>
                <c:pt idx="216">
                  <c:v>32.9479574561119</c:v>
                </c:pt>
                <c:pt idx="217">
                  <c:v>33.1249455809593</c:v>
                </c:pt>
                <c:pt idx="218">
                  <c:v>33.2771348953247</c:v>
                </c:pt>
                <c:pt idx="219">
                  <c:v>33.41564899683</c:v>
                </c:pt>
                <c:pt idx="220">
                  <c:v>33.5464959740639</c:v>
                </c:pt>
                <c:pt idx="221">
                  <c:v>33.600150167942</c:v>
                </c:pt>
                <c:pt idx="222">
                  <c:v>33.6436941027641</c:v>
                </c:pt>
                <c:pt idx="223">
                  <c:v>33.6751468777657</c:v>
                </c:pt>
                <c:pt idx="224">
                  <c:v>33.6904800534248</c:v>
                </c:pt>
                <c:pt idx="225">
                  <c:v>33.7732226252556</c:v>
                </c:pt>
                <c:pt idx="226">
                  <c:v>34.0708467364311</c:v>
                </c:pt>
                <c:pt idx="227">
                  <c:v>34.3108488917351</c:v>
                </c:pt>
                <c:pt idx="228">
                  <c:v>34.5414449572563</c:v>
                </c:pt>
                <c:pt idx="229">
                  <c:v>34.6770547032356</c:v>
                </c:pt>
                <c:pt idx="230">
                  <c:v>34.7810416221619</c:v>
                </c:pt>
                <c:pt idx="231">
                  <c:v>34.8869971632957</c:v>
                </c:pt>
                <c:pt idx="232">
                  <c:v>35.01491355896</c:v>
                </c:pt>
                <c:pt idx="233">
                  <c:v>35.1340765953064</c:v>
                </c:pt>
                <c:pt idx="234">
                  <c:v>35.1032054424286</c:v>
                </c:pt>
                <c:pt idx="235">
                  <c:v>35.082959651947</c:v>
                </c:pt>
                <c:pt idx="236">
                  <c:v>35.0994449257851</c:v>
                </c:pt>
                <c:pt idx="237">
                  <c:v>35.1811189055443</c:v>
                </c:pt>
                <c:pt idx="238">
                  <c:v>35.3274181485176</c:v>
                </c:pt>
                <c:pt idx="239">
                  <c:v>35.4777950644493</c:v>
                </c:pt>
                <c:pt idx="240">
                  <c:v>35.6862018704414</c:v>
                </c:pt>
                <c:pt idx="241">
                  <c:v>35.8861492872238</c:v>
                </c:pt>
                <c:pt idx="242">
                  <c:v>36.0641193389893</c:v>
                </c:pt>
                <c:pt idx="243">
                  <c:v>36.2209991216659</c:v>
                </c:pt>
                <c:pt idx="244">
                  <c:v>36.3606336712837</c:v>
                </c:pt>
                <c:pt idx="245">
                  <c:v>36.5034034848213</c:v>
                </c:pt>
                <c:pt idx="246">
                  <c:v>36.5416570901871</c:v>
                </c:pt>
                <c:pt idx="247">
                  <c:v>36.4890713691711</c:v>
                </c:pt>
                <c:pt idx="248">
                  <c:v>36.4082964658737</c:v>
                </c:pt>
                <c:pt idx="249">
                  <c:v>36.3533842563629</c:v>
                </c:pt>
                <c:pt idx="250">
                  <c:v>36.340754032135</c:v>
                </c:pt>
                <c:pt idx="251">
                  <c:v>36.4083117246628</c:v>
                </c:pt>
                <c:pt idx="252">
                  <c:v>36.4955686926842</c:v>
                </c:pt>
                <c:pt idx="253">
                  <c:v>36.7802537083626</c:v>
                </c:pt>
                <c:pt idx="254">
                  <c:v>37.0144645571709</c:v>
                </c:pt>
                <c:pt idx="255">
                  <c:v>37.2859174013138</c:v>
                </c:pt>
                <c:pt idx="256">
                  <c:v>37.5303657054901</c:v>
                </c:pt>
                <c:pt idx="257">
                  <c:v>37.7439744472504</c:v>
                </c:pt>
                <c:pt idx="258">
                  <c:v>37.9571643471718</c:v>
                </c:pt>
                <c:pt idx="259">
                  <c:v>38.1354367136955</c:v>
                </c:pt>
                <c:pt idx="260">
                  <c:v>38.2976742982864</c:v>
                </c:pt>
                <c:pt idx="261">
                  <c:v>38.4651362895966</c:v>
                </c:pt>
                <c:pt idx="262">
                  <c:v>38.6016210317612</c:v>
                </c:pt>
                <c:pt idx="263">
                  <c:v>38.7384848594666</c:v>
                </c:pt>
                <c:pt idx="264">
                  <c:v>38.8277557492256</c:v>
                </c:pt>
                <c:pt idx="265">
                  <c:v>38.9178180098534</c:v>
                </c:pt>
                <c:pt idx="266">
                  <c:v>39.0069832205772</c:v>
                </c:pt>
                <c:pt idx="267">
                  <c:v>39.1270937919617</c:v>
                </c:pt>
                <c:pt idx="268">
                  <c:v>39.3739916086197</c:v>
                </c:pt>
                <c:pt idx="269">
                  <c:v>39.6779118776321</c:v>
                </c:pt>
                <c:pt idx="270">
                  <c:v>40.2267376184464</c:v>
                </c:pt>
                <c:pt idx="271">
                  <c:v>40.7618477940559</c:v>
                </c:pt>
                <c:pt idx="272">
                  <c:v>41.206469476223</c:v>
                </c:pt>
                <c:pt idx="273">
                  <c:v>41.6984314322472</c:v>
                </c:pt>
                <c:pt idx="274">
                  <c:v>42.1069071888924</c:v>
                </c:pt>
                <c:pt idx="275">
                  <c:v>42.5533691644669</c:v>
                </c:pt>
                <c:pt idx="276">
                  <c:v>43.0528010129929</c:v>
                </c:pt>
                <c:pt idx="277">
                  <c:v>43.5259577035904</c:v>
                </c:pt>
                <c:pt idx="278">
                  <c:v>43.8438871502876</c:v>
                </c:pt>
                <c:pt idx="279">
                  <c:v>44.0836371779442</c:v>
                </c:pt>
                <c:pt idx="280">
                  <c:v>44.3116005063057</c:v>
                </c:pt>
                <c:pt idx="281">
                  <c:v>44.6162909269333</c:v>
                </c:pt>
                <c:pt idx="282">
                  <c:v>44.8900963068008</c:v>
                </c:pt>
                <c:pt idx="283">
                  <c:v>45.184216439724</c:v>
                </c:pt>
                <c:pt idx="284">
                  <c:v>45.4115740656853</c:v>
                </c:pt>
                <c:pt idx="285">
                  <c:v>45.5808388590813</c:v>
                </c:pt>
                <c:pt idx="286">
                  <c:v>45.7464036345482</c:v>
                </c:pt>
                <c:pt idx="287">
                  <c:v>45.940887928009</c:v>
                </c:pt>
                <c:pt idx="288">
                  <c:v>46.1020802259445</c:v>
                </c:pt>
                <c:pt idx="289">
                  <c:v>46.2849311828613</c:v>
                </c:pt>
                <c:pt idx="290">
                  <c:v>46.5281568169594</c:v>
                </c:pt>
                <c:pt idx="291">
                  <c:v>46.8075652718544</c:v>
                </c:pt>
                <c:pt idx="292">
                  <c:v>47.1137341856956</c:v>
                </c:pt>
                <c:pt idx="293">
                  <c:v>47.3989549279213</c:v>
                </c:pt>
                <c:pt idx="294">
                  <c:v>47.6678807139397</c:v>
                </c:pt>
                <c:pt idx="295">
                  <c:v>47.8776331543922</c:v>
                </c:pt>
                <c:pt idx="296">
                  <c:v>48.1182478070259</c:v>
                </c:pt>
                <c:pt idx="297">
                  <c:v>48.3557476401329</c:v>
                </c:pt>
                <c:pt idx="298">
                  <c:v>48.7363052368164</c:v>
                </c:pt>
                <c:pt idx="299">
                  <c:v>49.0659015774727</c:v>
                </c:pt>
                <c:pt idx="300">
                  <c:v>49.3346107602119</c:v>
                </c:pt>
                <c:pt idx="301">
                  <c:v>49.5287916660309</c:v>
                </c:pt>
                <c:pt idx="302">
                  <c:v>49.7367640733719</c:v>
                </c:pt>
                <c:pt idx="303">
                  <c:v>49.9250980615616</c:v>
                </c:pt>
                <c:pt idx="304">
                  <c:v>50.133111000061</c:v>
                </c:pt>
                <c:pt idx="305">
                  <c:v>50.3284722566605</c:v>
                </c:pt>
                <c:pt idx="306">
                  <c:v>50.4973475337029</c:v>
                </c:pt>
                <c:pt idx="307">
                  <c:v>50.7028133273125</c:v>
                </c:pt>
                <c:pt idx="308">
                  <c:v>50.9211102128029</c:v>
                </c:pt>
                <c:pt idx="309">
                  <c:v>51.1645817160606</c:v>
                </c:pt>
                <c:pt idx="310">
                  <c:v>51.3885054588318</c:v>
                </c:pt>
                <c:pt idx="311">
                  <c:v>51.5896065235138</c:v>
                </c:pt>
                <c:pt idx="312">
                  <c:v>51.8042283058167</c:v>
                </c:pt>
                <c:pt idx="313">
                  <c:v>52.038990020752</c:v>
                </c:pt>
                <c:pt idx="314">
                  <c:v>52.2657953500748</c:v>
                </c:pt>
                <c:pt idx="315">
                  <c:v>52.4644535779953</c:v>
                </c:pt>
                <c:pt idx="316">
                  <c:v>52.645493209362</c:v>
                </c:pt>
                <c:pt idx="317">
                  <c:v>52.808352291584</c:v>
                </c:pt>
                <c:pt idx="318">
                  <c:v>52.9563948512077</c:v>
                </c:pt>
                <c:pt idx="319">
                  <c:v>53.0594793558121</c:v>
                </c:pt>
                <c:pt idx="320">
                  <c:v>53.1593835949898</c:v>
                </c:pt>
                <c:pt idx="321">
                  <c:v>53.2198607325554</c:v>
                </c:pt>
                <c:pt idx="322">
                  <c:v>53.3254546523094</c:v>
                </c:pt>
                <c:pt idx="323">
                  <c:v>53.4853947758675</c:v>
                </c:pt>
                <c:pt idx="324">
                  <c:v>53.6518395543098</c:v>
                </c:pt>
                <c:pt idx="325">
                  <c:v>53.9031671881676</c:v>
                </c:pt>
                <c:pt idx="326">
                  <c:v>54.1494485735893</c:v>
                </c:pt>
                <c:pt idx="327">
                  <c:v>54.40324229002</c:v>
                </c:pt>
                <c:pt idx="328">
                  <c:v>54.6605019569397</c:v>
                </c:pt>
                <c:pt idx="329">
                  <c:v>54.8921006917953</c:v>
                </c:pt>
                <c:pt idx="330">
                  <c:v>55.0823702812195</c:v>
                </c:pt>
                <c:pt idx="331">
                  <c:v>55.3166328668594</c:v>
                </c:pt>
                <c:pt idx="332">
                  <c:v>55.5227617025375</c:v>
                </c:pt>
                <c:pt idx="333">
                  <c:v>55.734336912632</c:v>
                </c:pt>
                <c:pt idx="334">
                  <c:v>55.9814901947975</c:v>
                </c:pt>
                <c:pt idx="335">
                  <c:v>56.2865317463875</c:v>
                </c:pt>
                <c:pt idx="336">
                  <c:v>56.5761325359344</c:v>
                </c:pt>
                <c:pt idx="337">
                  <c:v>56.8970445990562</c:v>
                </c:pt>
                <c:pt idx="338">
                  <c:v>57.197138607502</c:v>
                </c:pt>
                <c:pt idx="339">
                  <c:v>57.4696869254112</c:v>
                </c:pt>
                <c:pt idx="340">
                  <c:v>57.6813778281212</c:v>
                </c:pt>
                <c:pt idx="341">
                  <c:v>57.8477092981339</c:v>
                </c:pt>
                <c:pt idx="342">
                  <c:v>57.9932693243027</c:v>
                </c:pt>
                <c:pt idx="343">
                  <c:v>58.0601111650467</c:v>
                </c:pt>
                <c:pt idx="344">
                  <c:v>58.124273955822</c:v>
                </c:pt>
                <c:pt idx="345">
                  <c:v>58.0974766612053</c:v>
                </c:pt>
                <c:pt idx="346">
                  <c:v>58.129353582859</c:v>
                </c:pt>
                <c:pt idx="347">
                  <c:v>58.1839979887009</c:v>
                </c:pt>
                <c:pt idx="348">
                  <c:v>58.2149119973183</c:v>
                </c:pt>
                <c:pt idx="349">
                  <c:v>58.2587731480598</c:v>
                </c:pt>
                <c:pt idx="350">
                  <c:v>58.2922882437706</c:v>
                </c:pt>
                <c:pt idx="351">
                  <c:v>58.3579766750336</c:v>
                </c:pt>
                <c:pt idx="352">
                  <c:v>58.3910548090935</c:v>
                </c:pt>
                <c:pt idx="353">
                  <c:v>58.4297890663147</c:v>
                </c:pt>
                <c:pt idx="354">
                  <c:v>58.4802483320236</c:v>
                </c:pt>
                <c:pt idx="355">
                  <c:v>58.6757574677467</c:v>
                </c:pt>
                <c:pt idx="356">
                  <c:v>58.8902251124382</c:v>
                </c:pt>
                <c:pt idx="357">
                  <c:v>59.1668132543564</c:v>
                </c:pt>
                <c:pt idx="358">
                  <c:v>59.3955999612808</c:v>
                </c:pt>
                <c:pt idx="359">
                  <c:v>59.6370908021927</c:v>
                </c:pt>
                <c:pt idx="360">
                  <c:v>59.8643375039101</c:v>
                </c:pt>
                <c:pt idx="361">
                  <c:v>60.067998111248</c:v>
                </c:pt>
                <c:pt idx="362">
                  <c:v>60.3315331935883</c:v>
                </c:pt>
                <c:pt idx="363">
                  <c:v>60.5593072772026</c:v>
                </c:pt>
                <c:pt idx="364">
                  <c:v>60.7511088252068</c:v>
                </c:pt>
                <c:pt idx="365">
                  <c:v>60.9052007198334</c:v>
                </c:pt>
                <c:pt idx="366">
                  <c:v>61.0417060852051</c:v>
                </c:pt>
                <c:pt idx="367">
                  <c:v>61.1518734693527</c:v>
                </c:pt>
                <c:pt idx="368">
                  <c:v>61.2630895376205</c:v>
                </c:pt>
                <c:pt idx="369">
                  <c:v>61.3972812891006</c:v>
                </c:pt>
                <c:pt idx="370">
                  <c:v>61.6505138874054</c:v>
                </c:pt>
                <c:pt idx="371">
                  <c:v>61.9434415102005</c:v>
                </c:pt>
                <c:pt idx="372">
                  <c:v>62.2301270365715</c:v>
                </c:pt>
                <c:pt idx="373">
                  <c:v>62.5215644240379</c:v>
                </c:pt>
                <c:pt idx="374">
                  <c:v>62.8006416559219</c:v>
                </c:pt>
                <c:pt idx="375">
                  <c:v>63.0593363046646</c:v>
                </c:pt>
                <c:pt idx="376">
                  <c:v>63.2982818484306</c:v>
                </c:pt>
                <c:pt idx="377">
                  <c:v>63.5331150889397</c:v>
                </c:pt>
                <c:pt idx="378">
                  <c:v>63.683441221714</c:v>
                </c:pt>
                <c:pt idx="379">
                  <c:v>63.8442614674568</c:v>
                </c:pt>
                <c:pt idx="380">
                  <c:v>63.9929651618004</c:v>
                </c:pt>
                <c:pt idx="381">
                  <c:v>64.2028317451477</c:v>
                </c:pt>
                <c:pt idx="382">
                  <c:v>64.4117176532745</c:v>
                </c:pt>
                <c:pt idx="383">
                  <c:v>64.6345378160477</c:v>
                </c:pt>
                <c:pt idx="384">
                  <c:v>64.8270955681801</c:v>
                </c:pt>
                <c:pt idx="385">
                  <c:v>65.0019041895866</c:v>
                </c:pt>
                <c:pt idx="386">
                  <c:v>65.2192769646645</c:v>
                </c:pt>
                <c:pt idx="387">
                  <c:v>65.4864515066147</c:v>
                </c:pt>
                <c:pt idx="388">
                  <c:v>65.7269161939621</c:v>
                </c:pt>
                <c:pt idx="389">
                  <c:v>65.9377774000168</c:v>
                </c:pt>
                <c:pt idx="390">
                  <c:v>66.1493234038353</c:v>
                </c:pt>
                <c:pt idx="391">
                  <c:v>66.3465782403946</c:v>
                </c:pt>
                <c:pt idx="392">
                  <c:v>66.5393595695496</c:v>
                </c:pt>
                <c:pt idx="393">
                  <c:v>66.72085916996</c:v>
                </c:pt>
                <c:pt idx="394">
                  <c:v>66.9294447302818</c:v>
                </c:pt>
                <c:pt idx="395">
                  <c:v>67.1161695718765</c:v>
                </c:pt>
                <c:pt idx="396">
                  <c:v>67.2880327105522</c:v>
                </c:pt>
                <c:pt idx="397">
                  <c:v>67.4320653676987</c:v>
                </c:pt>
                <c:pt idx="398">
                  <c:v>67.574167072773</c:v>
                </c:pt>
                <c:pt idx="399">
                  <c:v>67.6848567724228</c:v>
                </c:pt>
                <c:pt idx="400">
                  <c:v>67.8144905567169</c:v>
                </c:pt>
                <c:pt idx="401">
                  <c:v>67.9263145923615</c:v>
                </c:pt>
                <c:pt idx="402">
                  <c:v>68.0474410653114</c:v>
                </c:pt>
                <c:pt idx="403">
                  <c:v>68.1393647193909</c:v>
                </c:pt>
                <c:pt idx="404">
                  <c:v>68.2580907940865</c:v>
                </c:pt>
                <c:pt idx="405">
                  <c:v>68.3964169025421</c:v>
                </c:pt>
                <c:pt idx="406">
                  <c:v>68.5615330934525</c:v>
                </c:pt>
                <c:pt idx="407">
                  <c:v>68.6835345029831</c:v>
                </c:pt>
                <c:pt idx="408">
                  <c:v>68.7708370685577</c:v>
                </c:pt>
                <c:pt idx="409">
                  <c:v>68.898108959198</c:v>
                </c:pt>
                <c:pt idx="410">
                  <c:v>69.0318726301193</c:v>
                </c:pt>
                <c:pt idx="411">
                  <c:v>69.174337387085</c:v>
                </c:pt>
                <c:pt idx="412">
                  <c:v>69.3221490979195</c:v>
                </c:pt>
                <c:pt idx="413">
                  <c:v>69.4453247189522</c:v>
                </c:pt>
                <c:pt idx="414">
                  <c:v>69.5644348859787</c:v>
                </c:pt>
                <c:pt idx="415">
                  <c:v>69.6537952423096</c:v>
                </c:pt>
                <c:pt idx="416">
                  <c:v>69.7725902795792</c:v>
                </c:pt>
                <c:pt idx="417">
                  <c:v>69.9071998596191</c:v>
                </c:pt>
                <c:pt idx="418">
                  <c:v>70.0642455816269</c:v>
                </c:pt>
                <c:pt idx="419">
                  <c:v>70.2496507167816</c:v>
                </c:pt>
                <c:pt idx="420">
                  <c:v>70.4139884710312</c:v>
                </c:pt>
                <c:pt idx="421">
                  <c:v>70.5842468142509</c:v>
                </c:pt>
                <c:pt idx="422">
                  <c:v>70.7568547129631</c:v>
                </c:pt>
                <c:pt idx="423">
                  <c:v>70.8876085877419</c:v>
                </c:pt>
                <c:pt idx="424">
                  <c:v>71.0118451118469</c:v>
                </c:pt>
                <c:pt idx="425">
                  <c:v>71.1767142415047</c:v>
                </c:pt>
                <c:pt idx="426">
                  <c:v>71.3108571767807</c:v>
                </c:pt>
                <c:pt idx="427">
                  <c:v>71.4355920553207</c:v>
                </c:pt>
                <c:pt idx="428">
                  <c:v>71.559530377388</c:v>
                </c:pt>
                <c:pt idx="429">
                  <c:v>71.7175199389458</c:v>
                </c:pt>
                <c:pt idx="430">
                  <c:v>71.859511256218</c:v>
                </c:pt>
                <c:pt idx="431">
                  <c:v>71.9219191074371</c:v>
                </c:pt>
                <c:pt idx="432">
                  <c:v>72.2116564512253</c:v>
                </c:pt>
                <c:pt idx="433">
                  <c:v>72.5096342563629</c:v>
                </c:pt>
                <c:pt idx="434">
                  <c:v>72.8503849506378</c:v>
                </c:pt>
                <c:pt idx="435">
                  <c:v>73.1572735309601</c:v>
                </c:pt>
                <c:pt idx="436">
                  <c:v>73.47232234478</c:v>
                </c:pt>
                <c:pt idx="437">
                  <c:v>73.7841594219208</c:v>
                </c:pt>
                <c:pt idx="438">
                  <c:v>73.9372292160988</c:v>
                </c:pt>
                <c:pt idx="439">
                  <c:v>74.1308534741402</c:v>
                </c:pt>
                <c:pt idx="440">
                  <c:v>74.3536704182625</c:v>
                </c:pt>
                <c:pt idx="441">
                  <c:v>74.6862158179283</c:v>
                </c:pt>
                <c:pt idx="442">
                  <c:v>74.9382552504539</c:v>
                </c:pt>
                <c:pt idx="443">
                  <c:v>75.2144932746887</c:v>
                </c:pt>
                <c:pt idx="444">
                  <c:v>75.4863374829292</c:v>
                </c:pt>
                <c:pt idx="445">
                  <c:v>75.716444671154</c:v>
                </c:pt>
                <c:pt idx="446">
                  <c:v>75.9270315766335</c:v>
                </c:pt>
                <c:pt idx="447">
                  <c:v>76.1582489609718</c:v>
                </c:pt>
                <c:pt idx="448">
                  <c:v>76.35363894701</c:v>
                </c:pt>
                <c:pt idx="449">
                  <c:v>76.4782041311264</c:v>
                </c:pt>
                <c:pt idx="450">
                  <c:v>76.6618182063103</c:v>
                </c:pt>
                <c:pt idx="451">
                  <c:v>76.8675114512444</c:v>
                </c:pt>
                <c:pt idx="452">
                  <c:v>77.0839829444885</c:v>
                </c:pt>
                <c:pt idx="453">
                  <c:v>77.3418089151382</c:v>
                </c:pt>
                <c:pt idx="454">
                  <c:v>77.6079572439194</c:v>
                </c:pt>
                <c:pt idx="455">
                  <c:v>77.894878745079</c:v>
                </c:pt>
                <c:pt idx="456">
                  <c:v>78.2299022078514</c:v>
                </c:pt>
                <c:pt idx="457">
                  <c:v>78.5696933865547</c:v>
                </c:pt>
                <c:pt idx="458">
                  <c:v>78.829042494297</c:v>
                </c:pt>
                <c:pt idx="459">
                  <c:v>79.1076911091805</c:v>
                </c:pt>
                <c:pt idx="460">
                  <c:v>79.3472438454628</c:v>
                </c:pt>
                <c:pt idx="461">
                  <c:v>79.547331571579</c:v>
                </c:pt>
                <c:pt idx="462">
                  <c:v>79.7563337087631</c:v>
                </c:pt>
                <c:pt idx="463">
                  <c:v>79.8838666677475</c:v>
                </c:pt>
                <c:pt idx="464">
                  <c:v>79.9606785774231</c:v>
                </c:pt>
                <c:pt idx="465">
                  <c:v>80.0111687779427</c:v>
                </c:pt>
                <c:pt idx="466">
                  <c:v>80.0711314678192</c:v>
                </c:pt>
                <c:pt idx="467">
                  <c:v>80.1455370783806</c:v>
                </c:pt>
                <c:pt idx="468">
                  <c:v>80.2527526021004</c:v>
                </c:pt>
                <c:pt idx="469">
                  <c:v>80.4557792544365</c:v>
                </c:pt>
                <c:pt idx="470">
                  <c:v>80.5825372338295</c:v>
                </c:pt>
                <c:pt idx="471">
                  <c:v>80.7270900011063</c:v>
                </c:pt>
                <c:pt idx="472">
                  <c:v>80.8738258481026</c:v>
                </c:pt>
                <c:pt idx="473">
                  <c:v>80.9796479940414</c:v>
                </c:pt>
                <c:pt idx="474">
                  <c:v>81.096077144146</c:v>
                </c:pt>
                <c:pt idx="475">
                  <c:v>81.1844563484192</c:v>
                </c:pt>
                <c:pt idx="476">
                  <c:v>81.3133856058121</c:v>
                </c:pt>
                <c:pt idx="477">
                  <c:v>81.4573837518692</c:v>
                </c:pt>
                <c:pt idx="478">
                  <c:v>81.6278687119484</c:v>
                </c:pt>
                <c:pt idx="479">
                  <c:v>81.7816613316536</c:v>
                </c:pt>
                <c:pt idx="480">
                  <c:v>81.9534190893173</c:v>
                </c:pt>
                <c:pt idx="481">
                  <c:v>82.1312897205353</c:v>
                </c:pt>
                <c:pt idx="482">
                  <c:v>82.273592710495</c:v>
                </c:pt>
                <c:pt idx="483">
                  <c:v>82.4241323471069</c:v>
                </c:pt>
                <c:pt idx="484">
                  <c:v>82.5854712724686</c:v>
                </c:pt>
                <c:pt idx="485">
                  <c:v>82.781528532505</c:v>
                </c:pt>
                <c:pt idx="486">
                  <c:v>82.9520167708397</c:v>
                </c:pt>
                <c:pt idx="487">
                  <c:v>83.1260887980461</c:v>
                </c:pt>
                <c:pt idx="488">
                  <c:v>83.3494053483009</c:v>
                </c:pt>
                <c:pt idx="489">
                  <c:v>83.5650189518929</c:v>
                </c:pt>
                <c:pt idx="490">
                  <c:v>83.8453358411789</c:v>
                </c:pt>
                <c:pt idx="491">
                  <c:v>84.1464710235596</c:v>
                </c:pt>
                <c:pt idx="492">
                  <c:v>84.4248665571213</c:v>
                </c:pt>
                <c:pt idx="493">
                  <c:v>84.7012219429016</c:v>
                </c:pt>
                <c:pt idx="494">
                  <c:v>84.9462276697159</c:v>
                </c:pt>
                <c:pt idx="495">
                  <c:v>85.1868562102318</c:v>
                </c:pt>
                <c:pt idx="496">
                  <c:v>85.3740391731262</c:v>
                </c:pt>
                <c:pt idx="497">
                  <c:v>85.5347143411636</c:v>
                </c:pt>
                <c:pt idx="498">
                  <c:v>85.6909484863281</c:v>
                </c:pt>
                <c:pt idx="499">
                  <c:v>85.8329448699951</c:v>
                </c:pt>
                <c:pt idx="500">
                  <c:v>85.8572575449944</c:v>
                </c:pt>
                <c:pt idx="501">
                  <c:v>85.8521963953972</c:v>
                </c:pt>
                <c:pt idx="502">
                  <c:v>85.8825737833977</c:v>
                </c:pt>
                <c:pt idx="503">
                  <c:v>85.9276878237724</c:v>
                </c:pt>
                <c:pt idx="504">
                  <c:v>85.9584183692932</c:v>
                </c:pt>
                <c:pt idx="505">
                  <c:v>85.94211769104</c:v>
                </c:pt>
                <c:pt idx="506">
                  <c:v>85.8879934549332</c:v>
                </c:pt>
                <c:pt idx="507">
                  <c:v>85.8127276897431</c:v>
                </c:pt>
                <c:pt idx="508">
                  <c:v>85.8183131814003</c:v>
                </c:pt>
                <c:pt idx="509">
                  <c:v>85.9116411805153</c:v>
                </c:pt>
                <c:pt idx="510">
                  <c:v>86.0261676907539</c:v>
                </c:pt>
                <c:pt idx="511">
                  <c:v>86.1330343484879</c:v>
                </c:pt>
                <c:pt idx="512">
                  <c:v>86.2041392326355</c:v>
                </c:pt>
                <c:pt idx="513">
                  <c:v>86.2096528410912</c:v>
                </c:pt>
                <c:pt idx="514">
                  <c:v>86.216928601265</c:v>
                </c:pt>
                <c:pt idx="515">
                  <c:v>86.2366505861282</c:v>
                </c:pt>
                <c:pt idx="516">
                  <c:v>86.2196239233017</c:v>
                </c:pt>
                <c:pt idx="517">
                  <c:v>86.2443553209305</c:v>
                </c:pt>
                <c:pt idx="518">
                  <c:v>86.3083249330521</c:v>
                </c:pt>
                <c:pt idx="519">
                  <c:v>86.3839436769485</c:v>
                </c:pt>
                <c:pt idx="520">
                  <c:v>86.4925548434258</c:v>
                </c:pt>
                <c:pt idx="521">
                  <c:v>86.683369576931</c:v>
                </c:pt>
                <c:pt idx="522">
                  <c:v>86.8619702458382</c:v>
                </c:pt>
                <c:pt idx="523">
                  <c:v>87.0592138171196</c:v>
                </c:pt>
                <c:pt idx="524">
                  <c:v>87.2431135177612</c:v>
                </c:pt>
                <c:pt idx="525">
                  <c:v>87.4440135955811</c:v>
                </c:pt>
                <c:pt idx="526">
                  <c:v>87.669349193573</c:v>
                </c:pt>
                <c:pt idx="527">
                  <c:v>87.9225034713745</c:v>
                </c:pt>
                <c:pt idx="528">
                  <c:v>88.1886320114136</c:v>
                </c:pt>
                <c:pt idx="529">
                  <c:v>88.4567949175835</c:v>
                </c:pt>
                <c:pt idx="530">
                  <c:v>88.7577474713325</c:v>
                </c:pt>
                <c:pt idx="531">
                  <c:v>89.1117487549782</c:v>
                </c:pt>
                <c:pt idx="532">
                  <c:v>89.5511295199394</c:v>
                </c:pt>
                <c:pt idx="533">
                  <c:v>89.8240231871605</c:v>
                </c:pt>
                <c:pt idx="534">
                  <c:v>90.0737810134888</c:v>
                </c:pt>
                <c:pt idx="535">
                  <c:v>90.3014618754387</c:v>
                </c:pt>
                <c:pt idx="536">
                  <c:v>90.5072314143181</c:v>
                </c:pt>
                <c:pt idx="537">
                  <c:v>90.7319092154503</c:v>
                </c:pt>
                <c:pt idx="538">
                  <c:v>90.9545758962631</c:v>
                </c:pt>
                <c:pt idx="539">
                  <c:v>91.1548383831978</c:v>
                </c:pt>
                <c:pt idx="540">
                  <c:v>91.3624858856201</c:v>
                </c:pt>
                <c:pt idx="541">
                  <c:v>91.5562545061111</c:v>
                </c:pt>
                <c:pt idx="542">
                  <c:v>91.7757698297501</c:v>
                </c:pt>
                <c:pt idx="543">
                  <c:v>92.0275537967682</c:v>
                </c:pt>
                <c:pt idx="544">
                  <c:v>92.2457376122475</c:v>
                </c:pt>
                <c:pt idx="545">
                  <c:v>92.4215660691261</c:v>
                </c:pt>
                <c:pt idx="546">
                  <c:v>92.5199329257011</c:v>
                </c:pt>
                <c:pt idx="547">
                  <c:v>92.6074594259262</c:v>
                </c:pt>
                <c:pt idx="548">
                  <c:v>92.6872096657753</c:v>
                </c:pt>
                <c:pt idx="549">
                  <c:v>92.7972622513771</c:v>
                </c:pt>
                <c:pt idx="550">
                  <c:v>92.9671570658684</c:v>
                </c:pt>
                <c:pt idx="551">
                  <c:v>93.1538001894951</c:v>
                </c:pt>
                <c:pt idx="552">
                  <c:v>93.3504547476768</c:v>
                </c:pt>
                <c:pt idx="553">
                  <c:v>93.5463783144951</c:v>
                </c:pt>
                <c:pt idx="554">
                  <c:v>93.7569369077682</c:v>
                </c:pt>
                <c:pt idx="555">
                  <c:v>93.9826278686523</c:v>
                </c:pt>
                <c:pt idx="556">
                  <c:v>94.2777433991432</c:v>
                </c:pt>
                <c:pt idx="557">
                  <c:v>94.5677397847176</c:v>
                </c:pt>
                <c:pt idx="558">
                  <c:v>94.8455253839493</c:v>
                </c:pt>
                <c:pt idx="559">
                  <c:v>95.1411415338516</c:v>
                </c:pt>
                <c:pt idx="560">
                  <c:v>95.481038749218</c:v>
                </c:pt>
                <c:pt idx="561">
                  <c:v>95.8610981106758</c:v>
                </c:pt>
                <c:pt idx="562">
                  <c:v>96.2176218628883</c:v>
                </c:pt>
                <c:pt idx="563">
                  <c:v>96.5322852730751</c:v>
                </c:pt>
                <c:pt idx="564">
                  <c:v>96.8165367245674</c:v>
                </c:pt>
                <c:pt idx="565">
                  <c:v>97.0001932382584</c:v>
                </c:pt>
                <c:pt idx="566">
                  <c:v>97.1607758998871</c:v>
                </c:pt>
                <c:pt idx="567">
                  <c:v>97.265856385231</c:v>
                </c:pt>
                <c:pt idx="568">
                  <c:v>97.4762763977051</c:v>
                </c:pt>
                <c:pt idx="569">
                  <c:v>97.6501958370209</c:v>
                </c:pt>
                <c:pt idx="570">
                  <c:v>97.7006921768188</c:v>
                </c:pt>
                <c:pt idx="571">
                  <c:v>97.7675068378448</c:v>
                </c:pt>
                <c:pt idx="572">
                  <c:v>97.9068241715431</c:v>
                </c:pt>
                <c:pt idx="573">
                  <c:v>97.9930287599564</c:v>
                </c:pt>
                <c:pt idx="574">
                  <c:v>98.2023988366127</c:v>
                </c:pt>
                <c:pt idx="575">
                  <c:v>98.4624719023705</c:v>
                </c:pt>
                <c:pt idx="576">
                  <c:v>98.6058208346367</c:v>
                </c:pt>
                <c:pt idx="577">
                  <c:v>98.6355236768723</c:v>
                </c:pt>
                <c:pt idx="578">
                  <c:v>98.7000823020935</c:v>
                </c:pt>
                <c:pt idx="579">
                  <c:v>98.835464656353</c:v>
                </c:pt>
                <c:pt idx="580">
                  <c:v>98.9693288803101</c:v>
                </c:pt>
                <c:pt idx="581">
                  <c:v>99.0641922950745</c:v>
                </c:pt>
                <c:pt idx="582">
                  <c:v>99.1307500600815</c:v>
                </c:pt>
                <c:pt idx="583">
                  <c:v>99.2936962246895</c:v>
                </c:pt>
                <c:pt idx="584">
                  <c:v>99.4858201146126</c:v>
                </c:pt>
                <c:pt idx="585">
                  <c:v>99.6444275975227</c:v>
                </c:pt>
                <c:pt idx="586">
                  <c:v>99.8325856328011</c:v>
                </c:pt>
                <c:pt idx="587">
                  <c:v>99.9897865653038</c:v>
                </c:pt>
                <c:pt idx="588">
                  <c:v>100.150116622448</c:v>
                </c:pt>
                <c:pt idx="589">
                  <c:v>100.351580262184</c:v>
                </c:pt>
                <c:pt idx="590">
                  <c:v>100.575030446053</c:v>
                </c:pt>
                <c:pt idx="591">
                  <c:v>100.761268496513</c:v>
                </c:pt>
                <c:pt idx="592">
                  <c:v>101.000061392784</c:v>
                </c:pt>
                <c:pt idx="593">
                  <c:v>101.270768880844</c:v>
                </c:pt>
                <c:pt idx="594">
                  <c:v>101.571722865105</c:v>
                </c:pt>
                <c:pt idx="595">
                  <c:v>101.81871342659</c:v>
                </c:pt>
                <c:pt idx="596">
                  <c:v>101.99933552742</c:v>
                </c:pt>
                <c:pt idx="597">
                  <c:v>102.164749145508</c:v>
                </c:pt>
                <c:pt idx="598">
                  <c:v>102.358840346336</c:v>
                </c:pt>
                <c:pt idx="599">
                  <c:v>102.58379560709</c:v>
                </c:pt>
                <c:pt idx="600">
                  <c:v>102.872206628323</c:v>
                </c:pt>
                <c:pt idx="601">
                  <c:v>103.228293597698</c:v>
                </c:pt>
                <c:pt idx="602">
                  <c:v>103.548867404461</c:v>
                </c:pt>
                <c:pt idx="603">
                  <c:v>103.759361624718</c:v>
                </c:pt>
                <c:pt idx="604">
                  <c:v>103.981925666332</c:v>
                </c:pt>
                <c:pt idx="605">
                  <c:v>104.187517821789</c:v>
                </c:pt>
                <c:pt idx="606">
                  <c:v>104.404382407665</c:v>
                </c:pt>
                <c:pt idx="607">
                  <c:v>104.602137088776</c:v>
                </c:pt>
                <c:pt idx="608">
                  <c:v>104.803987264633</c:v>
                </c:pt>
                <c:pt idx="609">
                  <c:v>104.990021109581</c:v>
                </c:pt>
                <c:pt idx="610">
                  <c:v>105.164140820503</c:v>
                </c:pt>
                <c:pt idx="611">
                  <c:v>105.314903438091</c:v>
                </c:pt>
                <c:pt idx="612">
                  <c:v>105.459376811981</c:v>
                </c:pt>
                <c:pt idx="613">
                  <c:v>105.584688663483</c:v>
                </c:pt>
                <c:pt idx="614">
                  <c:v>105.673553466797</c:v>
                </c:pt>
                <c:pt idx="615">
                  <c:v>105.757555007935</c:v>
                </c:pt>
                <c:pt idx="616">
                  <c:v>105.892702043056</c:v>
                </c:pt>
                <c:pt idx="617">
                  <c:v>105.992979347706</c:v>
                </c:pt>
                <c:pt idx="618">
                  <c:v>106.102732181549</c:v>
                </c:pt>
                <c:pt idx="619">
                  <c:v>106.241732120514</c:v>
                </c:pt>
                <c:pt idx="620">
                  <c:v>106.357061207294</c:v>
                </c:pt>
                <c:pt idx="621">
                  <c:v>106.479624927044</c:v>
                </c:pt>
                <c:pt idx="622">
                  <c:v>106.562303364277</c:v>
                </c:pt>
                <c:pt idx="623">
                  <c:v>106.604076147079</c:v>
                </c:pt>
                <c:pt idx="624">
                  <c:v>106.679642677307</c:v>
                </c:pt>
                <c:pt idx="625">
                  <c:v>106.772128939629</c:v>
                </c:pt>
                <c:pt idx="626">
                  <c:v>106.887693583965</c:v>
                </c:pt>
                <c:pt idx="627">
                  <c:v>106.976464748383</c:v>
                </c:pt>
                <c:pt idx="628">
                  <c:v>107.063367068768</c:v>
                </c:pt>
                <c:pt idx="629">
                  <c:v>107.173338294029</c:v>
                </c:pt>
                <c:pt idx="630">
                  <c:v>107.365132331848</c:v>
                </c:pt>
                <c:pt idx="631">
                  <c:v>107.583417415619</c:v>
                </c:pt>
                <c:pt idx="632">
                  <c:v>107.803799152374</c:v>
                </c:pt>
                <c:pt idx="633">
                  <c:v>108.059465229511</c:v>
                </c:pt>
                <c:pt idx="634">
                  <c:v>108.303216576576</c:v>
                </c:pt>
                <c:pt idx="635">
                  <c:v>108.454299211502</c:v>
                </c:pt>
                <c:pt idx="636">
                  <c:v>108.554304897785</c:v>
                </c:pt>
                <c:pt idx="637">
                  <c:v>108.714987158775</c:v>
                </c:pt>
                <c:pt idx="638">
                  <c:v>108.797108829021</c:v>
                </c:pt>
                <c:pt idx="639">
                  <c:v>108.807445466518</c:v>
                </c:pt>
                <c:pt idx="640">
                  <c:v>108.867048203945</c:v>
                </c:pt>
                <c:pt idx="641">
                  <c:v>108.859100401402</c:v>
                </c:pt>
                <c:pt idx="642">
                  <c:v>108.884233295918</c:v>
                </c:pt>
                <c:pt idx="643">
                  <c:v>108.857653439045</c:v>
                </c:pt>
                <c:pt idx="644">
                  <c:v>108.872837424278</c:v>
                </c:pt>
                <c:pt idx="645">
                  <c:v>108.866387844086</c:v>
                </c:pt>
                <c:pt idx="646">
                  <c:v>108.932161688805</c:v>
                </c:pt>
                <c:pt idx="647">
                  <c:v>109.038928627968</c:v>
                </c:pt>
                <c:pt idx="648">
                  <c:v>109.230427205563</c:v>
                </c:pt>
                <c:pt idx="649">
                  <c:v>109.389867901802</c:v>
                </c:pt>
                <c:pt idx="650">
                  <c:v>109.522039711475</c:v>
                </c:pt>
                <c:pt idx="651">
                  <c:v>109.685559093952</c:v>
                </c:pt>
                <c:pt idx="652">
                  <c:v>109.880187690258</c:v>
                </c:pt>
                <c:pt idx="653">
                  <c:v>110.098495781422</c:v>
                </c:pt>
                <c:pt idx="654">
                  <c:v>110.358531177044</c:v>
                </c:pt>
                <c:pt idx="655">
                  <c:v>110.612218260765</c:v>
                </c:pt>
                <c:pt idx="656">
                  <c:v>110.945909619331</c:v>
                </c:pt>
                <c:pt idx="657">
                  <c:v>111.309252023697</c:v>
                </c:pt>
                <c:pt idx="658">
                  <c:v>111.663493514061</c:v>
                </c:pt>
                <c:pt idx="659">
                  <c:v>112.012794852257</c:v>
                </c:pt>
                <c:pt idx="660">
                  <c:v>112.358299255371</c:v>
                </c:pt>
                <c:pt idx="661">
                  <c:v>112.685272932053</c:v>
                </c:pt>
                <c:pt idx="662">
                  <c:v>113.022765278816</c:v>
                </c:pt>
                <c:pt idx="663">
                  <c:v>113.375217854977</c:v>
                </c:pt>
                <c:pt idx="664">
                  <c:v>113.738729476929</c:v>
                </c:pt>
                <c:pt idx="665">
                  <c:v>114.080402970314</c:v>
                </c:pt>
                <c:pt idx="666">
                  <c:v>114.431575894356</c:v>
                </c:pt>
                <c:pt idx="667">
                  <c:v>114.754143416882</c:v>
                </c:pt>
                <c:pt idx="668">
                  <c:v>114.989085555077</c:v>
                </c:pt>
                <c:pt idx="669">
                  <c:v>115.174615085125</c:v>
                </c:pt>
                <c:pt idx="670">
                  <c:v>115.36047244072</c:v>
                </c:pt>
                <c:pt idx="671">
                  <c:v>115.546778559685</c:v>
                </c:pt>
                <c:pt idx="672">
                  <c:v>115.775787115097</c:v>
                </c:pt>
                <c:pt idx="673">
                  <c:v>115.987761378288</c:v>
                </c:pt>
                <c:pt idx="674">
                  <c:v>116.159932255745</c:v>
                </c:pt>
                <c:pt idx="675">
                  <c:v>116.361055493355</c:v>
                </c:pt>
                <c:pt idx="676">
                  <c:v>116.534177541733</c:v>
                </c:pt>
                <c:pt idx="677">
                  <c:v>116.693146705627</c:v>
                </c:pt>
                <c:pt idx="678">
                  <c:v>116.845661997795</c:v>
                </c:pt>
                <c:pt idx="679">
                  <c:v>116.981928229332</c:v>
                </c:pt>
                <c:pt idx="680">
                  <c:v>117.096491217613</c:v>
                </c:pt>
                <c:pt idx="681">
                  <c:v>117.189518332481</c:v>
                </c:pt>
                <c:pt idx="682">
                  <c:v>117.297856092453</c:v>
                </c:pt>
                <c:pt idx="683">
                  <c:v>117.400896966457</c:v>
                </c:pt>
                <c:pt idx="684">
                  <c:v>117.541379153728</c:v>
                </c:pt>
                <c:pt idx="685">
                  <c:v>117.774858653545</c:v>
                </c:pt>
                <c:pt idx="686">
                  <c:v>118.025980770588</c:v>
                </c:pt>
                <c:pt idx="687">
                  <c:v>118.256489932537</c:v>
                </c:pt>
                <c:pt idx="688">
                  <c:v>118.41899305582</c:v>
                </c:pt>
                <c:pt idx="689">
                  <c:v>118.539158821106</c:v>
                </c:pt>
                <c:pt idx="690">
                  <c:v>118.706716239452</c:v>
                </c:pt>
                <c:pt idx="691">
                  <c:v>118.87995237112</c:v>
                </c:pt>
                <c:pt idx="692">
                  <c:v>119.05630594492</c:v>
                </c:pt>
                <c:pt idx="693">
                  <c:v>119.226023674011</c:v>
                </c:pt>
                <c:pt idx="694">
                  <c:v>119.368585348129</c:v>
                </c:pt>
                <c:pt idx="695">
                  <c:v>119.476269602776</c:v>
                </c:pt>
                <c:pt idx="696">
                  <c:v>119.604831397533</c:v>
                </c:pt>
                <c:pt idx="697">
                  <c:v>119.730443298817</c:v>
                </c:pt>
                <c:pt idx="698">
                  <c:v>119.823876261711</c:v>
                </c:pt>
                <c:pt idx="699">
                  <c:v>119.870354115963</c:v>
                </c:pt>
                <c:pt idx="700">
                  <c:v>119.884974479675</c:v>
                </c:pt>
                <c:pt idx="701">
                  <c:v>119.871542334557</c:v>
                </c:pt>
                <c:pt idx="702">
                  <c:v>119.850774049759</c:v>
                </c:pt>
                <c:pt idx="703">
                  <c:v>119.785880446434</c:v>
                </c:pt>
                <c:pt idx="704">
                  <c:v>119.793859958649</c:v>
                </c:pt>
                <c:pt idx="705">
                  <c:v>119.957746982574</c:v>
                </c:pt>
                <c:pt idx="706">
                  <c:v>120.089815497398</c:v>
                </c:pt>
                <c:pt idx="707">
                  <c:v>120.151721298695</c:v>
                </c:pt>
                <c:pt idx="708">
                  <c:v>120.193705320358</c:v>
                </c:pt>
                <c:pt idx="709">
                  <c:v>120.194572091103</c:v>
                </c:pt>
                <c:pt idx="710">
                  <c:v>120.226283431053</c:v>
                </c:pt>
                <c:pt idx="711">
                  <c:v>120.256560146809</c:v>
                </c:pt>
                <c:pt idx="712">
                  <c:v>120.246977031231</c:v>
                </c:pt>
                <c:pt idx="713">
                  <c:v>120.250760912895</c:v>
                </c:pt>
                <c:pt idx="714">
                  <c:v>120.249876260757</c:v>
                </c:pt>
                <c:pt idx="715">
                  <c:v>120.296176075935</c:v>
                </c:pt>
                <c:pt idx="716">
                  <c:v>120.389366149902</c:v>
                </c:pt>
                <c:pt idx="717">
                  <c:v>120.505447864532</c:v>
                </c:pt>
                <c:pt idx="718">
                  <c:v>120.644303321838</c:v>
                </c:pt>
                <c:pt idx="719">
                  <c:v>120.767680883408</c:v>
                </c:pt>
                <c:pt idx="720">
                  <c:v>120.890371739864</c:v>
                </c:pt>
                <c:pt idx="721">
                  <c:v>121.022612273693</c:v>
                </c:pt>
                <c:pt idx="722">
                  <c:v>121.170765697956</c:v>
                </c:pt>
                <c:pt idx="723">
                  <c:v>121.326053321362</c:v>
                </c:pt>
                <c:pt idx="724">
                  <c:v>121.464760243893</c:v>
                </c:pt>
                <c:pt idx="725">
                  <c:v>121.557709753513</c:v>
                </c:pt>
                <c:pt idx="726">
                  <c:v>121.63602489233</c:v>
                </c:pt>
                <c:pt idx="727">
                  <c:v>121.744299650192</c:v>
                </c:pt>
                <c:pt idx="728">
                  <c:v>121.867858886719</c:v>
                </c:pt>
                <c:pt idx="729">
                  <c:v>122.0331594944</c:v>
                </c:pt>
                <c:pt idx="730">
                  <c:v>122.147720575333</c:v>
                </c:pt>
                <c:pt idx="731">
                  <c:v>122.152469098568</c:v>
                </c:pt>
                <c:pt idx="732">
                  <c:v>122.157845556736</c:v>
                </c:pt>
                <c:pt idx="733">
                  <c:v>122.193525016308</c:v>
                </c:pt>
                <c:pt idx="734">
                  <c:v>122.286737322807</c:v>
                </c:pt>
                <c:pt idx="735">
                  <c:v>122.377206921577</c:v>
                </c:pt>
                <c:pt idx="736">
                  <c:v>122.475810825825</c:v>
                </c:pt>
                <c:pt idx="737">
                  <c:v>122.512568354607</c:v>
                </c:pt>
                <c:pt idx="738">
                  <c:v>122.510248303413</c:v>
                </c:pt>
                <c:pt idx="739">
                  <c:v>122.451373577118</c:v>
                </c:pt>
                <c:pt idx="740">
                  <c:v>122.355137944221</c:v>
                </c:pt>
                <c:pt idx="741">
                  <c:v>122.278371095657</c:v>
                </c:pt>
                <c:pt idx="742">
                  <c:v>122.175085544586</c:v>
                </c:pt>
                <c:pt idx="743">
                  <c:v>122.030099391937</c:v>
                </c:pt>
                <c:pt idx="744">
                  <c:v>121.852519035339</c:v>
                </c:pt>
                <c:pt idx="745">
                  <c:v>121.688445210457</c:v>
                </c:pt>
                <c:pt idx="746">
                  <c:v>121.554726958275</c:v>
                </c:pt>
                <c:pt idx="747">
                  <c:v>121.532560586929</c:v>
                </c:pt>
                <c:pt idx="748">
                  <c:v>121.544311761856</c:v>
                </c:pt>
                <c:pt idx="749">
                  <c:v>121.671936333179</c:v>
                </c:pt>
                <c:pt idx="750">
                  <c:v>121.905885159969</c:v>
                </c:pt>
                <c:pt idx="751">
                  <c:v>122.207813799381</c:v>
                </c:pt>
                <c:pt idx="752">
                  <c:v>122.567168593407</c:v>
                </c:pt>
                <c:pt idx="753">
                  <c:v>122.838340163231</c:v>
                </c:pt>
                <c:pt idx="754">
                  <c:v>123.073917508125</c:v>
                </c:pt>
                <c:pt idx="755">
                  <c:v>123.365740895271</c:v>
                </c:pt>
                <c:pt idx="756">
                  <c:v>123.662688374519</c:v>
                </c:pt>
                <c:pt idx="757">
                  <c:v>123.981058955193</c:v>
                </c:pt>
                <c:pt idx="758">
                  <c:v>124.3550812006</c:v>
                </c:pt>
                <c:pt idx="759">
                  <c:v>124.749333620071</c:v>
                </c:pt>
                <c:pt idx="760">
                  <c:v>125.102720916271</c:v>
                </c:pt>
                <c:pt idx="761">
                  <c:v>125.406658351421</c:v>
                </c:pt>
                <c:pt idx="762">
                  <c:v>125.772412538528</c:v>
                </c:pt>
                <c:pt idx="763">
                  <c:v>126.221170961857</c:v>
                </c:pt>
                <c:pt idx="764">
                  <c:v>126.700020074844</c:v>
                </c:pt>
                <c:pt idx="765">
                  <c:v>127.077040910721</c:v>
                </c:pt>
                <c:pt idx="766">
                  <c:v>127.420101284981</c:v>
                </c:pt>
                <c:pt idx="767">
                  <c:v>127.762407422066</c:v>
                </c:pt>
                <c:pt idx="768">
                  <c:v>128.157182455063</c:v>
                </c:pt>
                <c:pt idx="769">
                  <c:v>128.554308772087</c:v>
                </c:pt>
                <c:pt idx="770">
                  <c:v>128.973130702972</c:v>
                </c:pt>
                <c:pt idx="771">
                  <c:v>129.34617459774</c:v>
                </c:pt>
                <c:pt idx="772">
                  <c:v>129.660098552704</c:v>
                </c:pt>
                <c:pt idx="773">
                  <c:v>129.92929315567</c:v>
                </c:pt>
                <c:pt idx="774">
                  <c:v>130.237960457802</c:v>
                </c:pt>
                <c:pt idx="775">
                  <c:v>130.501380801201</c:v>
                </c:pt>
                <c:pt idx="776">
                  <c:v>130.845190286636</c:v>
                </c:pt>
                <c:pt idx="777">
                  <c:v>131.202526450157</c:v>
                </c:pt>
                <c:pt idx="778">
                  <c:v>131.493070363998</c:v>
                </c:pt>
                <c:pt idx="779">
                  <c:v>131.722601592541</c:v>
                </c:pt>
                <c:pt idx="780">
                  <c:v>131.985079526901</c:v>
                </c:pt>
                <c:pt idx="781">
                  <c:v>132.254628658295</c:v>
                </c:pt>
                <c:pt idx="782">
                  <c:v>132.520252168179</c:v>
                </c:pt>
                <c:pt idx="783">
                  <c:v>132.738821387291</c:v>
                </c:pt>
                <c:pt idx="784">
                  <c:v>132.946900069714</c:v>
                </c:pt>
                <c:pt idx="785">
                  <c:v>133.159046590328</c:v>
                </c:pt>
                <c:pt idx="786">
                  <c:v>133.364802896976</c:v>
                </c:pt>
                <c:pt idx="787">
                  <c:v>133.517605960369</c:v>
                </c:pt>
                <c:pt idx="788">
                  <c:v>133.707795917988</c:v>
                </c:pt>
                <c:pt idx="789">
                  <c:v>133.923623919487</c:v>
                </c:pt>
                <c:pt idx="790">
                  <c:v>134.089171051979</c:v>
                </c:pt>
                <c:pt idx="791">
                  <c:v>134.204146385193</c:v>
                </c:pt>
                <c:pt idx="792">
                  <c:v>134.346561789513</c:v>
                </c:pt>
                <c:pt idx="793">
                  <c:v>134.512049436569</c:v>
                </c:pt>
                <c:pt idx="794">
                  <c:v>134.668836355209</c:v>
                </c:pt>
                <c:pt idx="795">
                  <c:v>134.830275177956</c:v>
                </c:pt>
                <c:pt idx="796">
                  <c:v>135.003525733948</c:v>
                </c:pt>
                <c:pt idx="797">
                  <c:v>135.210332453251</c:v>
                </c:pt>
                <c:pt idx="798">
                  <c:v>135.369609475136</c:v>
                </c:pt>
                <c:pt idx="799">
                  <c:v>135.548821985722</c:v>
                </c:pt>
                <c:pt idx="800">
                  <c:v>135.718516647816</c:v>
                </c:pt>
                <c:pt idx="801">
                  <c:v>135.879201114178</c:v>
                </c:pt>
                <c:pt idx="802">
                  <c:v>136.069431960583</c:v>
                </c:pt>
                <c:pt idx="803">
                  <c:v>136.301275789738</c:v>
                </c:pt>
                <c:pt idx="804">
                  <c:v>136.565799295902</c:v>
                </c:pt>
                <c:pt idx="805">
                  <c:v>136.774736762047</c:v>
                </c:pt>
                <c:pt idx="806">
                  <c:v>136.966050624847</c:v>
                </c:pt>
                <c:pt idx="807">
                  <c:v>137.105827569962</c:v>
                </c:pt>
                <c:pt idx="808">
                  <c:v>137.221225619316</c:v>
                </c:pt>
                <c:pt idx="809">
                  <c:v>137.32858133316</c:v>
                </c:pt>
                <c:pt idx="810">
                  <c:v>137.450877070427</c:v>
                </c:pt>
                <c:pt idx="811">
                  <c:v>137.589880943298</c:v>
                </c:pt>
                <c:pt idx="812">
                  <c:v>137.751929163933</c:v>
                </c:pt>
                <c:pt idx="813">
                  <c:v>137.914620876312</c:v>
                </c:pt>
                <c:pt idx="814">
                  <c:v>138.0987226367</c:v>
                </c:pt>
                <c:pt idx="815">
                  <c:v>138.278137266636</c:v>
                </c:pt>
                <c:pt idx="816">
                  <c:v>138.465502798557</c:v>
                </c:pt>
                <c:pt idx="817">
                  <c:v>138.640311717987</c:v>
                </c:pt>
                <c:pt idx="818">
                  <c:v>138.836323738098</c:v>
                </c:pt>
                <c:pt idx="819">
                  <c:v>138.991861641407</c:v>
                </c:pt>
                <c:pt idx="820">
                  <c:v>139.181849658489</c:v>
                </c:pt>
                <c:pt idx="821">
                  <c:v>139.362650573254</c:v>
                </c:pt>
                <c:pt idx="822">
                  <c:v>139.53236502409</c:v>
                </c:pt>
                <c:pt idx="823">
                  <c:v>139.760505139828</c:v>
                </c:pt>
                <c:pt idx="824">
                  <c:v>139.964424133301</c:v>
                </c:pt>
                <c:pt idx="825">
                  <c:v>140.171905398369</c:v>
                </c:pt>
                <c:pt idx="826">
                  <c:v>140.366601467133</c:v>
                </c:pt>
                <c:pt idx="827">
                  <c:v>140.537231087685</c:v>
                </c:pt>
                <c:pt idx="828">
                  <c:v>140.68251490593</c:v>
                </c:pt>
                <c:pt idx="829">
                  <c:v>140.836700618267</c:v>
                </c:pt>
                <c:pt idx="830">
                  <c:v>140.967314302921</c:v>
                </c:pt>
                <c:pt idx="831">
                  <c:v>141.136356413364</c:v>
                </c:pt>
                <c:pt idx="832">
                  <c:v>141.257700920105</c:v>
                </c:pt>
                <c:pt idx="833">
                  <c:v>141.316088020802</c:v>
                </c:pt>
                <c:pt idx="834">
                  <c:v>141.356882989407</c:v>
                </c:pt>
                <c:pt idx="835">
                  <c:v>141.333543121815</c:v>
                </c:pt>
                <c:pt idx="836">
                  <c:v>141.291964590549</c:v>
                </c:pt>
                <c:pt idx="837">
                  <c:v>141.232853472233</c:v>
                </c:pt>
                <c:pt idx="838">
                  <c:v>141.192097485065</c:v>
                </c:pt>
                <c:pt idx="839">
                  <c:v>141.245716631412</c:v>
                </c:pt>
                <c:pt idx="840">
                  <c:v>141.351557433605</c:v>
                </c:pt>
                <c:pt idx="841">
                  <c:v>141.461977362633</c:v>
                </c:pt>
                <c:pt idx="842">
                  <c:v>141.576262235641</c:v>
                </c:pt>
                <c:pt idx="843">
                  <c:v>141.677408635616</c:v>
                </c:pt>
                <c:pt idx="844">
                  <c:v>141.794700682163</c:v>
                </c:pt>
                <c:pt idx="845">
                  <c:v>141.904821574688</c:v>
                </c:pt>
                <c:pt idx="846">
                  <c:v>142.026489794254</c:v>
                </c:pt>
                <c:pt idx="847">
                  <c:v>142.16685551405</c:v>
                </c:pt>
                <c:pt idx="848">
                  <c:v>142.300261318684</c:v>
                </c:pt>
                <c:pt idx="849">
                  <c:v>142.424410700798</c:v>
                </c:pt>
                <c:pt idx="850">
                  <c:v>142.564852356911</c:v>
                </c:pt>
                <c:pt idx="851">
                  <c:v>142.704842925072</c:v>
                </c:pt>
                <c:pt idx="852">
                  <c:v>142.798510551453</c:v>
                </c:pt>
                <c:pt idx="853">
                  <c:v>142.938503026962</c:v>
                </c:pt>
                <c:pt idx="854">
                  <c:v>143.111904263496</c:v>
                </c:pt>
                <c:pt idx="855">
                  <c:v>143.338918626308</c:v>
                </c:pt>
                <c:pt idx="856">
                  <c:v>143.602915465832</c:v>
                </c:pt>
                <c:pt idx="857">
                  <c:v>143.926465690136</c:v>
                </c:pt>
                <c:pt idx="858">
                  <c:v>144.23998093605</c:v>
                </c:pt>
                <c:pt idx="859">
                  <c:v>144.520743370056</c:v>
                </c:pt>
                <c:pt idx="860">
                  <c:v>144.720221340656</c:v>
                </c:pt>
                <c:pt idx="861">
                  <c:v>144.850668847561</c:v>
                </c:pt>
                <c:pt idx="862">
                  <c:v>144.914820313454</c:v>
                </c:pt>
                <c:pt idx="863">
                  <c:v>144.912029385567</c:v>
                </c:pt>
                <c:pt idx="864">
                  <c:v>144.860641717911</c:v>
                </c:pt>
                <c:pt idx="865">
                  <c:v>144.824917435646</c:v>
                </c:pt>
                <c:pt idx="866">
                  <c:v>144.792684197426</c:v>
                </c:pt>
                <c:pt idx="867">
                  <c:v>144.886555016041</c:v>
                </c:pt>
                <c:pt idx="868">
                  <c:v>145.057170987129</c:v>
                </c:pt>
                <c:pt idx="869">
                  <c:v>145.309842944145</c:v>
                </c:pt>
                <c:pt idx="870">
                  <c:v>145.564280033112</c:v>
                </c:pt>
                <c:pt idx="871">
                  <c:v>145.827562987804</c:v>
                </c:pt>
                <c:pt idx="872">
                  <c:v>146.077629745007</c:v>
                </c:pt>
                <c:pt idx="873">
                  <c:v>146.30894356966</c:v>
                </c:pt>
                <c:pt idx="874">
                  <c:v>146.638654530048</c:v>
                </c:pt>
                <c:pt idx="875">
                  <c:v>146.980325162411</c:v>
                </c:pt>
                <c:pt idx="876">
                  <c:v>147.305689394474</c:v>
                </c:pt>
                <c:pt idx="877">
                  <c:v>147.631062328815</c:v>
                </c:pt>
                <c:pt idx="878">
                  <c:v>147.944374442101</c:v>
                </c:pt>
                <c:pt idx="879">
                  <c:v>148.267465829849</c:v>
                </c:pt>
                <c:pt idx="880">
                  <c:v>148.629734277725</c:v>
                </c:pt>
                <c:pt idx="881">
                  <c:v>148.986490011215</c:v>
                </c:pt>
                <c:pt idx="882">
                  <c:v>149.34250664711</c:v>
                </c:pt>
                <c:pt idx="883">
                  <c:v>149.674646377563</c:v>
                </c:pt>
                <c:pt idx="884">
                  <c:v>149.97423607111</c:v>
                </c:pt>
                <c:pt idx="885">
                  <c:v>150.264550685883</c:v>
                </c:pt>
                <c:pt idx="886">
                  <c:v>150.522539377213</c:v>
                </c:pt>
                <c:pt idx="887">
                  <c:v>150.745901942253</c:v>
                </c:pt>
                <c:pt idx="888">
                  <c:v>150.940427005291</c:v>
                </c:pt>
                <c:pt idx="889">
                  <c:v>151.026245653629</c:v>
                </c:pt>
                <c:pt idx="890">
                  <c:v>151.152445673943</c:v>
                </c:pt>
                <c:pt idx="891">
                  <c:v>151.291787803173</c:v>
                </c:pt>
                <c:pt idx="892">
                  <c:v>151.477542638779</c:v>
                </c:pt>
                <c:pt idx="893">
                  <c:v>151.653477370739</c:v>
                </c:pt>
                <c:pt idx="894">
                  <c:v>151.806932628155</c:v>
                </c:pt>
                <c:pt idx="895">
                  <c:v>151.870323598385</c:v>
                </c:pt>
                <c:pt idx="896">
                  <c:v>151.897515714169</c:v>
                </c:pt>
                <c:pt idx="897">
                  <c:v>151.881054699421</c:v>
                </c:pt>
                <c:pt idx="898">
                  <c:v>151.8967461586</c:v>
                </c:pt>
                <c:pt idx="899">
                  <c:v>151.977800726891</c:v>
                </c:pt>
                <c:pt idx="900">
                  <c:v>152.205436170101</c:v>
                </c:pt>
                <c:pt idx="901">
                  <c:v>152.359793066978</c:v>
                </c:pt>
                <c:pt idx="902">
                  <c:v>152.52932202816</c:v>
                </c:pt>
                <c:pt idx="903">
                  <c:v>152.689663171768</c:v>
                </c:pt>
                <c:pt idx="904">
                  <c:v>152.858617424965</c:v>
                </c:pt>
                <c:pt idx="905">
                  <c:v>152.992159962654</c:v>
                </c:pt>
                <c:pt idx="906">
                  <c:v>153.137799739838</c:v>
                </c:pt>
                <c:pt idx="907">
                  <c:v>153.273545444012</c:v>
                </c:pt>
                <c:pt idx="908">
                  <c:v>153.426066398621</c:v>
                </c:pt>
                <c:pt idx="909">
                  <c:v>153.530042290688</c:v>
                </c:pt>
                <c:pt idx="910">
                  <c:v>153.670377314091</c:v>
                </c:pt>
                <c:pt idx="911">
                  <c:v>153.79545634985</c:v>
                </c:pt>
                <c:pt idx="912">
                  <c:v>153.921954810619</c:v>
                </c:pt>
                <c:pt idx="913">
                  <c:v>154.008590877056</c:v>
                </c:pt>
                <c:pt idx="914">
                  <c:v>154.09495651722</c:v>
                </c:pt>
                <c:pt idx="915">
                  <c:v>154.165762066841</c:v>
                </c:pt>
                <c:pt idx="916">
                  <c:v>154.253217160702</c:v>
                </c:pt>
                <c:pt idx="917">
                  <c:v>154.338852643967</c:v>
                </c:pt>
                <c:pt idx="918">
                  <c:v>154.429250478745</c:v>
                </c:pt>
                <c:pt idx="919">
                  <c:v>154.549458324909</c:v>
                </c:pt>
                <c:pt idx="920">
                  <c:v>154.708595871925</c:v>
                </c:pt>
                <c:pt idx="921">
                  <c:v>154.888415575027</c:v>
                </c:pt>
                <c:pt idx="922">
                  <c:v>155.062026500702</c:v>
                </c:pt>
                <c:pt idx="923">
                  <c:v>155.197427988052</c:v>
                </c:pt>
                <c:pt idx="924">
                  <c:v>155.352477073669</c:v>
                </c:pt>
                <c:pt idx="925">
                  <c:v>155.525916159153</c:v>
                </c:pt>
                <c:pt idx="926">
                  <c:v>155.692385971546</c:v>
                </c:pt>
                <c:pt idx="927">
                  <c:v>155.819232523441</c:v>
                </c:pt>
                <c:pt idx="928">
                  <c:v>155.992932319641</c:v>
                </c:pt>
                <c:pt idx="929">
                  <c:v>156.149668216705</c:v>
                </c:pt>
                <c:pt idx="930">
                  <c:v>156.15950936079</c:v>
                </c:pt>
                <c:pt idx="931">
                  <c:v>156.222370326519</c:v>
                </c:pt>
                <c:pt idx="932">
                  <c:v>156.352531969547</c:v>
                </c:pt>
                <c:pt idx="933">
                  <c:v>156.542347371578</c:v>
                </c:pt>
                <c:pt idx="934">
                  <c:v>156.787908196449</c:v>
                </c:pt>
                <c:pt idx="935">
                  <c:v>156.972609877586</c:v>
                </c:pt>
                <c:pt idx="936">
                  <c:v>157.264666378498</c:v>
                </c:pt>
                <c:pt idx="937">
                  <c:v>157.526796638966</c:v>
                </c:pt>
                <c:pt idx="938">
                  <c:v>157.718418836594</c:v>
                </c:pt>
                <c:pt idx="939">
                  <c:v>157.878725647926</c:v>
                </c:pt>
                <c:pt idx="940">
                  <c:v>158.010912179947</c:v>
                </c:pt>
                <c:pt idx="941">
                  <c:v>158.147232174873</c:v>
                </c:pt>
                <c:pt idx="942">
                  <c:v>158.316724896431</c:v>
                </c:pt>
                <c:pt idx="943">
                  <c:v>158.501377522945</c:v>
                </c:pt>
                <c:pt idx="944">
                  <c:v>158.658795952797</c:v>
                </c:pt>
                <c:pt idx="945">
                  <c:v>158.832789540291</c:v>
                </c:pt>
                <c:pt idx="946">
                  <c:v>158.944270789623</c:v>
                </c:pt>
                <c:pt idx="947">
                  <c:v>159.085635125637</c:v>
                </c:pt>
                <c:pt idx="948">
                  <c:v>159.190942525864</c:v>
                </c:pt>
                <c:pt idx="949">
                  <c:v>159.346991539001</c:v>
                </c:pt>
                <c:pt idx="950">
                  <c:v>159.470851540565</c:v>
                </c:pt>
                <c:pt idx="951">
                  <c:v>159.575501561165</c:v>
                </c:pt>
                <c:pt idx="952">
                  <c:v>159.717516183853</c:v>
                </c:pt>
                <c:pt idx="953">
                  <c:v>159.820814013481</c:v>
                </c:pt>
                <c:pt idx="954">
                  <c:v>159.885653495789</c:v>
                </c:pt>
                <c:pt idx="955">
                  <c:v>159.959783911705</c:v>
                </c:pt>
                <c:pt idx="956">
                  <c:v>160.06183809042</c:v>
                </c:pt>
                <c:pt idx="957">
                  <c:v>160.182314693928</c:v>
                </c:pt>
                <c:pt idx="958">
                  <c:v>160.376336991787</c:v>
                </c:pt>
                <c:pt idx="959">
                  <c:v>160.536705732346</c:v>
                </c:pt>
                <c:pt idx="960">
                  <c:v>160.735376596451</c:v>
                </c:pt>
                <c:pt idx="961">
                  <c:v>160.934265136719</c:v>
                </c:pt>
                <c:pt idx="962">
                  <c:v>161.140086233616</c:v>
                </c:pt>
                <c:pt idx="963">
                  <c:v>161.391390323639</c:v>
                </c:pt>
                <c:pt idx="964">
                  <c:v>161.645202517509</c:v>
                </c:pt>
                <c:pt idx="965">
                  <c:v>161.865341722965</c:v>
                </c:pt>
                <c:pt idx="966">
                  <c:v>162.115100979805</c:v>
                </c:pt>
                <c:pt idx="967">
                  <c:v>162.36425101757</c:v>
                </c:pt>
                <c:pt idx="968">
                  <c:v>162.6001958251</c:v>
                </c:pt>
                <c:pt idx="969">
                  <c:v>162.854715287685</c:v>
                </c:pt>
                <c:pt idx="970">
                  <c:v>163.058740913868</c:v>
                </c:pt>
                <c:pt idx="971">
                  <c:v>163.284439027309</c:v>
                </c:pt>
                <c:pt idx="972">
                  <c:v>163.48586922884</c:v>
                </c:pt>
                <c:pt idx="973">
                  <c:v>163.716711699963</c:v>
                </c:pt>
                <c:pt idx="974">
                  <c:v>163.96489161253</c:v>
                </c:pt>
                <c:pt idx="975">
                  <c:v>164.220167994499</c:v>
                </c:pt>
                <c:pt idx="976">
                  <c:v>164.48506706953</c:v>
                </c:pt>
                <c:pt idx="977">
                  <c:v>164.777900457382</c:v>
                </c:pt>
                <c:pt idx="978">
                  <c:v>165.04643368721</c:v>
                </c:pt>
                <c:pt idx="979">
                  <c:v>165.293891429901</c:v>
                </c:pt>
                <c:pt idx="980">
                  <c:v>165.476376116276</c:v>
                </c:pt>
                <c:pt idx="981">
                  <c:v>165.68397796154</c:v>
                </c:pt>
                <c:pt idx="982">
                  <c:v>165.907099962234</c:v>
                </c:pt>
                <c:pt idx="983">
                  <c:v>166.108551323414</c:v>
                </c:pt>
                <c:pt idx="984">
                  <c:v>166.220970928669</c:v>
                </c:pt>
                <c:pt idx="985">
                  <c:v>166.376465499401</c:v>
                </c:pt>
                <c:pt idx="986">
                  <c:v>166.468914031982</c:v>
                </c:pt>
                <c:pt idx="987">
                  <c:v>166.641381144524</c:v>
                </c:pt>
                <c:pt idx="988">
                  <c:v>166.805543661118</c:v>
                </c:pt>
                <c:pt idx="989">
                  <c:v>167.006831407547</c:v>
                </c:pt>
                <c:pt idx="990">
                  <c:v>167.174872636795</c:v>
                </c:pt>
                <c:pt idx="991">
                  <c:v>167.313904583454</c:v>
                </c:pt>
                <c:pt idx="992">
                  <c:v>167.417892873287</c:v>
                </c:pt>
                <c:pt idx="993">
                  <c:v>167.496824026108</c:v>
                </c:pt>
                <c:pt idx="994">
                  <c:v>167.580063641071</c:v>
                </c:pt>
                <c:pt idx="995">
                  <c:v>167.630311787128</c:v>
                </c:pt>
                <c:pt idx="996">
                  <c:v>167.737945914268</c:v>
                </c:pt>
                <c:pt idx="997">
                  <c:v>167.840990960598</c:v>
                </c:pt>
                <c:pt idx="998">
                  <c:v>168.053883671761</c:v>
                </c:pt>
                <c:pt idx="999">
                  <c:v>168.162760138512</c:v>
                </c:pt>
                <c:pt idx="1000">
                  <c:v>168.266202390194</c:v>
                </c:pt>
                <c:pt idx="1001">
                  <c:v>168.43835067749</c:v>
                </c:pt>
                <c:pt idx="1002">
                  <c:v>168.644668638706</c:v>
                </c:pt>
                <c:pt idx="1003">
                  <c:v>168.866125762463</c:v>
                </c:pt>
                <c:pt idx="1004">
                  <c:v>169.156708240509</c:v>
                </c:pt>
                <c:pt idx="1005">
                  <c:v>169.451345562935</c:v>
                </c:pt>
                <c:pt idx="1006">
                  <c:v>169.798719584942</c:v>
                </c:pt>
                <c:pt idx="1007">
                  <c:v>170.071381509304</c:v>
                </c:pt>
                <c:pt idx="1008">
                  <c:v>170.350678861141</c:v>
                </c:pt>
                <c:pt idx="1009">
                  <c:v>170.548314630985</c:v>
                </c:pt>
                <c:pt idx="1010">
                  <c:v>170.749983072281</c:v>
                </c:pt>
                <c:pt idx="1011">
                  <c:v>170.896884322166</c:v>
                </c:pt>
                <c:pt idx="1012">
                  <c:v>171.123598635197</c:v>
                </c:pt>
                <c:pt idx="1013">
                  <c:v>171.296795070171</c:v>
                </c:pt>
                <c:pt idx="1014">
                  <c:v>171.427986860275</c:v>
                </c:pt>
                <c:pt idx="1015">
                  <c:v>171.557415544987</c:v>
                </c:pt>
                <c:pt idx="1016">
                  <c:v>171.685920536518</c:v>
                </c:pt>
                <c:pt idx="1017">
                  <c:v>171.821365773678</c:v>
                </c:pt>
                <c:pt idx="1018">
                  <c:v>171.928381979465</c:v>
                </c:pt>
                <c:pt idx="1019">
                  <c:v>172.052719175816</c:v>
                </c:pt>
                <c:pt idx="1020">
                  <c:v>172.218420565128</c:v>
                </c:pt>
                <c:pt idx="1021">
                  <c:v>172.382306575775</c:v>
                </c:pt>
                <c:pt idx="1022">
                  <c:v>172.610052585602</c:v>
                </c:pt>
                <c:pt idx="1023">
                  <c:v>172.854493796825</c:v>
                </c:pt>
                <c:pt idx="1024">
                  <c:v>173.074402153492</c:v>
                </c:pt>
                <c:pt idx="1025">
                  <c:v>173.311239123344</c:v>
                </c:pt>
                <c:pt idx="1026">
                  <c:v>173.536347270012</c:v>
                </c:pt>
                <c:pt idx="1027">
                  <c:v>173.791588485241</c:v>
                </c:pt>
                <c:pt idx="1028">
                  <c:v>174.020345628262</c:v>
                </c:pt>
                <c:pt idx="1029">
                  <c:v>174.235965132713</c:v>
                </c:pt>
                <c:pt idx="1030">
                  <c:v>174.471211910248</c:v>
                </c:pt>
                <c:pt idx="1031">
                  <c:v>174.694799780846</c:v>
                </c:pt>
                <c:pt idx="1032">
                  <c:v>174.930581927299</c:v>
                </c:pt>
                <c:pt idx="1033">
                  <c:v>175.18075978756</c:v>
                </c:pt>
                <c:pt idx="1034">
                  <c:v>175.370455443859</c:v>
                </c:pt>
                <c:pt idx="1035">
                  <c:v>175.529183983803</c:v>
                </c:pt>
                <c:pt idx="1036">
                  <c:v>175.682653784752</c:v>
                </c:pt>
                <c:pt idx="1037">
                  <c:v>175.798804163933</c:v>
                </c:pt>
                <c:pt idx="1038">
                  <c:v>175.917710781097</c:v>
                </c:pt>
                <c:pt idx="1039">
                  <c:v>176.086380660534</c:v>
                </c:pt>
                <c:pt idx="1040">
                  <c:v>176.234245479107</c:v>
                </c:pt>
                <c:pt idx="1041">
                  <c:v>176.390353620052</c:v>
                </c:pt>
                <c:pt idx="1042">
                  <c:v>176.48062556982</c:v>
                </c:pt>
                <c:pt idx="1043">
                  <c:v>176.566848397255</c:v>
                </c:pt>
                <c:pt idx="1044">
                  <c:v>176.661790728569</c:v>
                </c:pt>
                <c:pt idx="1045">
                  <c:v>176.698507547379</c:v>
                </c:pt>
                <c:pt idx="1046">
                  <c:v>176.720777511597</c:v>
                </c:pt>
                <c:pt idx="1047">
                  <c:v>176.75505065918</c:v>
                </c:pt>
                <c:pt idx="1048">
                  <c:v>176.768873631954</c:v>
                </c:pt>
                <c:pt idx="1049">
                  <c:v>176.773496568203</c:v>
                </c:pt>
                <c:pt idx="1050">
                  <c:v>176.768227994442</c:v>
                </c:pt>
                <c:pt idx="1051">
                  <c:v>176.704384386539</c:v>
                </c:pt>
                <c:pt idx="1052">
                  <c:v>176.588177382946</c:v>
                </c:pt>
                <c:pt idx="1053">
                  <c:v>176.468982279301</c:v>
                </c:pt>
                <c:pt idx="1054">
                  <c:v>176.397791445255</c:v>
                </c:pt>
                <c:pt idx="1055">
                  <c:v>176.430126130581</c:v>
                </c:pt>
                <c:pt idx="1056">
                  <c:v>176.537797868252</c:v>
                </c:pt>
                <c:pt idx="1057">
                  <c:v>176.603815257549</c:v>
                </c:pt>
                <c:pt idx="1058">
                  <c:v>176.663936495781</c:v>
                </c:pt>
                <c:pt idx="1059">
                  <c:v>176.72011244297</c:v>
                </c:pt>
                <c:pt idx="1060">
                  <c:v>176.807513415813</c:v>
                </c:pt>
                <c:pt idx="1061">
                  <c:v>176.900053083897</c:v>
                </c:pt>
                <c:pt idx="1062">
                  <c:v>177.052495002747</c:v>
                </c:pt>
                <c:pt idx="1063">
                  <c:v>177.189173519611</c:v>
                </c:pt>
                <c:pt idx="1064">
                  <c:v>177.277397692204</c:v>
                </c:pt>
                <c:pt idx="1065">
                  <c:v>177.383630335331</c:v>
                </c:pt>
                <c:pt idx="1066">
                  <c:v>177.458236992359</c:v>
                </c:pt>
                <c:pt idx="1067">
                  <c:v>177.52010512352</c:v>
                </c:pt>
                <c:pt idx="1068">
                  <c:v>177.640201568604</c:v>
                </c:pt>
                <c:pt idx="1069">
                  <c:v>177.756147384644</c:v>
                </c:pt>
                <c:pt idx="1070">
                  <c:v>177.856329083443</c:v>
                </c:pt>
                <c:pt idx="1071">
                  <c:v>177.999296784401</c:v>
                </c:pt>
                <c:pt idx="1072">
                  <c:v>178.149031758308</c:v>
                </c:pt>
                <c:pt idx="1073">
                  <c:v>178.310900330544</c:v>
                </c:pt>
                <c:pt idx="1074">
                  <c:v>178.45257204771</c:v>
                </c:pt>
                <c:pt idx="1075">
                  <c:v>178.553617060184</c:v>
                </c:pt>
                <c:pt idx="1076">
                  <c:v>178.619711875916</c:v>
                </c:pt>
                <c:pt idx="1077">
                  <c:v>178.670901596546</c:v>
                </c:pt>
                <c:pt idx="1078">
                  <c:v>178.701403260231</c:v>
                </c:pt>
                <c:pt idx="1079">
                  <c:v>178.719928622246</c:v>
                </c:pt>
                <c:pt idx="1080">
                  <c:v>178.73441272974</c:v>
                </c:pt>
                <c:pt idx="1081">
                  <c:v>178.73105019331</c:v>
                </c:pt>
                <c:pt idx="1082">
                  <c:v>178.801761865616</c:v>
                </c:pt>
                <c:pt idx="1083">
                  <c:v>178.905664205551</c:v>
                </c:pt>
                <c:pt idx="1084">
                  <c:v>178.973784685135</c:v>
                </c:pt>
                <c:pt idx="1085">
                  <c:v>179.082902908325</c:v>
                </c:pt>
                <c:pt idx="1086">
                  <c:v>179.165252149105</c:v>
                </c:pt>
                <c:pt idx="1087">
                  <c:v>179.204718947411</c:v>
                </c:pt>
                <c:pt idx="1088">
                  <c:v>179.185043096542</c:v>
                </c:pt>
                <c:pt idx="1089">
                  <c:v>179.162141919136</c:v>
                </c:pt>
                <c:pt idx="1090">
                  <c:v>179.180188715458</c:v>
                </c:pt>
                <c:pt idx="1091">
                  <c:v>179.23569393158</c:v>
                </c:pt>
                <c:pt idx="1092">
                  <c:v>179.341254413128</c:v>
                </c:pt>
                <c:pt idx="1093">
                  <c:v>179.426472842693</c:v>
                </c:pt>
                <c:pt idx="1094">
                  <c:v>179.466714560986</c:v>
                </c:pt>
                <c:pt idx="1095">
                  <c:v>179.488827645779</c:v>
                </c:pt>
                <c:pt idx="1096">
                  <c:v>179.498158216476</c:v>
                </c:pt>
                <c:pt idx="1097">
                  <c:v>179.464231848717</c:v>
                </c:pt>
                <c:pt idx="1098">
                  <c:v>179.4868735075</c:v>
                </c:pt>
                <c:pt idx="1099">
                  <c:v>179.490997552872</c:v>
                </c:pt>
                <c:pt idx="1100">
                  <c:v>179.543909549713</c:v>
                </c:pt>
                <c:pt idx="1101">
                  <c:v>179.566427946091</c:v>
                </c:pt>
                <c:pt idx="1102">
                  <c:v>179.597934007645</c:v>
                </c:pt>
                <c:pt idx="1103">
                  <c:v>179.596427202225</c:v>
                </c:pt>
                <c:pt idx="1104">
                  <c:v>179.619712531567</c:v>
                </c:pt>
                <c:pt idx="1105">
                  <c:v>179.620292305946</c:v>
                </c:pt>
                <c:pt idx="1106">
                  <c:v>179.691901147366</c:v>
                </c:pt>
                <c:pt idx="1107">
                  <c:v>179.804548680782</c:v>
                </c:pt>
                <c:pt idx="1108">
                  <c:v>179.933630347252</c:v>
                </c:pt>
                <c:pt idx="1109">
                  <c:v>180.035347163677</c:v>
                </c:pt>
                <c:pt idx="1110">
                  <c:v>180.087522029877</c:v>
                </c:pt>
                <c:pt idx="1111">
                  <c:v>180.17275929451</c:v>
                </c:pt>
                <c:pt idx="1112">
                  <c:v>180.217981636524</c:v>
                </c:pt>
                <c:pt idx="1113">
                  <c:v>180.337981641293</c:v>
                </c:pt>
                <c:pt idx="1114">
                  <c:v>180.482085883617</c:v>
                </c:pt>
                <c:pt idx="1115">
                  <c:v>180.590895116329</c:v>
                </c:pt>
                <c:pt idx="1116">
                  <c:v>180.656317710876</c:v>
                </c:pt>
                <c:pt idx="1117">
                  <c:v>180.829309344292</c:v>
                </c:pt>
                <c:pt idx="1118">
                  <c:v>180.957148194313</c:v>
                </c:pt>
                <c:pt idx="1119">
                  <c:v>181.155512213707</c:v>
                </c:pt>
                <c:pt idx="1120">
                  <c:v>181.345622956753</c:v>
                </c:pt>
                <c:pt idx="1121">
                  <c:v>181.561377823353</c:v>
                </c:pt>
                <c:pt idx="1122">
                  <c:v>181.832082033157</c:v>
                </c:pt>
                <c:pt idx="1123">
                  <c:v>182.114338159561</c:v>
                </c:pt>
                <c:pt idx="1124">
                  <c:v>182.374271214008</c:v>
                </c:pt>
                <c:pt idx="1125">
                  <c:v>182.611593127251</c:v>
                </c:pt>
                <c:pt idx="1126">
                  <c:v>182.78862452507</c:v>
                </c:pt>
                <c:pt idx="1127">
                  <c:v>182.958708226681</c:v>
                </c:pt>
                <c:pt idx="1128">
                  <c:v>183.164588272572</c:v>
                </c:pt>
                <c:pt idx="1129">
                  <c:v>183.361891686916</c:v>
                </c:pt>
                <c:pt idx="1130">
                  <c:v>183.563490927219</c:v>
                </c:pt>
                <c:pt idx="1131">
                  <c:v>183.804269552231</c:v>
                </c:pt>
                <c:pt idx="1132">
                  <c:v>184.053924739361</c:v>
                </c:pt>
                <c:pt idx="1133">
                  <c:v>184.326110303402</c:v>
                </c:pt>
                <c:pt idx="1134">
                  <c:v>184.627890408039</c:v>
                </c:pt>
                <c:pt idx="1135">
                  <c:v>184.971429765224</c:v>
                </c:pt>
                <c:pt idx="1136">
                  <c:v>185.263629972935</c:v>
                </c:pt>
                <c:pt idx="1137">
                  <c:v>185.557541072369</c:v>
                </c:pt>
                <c:pt idx="1138">
                  <c:v>185.940351068974</c:v>
                </c:pt>
                <c:pt idx="1139">
                  <c:v>186.286009967327</c:v>
                </c:pt>
                <c:pt idx="1140">
                  <c:v>186.630582988262</c:v>
                </c:pt>
                <c:pt idx="1141">
                  <c:v>186.975773394108</c:v>
                </c:pt>
                <c:pt idx="1142">
                  <c:v>187.301907122135</c:v>
                </c:pt>
                <c:pt idx="1143">
                  <c:v>187.561349630356</c:v>
                </c:pt>
                <c:pt idx="1144">
                  <c:v>187.792751014233</c:v>
                </c:pt>
                <c:pt idx="1145">
                  <c:v>187.971735417843</c:v>
                </c:pt>
                <c:pt idx="1146">
                  <c:v>188.184378325939</c:v>
                </c:pt>
                <c:pt idx="1147">
                  <c:v>188.440776407719</c:v>
                </c:pt>
                <c:pt idx="1148">
                  <c:v>188.589030623436</c:v>
                </c:pt>
                <c:pt idx="1149">
                  <c:v>188.744728446007</c:v>
                </c:pt>
                <c:pt idx="1150">
                  <c:v>188.899262845516</c:v>
                </c:pt>
                <c:pt idx="1151">
                  <c:v>189.057105839252</c:v>
                </c:pt>
                <c:pt idx="1152">
                  <c:v>189.170139431953</c:v>
                </c:pt>
                <c:pt idx="1153">
                  <c:v>189.233243584633</c:v>
                </c:pt>
                <c:pt idx="1154">
                  <c:v>189.28102517128</c:v>
                </c:pt>
                <c:pt idx="1155">
                  <c:v>189.37422388792</c:v>
                </c:pt>
                <c:pt idx="1156">
                  <c:v>189.444048762321</c:v>
                </c:pt>
                <c:pt idx="1157">
                  <c:v>189.480012118816</c:v>
                </c:pt>
                <c:pt idx="1158">
                  <c:v>189.503160119057</c:v>
                </c:pt>
                <c:pt idx="1159">
                  <c:v>189.552438497543</c:v>
                </c:pt>
                <c:pt idx="1160">
                  <c:v>189.54419195652</c:v>
                </c:pt>
                <c:pt idx="1161">
                  <c:v>189.53167283535</c:v>
                </c:pt>
                <c:pt idx="1162">
                  <c:v>189.480703353882</c:v>
                </c:pt>
                <c:pt idx="1163">
                  <c:v>189.443424463272</c:v>
                </c:pt>
                <c:pt idx="1164">
                  <c:v>189.425829172134</c:v>
                </c:pt>
                <c:pt idx="1165">
                  <c:v>189.423752188683</c:v>
                </c:pt>
                <c:pt idx="1166">
                  <c:v>189.425312399864</c:v>
                </c:pt>
                <c:pt idx="1167">
                  <c:v>189.428072810173</c:v>
                </c:pt>
                <c:pt idx="1168">
                  <c:v>189.419166207314</c:v>
                </c:pt>
                <c:pt idx="1169">
                  <c:v>189.379067420959</c:v>
                </c:pt>
                <c:pt idx="1170">
                  <c:v>189.303567767143</c:v>
                </c:pt>
                <c:pt idx="1171">
                  <c:v>189.213282465935</c:v>
                </c:pt>
                <c:pt idx="1172">
                  <c:v>189.122609615326</c:v>
                </c:pt>
                <c:pt idx="1173">
                  <c:v>189.069034218788</c:v>
                </c:pt>
                <c:pt idx="1174">
                  <c:v>189.021445035934</c:v>
                </c:pt>
                <c:pt idx="1175">
                  <c:v>188.900150179863</c:v>
                </c:pt>
                <c:pt idx="1176">
                  <c:v>188.834752082825</c:v>
                </c:pt>
                <c:pt idx="1177">
                  <c:v>188.783242225647</c:v>
                </c:pt>
                <c:pt idx="1178">
                  <c:v>188.791109681129</c:v>
                </c:pt>
                <c:pt idx="1179">
                  <c:v>188.763552427292</c:v>
                </c:pt>
                <c:pt idx="1180">
                  <c:v>188.833627104759</c:v>
                </c:pt>
                <c:pt idx="1181">
                  <c:v>188.917902827263</c:v>
                </c:pt>
                <c:pt idx="1182">
                  <c:v>189.035964667797</c:v>
                </c:pt>
                <c:pt idx="1183">
                  <c:v>189.116225421429</c:v>
                </c:pt>
                <c:pt idx="1184">
                  <c:v>189.203282654285</c:v>
                </c:pt>
                <c:pt idx="1185">
                  <c:v>189.323825538158</c:v>
                </c:pt>
                <c:pt idx="1186">
                  <c:v>189.439502060413</c:v>
                </c:pt>
                <c:pt idx="1187">
                  <c:v>189.574008524418</c:v>
                </c:pt>
                <c:pt idx="1188">
                  <c:v>189.789415180683</c:v>
                </c:pt>
                <c:pt idx="1189">
                  <c:v>190.004795372486</c:v>
                </c:pt>
                <c:pt idx="1190">
                  <c:v>190.222498059273</c:v>
                </c:pt>
                <c:pt idx="1191">
                  <c:v>190.387542724609</c:v>
                </c:pt>
                <c:pt idx="1192">
                  <c:v>190.573343575001</c:v>
                </c:pt>
                <c:pt idx="1193">
                  <c:v>190.789036631584</c:v>
                </c:pt>
                <c:pt idx="1194">
                  <c:v>190.997806966305</c:v>
                </c:pt>
                <c:pt idx="1195">
                  <c:v>191.251657366753</c:v>
                </c:pt>
                <c:pt idx="1196">
                  <c:v>191.499950766563</c:v>
                </c:pt>
                <c:pt idx="1197">
                  <c:v>191.72457420826</c:v>
                </c:pt>
                <c:pt idx="1198">
                  <c:v>191.965843141079</c:v>
                </c:pt>
                <c:pt idx="1199">
                  <c:v>192.172958552837</c:v>
                </c:pt>
                <c:pt idx="1200">
                  <c:v>192.4229195714</c:v>
                </c:pt>
                <c:pt idx="1201">
                  <c:v>192.74793535471</c:v>
                </c:pt>
                <c:pt idx="1202">
                  <c:v>193.094481647015</c:v>
                </c:pt>
                <c:pt idx="1203">
                  <c:v>193.467407643795</c:v>
                </c:pt>
                <c:pt idx="1204">
                  <c:v>193.827085196972</c:v>
                </c:pt>
                <c:pt idx="1205">
                  <c:v>194.184201300144</c:v>
                </c:pt>
                <c:pt idx="1206">
                  <c:v>194.549569368362</c:v>
                </c:pt>
                <c:pt idx="1207">
                  <c:v>194.878638744354</c:v>
                </c:pt>
                <c:pt idx="1208">
                  <c:v>195.174883127213</c:v>
                </c:pt>
                <c:pt idx="1209">
                  <c:v>195.465250253677</c:v>
                </c:pt>
                <c:pt idx="1210">
                  <c:v>195.805853366852</c:v>
                </c:pt>
                <c:pt idx="1211">
                  <c:v>196.164835810661</c:v>
                </c:pt>
                <c:pt idx="1212">
                  <c:v>196.438907980919</c:v>
                </c:pt>
                <c:pt idx="1213">
                  <c:v>196.724445104599</c:v>
                </c:pt>
                <c:pt idx="1214">
                  <c:v>197.018799424171</c:v>
                </c:pt>
                <c:pt idx="1215">
                  <c:v>197.331463754177</c:v>
                </c:pt>
                <c:pt idx="1216">
                  <c:v>197.668862998486</c:v>
                </c:pt>
                <c:pt idx="1217">
                  <c:v>198.018862724304</c:v>
                </c:pt>
                <c:pt idx="1218">
                  <c:v>198.359035372734</c:v>
                </c:pt>
                <c:pt idx="1219">
                  <c:v>198.601517558098</c:v>
                </c:pt>
                <c:pt idx="1220">
                  <c:v>198.856846868992</c:v>
                </c:pt>
                <c:pt idx="1221">
                  <c:v>199.081888973713</c:v>
                </c:pt>
                <c:pt idx="1222">
                  <c:v>199.288328170776</c:v>
                </c:pt>
                <c:pt idx="1223">
                  <c:v>199.512418329716</c:v>
                </c:pt>
                <c:pt idx="1224">
                  <c:v>199.777777969837</c:v>
                </c:pt>
                <c:pt idx="1225">
                  <c:v>200.046006858349</c:v>
                </c:pt>
                <c:pt idx="1226">
                  <c:v>200.352344274521</c:v>
                </c:pt>
                <c:pt idx="1227">
                  <c:v>200.658485889435</c:v>
                </c:pt>
                <c:pt idx="1228">
                  <c:v>200.969017326832</c:v>
                </c:pt>
                <c:pt idx="1229">
                  <c:v>201.229544341564</c:v>
                </c:pt>
                <c:pt idx="1230">
                  <c:v>201.478574335575</c:v>
                </c:pt>
                <c:pt idx="1231">
                  <c:v>201.68999683857</c:v>
                </c:pt>
                <c:pt idx="1232">
                  <c:v>201.857314109802</c:v>
                </c:pt>
                <c:pt idx="1233">
                  <c:v>201.98606544733</c:v>
                </c:pt>
                <c:pt idx="1234">
                  <c:v>202.090839803219</c:v>
                </c:pt>
                <c:pt idx="1235">
                  <c:v>202.189513027668</c:v>
                </c:pt>
                <c:pt idx="1236">
                  <c:v>202.248699307442</c:v>
                </c:pt>
                <c:pt idx="1237">
                  <c:v>202.272679269314</c:v>
                </c:pt>
                <c:pt idx="1238">
                  <c:v>202.307713091373</c:v>
                </c:pt>
                <c:pt idx="1239">
                  <c:v>202.360166251659</c:v>
                </c:pt>
                <c:pt idx="1240">
                  <c:v>202.425310432911</c:v>
                </c:pt>
                <c:pt idx="1241">
                  <c:v>202.48655384779</c:v>
                </c:pt>
                <c:pt idx="1242">
                  <c:v>202.601920306683</c:v>
                </c:pt>
                <c:pt idx="1243">
                  <c:v>202.641091823578</c:v>
                </c:pt>
                <c:pt idx="1244">
                  <c:v>202.650957465172</c:v>
                </c:pt>
                <c:pt idx="1245">
                  <c:v>202.613271355629</c:v>
                </c:pt>
                <c:pt idx="1246">
                  <c:v>202.566422581673</c:v>
                </c:pt>
                <c:pt idx="1247">
                  <c:v>202.542015910149</c:v>
                </c:pt>
                <c:pt idx="1248">
                  <c:v>202.543963074684</c:v>
                </c:pt>
                <c:pt idx="1249">
                  <c:v>202.548599481583</c:v>
                </c:pt>
                <c:pt idx="1250">
                  <c:v>202.579788208008</c:v>
                </c:pt>
                <c:pt idx="1251">
                  <c:v>202.57420372963</c:v>
                </c:pt>
                <c:pt idx="1252">
                  <c:v>202.582459509373</c:v>
                </c:pt>
                <c:pt idx="1253">
                  <c:v>202.592023909092</c:v>
                </c:pt>
                <c:pt idx="1254">
                  <c:v>202.597691595554</c:v>
                </c:pt>
                <c:pt idx="1255">
                  <c:v>202.617036581039</c:v>
                </c:pt>
                <c:pt idx="1256">
                  <c:v>202.640744030476</c:v>
                </c:pt>
                <c:pt idx="1257">
                  <c:v>202.658063948154</c:v>
                </c:pt>
                <c:pt idx="1258">
                  <c:v>202.625672519207</c:v>
                </c:pt>
                <c:pt idx="1259">
                  <c:v>202.634960114956</c:v>
                </c:pt>
                <c:pt idx="1260">
                  <c:v>202.585107386112</c:v>
                </c:pt>
                <c:pt idx="1261">
                  <c:v>202.621646106243</c:v>
                </c:pt>
                <c:pt idx="1262">
                  <c:v>202.673899173737</c:v>
                </c:pt>
                <c:pt idx="1263">
                  <c:v>202.754224181175</c:v>
                </c:pt>
                <c:pt idx="1264">
                  <c:v>202.930508136749</c:v>
                </c:pt>
                <c:pt idx="1265">
                  <c:v>203.099998116493</c:v>
                </c:pt>
                <c:pt idx="1266">
                  <c:v>203.310760438442</c:v>
                </c:pt>
                <c:pt idx="1267">
                  <c:v>203.582817912102</c:v>
                </c:pt>
                <c:pt idx="1268">
                  <c:v>203.851758420467</c:v>
                </c:pt>
                <c:pt idx="1269">
                  <c:v>204.149471461773</c:v>
                </c:pt>
                <c:pt idx="1270">
                  <c:v>204.437413692474</c:v>
                </c:pt>
                <c:pt idx="1271">
                  <c:v>204.686091780663</c:v>
                </c:pt>
                <c:pt idx="1272">
                  <c:v>204.9373036623</c:v>
                </c:pt>
                <c:pt idx="1273">
                  <c:v>205.209842085838</c:v>
                </c:pt>
                <c:pt idx="1274">
                  <c:v>205.521734952927</c:v>
                </c:pt>
                <c:pt idx="1275">
                  <c:v>205.795917093754</c:v>
                </c:pt>
                <c:pt idx="1276">
                  <c:v>206.051416695118</c:v>
                </c:pt>
                <c:pt idx="1277">
                  <c:v>206.289907574654</c:v>
                </c:pt>
                <c:pt idx="1278">
                  <c:v>206.501427173615</c:v>
                </c:pt>
                <c:pt idx="1279">
                  <c:v>206.741572260857</c:v>
                </c:pt>
                <c:pt idx="1280">
                  <c:v>206.989754676819</c:v>
                </c:pt>
                <c:pt idx="1281">
                  <c:v>207.19965159893</c:v>
                </c:pt>
                <c:pt idx="1282">
                  <c:v>207.393479287624</c:v>
                </c:pt>
                <c:pt idx="1283">
                  <c:v>207.641282618046</c:v>
                </c:pt>
                <c:pt idx="1284">
                  <c:v>207.883031904697</c:v>
                </c:pt>
                <c:pt idx="1285">
                  <c:v>208.066831588745</c:v>
                </c:pt>
                <c:pt idx="1286">
                  <c:v>208.23501688242</c:v>
                </c:pt>
                <c:pt idx="1287">
                  <c:v>208.420642912388</c:v>
                </c:pt>
                <c:pt idx="1288">
                  <c:v>208.598624646664</c:v>
                </c:pt>
                <c:pt idx="1289">
                  <c:v>208.785751104355</c:v>
                </c:pt>
                <c:pt idx="1290">
                  <c:v>209.108629763126</c:v>
                </c:pt>
                <c:pt idx="1291">
                  <c:v>209.471993863583</c:v>
                </c:pt>
                <c:pt idx="1292">
                  <c:v>209.709054589272</c:v>
                </c:pt>
                <c:pt idx="1293">
                  <c:v>210.012027919292</c:v>
                </c:pt>
                <c:pt idx="1294">
                  <c:v>210.270492613316</c:v>
                </c:pt>
                <c:pt idx="1295">
                  <c:v>210.583320319653</c:v>
                </c:pt>
                <c:pt idx="1296">
                  <c:v>210.924393236637</c:v>
                </c:pt>
                <c:pt idx="1297">
                  <c:v>211.233766853809</c:v>
                </c:pt>
                <c:pt idx="1298">
                  <c:v>211.507014870644</c:v>
                </c:pt>
                <c:pt idx="1299">
                  <c:v>211.731678664684</c:v>
                </c:pt>
                <c:pt idx="1300">
                  <c:v>211.963819086552</c:v>
                </c:pt>
                <c:pt idx="1301">
                  <c:v>212.217496812344</c:v>
                </c:pt>
                <c:pt idx="1302">
                  <c:v>212.471760034561</c:v>
                </c:pt>
                <c:pt idx="1303">
                  <c:v>212.735242068768</c:v>
                </c:pt>
                <c:pt idx="1304">
                  <c:v>212.971643388271</c:v>
                </c:pt>
                <c:pt idx="1305">
                  <c:v>213.169394135475</c:v>
                </c:pt>
                <c:pt idx="1306">
                  <c:v>213.382160723209</c:v>
                </c:pt>
                <c:pt idx="1307">
                  <c:v>213.608758091927</c:v>
                </c:pt>
                <c:pt idx="1308">
                  <c:v>213.871461868286</c:v>
                </c:pt>
                <c:pt idx="1309">
                  <c:v>214.121014177799</c:v>
                </c:pt>
                <c:pt idx="1310">
                  <c:v>214.35376560688</c:v>
                </c:pt>
                <c:pt idx="1311">
                  <c:v>214.593571007252</c:v>
                </c:pt>
                <c:pt idx="1312">
                  <c:v>214.840290784836</c:v>
                </c:pt>
                <c:pt idx="1313">
                  <c:v>215.054125785828</c:v>
                </c:pt>
                <c:pt idx="1314">
                  <c:v>215.201409459114</c:v>
                </c:pt>
                <c:pt idx="1315">
                  <c:v>215.324069142342</c:v>
                </c:pt>
                <c:pt idx="1316">
                  <c:v>215.41743272543</c:v>
                </c:pt>
                <c:pt idx="1317">
                  <c:v>215.534647583961</c:v>
                </c:pt>
                <c:pt idx="1318">
                  <c:v>215.664297223091</c:v>
                </c:pt>
                <c:pt idx="1319">
                  <c:v>215.837127923965</c:v>
                </c:pt>
                <c:pt idx="1320">
                  <c:v>216.00311166048</c:v>
                </c:pt>
                <c:pt idx="1321">
                  <c:v>216.125415682793</c:v>
                </c:pt>
                <c:pt idx="1322">
                  <c:v>216.268926262856</c:v>
                </c:pt>
                <c:pt idx="1323">
                  <c:v>216.413728237152</c:v>
                </c:pt>
                <c:pt idx="1324">
                  <c:v>216.584566712379</c:v>
                </c:pt>
                <c:pt idx="1325">
                  <c:v>216.736802339554</c:v>
                </c:pt>
                <c:pt idx="1326">
                  <c:v>216.86958193779</c:v>
                </c:pt>
                <c:pt idx="1327">
                  <c:v>216.965099871159</c:v>
                </c:pt>
                <c:pt idx="1328">
                  <c:v>217.094419896603</c:v>
                </c:pt>
                <c:pt idx="1329">
                  <c:v>217.234249472618</c:v>
                </c:pt>
                <c:pt idx="1330">
                  <c:v>217.405541300774</c:v>
                </c:pt>
                <c:pt idx="1331">
                  <c:v>217.635224819183</c:v>
                </c:pt>
                <c:pt idx="1332">
                  <c:v>217.842677474022</c:v>
                </c:pt>
                <c:pt idx="1333">
                  <c:v>217.96776342392</c:v>
                </c:pt>
                <c:pt idx="1334">
                  <c:v>218.082000911236</c:v>
                </c:pt>
                <c:pt idx="1335">
                  <c:v>218.177902460098</c:v>
                </c:pt>
                <c:pt idx="1336">
                  <c:v>218.262550055981</c:v>
                </c:pt>
                <c:pt idx="1337">
                  <c:v>218.394326865673</c:v>
                </c:pt>
                <c:pt idx="1338">
                  <c:v>218.516877770424</c:v>
                </c:pt>
                <c:pt idx="1339">
                  <c:v>218.602965176105</c:v>
                </c:pt>
                <c:pt idx="1340">
                  <c:v>218.687264859676</c:v>
                </c:pt>
                <c:pt idx="1341">
                  <c:v>218.745090544224</c:v>
                </c:pt>
                <c:pt idx="1342">
                  <c:v>218.86008888483</c:v>
                </c:pt>
                <c:pt idx="1343">
                  <c:v>218.967548668385</c:v>
                </c:pt>
                <c:pt idx="1344">
                  <c:v>219.034566700459</c:v>
                </c:pt>
                <c:pt idx="1345">
                  <c:v>219.091982185841</c:v>
                </c:pt>
                <c:pt idx="1346">
                  <c:v>219.129271507263</c:v>
                </c:pt>
                <c:pt idx="1347">
                  <c:v>219.176898062229</c:v>
                </c:pt>
                <c:pt idx="1348">
                  <c:v>219.243277013302</c:v>
                </c:pt>
                <c:pt idx="1349">
                  <c:v>219.297012805939</c:v>
                </c:pt>
                <c:pt idx="1350">
                  <c:v>219.361232101917</c:v>
                </c:pt>
                <c:pt idx="1351">
                  <c:v>219.435904085636</c:v>
                </c:pt>
                <c:pt idx="1352">
                  <c:v>219.508359968662</c:v>
                </c:pt>
                <c:pt idx="1353">
                  <c:v>219.644355416298</c:v>
                </c:pt>
                <c:pt idx="1354">
                  <c:v>219.843914449215</c:v>
                </c:pt>
                <c:pt idx="1355">
                  <c:v>220.061420679092</c:v>
                </c:pt>
                <c:pt idx="1356">
                  <c:v>220.28041768074</c:v>
                </c:pt>
                <c:pt idx="1357">
                  <c:v>220.516625642776</c:v>
                </c:pt>
                <c:pt idx="1358">
                  <c:v>220.728451728821</c:v>
                </c:pt>
                <c:pt idx="1359">
                  <c:v>220.921657085419</c:v>
                </c:pt>
                <c:pt idx="1360">
                  <c:v>221.133286774158</c:v>
                </c:pt>
                <c:pt idx="1361">
                  <c:v>221.399787843227</c:v>
                </c:pt>
                <c:pt idx="1362">
                  <c:v>221.629518091679</c:v>
                </c:pt>
                <c:pt idx="1363">
                  <c:v>221.810131847858</c:v>
                </c:pt>
                <c:pt idx="1364">
                  <c:v>222.002831459045</c:v>
                </c:pt>
                <c:pt idx="1365">
                  <c:v>222.142812371254</c:v>
                </c:pt>
                <c:pt idx="1366">
                  <c:v>222.392433047295</c:v>
                </c:pt>
                <c:pt idx="1367">
                  <c:v>222.706678211689</c:v>
                </c:pt>
                <c:pt idx="1368">
                  <c:v>223.08497595787</c:v>
                </c:pt>
                <c:pt idx="1369">
                  <c:v>223.483033418655</c:v>
                </c:pt>
                <c:pt idx="1370">
                  <c:v>223.810387849808</c:v>
                </c:pt>
                <c:pt idx="1371">
                  <c:v>224.098615765572</c:v>
                </c:pt>
                <c:pt idx="1372">
                  <c:v>224.443648517132</c:v>
                </c:pt>
                <c:pt idx="1373">
                  <c:v>224.660107433796</c:v>
                </c:pt>
                <c:pt idx="1374">
                  <c:v>224.689735293388</c:v>
                </c:pt>
                <c:pt idx="1375">
                  <c:v>224.713848888874</c:v>
                </c:pt>
                <c:pt idx="1376">
                  <c:v>224.749780535698</c:v>
                </c:pt>
                <c:pt idx="1377">
                  <c:v>224.800213634968</c:v>
                </c:pt>
                <c:pt idx="1378">
                  <c:v>224.851570606232</c:v>
                </c:pt>
                <c:pt idx="1379">
                  <c:v>224.83940410614</c:v>
                </c:pt>
                <c:pt idx="1380">
                  <c:v>224.852648019791</c:v>
                </c:pt>
                <c:pt idx="1381">
                  <c:v>224.902482151985</c:v>
                </c:pt>
                <c:pt idx="1382">
                  <c:v>225.043564558029</c:v>
                </c:pt>
                <c:pt idx="1383">
                  <c:v>225.132913887501</c:v>
                </c:pt>
                <c:pt idx="1384">
                  <c:v>225.2038372159</c:v>
                </c:pt>
                <c:pt idx="1385">
                  <c:v>225.34579616785</c:v>
                </c:pt>
                <c:pt idx="1386">
                  <c:v>225.459919393063</c:v>
                </c:pt>
                <c:pt idx="1387">
                  <c:v>225.575528800488</c:v>
                </c:pt>
                <c:pt idx="1388">
                  <c:v>225.740849077702</c:v>
                </c:pt>
                <c:pt idx="1389">
                  <c:v>225.905208110809</c:v>
                </c:pt>
                <c:pt idx="1390">
                  <c:v>226.065228760242</c:v>
                </c:pt>
                <c:pt idx="1391">
                  <c:v>226.213741481304</c:v>
                </c:pt>
                <c:pt idx="1392">
                  <c:v>226.406541407108</c:v>
                </c:pt>
                <c:pt idx="1393">
                  <c:v>226.586316645145</c:v>
                </c:pt>
                <c:pt idx="1394">
                  <c:v>226.716145694256</c:v>
                </c:pt>
                <c:pt idx="1395">
                  <c:v>226.879191398621</c:v>
                </c:pt>
                <c:pt idx="1396">
                  <c:v>227.04469025135</c:v>
                </c:pt>
                <c:pt idx="1397">
                  <c:v>227.188561677933</c:v>
                </c:pt>
                <c:pt idx="1398">
                  <c:v>227.274527907372</c:v>
                </c:pt>
                <c:pt idx="1399">
                  <c:v>227.375514864922</c:v>
                </c:pt>
                <c:pt idx="1400">
                  <c:v>227.6139113307</c:v>
                </c:pt>
                <c:pt idx="1401">
                  <c:v>227.823329389095</c:v>
                </c:pt>
                <c:pt idx="1402">
                  <c:v>227.919432878494</c:v>
                </c:pt>
                <c:pt idx="1403">
                  <c:v>227.968466103077</c:v>
                </c:pt>
                <c:pt idx="1404">
                  <c:v>228.065680086613</c:v>
                </c:pt>
                <c:pt idx="1405">
                  <c:v>228.186829090118</c:v>
                </c:pt>
                <c:pt idx="1406">
                  <c:v>228.324206292629</c:v>
                </c:pt>
                <c:pt idx="1407">
                  <c:v>228.486963450909</c:v>
                </c:pt>
                <c:pt idx="1408">
                  <c:v>228.620273172855</c:v>
                </c:pt>
                <c:pt idx="1409">
                  <c:v>228.734393000603</c:v>
                </c:pt>
                <c:pt idx="1410">
                  <c:v>228.869014143944</c:v>
                </c:pt>
                <c:pt idx="1411">
                  <c:v>229.072765529156</c:v>
                </c:pt>
                <c:pt idx="1412">
                  <c:v>229.250615119934</c:v>
                </c:pt>
                <c:pt idx="1413">
                  <c:v>229.320290207863</c:v>
                </c:pt>
                <c:pt idx="1414">
                  <c:v>229.436748445034</c:v>
                </c:pt>
                <c:pt idx="1415">
                  <c:v>229.655987977982</c:v>
                </c:pt>
                <c:pt idx="1416">
                  <c:v>229.894796848297</c:v>
                </c:pt>
                <c:pt idx="1417">
                  <c:v>230.086541891098</c:v>
                </c:pt>
                <c:pt idx="1418">
                  <c:v>230.226962387562</c:v>
                </c:pt>
                <c:pt idx="1419">
                  <c:v>230.358457922935</c:v>
                </c:pt>
                <c:pt idx="1420">
                  <c:v>230.510076880455</c:v>
                </c:pt>
                <c:pt idx="1421">
                  <c:v>230.712664067745</c:v>
                </c:pt>
                <c:pt idx="1422">
                  <c:v>230.91025853157</c:v>
                </c:pt>
                <c:pt idx="1423">
                  <c:v>231.100605607033</c:v>
                </c:pt>
                <c:pt idx="1424">
                  <c:v>231.239083766937</c:v>
                </c:pt>
                <c:pt idx="1425">
                  <c:v>231.352066338062</c:v>
                </c:pt>
                <c:pt idx="1426">
                  <c:v>231.546630978584</c:v>
                </c:pt>
                <c:pt idx="1427">
                  <c:v>231.768427193165</c:v>
                </c:pt>
                <c:pt idx="1428">
                  <c:v>232.020581364632</c:v>
                </c:pt>
                <c:pt idx="1429">
                  <c:v>232.265148282051</c:v>
                </c:pt>
                <c:pt idx="1430">
                  <c:v>232.561768889427</c:v>
                </c:pt>
                <c:pt idx="1431">
                  <c:v>232.811536610126</c:v>
                </c:pt>
                <c:pt idx="1432">
                  <c:v>233.071157872677</c:v>
                </c:pt>
                <c:pt idx="1433">
                  <c:v>233.309880197048</c:v>
                </c:pt>
                <c:pt idx="1434">
                  <c:v>233.506567835808</c:v>
                </c:pt>
                <c:pt idx="1435">
                  <c:v>233.679443836212</c:v>
                </c:pt>
                <c:pt idx="1436">
                  <c:v>233.842503428459</c:v>
                </c:pt>
                <c:pt idx="1437">
                  <c:v>234.018456697464</c:v>
                </c:pt>
                <c:pt idx="1438">
                  <c:v>234.222855985165</c:v>
                </c:pt>
                <c:pt idx="1439">
                  <c:v>234.415495216846</c:v>
                </c:pt>
                <c:pt idx="1440">
                  <c:v>234.51353430748</c:v>
                </c:pt>
                <c:pt idx="1441">
                  <c:v>234.596926987171</c:v>
                </c:pt>
                <c:pt idx="1442">
                  <c:v>234.666140794754</c:v>
                </c:pt>
                <c:pt idx="1443">
                  <c:v>234.73137652874</c:v>
                </c:pt>
                <c:pt idx="1444">
                  <c:v>234.796360731125</c:v>
                </c:pt>
                <c:pt idx="1445">
                  <c:v>234.84917986393</c:v>
                </c:pt>
                <c:pt idx="1446">
                  <c:v>234.932380318642</c:v>
                </c:pt>
                <c:pt idx="1447">
                  <c:v>234.983571887016</c:v>
                </c:pt>
                <c:pt idx="1448">
                  <c:v>235.099264681339</c:v>
                </c:pt>
                <c:pt idx="1449">
                  <c:v>235.186361014843</c:v>
                </c:pt>
                <c:pt idx="1450">
                  <c:v>235.339781761169</c:v>
                </c:pt>
                <c:pt idx="1451">
                  <c:v>235.490614950657</c:v>
                </c:pt>
                <c:pt idx="1452">
                  <c:v>235.660822808743</c:v>
                </c:pt>
                <c:pt idx="1453">
                  <c:v>235.851762056351</c:v>
                </c:pt>
                <c:pt idx="1454">
                  <c:v>236.067018508911</c:v>
                </c:pt>
                <c:pt idx="1455">
                  <c:v>236.273745298386</c:v>
                </c:pt>
                <c:pt idx="1456">
                  <c:v>236.429575026035</c:v>
                </c:pt>
                <c:pt idx="1457">
                  <c:v>236.533321559429</c:v>
                </c:pt>
                <c:pt idx="1458">
                  <c:v>236.639334738255</c:v>
                </c:pt>
                <c:pt idx="1459">
                  <c:v>236.728761911392</c:v>
                </c:pt>
                <c:pt idx="1460">
                  <c:v>236.797049880028</c:v>
                </c:pt>
                <c:pt idx="1461">
                  <c:v>236.966449260712</c:v>
                </c:pt>
                <c:pt idx="1462">
                  <c:v>237.11543816328</c:v>
                </c:pt>
                <c:pt idx="1463">
                  <c:v>237.3038367033</c:v>
                </c:pt>
                <c:pt idx="1464">
                  <c:v>237.525693774223</c:v>
                </c:pt>
                <c:pt idx="1465">
                  <c:v>237.786276578903</c:v>
                </c:pt>
                <c:pt idx="1466">
                  <c:v>238.059229254723</c:v>
                </c:pt>
                <c:pt idx="1467">
                  <c:v>238.248994708061</c:v>
                </c:pt>
                <c:pt idx="1468">
                  <c:v>238.415014088154</c:v>
                </c:pt>
                <c:pt idx="1469">
                  <c:v>238.603879630566</c:v>
                </c:pt>
                <c:pt idx="1470">
                  <c:v>238.734686255455</c:v>
                </c:pt>
                <c:pt idx="1471">
                  <c:v>238.825438380241</c:v>
                </c:pt>
                <c:pt idx="1472">
                  <c:v>238.88813573122</c:v>
                </c:pt>
                <c:pt idx="1473">
                  <c:v>239.003650903702</c:v>
                </c:pt>
                <c:pt idx="1474">
                  <c:v>239.19608938694</c:v>
                </c:pt>
                <c:pt idx="1475">
                  <c:v>239.389687776566</c:v>
                </c:pt>
                <c:pt idx="1476">
                  <c:v>239.578722238541</c:v>
                </c:pt>
                <c:pt idx="1477">
                  <c:v>239.812954246998</c:v>
                </c:pt>
                <c:pt idx="1478">
                  <c:v>240.067453324795</c:v>
                </c:pt>
                <c:pt idx="1479">
                  <c:v>240.319514811039</c:v>
                </c:pt>
                <c:pt idx="1480">
                  <c:v>240.569212675095</c:v>
                </c:pt>
                <c:pt idx="1481">
                  <c:v>240.805188059807</c:v>
                </c:pt>
                <c:pt idx="1482">
                  <c:v>241.059107422829</c:v>
                </c:pt>
                <c:pt idx="1483">
                  <c:v>241.305875897408</c:v>
                </c:pt>
                <c:pt idx="1484">
                  <c:v>241.515833318233</c:v>
                </c:pt>
                <c:pt idx="1485">
                  <c:v>241.727035403252</c:v>
                </c:pt>
                <c:pt idx="1486">
                  <c:v>241.997860789299</c:v>
                </c:pt>
                <c:pt idx="1487">
                  <c:v>242.215948045254</c:v>
                </c:pt>
                <c:pt idx="1488">
                  <c:v>242.35234695673</c:v>
                </c:pt>
                <c:pt idx="1489">
                  <c:v>242.542629599571</c:v>
                </c:pt>
                <c:pt idx="1490">
                  <c:v>242.676319003105</c:v>
                </c:pt>
                <c:pt idx="1491">
                  <c:v>242.813127458096</c:v>
                </c:pt>
                <c:pt idx="1492">
                  <c:v>242.920575916767</c:v>
                </c:pt>
                <c:pt idx="1493">
                  <c:v>243.045677244663</c:v>
                </c:pt>
                <c:pt idx="1494">
                  <c:v>243.159494459629</c:v>
                </c:pt>
                <c:pt idx="1495">
                  <c:v>243.243495166302</c:v>
                </c:pt>
                <c:pt idx="1496">
                  <c:v>243.265981733799</c:v>
                </c:pt>
                <c:pt idx="1497">
                  <c:v>243.24542671442</c:v>
                </c:pt>
                <c:pt idx="1498">
                  <c:v>243.170334637165</c:v>
                </c:pt>
                <c:pt idx="1499">
                  <c:v>243.078416645527</c:v>
                </c:pt>
                <c:pt idx="1500">
                  <c:v>243.005418360233</c:v>
                </c:pt>
                <c:pt idx="1501">
                  <c:v>242.981909453869</c:v>
                </c:pt>
                <c:pt idx="1502">
                  <c:v>242.898319780827</c:v>
                </c:pt>
                <c:pt idx="1503">
                  <c:v>242.830043971539</c:v>
                </c:pt>
                <c:pt idx="1504">
                  <c:v>242.745797932148</c:v>
                </c:pt>
                <c:pt idx="1505">
                  <c:v>242.647756278515</c:v>
                </c:pt>
                <c:pt idx="1506">
                  <c:v>242.534881651402</c:v>
                </c:pt>
                <c:pt idx="1507">
                  <c:v>242.43109446764</c:v>
                </c:pt>
                <c:pt idx="1508">
                  <c:v>242.391155064106</c:v>
                </c:pt>
                <c:pt idx="1509">
                  <c:v>242.349909961224</c:v>
                </c:pt>
                <c:pt idx="1510">
                  <c:v>242.296540081501</c:v>
                </c:pt>
                <c:pt idx="1511">
                  <c:v>242.179019033909</c:v>
                </c:pt>
                <c:pt idx="1512">
                  <c:v>242.173881947994</c:v>
                </c:pt>
                <c:pt idx="1513">
                  <c:v>242.207646906376</c:v>
                </c:pt>
                <c:pt idx="1514">
                  <c:v>242.330789506435</c:v>
                </c:pt>
                <c:pt idx="1515">
                  <c:v>242.440965414047</c:v>
                </c:pt>
                <c:pt idx="1516">
                  <c:v>242.622839808464</c:v>
                </c:pt>
                <c:pt idx="1517">
                  <c:v>242.650420546532</c:v>
                </c:pt>
                <c:pt idx="1518">
                  <c:v>242.801088035107</c:v>
                </c:pt>
                <c:pt idx="1519">
                  <c:v>242.990300178528</c:v>
                </c:pt>
                <c:pt idx="1520">
                  <c:v>243.181153893471</c:v>
                </c:pt>
                <c:pt idx="1521">
                  <c:v>243.390123844147</c:v>
                </c:pt>
                <c:pt idx="1522">
                  <c:v>243.533103585243</c:v>
                </c:pt>
                <c:pt idx="1523">
                  <c:v>243.705021500587</c:v>
                </c:pt>
                <c:pt idx="1524">
                  <c:v>243.89648103714</c:v>
                </c:pt>
                <c:pt idx="1525">
                  <c:v>244.177008986473</c:v>
                </c:pt>
                <c:pt idx="1526">
                  <c:v>244.443758428097</c:v>
                </c:pt>
                <c:pt idx="1527">
                  <c:v>244.712248086929</c:v>
                </c:pt>
                <c:pt idx="1528">
                  <c:v>244.855855226517</c:v>
                </c:pt>
                <c:pt idx="1529">
                  <c:v>244.991716563702</c:v>
                </c:pt>
                <c:pt idx="1530">
                  <c:v>245.208836853504</c:v>
                </c:pt>
                <c:pt idx="1531">
                  <c:v>245.494802772999</c:v>
                </c:pt>
                <c:pt idx="1532">
                  <c:v>245.682924687862</c:v>
                </c:pt>
                <c:pt idx="1533">
                  <c:v>245.858868658543</c:v>
                </c:pt>
                <c:pt idx="1534">
                  <c:v>246.023622334003</c:v>
                </c:pt>
                <c:pt idx="1535">
                  <c:v>246.109519422054</c:v>
                </c:pt>
                <c:pt idx="1536">
                  <c:v>246.187065422535</c:v>
                </c:pt>
                <c:pt idx="1537">
                  <c:v>246.251459062099</c:v>
                </c:pt>
                <c:pt idx="1538">
                  <c:v>246.376304686069</c:v>
                </c:pt>
                <c:pt idx="1539">
                  <c:v>246.590510725975</c:v>
                </c:pt>
                <c:pt idx="1540">
                  <c:v>246.800057351589</c:v>
                </c:pt>
                <c:pt idx="1541">
                  <c:v>247.003989517689</c:v>
                </c:pt>
                <c:pt idx="1542">
                  <c:v>247.086693525314</c:v>
                </c:pt>
                <c:pt idx="1543">
                  <c:v>247.143570482731</c:v>
                </c:pt>
                <c:pt idx="1544">
                  <c:v>247.199097573757</c:v>
                </c:pt>
                <c:pt idx="1545">
                  <c:v>247.26546806097</c:v>
                </c:pt>
                <c:pt idx="1546">
                  <c:v>247.301547348499</c:v>
                </c:pt>
                <c:pt idx="1547">
                  <c:v>247.324513614178</c:v>
                </c:pt>
                <c:pt idx="1548">
                  <c:v>247.365792036057</c:v>
                </c:pt>
                <c:pt idx="1549">
                  <c:v>247.380304336548</c:v>
                </c:pt>
                <c:pt idx="1550">
                  <c:v>247.331656932831</c:v>
                </c:pt>
                <c:pt idx="1551">
                  <c:v>247.263560533524</c:v>
                </c:pt>
                <c:pt idx="1552">
                  <c:v>247.20919239521</c:v>
                </c:pt>
                <c:pt idx="1553">
                  <c:v>247.173150897026</c:v>
                </c:pt>
                <c:pt idx="1554">
                  <c:v>247.107013583183</c:v>
                </c:pt>
                <c:pt idx="1555">
                  <c:v>247.110703885555</c:v>
                </c:pt>
                <c:pt idx="1556">
                  <c:v>247.110143601894</c:v>
                </c:pt>
                <c:pt idx="1557">
                  <c:v>247.189284265041</c:v>
                </c:pt>
                <c:pt idx="1558">
                  <c:v>247.30064278841</c:v>
                </c:pt>
                <c:pt idx="1559">
                  <c:v>247.34112238884</c:v>
                </c:pt>
                <c:pt idx="1560">
                  <c:v>247.433530986309</c:v>
                </c:pt>
                <c:pt idx="1561">
                  <c:v>247.54560738802</c:v>
                </c:pt>
                <c:pt idx="1562">
                  <c:v>247.729509174824</c:v>
                </c:pt>
                <c:pt idx="1563">
                  <c:v>248.002284646034</c:v>
                </c:pt>
                <c:pt idx="1564">
                  <c:v>248.310293972492</c:v>
                </c:pt>
                <c:pt idx="1565">
                  <c:v>248.588562071323</c:v>
                </c:pt>
                <c:pt idx="1566">
                  <c:v>248.886362433434</c:v>
                </c:pt>
                <c:pt idx="1567">
                  <c:v>249.152394413948</c:v>
                </c:pt>
                <c:pt idx="1568">
                  <c:v>249.382345795631</c:v>
                </c:pt>
                <c:pt idx="1569">
                  <c:v>249.622790932655</c:v>
                </c:pt>
                <c:pt idx="1570">
                  <c:v>249.936142086983</c:v>
                </c:pt>
                <c:pt idx="1571">
                  <c:v>250.230846703053</c:v>
                </c:pt>
                <c:pt idx="1572">
                  <c:v>250.498362481594</c:v>
                </c:pt>
                <c:pt idx="1573">
                  <c:v>250.673235356808</c:v>
                </c:pt>
                <c:pt idx="1574">
                  <c:v>250.857123553753</c:v>
                </c:pt>
                <c:pt idx="1575">
                  <c:v>251.050545454025</c:v>
                </c:pt>
                <c:pt idx="1576">
                  <c:v>251.381853163242</c:v>
                </c:pt>
                <c:pt idx="1577">
                  <c:v>251.777616679668</c:v>
                </c:pt>
                <c:pt idx="1578">
                  <c:v>252.167095124722</c:v>
                </c:pt>
                <c:pt idx="1579">
                  <c:v>252.581862866879</c:v>
                </c:pt>
                <c:pt idx="1580">
                  <c:v>252.966514527798</c:v>
                </c:pt>
                <c:pt idx="1581">
                  <c:v>253.370066344738</c:v>
                </c:pt>
                <c:pt idx="1582">
                  <c:v>253.710384190083</c:v>
                </c:pt>
                <c:pt idx="1583">
                  <c:v>254.021202623844</c:v>
                </c:pt>
                <c:pt idx="1584">
                  <c:v>254.341631233692</c:v>
                </c:pt>
                <c:pt idx="1585">
                  <c:v>254.70445138216</c:v>
                </c:pt>
                <c:pt idx="1586">
                  <c:v>255.048561155796</c:v>
                </c:pt>
                <c:pt idx="1587">
                  <c:v>255.428509175777</c:v>
                </c:pt>
                <c:pt idx="1588">
                  <c:v>255.752478778362</c:v>
                </c:pt>
                <c:pt idx="1589">
                  <c:v>256.04159361124</c:v>
                </c:pt>
                <c:pt idx="1590">
                  <c:v>256.271574795246</c:v>
                </c:pt>
                <c:pt idx="1591">
                  <c:v>256.365731596947</c:v>
                </c:pt>
                <c:pt idx="1592">
                  <c:v>256.336304545403</c:v>
                </c:pt>
                <c:pt idx="1593">
                  <c:v>256.234998583794</c:v>
                </c:pt>
                <c:pt idx="1594">
                  <c:v>256.10661649704</c:v>
                </c:pt>
                <c:pt idx="1595">
                  <c:v>256.048061728477</c:v>
                </c:pt>
                <c:pt idx="1596">
                  <c:v>256.052520155907</c:v>
                </c:pt>
                <c:pt idx="1597">
                  <c:v>255.990744590759</c:v>
                </c:pt>
                <c:pt idx="1598">
                  <c:v>255.926742553711</c:v>
                </c:pt>
                <c:pt idx="1599">
                  <c:v>255.915997028351</c:v>
                </c:pt>
                <c:pt idx="1600">
                  <c:v>255.980944633484</c:v>
                </c:pt>
                <c:pt idx="1601">
                  <c:v>256.078260600567</c:v>
                </c:pt>
                <c:pt idx="1602">
                  <c:v>256.13575732708</c:v>
                </c:pt>
                <c:pt idx="1603">
                  <c:v>256.183801352978</c:v>
                </c:pt>
                <c:pt idx="1604">
                  <c:v>256.264186263084</c:v>
                </c:pt>
                <c:pt idx="1605">
                  <c:v>256.364883720875</c:v>
                </c:pt>
                <c:pt idx="1606">
                  <c:v>256.417310416698</c:v>
                </c:pt>
                <c:pt idx="1607">
                  <c:v>256.494727313519</c:v>
                </c:pt>
                <c:pt idx="1608">
                  <c:v>256.589026510715</c:v>
                </c:pt>
                <c:pt idx="1609">
                  <c:v>256.712515950203</c:v>
                </c:pt>
                <c:pt idx="1610">
                  <c:v>256.877049207687</c:v>
                </c:pt>
                <c:pt idx="1611">
                  <c:v>256.955393791199</c:v>
                </c:pt>
                <c:pt idx="1612">
                  <c:v>257.050397574902</c:v>
                </c:pt>
                <c:pt idx="1613">
                  <c:v>257.146298766136</c:v>
                </c:pt>
                <c:pt idx="1614">
                  <c:v>257.191791236401</c:v>
                </c:pt>
                <c:pt idx="1615">
                  <c:v>257.29190403223</c:v>
                </c:pt>
                <c:pt idx="1616">
                  <c:v>257.372088491917</c:v>
                </c:pt>
                <c:pt idx="1617">
                  <c:v>257.592678725719</c:v>
                </c:pt>
                <c:pt idx="1618">
                  <c:v>257.850601136684</c:v>
                </c:pt>
                <c:pt idx="1619">
                  <c:v>258.035006701946</c:v>
                </c:pt>
                <c:pt idx="1620">
                  <c:v>258.185460984707</c:v>
                </c:pt>
                <c:pt idx="1621">
                  <c:v>258.315555870533</c:v>
                </c:pt>
                <c:pt idx="1622">
                  <c:v>258.445472121239</c:v>
                </c:pt>
                <c:pt idx="1623">
                  <c:v>258.619166314602</c:v>
                </c:pt>
                <c:pt idx="1624">
                  <c:v>258.745314002037</c:v>
                </c:pt>
                <c:pt idx="1625">
                  <c:v>258.868899643421</c:v>
                </c:pt>
                <c:pt idx="1626">
                  <c:v>258.9866553545</c:v>
                </c:pt>
                <c:pt idx="1627">
                  <c:v>259.070417881012</c:v>
                </c:pt>
                <c:pt idx="1628">
                  <c:v>259.079770982265</c:v>
                </c:pt>
                <c:pt idx="1629">
                  <c:v>259.088014483452</c:v>
                </c:pt>
                <c:pt idx="1630">
                  <c:v>259.080820679665</c:v>
                </c:pt>
                <c:pt idx="1631">
                  <c:v>259.088786900043</c:v>
                </c:pt>
                <c:pt idx="1632">
                  <c:v>259.061516463757</c:v>
                </c:pt>
                <c:pt idx="1633">
                  <c:v>259.026390254498</c:v>
                </c:pt>
                <c:pt idx="1634">
                  <c:v>259.061512887478</c:v>
                </c:pt>
                <c:pt idx="1635">
                  <c:v>259.089569211006</c:v>
                </c:pt>
                <c:pt idx="1636">
                  <c:v>259.094463825226</c:v>
                </c:pt>
                <c:pt idx="1637">
                  <c:v>259.038969039917</c:v>
                </c:pt>
                <c:pt idx="1638">
                  <c:v>258.998516201973</c:v>
                </c:pt>
                <c:pt idx="1639">
                  <c:v>258.961058735847</c:v>
                </c:pt>
                <c:pt idx="1640">
                  <c:v>258.915101885796</c:v>
                </c:pt>
                <c:pt idx="1641">
                  <c:v>258.880312919617</c:v>
                </c:pt>
                <c:pt idx="1642">
                  <c:v>258.896258473396</c:v>
                </c:pt>
                <c:pt idx="1643">
                  <c:v>258.912067711353</c:v>
                </c:pt>
                <c:pt idx="1644">
                  <c:v>258.955090105534</c:v>
                </c:pt>
                <c:pt idx="1645">
                  <c:v>258.977146565914</c:v>
                </c:pt>
                <c:pt idx="1646">
                  <c:v>259.020906209946</c:v>
                </c:pt>
                <c:pt idx="1647">
                  <c:v>259.107019603252</c:v>
                </c:pt>
                <c:pt idx="1648">
                  <c:v>259.183454155922</c:v>
                </c:pt>
                <c:pt idx="1649">
                  <c:v>259.324294567108</c:v>
                </c:pt>
                <c:pt idx="1650">
                  <c:v>259.405466556549</c:v>
                </c:pt>
                <c:pt idx="1651">
                  <c:v>259.555485725403</c:v>
                </c:pt>
                <c:pt idx="1652">
                  <c:v>259.81926035881</c:v>
                </c:pt>
                <c:pt idx="1653">
                  <c:v>260.052082538605</c:v>
                </c:pt>
                <c:pt idx="1654">
                  <c:v>260.275350630283</c:v>
                </c:pt>
                <c:pt idx="1655">
                  <c:v>260.484080314636</c:v>
                </c:pt>
                <c:pt idx="1656">
                  <c:v>260.618192672729</c:v>
                </c:pt>
                <c:pt idx="1657">
                  <c:v>260.722964286804</c:v>
                </c:pt>
                <c:pt idx="1658">
                  <c:v>260.832798421383</c:v>
                </c:pt>
                <c:pt idx="1659">
                  <c:v>260.914566755295</c:v>
                </c:pt>
                <c:pt idx="1660">
                  <c:v>260.980064928532</c:v>
                </c:pt>
                <c:pt idx="1661">
                  <c:v>260.983718395233</c:v>
                </c:pt>
                <c:pt idx="1662">
                  <c:v>261.03653550148</c:v>
                </c:pt>
                <c:pt idx="1663">
                  <c:v>261.161110043526</c:v>
                </c:pt>
                <c:pt idx="1664">
                  <c:v>261.307236254215</c:v>
                </c:pt>
                <c:pt idx="1665">
                  <c:v>261.404098331928</c:v>
                </c:pt>
                <c:pt idx="1666">
                  <c:v>261.486984193325</c:v>
                </c:pt>
                <c:pt idx="1667">
                  <c:v>261.572147905827</c:v>
                </c:pt>
                <c:pt idx="1668">
                  <c:v>261.706618964672</c:v>
                </c:pt>
                <c:pt idx="1669">
                  <c:v>261.867903232574</c:v>
                </c:pt>
                <c:pt idx="1670">
                  <c:v>262.05753749609</c:v>
                </c:pt>
                <c:pt idx="1671">
                  <c:v>262.252219557762</c:v>
                </c:pt>
                <c:pt idx="1672">
                  <c:v>262.439725339413</c:v>
                </c:pt>
                <c:pt idx="1673">
                  <c:v>262.546724140644</c:v>
                </c:pt>
                <c:pt idx="1674">
                  <c:v>262.614080965519</c:v>
                </c:pt>
                <c:pt idx="1675">
                  <c:v>262.651397228241</c:v>
                </c:pt>
                <c:pt idx="1676">
                  <c:v>262.725992679596</c:v>
                </c:pt>
                <c:pt idx="1677">
                  <c:v>262.858450889587</c:v>
                </c:pt>
                <c:pt idx="1678">
                  <c:v>262.928239047527</c:v>
                </c:pt>
                <c:pt idx="1679">
                  <c:v>262.927842319012</c:v>
                </c:pt>
                <c:pt idx="1680">
                  <c:v>262.946088850498</c:v>
                </c:pt>
                <c:pt idx="1681">
                  <c:v>262.985652446747</c:v>
                </c:pt>
                <c:pt idx="1682">
                  <c:v>263.036224961281</c:v>
                </c:pt>
                <c:pt idx="1683">
                  <c:v>263.070878267288</c:v>
                </c:pt>
                <c:pt idx="1684">
                  <c:v>263.089734494686</c:v>
                </c:pt>
                <c:pt idx="1685">
                  <c:v>263.145907342434</c:v>
                </c:pt>
                <c:pt idx="1686">
                  <c:v>263.239751815796</c:v>
                </c:pt>
                <c:pt idx="1687">
                  <c:v>263.36867672205</c:v>
                </c:pt>
                <c:pt idx="1688">
                  <c:v>263.540669500828</c:v>
                </c:pt>
                <c:pt idx="1689">
                  <c:v>263.699129462242</c:v>
                </c:pt>
                <c:pt idx="1690">
                  <c:v>263.98799598217</c:v>
                </c:pt>
                <c:pt idx="1691">
                  <c:v>264.32951259613</c:v>
                </c:pt>
                <c:pt idx="1692">
                  <c:v>264.60337972641</c:v>
                </c:pt>
                <c:pt idx="1693">
                  <c:v>264.858578801155</c:v>
                </c:pt>
                <c:pt idx="1694">
                  <c:v>265.062342643738</c:v>
                </c:pt>
                <c:pt idx="1695">
                  <c:v>265.092939794064</c:v>
                </c:pt>
                <c:pt idx="1696">
                  <c:v>265.043592274189</c:v>
                </c:pt>
                <c:pt idx="1697">
                  <c:v>265.113011538982</c:v>
                </c:pt>
                <c:pt idx="1698">
                  <c:v>265.209407925606</c:v>
                </c:pt>
                <c:pt idx="1699">
                  <c:v>265.33173930645</c:v>
                </c:pt>
                <c:pt idx="1700">
                  <c:v>265.547614455223</c:v>
                </c:pt>
                <c:pt idx="1701">
                  <c:v>265.811925888062</c:v>
                </c:pt>
                <c:pt idx="1702">
                  <c:v>266.035285353661</c:v>
                </c:pt>
                <c:pt idx="1703">
                  <c:v>266.265546679497</c:v>
                </c:pt>
                <c:pt idx="1704">
                  <c:v>266.483471751213</c:v>
                </c:pt>
                <c:pt idx="1705">
                  <c:v>266.609001517296</c:v>
                </c:pt>
                <c:pt idx="1706">
                  <c:v>266.599957466125</c:v>
                </c:pt>
                <c:pt idx="1707">
                  <c:v>266.602252185345</c:v>
                </c:pt>
                <c:pt idx="1708">
                  <c:v>266.643837511539</c:v>
                </c:pt>
                <c:pt idx="1709">
                  <c:v>266.760034561157</c:v>
                </c:pt>
                <c:pt idx="1710">
                  <c:v>266.875003099442</c:v>
                </c:pt>
                <c:pt idx="1711">
                  <c:v>267.031107068062</c:v>
                </c:pt>
                <c:pt idx="1712">
                  <c:v>267.1332051754</c:v>
                </c:pt>
                <c:pt idx="1713">
                  <c:v>267.197743535042</c:v>
                </c:pt>
                <c:pt idx="1714">
                  <c:v>267.326356709003</c:v>
                </c:pt>
                <c:pt idx="1715">
                  <c:v>267.509725034237</c:v>
                </c:pt>
                <c:pt idx="1716">
                  <c:v>267.611224591732</c:v>
                </c:pt>
                <c:pt idx="1717">
                  <c:v>267.434741795063</c:v>
                </c:pt>
                <c:pt idx="1718">
                  <c:v>267.264733016491</c:v>
                </c:pt>
                <c:pt idx="1719">
                  <c:v>267.110576093197</c:v>
                </c:pt>
                <c:pt idx="1720">
                  <c:v>267.106258928776</c:v>
                </c:pt>
                <c:pt idx="1721">
                  <c:v>267.117260396481</c:v>
                </c:pt>
                <c:pt idx="1722">
                  <c:v>267.149012506008</c:v>
                </c:pt>
                <c:pt idx="1723">
                  <c:v>267.215371191502</c:v>
                </c:pt>
                <c:pt idx="1724">
                  <c:v>267.206898391247</c:v>
                </c:pt>
                <c:pt idx="1725">
                  <c:v>267.377603948116</c:v>
                </c:pt>
                <c:pt idx="1726">
                  <c:v>267.959373831749</c:v>
                </c:pt>
                <c:pt idx="1727">
                  <c:v>268.65416097641</c:v>
                </c:pt>
                <c:pt idx="1728">
                  <c:v>269.464428663254</c:v>
                </c:pt>
                <c:pt idx="1729">
                  <c:v>270.203255295753</c:v>
                </c:pt>
                <c:pt idx="1730">
                  <c:v>270.861542999744</c:v>
                </c:pt>
                <c:pt idx="1731">
                  <c:v>271.498414337635</c:v>
                </c:pt>
                <c:pt idx="1732">
                  <c:v>272.093589663506</c:v>
                </c:pt>
                <c:pt idx="1733">
                  <c:v>272.66724306345</c:v>
                </c:pt>
                <c:pt idx="1734">
                  <c:v>273.047125518322</c:v>
                </c:pt>
                <c:pt idx="1735">
                  <c:v>273.262967884541</c:v>
                </c:pt>
                <c:pt idx="1736">
                  <c:v>273.430162489414</c:v>
                </c:pt>
                <c:pt idx="1737">
                  <c:v>273.825376689434</c:v>
                </c:pt>
                <c:pt idx="1738">
                  <c:v>274.2325771451</c:v>
                </c:pt>
                <c:pt idx="1739">
                  <c:v>274.591355025768</c:v>
                </c:pt>
                <c:pt idx="1740">
                  <c:v>275.003600180149</c:v>
                </c:pt>
                <c:pt idx="1741">
                  <c:v>275.439664542675</c:v>
                </c:pt>
                <c:pt idx="1742">
                  <c:v>275.84691208601</c:v>
                </c:pt>
                <c:pt idx="1743">
                  <c:v>276.193452477455</c:v>
                </c:pt>
                <c:pt idx="1744">
                  <c:v>276.554308414459</c:v>
                </c:pt>
                <c:pt idx="1745">
                  <c:v>276.901620984077</c:v>
                </c:pt>
                <c:pt idx="1746">
                  <c:v>277.198017477989</c:v>
                </c:pt>
                <c:pt idx="1747">
                  <c:v>277.458066701889</c:v>
                </c:pt>
                <c:pt idx="1748">
                  <c:v>277.659997284412</c:v>
                </c:pt>
                <c:pt idx="1749">
                  <c:v>277.892124354839</c:v>
                </c:pt>
                <c:pt idx="1750">
                  <c:v>278.160527169704</c:v>
                </c:pt>
                <c:pt idx="1751">
                  <c:v>278.438972175121</c:v>
                </c:pt>
                <c:pt idx="1752">
                  <c:v>278.701390683651</c:v>
                </c:pt>
                <c:pt idx="1753">
                  <c:v>278.968036353588</c:v>
                </c:pt>
                <c:pt idx="1754">
                  <c:v>279.284988105297</c:v>
                </c:pt>
                <c:pt idx="1755">
                  <c:v>279.488605558872</c:v>
                </c:pt>
                <c:pt idx="1756">
                  <c:v>279.663730323315</c:v>
                </c:pt>
                <c:pt idx="1757">
                  <c:v>279.79380351305</c:v>
                </c:pt>
                <c:pt idx="1758">
                  <c:v>279.921090185642</c:v>
                </c:pt>
                <c:pt idx="1759">
                  <c:v>280.144079148769</c:v>
                </c:pt>
                <c:pt idx="1760">
                  <c:v>280.374845445156</c:v>
                </c:pt>
                <c:pt idx="1761">
                  <c:v>280.600299656391</c:v>
                </c:pt>
                <c:pt idx="1762">
                  <c:v>280.818934321404</c:v>
                </c:pt>
                <c:pt idx="1763">
                  <c:v>281.016892373562</c:v>
                </c:pt>
                <c:pt idx="1764">
                  <c:v>281.248856067657</c:v>
                </c:pt>
                <c:pt idx="1765">
                  <c:v>281.514854252338</c:v>
                </c:pt>
                <c:pt idx="1766">
                  <c:v>281.769458889961</c:v>
                </c:pt>
                <c:pt idx="1767">
                  <c:v>281.990737736225</c:v>
                </c:pt>
                <c:pt idx="1768">
                  <c:v>282.232045590878</c:v>
                </c:pt>
                <c:pt idx="1769">
                  <c:v>282.730058193207</c:v>
                </c:pt>
                <c:pt idx="1770">
                  <c:v>283.022427022457</c:v>
                </c:pt>
                <c:pt idx="1771">
                  <c:v>283.297868192196</c:v>
                </c:pt>
                <c:pt idx="1772">
                  <c:v>283.631003797054</c:v>
                </c:pt>
                <c:pt idx="1773">
                  <c:v>283.91189044714</c:v>
                </c:pt>
                <c:pt idx="1774">
                  <c:v>284.090445995331</c:v>
                </c:pt>
                <c:pt idx="1775">
                  <c:v>284.181265830994</c:v>
                </c:pt>
                <c:pt idx="1776">
                  <c:v>284.249482095242</c:v>
                </c:pt>
                <c:pt idx="1777">
                  <c:v>284.314972281456</c:v>
                </c:pt>
                <c:pt idx="1778">
                  <c:v>284.276045799255</c:v>
                </c:pt>
                <c:pt idx="1779">
                  <c:v>284.293316602707</c:v>
                </c:pt>
                <c:pt idx="1780">
                  <c:v>284.273649215698</c:v>
                </c:pt>
                <c:pt idx="1781">
                  <c:v>284.19589471817</c:v>
                </c:pt>
                <c:pt idx="1782">
                  <c:v>284.135328531265</c:v>
                </c:pt>
                <c:pt idx="1783">
                  <c:v>284.040800213814</c:v>
                </c:pt>
                <c:pt idx="1784">
                  <c:v>284.000158429146</c:v>
                </c:pt>
                <c:pt idx="1785">
                  <c:v>284.010769069195</c:v>
                </c:pt>
                <c:pt idx="1786">
                  <c:v>284.039406180382</c:v>
                </c:pt>
                <c:pt idx="1787">
                  <c:v>284.10099452734</c:v>
                </c:pt>
                <c:pt idx="1788">
                  <c:v>284.14168035984</c:v>
                </c:pt>
                <c:pt idx="1789">
                  <c:v>284.219942927361</c:v>
                </c:pt>
                <c:pt idx="1790">
                  <c:v>284.300570845604</c:v>
                </c:pt>
                <c:pt idx="1791">
                  <c:v>284.339541971684</c:v>
                </c:pt>
                <c:pt idx="1792">
                  <c:v>284.441758692265</c:v>
                </c:pt>
                <c:pt idx="1793">
                  <c:v>284.541659653187</c:v>
                </c:pt>
                <c:pt idx="1794">
                  <c:v>284.613485276699</c:v>
                </c:pt>
                <c:pt idx="1795">
                  <c:v>284.612946808338</c:v>
                </c:pt>
                <c:pt idx="1796">
                  <c:v>284.701860845089</c:v>
                </c:pt>
                <c:pt idx="1797">
                  <c:v>284.804617226124</c:v>
                </c:pt>
                <c:pt idx="1798">
                  <c:v>284.827919721603</c:v>
                </c:pt>
                <c:pt idx="1799">
                  <c:v>284.88124102354</c:v>
                </c:pt>
                <c:pt idx="1800">
                  <c:v>284.972039461136</c:v>
                </c:pt>
                <c:pt idx="1801">
                  <c:v>285.133569478989</c:v>
                </c:pt>
                <c:pt idx="1802">
                  <c:v>285.29970151186</c:v>
                </c:pt>
                <c:pt idx="1803">
                  <c:v>285.674117147923</c:v>
                </c:pt>
                <c:pt idx="1804">
                  <c:v>285.802758216858</c:v>
                </c:pt>
                <c:pt idx="1805">
                  <c:v>285.893598556519</c:v>
                </c:pt>
                <c:pt idx="1806">
                  <c:v>285.966834187508</c:v>
                </c:pt>
                <c:pt idx="1807">
                  <c:v>286.126450777054</c:v>
                </c:pt>
                <c:pt idx="1808">
                  <c:v>286.302059948444</c:v>
                </c:pt>
                <c:pt idx="1809">
                  <c:v>286.492034852505</c:v>
                </c:pt>
                <c:pt idx="1810">
                  <c:v>286.625326573849</c:v>
                </c:pt>
                <c:pt idx="1811">
                  <c:v>286.795337498188</c:v>
                </c:pt>
                <c:pt idx="1812">
                  <c:v>286.979589700699</c:v>
                </c:pt>
                <c:pt idx="1813">
                  <c:v>287.168574810028</c:v>
                </c:pt>
                <c:pt idx="1814">
                  <c:v>287.310927152634</c:v>
                </c:pt>
                <c:pt idx="1815">
                  <c:v>287.402851939201</c:v>
                </c:pt>
                <c:pt idx="1816">
                  <c:v>287.398974299431</c:v>
                </c:pt>
                <c:pt idx="1817">
                  <c:v>287.44785964489</c:v>
                </c:pt>
                <c:pt idx="1818">
                  <c:v>287.534986793995</c:v>
                </c:pt>
                <c:pt idx="1819">
                  <c:v>287.582625329494</c:v>
                </c:pt>
                <c:pt idx="1820">
                  <c:v>287.619797885418</c:v>
                </c:pt>
                <c:pt idx="1821">
                  <c:v>287.637488186359</c:v>
                </c:pt>
                <c:pt idx="1822">
                  <c:v>287.654499530792</c:v>
                </c:pt>
                <c:pt idx="1823">
                  <c:v>287.683775007725</c:v>
                </c:pt>
                <c:pt idx="1824">
                  <c:v>287.779512405396</c:v>
                </c:pt>
                <c:pt idx="1825">
                  <c:v>287.970774352551</c:v>
                </c:pt>
                <c:pt idx="1826">
                  <c:v>288.186004281044</c:v>
                </c:pt>
                <c:pt idx="1827">
                  <c:v>288.354310870171</c:v>
                </c:pt>
                <c:pt idx="1828">
                  <c:v>288.474113821983</c:v>
                </c:pt>
                <c:pt idx="1829">
                  <c:v>288.61978662014</c:v>
                </c:pt>
                <c:pt idx="1830">
                  <c:v>288.813156366348</c:v>
                </c:pt>
                <c:pt idx="1831">
                  <c:v>289.024464964867</c:v>
                </c:pt>
                <c:pt idx="1832">
                  <c:v>289.216137528419</c:v>
                </c:pt>
                <c:pt idx="1833">
                  <c:v>289.383148670197</c:v>
                </c:pt>
                <c:pt idx="1834">
                  <c:v>289.589320003986</c:v>
                </c:pt>
                <c:pt idx="1835">
                  <c:v>289.813993573189</c:v>
                </c:pt>
                <c:pt idx="1836">
                  <c:v>289.968416571617</c:v>
                </c:pt>
                <c:pt idx="1837">
                  <c:v>290.158936738968</c:v>
                </c:pt>
                <c:pt idx="1838">
                  <c:v>290.39243042469</c:v>
                </c:pt>
                <c:pt idx="1839">
                  <c:v>290.65312743187</c:v>
                </c:pt>
                <c:pt idx="1840">
                  <c:v>290.992854893208</c:v>
                </c:pt>
                <c:pt idx="1841">
                  <c:v>291.360792696476</c:v>
                </c:pt>
                <c:pt idx="1842">
                  <c:v>291.705635249615</c:v>
                </c:pt>
                <c:pt idx="1843">
                  <c:v>291.932346463203</c:v>
                </c:pt>
                <c:pt idx="1844">
                  <c:v>292.132128596306</c:v>
                </c:pt>
                <c:pt idx="1845">
                  <c:v>292.316066145897</c:v>
                </c:pt>
                <c:pt idx="1846">
                  <c:v>292.51271212101</c:v>
                </c:pt>
                <c:pt idx="1847">
                  <c:v>292.640602946281</c:v>
                </c:pt>
                <c:pt idx="1848">
                  <c:v>292.775649785995</c:v>
                </c:pt>
                <c:pt idx="1849">
                  <c:v>292.891917109489</c:v>
                </c:pt>
                <c:pt idx="1850">
                  <c:v>292.973215520382</c:v>
                </c:pt>
                <c:pt idx="1851">
                  <c:v>293.073971807957</c:v>
                </c:pt>
                <c:pt idx="1852">
                  <c:v>293.199816703796</c:v>
                </c:pt>
                <c:pt idx="1853">
                  <c:v>293.346425890923</c:v>
                </c:pt>
                <c:pt idx="1854">
                  <c:v>293.46214222908</c:v>
                </c:pt>
                <c:pt idx="1855">
                  <c:v>293.589097261429</c:v>
                </c:pt>
                <c:pt idx="1856">
                  <c:v>293.687017500401</c:v>
                </c:pt>
                <c:pt idx="1857">
                  <c:v>293.762841761112</c:v>
                </c:pt>
                <c:pt idx="1858">
                  <c:v>293.886940538883</c:v>
                </c:pt>
                <c:pt idx="1859">
                  <c:v>294.005566418171</c:v>
                </c:pt>
                <c:pt idx="1860">
                  <c:v>294.111826777458</c:v>
                </c:pt>
                <c:pt idx="1861">
                  <c:v>294.187582731247</c:v>
                </c:pt>
                <c:pt idx="1862">
                  <c:v>294.166099309921</c:v>
                </c:pt>
                <c:pt idx="1863">
                  <c:v>294.071702957153</c:v>
                </c:pt>
                <c:pt idx="1864">
                  <c:v>293.945374727249</c:v>
                </c:pt>
                <c:pt idx="1865">
                  <c:v>293.825803995132</c:v>
                </c:pt>
                <c:pt idx="1866">
                  <c:v>293.755138993263</c:v>
                </c:pt>
                <c:pt idx="1867">
                  <c:v>293.61093878746</c:v>
                </c:pt>
                <c:pt idx="1868">
                  <c:v>293.434554576874</c:v>
                </c:pt>
                <c:pt idx="1869">
                  <c:v>293.270443081856</c:v>
                </c:pt>
                <c:pt idx="1870">
                  <c:v>293.065413475037</c:v>
                </c:pt>
                <c:pt idx="1871">
                  <c:v>292.821904301643</c:v>
                </c:pt>
                <c:pt idx="1872">
                  <c:v>292.53070294857</c:v>
                </c:pt>
                <c:pt idx="1873">
                  <c:v>292.227419018745</c:v>
                </c:pt>
                <c:pt idx="1874">
                  <c:v>292.032961606979</c:v>
                </c:pt>
                <c:pt idx="1875">
                  <c:v>291.777528882027</c:v>
                </c:pt>
                <c:pt idx="1876">
                  <c:v>291.500131130219</c:v>
                </c:pt>
                <c:pt idx="1877">
                  <c:v>291.192794919014</c:v>
                </c:pt>
                <c:pt idx="1878">
                  <c:v>290.892235398293</c:v>
                </c:pt>
                <c:pt idx="1879">
                  <c:v>290.602612614632</c:v>
                </c:pt>
                <c:pt idx="1880">
                  <c:v>290.342984080315</c:v>
                </c:pt>
                <c:pt idx="1881">
                  <c:v>290.127560853958</c:v>
                </c:pt>
                <c:pt idx="1882">
                  <c:v>289.935265183449</c:v>
                </c:pt>
                <c:pt idx="1883">
                  <c:v>289.997838139534</c:v>
                </c:pt>
                <c:pt idx="1884">
                  <c:v>289.954229593277</c:v>
                </c:pt>
                <c:pt idx="1885">
                  <c:v>289.791454553604</c:v>
                </c:pt>
                <c:pt idx="1886">
                  <c:v>289.525138020515</c:v>
                </c:pt>
                <c:pt idx="1887">
                  <c:v>289.265141606331</c:v>
                </c:pt>
                <c:pt idx="1888">
                  <c:v>289.036540865898</c:v>
                </c:pt>
                <c:pt idx="1889">
                  <c:v>288.809438109398</c:v>
                </c:pt>
                <c:pt idx="1890">
                  <c:v>288.5838316679</c:v>
                </c:pt>
                <c:pt idx="1891">
                  <c:v>288.507016658783</c:v>
                </c:pt>
                <c:pt idx="1892">
                  <c:v>288.643022418022</c:v>
                </c:pt>
                <c:pt idx="1893">
                  <c:v>288.667142629623</c:v>
                </c:pt>
                <c:pt idx="1894">
                  <c:v>288.655030846596</c:v>
                </c:pt>
                <c:pt idx="1895">
                  <c:v>288.606399536133</c:v>
                </c:pt>
                <c:pt idx="1896">
                  <c:v>288.631881654263</c:v>
                </c:pt>
                <c:pt idx="1897">
                  <c:v>288.690829575062</c:v>
                </c:pt>
                <c:pt idx="1898">
                  <c:v>288.820840537548</c:v>
                </c:pt>
                <c:pt idx="1899">
                  <c:v>288.98644810915</c:v>
                </c:pt>
                <c:pt idx="1900">
                  <c:v>289.173341393471</c:v>
                </c:pt>
                <c:pt idx="1901">
                  <c:v>289.240956187248</c:v>
                </c:pt>
                <c:pt idx="1902">
                  <c:v>289.263463079929</c:v>
                </c:pt>
                <c:pt idx="1903">
                  <c:v>289.335459411144</c:v>
                </c:pt>
                <c:pt idx="1904">
                  <c:v>289.491898357868</c:v>
                </c:pt>
                <c:pt idx="1905">
                  <c:v>289.612528026104</c:v>
                </c:pt>
                <c:pt idx="1906">
                  <c:v>289.791425287724</c:v>
                </c:pt>
                <c:pt idx="1907">
                  <c:v>290.111268222332</c:v>
                </c:pt>
                <c:pt idx="1908">
                  <c:v>290.382407605648</c:v>
                </c:pt>
                <c:pt idx="1909">
                  <c:v>290.656078279018</c:v>
                </c:pt>
                <c:pt idx="1910">
                  <c:v>290.892967939377</c:v>
                </c:pt>
                <c:pt idx="1911">
                  <c:v>291.108255207539</c:v>
                </c:pt>
                <c:pt idx="1912">
                  <c:v>291.259266674519</c:v>
                </c:pt>
                <c:pt idx="1913">
                  <c:v>291.491165101528</c:v>
                </c:pt>
                <c:pt idx="1914">
                  <c:v>291.791256844997</c:v>
                </c:pt>
                <c:pt idx="1915">
                  <c:v>292.079023420811</c:v>
                </c:pt>
                <c:pt idx="1916">
                  <c:v>292.336110532284</c:v>
                </c:pt>
                <c:pt idx="1917">
                  <c:v>292.648775160313</c:v>
                </c:pt>
                <c:pt idx="1918">
                  <c:v>292.92084223032</c:v>
                </c:pt>
                <c:pt idx="1919">
                  <c:v>293.25828140974</c:v>
                </c:pt>
                <c:pt idx="1920">
                  <c:v>293.562322974205</c:v>
                </c:pt>
                <c:pt idx="1921">
                  <c:v>293.912245690823</c:v>
                </c:pt>
                <c:pt idx="1922">
                  <c:v>294.306531488895</c:v>
                </c:pt>
                <c:pt idx="1923">
                  <c:v>294.743334591389</c:v>
                </c:pt>
                <c:pt idx="1924">
                  <c:v>295.159332096577</c:v>
                </c:pt>
                <c:pt idx="1925">
                  <c:v>295.647804200649</c:v>
                </c:pt>
                <c:pt idx="1926">
                  <c:v>296.161729693413</c:v>
                </c:pt>
                <c:pt idx="1927">
                  <c:v>296.616634249687</c:v>
                </c:pt>
                <c:pt idx="1928">
                  <c:v>297.071203589439</c:v>
                </c:pt>
                <c:pt idx="1929">
                  <c:v>297.455189228058</c:v>
                </c:pt>
                <c:pt idx="1930">
                  <c:v>297.868754267693</c:v>
                </c:pt>
                <c:pt idx="1931">
                  <c:v>298.321958005428</c:v>
                </c:pt>
                <c:pt idx="1932">
                  <c:v>298.623722851276</c:v>
                </c:pt>
                <c:pt idx="1933">
                  <c:v>298.851583898067</c:v>
                </c:pt>
                <c:pt idx="1934">
                  <c:v>299.053564250469</c:v>
                </c:pt>
                <c:pt idx="1935">
                  <c:v>299.324038863182</c:v>
                </c:pt>
                <c:pt idx="1936">
                  <c:v>299.637560725212</c:v>
                </c:pt>
                <c:pt idx="1937">
                  <c:v>299.792870461941</c:v>
                </c:pt>
                <c:pt idx="1938">
                  <c:v>299.973096609116</c:v>
                </c:pt>
                <c:pt idx="1939">
                  <c:v>300.135229825974</c:v>
                </c:pt>
                <c:pt idx="1940">
                  <c:v>300.27762144804</c:v>
                </c:pt>
                <c:pt idx="1941">
                  <c:v>300.478375792503</c:v>
                </c:pt>
                <c:pt idx="1942">
                  <c:v>300.554565370083</c:v>
                </c:pt>
                <c:pt idx="1943">
                  <c:v>300.603141188622</c:v>
                </c:pt>
                <c:pt idx="1944">
                  <c:v>300.762007236481</c:v>
                </c:pt>
                <c:pt idx="1945">
                  <c:v>301.111824095249</c:v>
                </c:pt>
                <c:pt idx="1946">
                  <c:v>301.545487225056</c:v>
                </c:pt>
                <c:pt idx="1947">
                  <c:v>301.928724825382</c:v>
                </c:pt>
                <c:pt idx="1948">
                  <c:v>302.226505219936</c:v>
                </c:pt>
                <c:pt idx="1949">
                  <c:v>302.456269681454</c:v>
                </c:pt>
                <c:pt idx="1950">
                  <c:v>302.596432983875</c:v>
                </c:pt>
                <c:pt idx="1951">
                  <c:v>302.824623644352</c:v>
                </c:pt>
                <c:pt idx="1952">
                  <c:v>302.937618136406</c:v>
                </c:pt>
                <c:pt idx="1953">
                  <c:v>303.084822118282</c:v>
                </c:pt>
                <c:pt idx="1954">
                  <c:v>303.087423801422</c:v>
                </c:pt>
                <c:pt idx="1955">
                  <c:v>303.019324302673</c:v>
                </c:pt>
                <c:pt idx="1956">
                  <c:v>302.93518781662</c:v>
                </c:pt>
                <c:pt idx="1957">
                  <c:v>302.820405960083</c:v>
                </c:pt>
                <c:pt idx="1958">
                  <c:v>302.678393959999</c:v>
                </c:pt>
                <c:pt idx="1959">
                  <c:v>302.586871981621</c:v>
                </c:pt>
                <c:pt idx="1960">
                  <c:v>302.47220993042</c:v>
                </c:pt>
                <c:pt idx="1961">
                  <c:v>302.282371520996</c:v>
                </c:pt>
                <c:pt idx="1962">
                  <c:v>302.079366207123</c:v>
                </c:pt>
                <c:pt idx="1963">
                  <c:v>301.854666113853</c:v>
                </c:pt>
                <c:pt idx="1964">
                  <c:v>301.711982607841</c:v>
                </c:pt>
                <c:pt idx="1965">
                  <c:v>301.659882903099</c:v>
                </c:pt>
                <c:pt idx="1966">
                  <c:v>301.657827615738</c:v>
                </c:pt>
                <c:pt idx="1967">
                  <c:v>301.664136230946</c:v>
                </c:pt>
                <c:pt idx="1968">
                  <c:v>301.761501193047</c:v>
                </c:pt>
                <c:pt idx="1969">
                  <c:v>301.819379150867</c:v>
                </c:pt>
                <c:pt idx="1970">
                  <c:v>301.916210830212</c:v>
                </c:pt>
                <c:pt idx="1971">
                  <c:v>301.95292621851</c:v>
                </c:pt>
                <c:pt idx="1972">
                  <c:v>302.045571744442</c:v>
                </c:pt>
                <c:pt idx="1973">
                  <c:v>302.191494762897</c:v>
                </c:pt>
                <c:pt idx="1974">
                  <c:v>302.495095729828</c:v>
                </c:pt>
                <c:pt idx="1975">
                  <c:v>302.782192885876</c:v>
                </c:pt>
                <c:pt idx="1976">
                  <c:v>303.088136851788</c:v>
                </c:pt>
                <c:pt idx="1977">
                  <c:v>303.435581147671</c:v>
                </c:pt>
                <c:pt idx="1978">
                  <c:v>303.774829804897</c:v>
                </c:pt>
                <c:pt idx="1979">
                  <c:v>304.053361654282</c:v>
                </c:pt>
                <c:pt idx="1980">
                  <c:v>304.359840393066</c:v>
                </c:pt>
                <c:pt idx="1981">
                  <c:v>304.75693064928</c:v>
                </c:pt>
                <c:pt idx="1982">
                  <c:v>305.209664642811</c:v>
                </c:pt>
                <c:pt idx="1983">
                  <c:v>305.706418812275</c:v>
                </c:pt>
                <c:pt idx="1984">
                  <c:v>306.20276004076</c:v>
                </c:pt>
                <c:pt idx="1985">
                  <c:v>306.713449001312</c:v>
                </c:pt>
                <c:pt idx="1986">
                  <c:v>307.155718624592</c:v>
                </c:pt>
                <c:pt idx="1987">
                  <c:v>307.592848956585</c:v>
                </c:pt>
                <c:pt idx="1988">
                  <c:v>307.977379322052</c:v>
                </c:pt>
                <c:pt idx="1989">
                  <c:v>308.352182030678</c:v>
                </c:pt>
                <c:pt idx="1990">
                  <c:v>308.75594162941</c:v>
                </c:pt>
                <c:pt idx="1991">
                  <c:v>309.171408772469</c:v>
                </c:pt>
                <c:pt idx="1992">
                  <c:v>309.571769952774</c:v>
                </c:pt>
                <c:pt idx="1993">
                  <c:v>309.950388133526</c:v>
                </c:pt>
                <c:pt idx="1994">
                  <c:v>310.251208305359</c:v>
                </c:pt>
                <c:pt idx="1995">
                  <c:v>310.535805106163</c:v>
                </c:pt>
                <c:pt idx="1996">
                  <c:v>310.745088815689</c:v>
                </c:pt>
                <c:pt idx="1997">
                  <c:v>311.007760047913</c:v>
                </c:pt>
                <c:pt idx="1998">
                  <c:v>311.245322525501</c:v>
                </c:pt>
                <c:pt idx="1999">
                  <c:v>311.469550669193</c:v>
                </c:pt>
                <c:pt idx="2000">
                  <c:v>311.652716934681</c:v>
                </c:pt>
                <c:pt idx="2001">
                  <c:v>311.7336165905</c:v>
                </c:pt>
                <c:pt idx="2002">
                  <c:v>311.734501123428</c:v>
                </c:pt>
                <c:pt idx="2003">
                  <c:v>311.67308139801</c:v>
                </c:pt>
                <c:pt idx="2004">
                  <c:v>312.152673721313</c:v>
                </c:pt>
                <c:pt idx="2005">
                  <c:v>312.685935199261</c:v>
                </c:pt>
                <c:pt idx="2006">
                  <c:v>313.245883464813</c:v>
                </c:pt>
                <c:pt idx="2007">
                  <c:v>313.725100040436</c:v>
                </c:pt>
                <c:pt idx="2008">
                  <c:v>314.097899675369</c:v>
                </c:pt>
                <c:pt idx="2009">
                  <c:v>314.40910410881</c:v>
                </c:pt>
                <c:pt idx="2010">
                  <c:v>314.717191815376</c:v>
                </c:pt>
                <c:pt idx="2011">
                  <c:v>315.049803435802</c:v>
                </c:pt>
                <c:pt idx="2012">
                  <c:v>315.284335255623</c:v>
                </c:pt>
                <c:pt idx="2013">
                  <c:v>315.477524220943</c:v>
                </c:pt>
                <c:pt idx="2014">
                  <c:v>315.734577596188</c:v>
                </c:pt>
                <c:pt idx="2015">
                  <c:v>315.972788512707</c:v>
                </c:pt>
                <c:pt idx="2016">
                  <c:v>316.149720549583</c:v>
                </c:pt>
                <c:pt idx="2017">
                  <c:v>316.266676008701</c:v>
                </c:pt>
                <c:pt idx="2018">
                  <c:v>316.340520441532</c:v>
                </c:pt>
                <c:pt idx="2019">
                  <c:v>316.362409293652</c:v>
                </c:pt>
                <c:pt idx="2020">
                  <c:v>316.383607208729</c:v>
                </c:pt>
                <c:pt idx="2021">
                  <c:v>316.420423269272</c:v>
                </c:pt>
                <c:pt idx="2022">
                  <c:v>316.537601947784</c:v>
                </c:pt>
                <c:pt idx="2023">
                  <c:v>316.701508045196</c:v>
                </c:pt>
                <c:pt idx="2024">
                  <c:v>316.871460437775</c:v>
                </c:pt>
                <c:pt idx="2025">
                  <c:v>317.01945823431</c:v>
                </c:pt>
                <c:pt idx="2026">
                  <c:v>317.224500715733</c:v>
                </c:pt>
                <c:pt idx="2027">
                  <c:v>317.415174603462</c:v>
                </c:pt>
                <c:pt idx="2028">
                  <c:v>317.644251108169</c:v>
                </c:pt>
                <c:pt idx="2029">
                  <c:v>317.825720191002</c:v>
                </c:pt>
                <c:pt idx="2030">
                  <c:v>317.9922118783</c:v>
                </c:pt>
                <c:pt idx="2031">
                  <c:v>318.199495971203</c:v>
                </c:pt>
                <c:pt idx="2032">
                  <c:v>318.445484638214</c:v>
                </c:pt>
                <c:pt idx="2033">
                  <c:v>318.702151060104</c:v>
                </c:pt>
                <c:pt idx="2034">
                  <c:v>318.941138625145</c:v>
                </c:pt>
                <c:pt idx="2035">
                  <c:v>319.114047825336</c:v>
                </c:pt>
                <c:pt idx="2036">
                  <c:v>319.31887704134</c:v>
                </c:pt>
                <c:pt idx="2037">
                  <c:v>319.517077207565</c:v>
                </c:pt>
                <c:pt idx="2038">
                  <c:v>319.702933371067</c:v>
                </c:pt>
                <c:pt idx="2039">
                  <c:v>319.901670515537</c:v>
                </c:pt>
                <c:pt idx="2040">
                  <c:v>319.987777352333</c:v>
                </c:pt>
                <c:pt idx="2041">
                  <c:v>320.120613992214</c:v>
                </c:pt>
                <c:pt idx="2042">
                  <c:v>320.29108697176</c:v>
                </c:pt>
                <c:pt idx="2043">
                  <c:v>320.445987224579</c:v>
                </c:pt>
                <c:pt idx="2044">
                  <c:v>320.606059610844</c:v>
                </c:pt>
                <c:pt idx="2045">
                  <c:v>320.827870190144</c:v>
                </c:pt>
                <c:pt idx="2046">
                  <c:v>321.067462861538</c:v>
                </c:pt>
                <c:pt idx="2047">
                  <c:v>321.3351354599</c:v>
                </c:pt>
                <c:pt idx="2048">
                  <c:v>321.639155626297</c:v>
                </c:pt>
                <c:pt idx="2049">
                  <c:v>321.877326726913</c:v>
                </c:pt>
                <c:pt idx="2050">
                  <c:v>322.146582722664</c:v>
                </c:pt>
                <c:pt idx="2051">
                  <c:v>322.396755039692</c:v>
                </c:pt>
                <c:pt idx="2052">
                  <c:v>322.627348482609</c:v>
                </c:pt>
                <c:pt idx="2053">
                  <c:v>322.783986985683</c:v>
                </c:pt>
                <c:pt idx="2054">
                  <c:v>322.935137629509</c:v>
                </c:pt>
                <c:pt idx="2055">
                  <c:v>323.137002050877</c:v>
                </c:pt>
                <c:pt idx="2056">
                  <c:v>323.360457777977</c:v>
                </c:pt>
                <c:pt idx="2057">
                  <c:v>323.633054792881</c:v>
                </c:pt>
                <c:pt idx="2058">
                  <c:v>323.887365281582</c:v>
                </c:pt>
                <c:pt idx="2059">
                  <c:v>324.155471324921</c:v>
                </c:pt>
                <c:pt idx="2060">
                  <c:v>324.434385359287</c:v>
                </c:pt>
                <c:pt idx="2061">
                  <c:v>324.667366445064</c:v>
                </c:pt>
                <c:pt idx="2062">
                  <c:v>324.876299619675</c:v>
                </c:pt>
                <c:pt idx="2063">
                  <c:v>325.051635682583</c:v>
                </c:pt>
                <c:pt idx="2064">
                  <c:v>325.218747198582</c:v>
                </c:pt>
                <c:pt idx="2065">
                  <c:v>325.381242394447</c:v>
                </c:pt>
                <c:pt idx="2066">
                  <c:v>325.588510274887</c:v>
                </c:pt>
                <c:pt idx="2067">
                  <c:v>325.733364462852</c:v>
                </c:pt>
                <c:pt idx="2068">
                  <c:v>325.853389441967</c:v>
                </c:pt>
                <c:pt idx="2069">
                  <c:v>326.021847069263</c:v>
                </c:pt>
                <c:pt idx="2070">
                  <c:v>326.124070823193</c:v>
                </c:pt>
                <c:pt idx="2071">
                  <c:v>326.228233337402</c:v>
                </c:pt>
                <c:pt idx="2072">
                  <c:v>326.300307810306</c:v>
                </c:pt>
                <c:pt idx="2073">
                  <c:v>326.41126781702</c:v>
                </c:pt>
                <c:pt idx="2074">
                  <c:v>326.462410271168</c:v>
                </c:pt>
                <c:pt idx="2075">
                  <c:v>326.436886608601</c:v>
                </c:pt>
                <c:pt idx="2076">
                  <c:v>326.455064535141</c:v>
                </c:pt>
                <c:pt idx="2077">
                  <c:v>326.481593310833</c:v>
                </c:pt>
                <c:pt idx="2078">
                  <c:v>326.56154948473</c:v>
                </c:pt>
                <c:pt idx="2079">
                  <c:v>326.540223062038</c:v>
                </c:pt>
                <c:pt idx="2080">
                  <c:v>326.483878076076</c:v>
                </c:pt>
                <c:pt idx="2081">
                  <c:v>326.513095498085</c:v>
                </c:pt>
                <c:pt idx="2082">
                  <c:v>326.546751737595</c:v>
                </c:pt>
                <c:pt idx="2083">
                  <c:v>326.608604669571</c:v>
                </c:pt>
                <c:pt idx="2084">
                  <c:v>326.620679080486</c:v>
                </c:pt>
                <c:pt idx="2085">
                  <c:v>326.644596993923</c:v>
                </c:pt>
                <c:pt idx="2086">
                  <c:v>326.682034671307</c:v>
                </c:pt>
                <c:pt idx="2087">
                  <c:v>326.762839853764</c:v>
                </c:pt>
                <c:pt idx="2088">
                  <c:v>326.889391720295</c:v>
                </c:pt>
                <c:pt idx="2089">
                  <c:v>326.957401394844</c:v>
                </c:pt>
                <c:pt idx="2090">
                  <c:v>327.036425828934</c:v>
                </c:pt>
                <c:pt idx="2091">
                  <c:v>327.133062422275</c:v>
                </c:pt>
                <c:pt idx="2092">
                  <c:v>327.245132029056</c:v>
                </c:pt>
                <c:pt idx="2093">
                  <c:v>327.316722095013</c:v>
                </c:pt>
                <c:pt idx="2094">
                  <c:v>327.449583292007</c:v>
                </c:pt>
                <c:pt idx="2095">
                  <c:v>327.641267359257</c:v>
                </c:pt>
                <c:pt idx="2096">
                  <c:v>327.797924160957</c:v>
                </c:pt>
                <c:pt idx="2097">
                  <c:v>327.903502166271</c:v>
                </c:pt>
                <c:pt idx="2098">
                  <c:v>327.946954548359</c:v>
                </c:pt>
                <c:pt idx="2099">
                  <c:v>328.044327139854</c:v>
                </c:pt>
                <c:pt idx="2100">
                  <c:v>328.127569794655</c:v>
                </c:pt>
                <c:pt idx="2101">
                  <c:v>328.203242063522</c:v>
                </c:pt>
                <c:pt idx="2102">
                  <c:v>328.304645419121</c:v>
                </c:pt>
                <c:pt idx="2103">
                  <c:v>328.426022708416</c:v>
                </c:pt>
                <c:pt idx="2104">
                  <c:v>328.632142066956</c:v>
                </c:pt>
                <c:pt idx="2105">
                  <c:v>328.832084476948</c:v>
                </c:pt>
                <c:pt idx="2106">
                  <c:v>328.992080688477</c:v>
                </c:pt>
                <c:pt idx="2107">
                  <c:v>329.137364268303</c:v>
                </c:pt>
                <c:pt idx="2108">
                  <c:v>329.312017440796</c:v>
                </c:pt>
                <c:pt idx="2109">
                  <c:v>329.4998254776</c:v>
                </c:pt>
                <c:pt idx="2110">
                  <c:v>329.712457954884</c:v>
                </c:pt>
                <c:pt idx="2111">
                  <c:v>329.86236846447</c:v>
                </c:pt>
                <c:pt idx="2112">
                  <c:v>330.046153187752</c:v>
                </c:pt>
                <c:pt idx="2113">
                  <c:v>330.324404835701</c:v>
                </c:pt>
                <c:pt idx="2114">
                  <c:v>330.594465494156</c:v>
                </c:pt>
                <c:pt idx="2115">
                  <c:v>330.853442072868</c:v>
                </c:pt>
                <c:pt idx="2116">
                  <c:v>331.154418170452</c:v>
                </c:pt>
                <c:pt idx="2117">
                  <c:v>331.524461507797</c:v>
                </c:pt>
                <c:pt idx="2118">
                  <c:v>331.863675951958</c:v>
                </c:pt>
                <c:pt idx="2119">
                  <c:v>332.156314015388</c:v>
                </c:pt>
                <c:pt idx="2120">
                  <c:v>332.485383152962</c:v>
                </c:pt>
                <c:pt idx="2121">
                  <c:v>332.753512442112</c:v>
                </c:pt>
                <c:pt idx="2122">
                  <c:v>333.034376323223</c:v>
                </c:pt>
                <c:pt idx="2123">
                  <c:v>333.312367856502</c:v>
                </c:pt>
                <c:pt idx="2124">
                  <c:v>333.515809714794</c:v>
                </c:pt>
                <c:pt idx="2125">
                  <c:v>333.789253413677</c:v>
                </c:pt>
                <c:pt idx="2126">
                  <c:v>334.071797966957</c:v>
                </c:pt>
                <c:pt idx="2127">
                  <c:v>334.355129480362</c:v>
                </c:pt>
                <c:pt idx="2128">
                  <c:v>334.584241986275</c:v>
                </c:pt>
                <c:pt idx="2129">
                  <c:v>334.850989580154</c:v>
                </c:pt>
                <c:pt idx="2130">
                  <c:v>335.084649443626</c:v>
                </c:pt>
                <c:pt idx="2131">
                  <c:v>335.349426209927</c:v>
                </c:pt>
                <c:pt idx="2132">
                  <c:v>335.579990923405</c:v>
                </c:pt>
                <c:pt idx="2133">
                  <c:v>335.750943481922</c:v>
                </c:pt>
                <c:pt idx="2134">
                  <c:v>335.914133191109</c:v>
                </c:pt>
                <c:pt idx="2135">
                  <c:v>336.128631472588</c:v>
                </c:pt>
                <c:pt idx="2136">
                  <c:v>336.363919496536</c:v>
                </c:pt>
                <c:pt idx="2137">
                  <c:v>336.570772886276</c:v>
                </c:pt>
                <c:pt idx="2138">
                  <c:v>336.852594733238</c:v>
                </c:pt>
                <c:pt idx="2139">
                  <c:v>337.156829357147</c:v>
                </c:pt>
                <c:pt idx="2140">
                  <c:v>337.436180949211</c:v>
                </c:pt>
                <c:pt idx="2141">
                  <c:v>337.762283444405</c:v>
                </c:pt>
                <c:pt idx="2142">
                  <c:v>338.052548527718</c:v>
                </c:pt>
                <c:pt idx="2143">
                  <c:v>338.300873994827</c:v>
                </c:pt>
                <c:pt idx="2144">
                  <c:v>338.53071308136</c:v>
                </c:pt>
                <c:pt idx="2145">
                  <c:v>338.732238709927</c:v>
                </c:pt>
                <c:pt idx="2146">
                  <c:v>338.96997910738</c:v>
                </c:pt>
                <c:pt idx="2147">
                  <c:v>339.213844418526</c:v>
                </c:pt>
                <c:pt idx="2148">
                  <c:v>339.405452370644</c:v>
                </c:pt>
                <c:pt idx="2149">
                  <c:v>339.518070697784</c:v>
                </c:pt>
                <c:pt idx="2150">
                  <c:v>339.634968876839</c:v>
                </c:pt>
                <c:pt idx="2151">
                  <c:v>339.745685219765</c:v>
                </c:pt>
                <c:pt idx="2152">
                  <c:v>339.854024648666</c:v>
                </c:pt>
                <c:pt idx="2153">
                  <c:v>339.89069712162</c:v>
                </c:pt>
                <c:pt idx="2154">
                  <c:v>339.974415242672</c:v>
                </c:pt>
                <c:pt idx="2155">
                  <c:v>340.064089417458</c:v>
                </c:pt>
                <c:pt idx="2156">
                  <c:v>340.133076667786</c:v>
                </c:pt>
                <c:pt idx="2157">
                  <c:v>340.202871084213</c:v>
                </c:pt>
                <c:pt idx="2158">
                  <c:v>340.328127086163</c:v>
                </c:pt>
                <c:pt idx="2159">
                  <c:v>340.443096220493</c:v>
                </c:pt>
                <c:pt idx="2160">
                  <c:v>340.550427556038</c:v>
                </c:pt>
                <c:pt idx="2161">
                  <c:v>340.610280394554</c:v>
                </c:pt>
                <c:pt idx="2162">
                  <c:v>340.663829505444</c:v>
                </c:pt>
                <c:pt idx="2163">
                  <c:v>340.681303322315</c:v>
                </c:pt>
                <c:pt idx="2164">
                  <c:v>340.708909928799</c:v>
                </c:pt>
                <c:pt idx="2165">
                  <c:v>340.723304927349</c:v>
                </c:pt>
                <c:pt idx="2166">
                  <c:v>340.733059346676</c:v>
                </c:pt>
                <c:pt idx="2167">
                  <c:v>340.681304633617</c:v>
                </c:pt>
                <c:pt idx="2168">
                  <c:v>340.601810157299</c:v>
                </c:pt>
                <c:pt idx="2169">
                  <c:v>340.537529528141</c:v>
                </c:pt>
                <c:pt idx="2170">
                  <c:v>340.489901721477</c:v>
                </c:pt>
                <c:pt idx="2171">
                  <c:v>340.414402663708</c:v>
                </c:pt>
                <c:pt idx="2172">
                  <c:v>340.307042896748</c:v>
                </c:pt>
                <c:pt idx="2173">
                  <c:v>340.275178611278</c:v>
                </c:pt>
                <c:pt idx="2174">
                  <c:v>340.176945626736</c:v>
                </c:pt>
                <c:pt idx="2175">
                  <c:v>340.096450388431</c:v>
                </c:pt>
                <c:pt idx="2176">
                  <c:v>340.021065533161</c:v>
                </c:pt>
                <c:pt idx="2177">
                  <c:v>339.913769900799</c:v>
                </c:pt>
                <c:pt idx="2178">
                  <c:v>339.908937394619</c:v>
                </c:pt>
                <c:pt idx="2179">
                  <c:v>339.889939844608</c:v>
                </c:pt>
                <c:pt idx="2180">
                  <c:v>339.86771863699</c:v>
                </c:pt>
                <c:pt idx="2181">
                  <c:v>339.820323169231</c:v>
                </c:pt>
                <c:pt idx="2182">
                  <c:v>339.870912730694</c:v>
                </c:pt>
                <c:pt idx="2183">
                  <c:v>339.912299633026</c:v>
                </c:pt>
                <c:pt idx="2184">
                  <c:v>339.971974015236</c:v>
                </c:pt>
                <c:pt idx="2185">
                  <c:v>340.085644245148</c:v>
                </c:pt>
                <c:pt idx="2186">
                  <c:v>340.209241390228</c:v>
                </c:pt>
                <c:pt idx="2187">
                  <c:v>340.358254611492</c:v>
                </c:pt>
                <c:pt idx="2188">
                  <c:v>340.477345764637</c:v>
                </c:pt>
                <c:pt idx="2189">
                  <c:v>340.659142434597</c:v>
                </c:pt>
                <c:pt idx="2190">
                  <c:v>340.890543401241</c:v>
                </c:pt>
                <c:pt idx="2191">
                  <c:v>341.155546963215</c:v>
                </c:pt>
                <c:pt idx="2192">
                  <c:v>341.454831540585</c:v>
                </c:pt>
                <c:pt idx="2193">
                  <c:v>341.725124120712</c:v>
                </c:pt>
                <c:pt idx="2194">
                  <c:v>342.070997655392</c:v>
                </c:pt>
              </c:numCache>
            </c:numRef>
          </c:val>
          <c:smooth val="0"/>
        </c:ser>
        <c:ser>
          <c:idx val="11"/>
          <c:order val="11"/>
          <c:tx>
            <c:strRef>
              <c:f>Sheet1!$M$1</c:f>
              <c:strCache>
                <c:ptCount val="1"/>
                <c:pt idx="0">
                  <c:v>HI_Res_daily_20days_no_valid</c:v>
                </c:pt>
              </c:strCache>
            </c:strRef>
          </c:tx>
          <c:spPr>
            <a:ln w="28575" cap="rnd">
              <a:solidFill>
                <a:schemeClr val="accent6">
                  <a:lumMod val="60000"/>
                </a:schemeClr>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Sheet1!$M$2:$M$2206</c:f>
              <c:numCache>
                <c:formatCode>General</c:formatCode>
                <c:ptCount val="2205"/>
                <c:pt idx="0">
                  <c:v>-0.1033673286438</c:v>
                </c:pt>
                <c:pt idx="1">
                  <c:v>-0.22803914546967</c:v>
                </c:pt>
                <c:pt idx="2">
                  <c:v>-0.2671149969101</c:v>
                </c:pt>
                <c:pt idx="3">
                  <c:v>-0.266636788845067</c:v>
                </c:pt>
                <c:pt idx="4">
                  <c:v>-0.333581387996677</c:v>
                </c:pt>
                <c:pt idx="5">
                  <c:v>-0.375472486019137</c:v>
                </c:pt>
                <c:pt idx="6">
                  <c:v>-0.33654046058655</c:v>
                </c:pt>
                <c:pt idx="7">
                  <c:v>-0.34670734405518</c:v>
                </c:pt>
                <c:pt idx="8">
                  <c:v>-0.324532389640812</c:v>
                </c:pt>
                <c:pt idx="9">
                  <c:v>-0.336339473724372</c:v>
                </c:pt>
                <c:pt idx="10">
                  <c:v>-0.14915573596955</c:v>
                </c:pt>
                <c:pt idx="11">
                  <c:v>0.0202355980873041</c:v>
                </c:pt>
                <c:pt idx="12">
                  <c:v>0.281465828418725</c:v>
                </c:pt>
                <c:pt idx="13">
                  <c:v>0.563254773616784</c:v>
                </c:pt>
                <c:pt idx="14">
                  <c:v>0.804546475410455</c:v>
                </c:pt>
                <c:pt idx="15">
                  <c:v>1.0390338897705</c:v>
                </c:pt>
                <c:pt idx="16">
                  <c:v>1.29256129264831</c:v>
                </c:pt>
                <c:pt idx="17">
                  <c:v>1.51463651657104</c:v>
                </c:pt>
                <c:pt idx="18">
                  <c:v>1.70901530981063</c:v>
                </c:pt>
                <c:pt idx="19">
                  <c:v>1.96143525838851</c:v>
                </c:pt>
                <c:pt idx="20">
                  <c:v>2.20509546995162</c:v>
                </c:pt>
                <c:pt idx="21">
                  <c:v>2.53055781126022</c:v>
                </c:pt>
                <c:pt idx="22">
                  <c:v>2.78400093317031</c:v>
                </c:pt>
                <c:pt idx="23">
                  <c:v>3.01301950216293</c:v>
                </c:pt>
                <c:pt idx="24">
                  <c:v>3.29936987161636</c:v>
                </c:pt>
                <c:pt idx="25">
                  <c:v>3.5651723742485</c:v>
                </c:pt>
                <c:pt idx="26">
                  <c:v>3.85791391134261</c:v>
                </c:pt>
                <c:pt idx="27">
                  <c:v>4.17412966489791</c:v>
                </c:pt>
                <c:pt idx="28">
                  <c:v>4.54018586874007</c:v>
                </c:pt>
                <c:pt idx="29">
                  <c:v>4.92021602392196</c:v>
                </c:pt>
                <c:pt idx="30">
                  <c:v>5.28266596794128</c:v>
                </c:pt>
                <c:pt idx="31">
                  <c:v>5.5931988954544</c:v>
                </c:pt>
                <c:pt idx="32">
                  <c:v>5.83190476894378</c:v>
                </c:pt>
                <c:pt idx="33">
                  <c:v>6.0162386894226</c:v>
                </c:pt>
                <c:pt idx="34">
                  <c:v>6.18587028980255</c:v>
                </c:pt>
                <c:pt idx="35">
                  <c:v>6.29794210195541</c:v>
                </c:pt>
                <c:pt idx="36">
                  <c:v>6.41839182376861</c:v>
                </c:pt>
                <c:pt idx="37">
                  <c:v>6.50221872329711</c:v>
                </c:pt>
                <c:pt idx="38">
                  <c:v>6.5736117362976</c:v>
                </c:pt>
                <c:pt idx="39">
                  <c:v>6.62560892105102</c:v>
                </c:pt>
                <c:pt idx="40">
                  <c:v>6.66797643899917</c:v>
                </c:pt>
                <c:pt idx="41">
                  <c:v>6.73914796113967</c:v>
                </c:pt>
                <c:pt idx="42">
                  <c:v>6.83622068166732</c:v>
                </c:pt>
                <c:pt idx="43">
                  <c:v>6.93103265762329</c:v>
                </c:pt>
                <c:pt idx="44">
                  <c:v>7.01990097761154</c:v>
                </c:pt>
                <c:pt idx="45">
                  <c:v>7.10633188486099</c:v>
                </c:pt>
                <c:pt idx="46">
                  <c:v>7.23135560750961</c:v>
                </c:pt>
                <c:pt idx="47">
                  <c:v>7.36711484193802</c:v>
                </c:pt>
                <c:pt idx="48">
                  <c:v>7.59964936971664</c:v>
                </c:pt>
                <c:pt idx="49">
                  <c:v>7.85732418298721</c:v>
                </c:pt>
                <c:pt idx="50">
                  <c:v>8.18353050947189</c:v>
                </c:pt>
                <c:pt idx="51">
                  <c:v>8.50223749876022</c:v>
                </c:pt>
                <c:pt idx="52">
                  <c:v>8.81220424175262</c:v>
                </c:pt>
                <c:pt idx="53">
                  <c:v>9.15594887733459</c:v>
                </c:pt>
                <c:pt idx="54">
                  <c:v>9.49055624008178</c:v>
                </c:pt>
                <c:pt idx="55">
                  <c:v>9.8444589972496</c:v>
                </c:pt>
                <c:pt idx="56">
                  <c:v>10.1771716475487</c:v>
                </c:pt>
                <c:pt idx="57">
                  <c:v>10.5066425800323</c:v>
                </c:pt>
                <c:pt idx="58">
                  <c:v>10.7239745855331</c:v>
                </c:pt>
                <c:pt idx="59">
                  <c:v>10.9043071866035</c:v>
                </c:pt>
                <c:pt idx="60">
                  <c:v>11.0891851782799</c:v>
                </c:pt>
                <c:pt idx="61">
                  <c:v>11.2823365330696</c:v>
                </c:pt>
                <c:pt idx="62">
                  <c:v>11.4591129422188</c:v>
                </c:pt>
                <c:pt idx="63">
                  <c:v>11.6914529800415</c:v>
                </c:pt>
                <c:pt idx="64">
                  <c:v>11.9558194875717</c:v>
                </c:pt>
                <c:pt idx="65">
                  <c:v>12.2176736593246</c:v>
                </c:pt>
                <c:pt idx="66">
                  <c:v>12.473668217659</c:v>
                </c:pt>
                <c:pt idx="67">
                  <c:v>12.6980323791504</c:v>
                </c:pt>
                <c:pt idx="68">
                  <c:v>12.8228998184204</c:v>
                </c:pt>
                <c:pt idx="69">
                  <c:v>12.9647403359413</c:v>
                </c:pt>
                <c:pt idx="70">
                  <c:v>13.1063048243523</c:v>
                </c:pt>
                <c:pt idx="71">
                  <c:v>13.2015697360039</c:v>
                </c:pt>
                <c:pt idx="72">
                  <c:v>13.204960167408</c:v>
                </c:pt>
                <c:pt idx="73">
                  <c:v>13.2099057435989</c:v>
                </c:pt>
                <c:pt idx="74">
                  <c:v>13.1564354896545</c:v>
                </c:pt>
                <c:pt idx="75">
                  <c:v>13.0377370119095</c:v>
                </c:pt>
                <c:pt idx="76">
                  <c:v>12.9504352807999</c:v>
                </c:pt>
                <c:pt idx="77">
                  <c:v>12.7839568853378</c:v>
                </c:pt>
                <c:pt idx="78">
                  <c:v>12.5528751611709</c:v>
                </c:pt>
                <c:pt idx="79">
                  <c:v>12.3285338878631</c:v>
                </c:pt>
                <c:pt idx="80">
                  <c:v>12.0844818353653</c:v>
                </c:pt>
                <c:pt idx="81">
                  <c:v>11.8509809970856</c:v>
                </c:pt>
                <c:pt idx="82">
                  <c:v>11.6965996026993</c:v>
                </c:pt>
                <c:pt idx="83">
                  <c:v>11.5247709751129</c:v>
                </c:pt>
                <c:pt idx="84">
                  <c:v>11.3922438621521</c:v>
                </c:pt>
                <c:pt idx="85">
                  <c:v>11.253213763237</c:v>
                </c:pt>
                <c:pt idx="86">
                  <c:v>11.2176181077957</c:v>
                </c:pt>
                <c:pt idx="87">
                  <c:v>11.267106950283</c:v>
                </c:pt>
                <c:pt idx="88">
                  <c:v>11.3262559175491</c:v>
                </c:pt>
                <c:pt idx="89">
                  <c:v>11.3176908493042</c:v>
                </c:pt>
                <c:pt idx="90">
                  <c:v>11.3293243646622</c:v>
                </c:pt>
                <c:pt idx="91">
                  <c:v>11.3576511144638</c:v>
                </c:pt>
                <c:pt idx="92">
                  <c:v>11.4824904799461</c:v>
                </c:pt>
                <c:pt idx="93">
                  <c:v>11.7117701172829</c:v>
                </c:pt>
                <c:pt idx="94">
                  <c:v>11.9149112701416</c:v>
                </c:pt>
                <c:pt idx="95">
                  <c:v>12.130481004715</c:v>
                </c:pt>
                <c:pt idx="96">
                  <c:v>12.3585646152496</c:v>
                </c:pt>
                <c:pt idx="97">
                  <c:v>12.5360490679741</c:v>
                </c:pt>
                <c:pt idx="98">
                  <c:v>12.9097337722778</c:v>
                </c:pt>
                <c:pt idx="99">
                  <c:v>13.2262288331985</c:v>
                </c:pt>
                <c:pt idx="100">
                  <c:v>13.5419931411743</c:v>
                </c:pt>
                <c:pt idx="101">
                  <c:v>13.8592391610146</c:v>
                </c:pt>
                <c:pt idx="102">
                  <c:v>14.0927332043648</c:v>
                </c:pt>
                <c:pt idx="103">
                  <c:v>14.335242331028</c:v>
                </c:pt>
                <c:pt idx="104">
                  <c:v>14.5834770202637</c:v>
                </c:pt>
                <c:pt idx="105">
                  <c:v>14.902445435524</c:v>
                </c:pt>
                <c:pt idx="106">
                  <c:v>15.0616136193275</c:v>
                </c:pt>
                <c:pt idx="107">
                  <c:v>15.136069893837</c:v>
                </c:pt>
                <c:pt idx="108">
                  <c:v>15.1247839927673</c:v>
                </c:pt>
                <c:pt idx="109">
                  <c:v>15.0738379955292</c:v>
                </c:pt>
                <c:pt idx="110">
                  <c:v>14.8533298969269</c:v>
                </c:pt>
                <c:pt idx="111">
                  <c:v>14.6627533435822</c:v>
                </c:pt>
                <c:pt idx="112">
                  <c:v>14.5141656398773</c:v>
                </c:pt>
                <c:pt idx="113">
                  <c:v>14.4085416793823</c:v>
                </c:pt>
                <c:pt idx="114">
                  <c:v>14.329523563385</c:v>
                </c:pt>
                <c:pt idx="115">
                  <c:v>14.2562971115112</c:v>
                </c:pt>
                <c:pt idx="116">
                  <c:v>14.2683399319649</c:v>
                </c:pt>
                <c:pt idx="117">
                  <c:v>14.3454477787018</c:v>
                </c:pt>
                <c:pt idx="118">
                  <c:v>14.5029566287994</c:v>
                </c:pt>
                <c:pt idx="119">
                  <c:v>14.6577404737473</c:v>
                </c:pt>
                <c:pt idx="120">
                  <c:v>14.859361410141</c:v>
                </c:pt>
                <c:pt idx="121">
                  <c:v>15.08792334795</c:v>
                </c:pt>
                <c:pt idx="122">
                  <c:v>15.2717573046684</c:v>
                </c:pt>
                <c:pt idx="123">
                  <c:v>15.4527305960655</c:v>
                </c:pt>
                <c:pt idx="124">
                  <c:v>15.6290585398674</c:v>
                </c:pt>
                <c:pt idx="125">
                  <c:v>15.8438435792923</c:v>
                </c:pt>
                <c:pt idx="126">
                  <c:v>16.0941467285156</c:v>
                </c:pt>
                <c:pt idx="127">
                  <c:v>16.3725745677948</c:v>
                </c:pt>
                <c:pt idx="128">
                  <c:v>16.6560035943985</c:v>
                </c:pt>
                <c:pt idx="129">
                  <c:v>16.9111988544464</c:v>
                </c:pt>
                <c:pt idx="130">
                  <c:v>17.1102377772331</c:v>
                </c:pt>
                <c:pt idx="131">
                  <c:v>17.3297501802445</c:v>
                </c:pt>
                <c:pt idx="132">
                  <c:v>17.5928415060043</c:v>
                </c:pt>
                <c:pt idx="133">
                  <c:v>17.7763372063637</c:v>
                </c:pt>
                <c:pt idx="134">
                  <c:v>17.8781446218491</c:v>
                </c:pt>
                <c:pt idx="135">
                  <c:v>17.9104226827622</c:v>
                </c:pt>
                <c:pt idx="136">
                  <c:v>17.8899606466293</c:v>
                </c:pt>
                <c:pt idx="137">
                  <c:v>17.9400650858879</c:v>
                </c:pt>
                <c:pt idx="138">
                  <c:v>18.0025643110275</c:v>
                </c:pt>
                <c:pt idx="139">
                  <c:v>18.1610760688782</c:v>
                </c:pt>
                <c:pt idx="140">
                  <c:v>18.4298044443131</c:v>
                </c:pt>
                <c:pt idx="141">
                  <c:v>18.6843235492706</c:v>
                </c:pt>
                <c:pt idx="142">
                  <c:v>18.9716252684593</c:v>
                </c:pt>
                <c:pt idx="143">
                  <c:v>19.1865637302399</c:v>
                </c:pt>
                <c:pt idx="144">
                  <c:v>19.4516998529434</c:v>
                </c:pt>
                <c:pt idx="145">
                  <c:v>19.711142539978</c:v>
                </c:pt>
                <c:pt idx="146">
                  <c:v>19.9701136350632</c:v>
                </c:pt>
                <c:pt idx="147">
                  <c:v>20.2403925657272</c:v>
                </c:pt>
                <c:pt idx="148">
                  <c:v>20.5877116918564</c:v>
                </c:pt>
                <c:pt idx="149">
                  <c:v>20.8539021015167</c:v>
                </c:pt>
                <c:pt idx="150">
                  <c:v>20.9541182518005</c:v>
                </c:pt>
                <c:pt idx="151">
                  <c:v>21.0117727518082</c:v>
                </c:pt>
                <c:pt idx="152">
                  <c:v>21.0044362545014</c:v>
                </c:pt>
                <c:pt idx="153">
                  <c:v>20.9900635480881</c:v>
                </c:pt>
                <c:pt idx="154">
                  <c:v>21.0403707623482</c:v>
                </c:pt>
                <c:pt idx="155">
                  <c:v>21.1034494638443</c:v>
                </c:pt>
                <c:pt idx="156">
                  <c:v>21.2060807943344</c:v>
                </c:pt>
                <c:pt idx="157">
                  <c:v>21.2395476698875</c:v>
                </c:pt>
                <c:pt idx="158">
                  <c:v>21.3634435534477</c:v>
                </c:pt>
                <c:pt idx="159">
                  <c:v>21.4684643745422</c:v>
                </c:pt>
                <c:pt idx="160">
                  <c:v>21.5663859844208</c:v>
                </c:pt>
                <c:pt idx="161">
                  <c:v>21.6434131860733</c:v>
                </c:pt>
                <c:pt idx="162">
                  <c:v>21.7354062795639</c:v>
                </c:pt>
                <c:pt idx="163">
                  <c:v>21.8865745663643</c:v>
                </c:pt>
                <c:pt idx="164">
                  <c:v>22.0609940886498</c:v>
                </c:pt>
                <c:pt idx="165">
                  <c:v>22.2468034625053</c:v>
                </c:pt>
                <c:pt idx="166">
                  <c:v>22.4077555537224</c:v>
                </c:pt>
                <c:pt idx="167">
                  <c:v>22.6340864896774</c:v>
                </c:pt>
                <c:pt idx="168">
                  <c:v>22.8614282608032</c:v>
                </c:pt>
                <c:pt idx="169">
                  <c:v>23.0919684171677</c:v>
                </c:pt>
                <c:pt idx="170">
                  <c:v>23.4402912259102</c:v>
                </c:pt>
                <c:pt idx="171">
                  <c:v>23.7824042439461</c:v>
                </c:pt>
                <c:pt idx="172">
                  <c:v>24.1866198182106</c:v>
                </c:pt>
                <c:pt idx="173">
                  <c:v>24.6116935014725</c:v>
                </c:pt>
                <c:pt idx="174">
                  <c:v>24.9645487070084</c:v>
                </c:pt>
                <c:pt idx="175">
                  <c:v>25.3145536780357</c:v>
                </c:pt>
                <c:pt idx="176">
                  <c:v>25.648421227932</c:v>
                </c:pt>
                <c:pt idx="177">
                  <c:v>26.0056101679802</c:v>
                </c:pt>
                <c:pt idx="178">
                  <c:v>26.3065121173859</c:v>
                </c:pt>
                <c:pt idx="179">
                  <c:v>26.6253954172134</c:v>
                </c:pt>
                <c:pt idx="180">
                  <c:v>26.9327120184898</c:v>
                </c:pt>
                <c:pt idx="181">
                  <c:v>27.2528889775276</c:v>
                </c:pt>
                <c:pt idx="182">
                  <c:v>27.6304045319557</c:v>
                </c:pt>
                <c:pt idx="183">
                  <c:v>27.9739629626274</c:v>
                </c:pt>
                <c:pt idx="184">
                  <c:v>28.290519118309</c:v>
                </c:pt>
                <c:pt idx="185">
                  <c:v>28.5911594629288</c:v>
                </c:pt>
                <c:pt idx="186">
                  <c:v>28.8068016767502</c:v>
                </c:pt>
                <c:pt idx="187">
                  <c:v>29.0040689706802</c:v>
                </c:pt>
                <c:pt idx="188">
                  <c:v>29.20188164711</c:v>
                </c:pt>
                <c:pt idx="189">
                  <c:v>29.3582246303558</c:v>
                </c:pt>
                <c:pt idx="190">
                  <c:v>29.4888380169869</c:v>
                </c:pt>
                <c:pt idx="191">
                  <c:v>29.5907160043717</c:v>
                </c:pt>
                <c:pt idx="192">
                  <c:v>29.667420566082</c:v>
                </c:pt>
                <c:pt idx="193">
                  <c:v>29.7092823982239</c:v>
                </c:pt>
                <c:pt idx="194">
                  <c:v>29.7842479348183</c:v>
                </c:pt>
                <c:pt idx="195">
                  <c:v>29.9295240044594</c:v>
                </c:pt>
                <c:pt idx="196">
                  <c:v>29.9812257885933</c:v>
                </c:pt>
                <c:pt idx="197">
                  <c:v>30.0064570903778</c:v>
                </c:pt>
                <c:pt idx="198">
                  <c:v>30.1620815396309</c:v>
                </c:pt>
                <c:pt idx="199">
                  <c:v>30.2845697402954</c:v>
                </c:pt>
                <c:pt idx="200">
                  <c:v>30.2253745794296</c:v>
                </c:pt>
                <c:pt idx="201">
                  <c:v>30.2202571630478</c:v>
                </c:pt>
                <c:pt idx="202">
                  <c:v>30.3251271247864</c:v>
                </c:pt>
                <c:pt idx="203">
                  <c:v>30.4317253828049</c:v>
                </c:pt>
                <c:pt idx="204">
                  <c:v>30.5394613146782</c:v>
                </c:pt>
                <c:pt idx="205">
                  <c:v>30.6729221940041</c:v>
                </c:pt>
                <c:pt idx="206">
                  <c:v>30.8238500952721</c:v>
                </c:pt>
                <c:pt idx="207">
                  <c:v>30.989576280117</c:v>
                </c:pt>
                <c:pt idx="208">
                  <c:v>31.1595359444618</c:v>
                </c:pt>
                <c:pt idx="209">
                  <c:v>31.2701542377472</c:v>
                </c:pt>
                <c:pt idx="210">
                  <c:v>31.3802189826965</c:v>
                </c:pt>
                <c:pt idx="211">
                  <c:v>31.4930089712143</c:v>
                </c:pt>
                <c:pt idx="212">
                  <c:v>31.5572270751</c:v>
                </c:pt>
                <c:pt idx="213">
                  <c:v>31.5745918154717</c:v>
                </c:pt>
                <c:pt idx="214">
                  <c:v>31.637324988842</c:v>
                </c:pt>
                <c:pt idx="215">
                  <c:v>31.7394925355911</c:v>
                </c:pt>
                <c:pt idx="216">
                  <c:v>31.9207820892334</c:v>
                </c:pt>
                <c:pt idx="217">
                  <c:v>32.0841721892357</c:v>
                </c:pt>
                <c:pt idx="218">
                  <c:v>32.2241369485855</c:v>
                </c:pt>
                <c:pt idx="219">
                  <c:v>32.3296409845352</c:v>
                </c:pt>
                <c:pt idx="220">
                  <c:v>32.3920340538025</c:v>
                </c:pt>
                <c:pt idx="221">
                  <c:v>32.4152922034264</c:v>
                </c:pt>
                <c:pt idx="222">
                  <c:v>32.4521635174751</c:v>
                </c:pt>
                <c:pt idx="223">
                  <c:v>32.445750772953</c:v>
                </c:pt>
                <c:pt idx="224">
                  <c:v>32.4288292527199</c:v>
                </c:pt>
                <c:pt idx="225">
                  <c:v>32.4948433041573</c:v>
                </c:pt>
                <c:pt idx="226">
                  <c:v>32.7779995203018</c:v>
                </c:pt>
                <c:pt idx="227">
                  <c:v>33.0023087263108</c:v>
                </c:pt>
                <c:pt idx="228">
                  <c:v>33.2055359482765</c:v>
                </c:pt>
                <c:pt idx="229">
                  <c:v>33.304346382618</c:v>
                </c:pt>
                <c:pt idx="230">
                  <c:v>33.3693147301674</c:v>
                </c:pt>
                <c:pt idx="231">
                  <c:v>33.4380533099175</c:v>
                </c:pt>
                <c:pt idx="232">
                  <c:v>33.5203236937523</c:v>
                </c:pt>
                <c:pt idx="233">
                  <c:v>33.5784298181534</c:v>
                </c:pt>
                <c:pt idx="234">
                  <c:v>33.4822741746903</c:v>
                </c:pt>
                <c:pt idx="235">
                  <c:v>33.4253091812134</c:v>
                </c:pt>
                <c:pt idx="236">
                  <c:v>33.4213260412216</c:v>
                </c:pt>
                <c:pt idx="237">
                  <c:v>33.5094585418701</c:v>
                </c:pt>
                <c:pt idx="238">
                  <c:v>33.6285222172737</c:v>
                </c:pt>
                <c:pt idx="239">
                  <c:v>33.7295236587525</c:v>
                </c:pt>
                <c:pt idx="240">
                  <c:v>33.9106338620186</c:v>
                </c:pt>
                <c:pt idx="241">
                  <c:v>34.0720387101174</c:v>
                </c:pt>
                <c:pt idx="242">
                  <c:v>34.1953045129776</c:v>
                </c:pt>
                <c:pt idx="243">
                  <c:v>34.2911425828934</c:v>
                </c:pt>
                <c:pt idx="244">
                  <c:v>34.3956272602082</c:v>
                </c:pt>
                <c:pt idx="245">
                  <c:v>34.5187829732895</c:v>
                </c:pt>
                <c:pt idx="246">
                  <c:v>34.621575832367</c:v>
                </c:pt>
                <c:pt idx="247">
                  <c:v>34.6065527200699</c:v>
                </c:pt>
                <c:pt idx="248">
                  <c:v>34.518703699112</c:v>
                </c:pt>
                <c:pt idx="249">
                  <c:v>34.4542528390885</c:v>
                </c:pt>
                <c:pt idx="250">
                  <c:v>34.3848490715027</c:v>
                </c:pt>
                <c:pt idx="251">
                  <c:v>34.3972850441933</c:v>
                </c:pt>
                <c:pt idx="252">
                  <c:v>34.4489960670471</c:v>
                </c:pt>
                <c:pt idx="253">
                  <c:v>34.7292402982712</c:v>
                </c:pt>
                <c:pt idx="254">
                  <c:v>34.9906722307205</c:v>
                </c:pt>
                <c:pt idx="255">
                  <c:v>35.2563062906265</c:v>
                </c:pt>
                <c:pt idx="256">
                  <c:v>35.4463036060333</c:v>
                </c:pt>
                <c:pt idx="257">
                  <c:v>35.5791559219361</c:v>
                </c:pt>
                <c:pt idx="258">
                  <c:v>35.7189372777939</c:v>
                </c:pt>
                <c:pt idx="259">
                  <c:v>35.8522362709046</c:v>
                </c:pt>
                <c:pt idx="260">
                  <c:v>35.9844764471054</c:v>
                </c:pt>
                <c:pt idx="261">
                  <c:v>36.0973024368286</c:v>
                </c:pt>
                <c:pt idx="262">
                  <c:v>36.194054543972</c:v>
                </c:pt>
                <c:pt idx="263">
                  <c:v>36.3255205750466</c:v>
                </c:pt>
                <c:pt idx="264">
                  <c:v>36.4748684763909</c:v>
                </c:pt>
                <c:pt idx="265">
                  <c:v>36.5975828170777</c:v>
                </c:pt>
                <c:pt idx="266">
                  <c:v>36.7526500225067</c:v>
                </c:pt>
                <c:pt idx="267">
                  <c:v>36.9901364445687</c:v>
                </c:pt>
                <c:pt idx="268">
                  <c:v>37.3860722184181</c:v>
                </c:pt>
                <c:pt idx="269">
                  <c:v>37.8503603339195</c:v>
                </c:pt>
                <c:pt idx="270">
                  <c:v>38.4682340621948</c:v>
                </c:pt>
                <c:pt idx="271">
                  <c:v>39.0642677545548</c:v>
                </c:pt>
                <c:pt idx="272">
                  <c:v>39.572723209858</c:v>
                </c:pt>
                <c:pt idx="273">
                  <c:v>40.0936580896378</c:v>
                </c:pt>
                <c:pt idx="274">
                  <c:v>40.5683535933495</c:v>
                </c:pt>
                <c:pt idx="275">
                  <c:v>41.0164910554886</c:v>
                </c:pt>
                <c:pt idx="276">
                  <c:v>41.4978038072586</c:v>
                </c:pt>
                <c:pt idx="277">
                  <c:v>41.9659726619721</c:v>
                </c:pt>
                <c:pt idx="278">
                  <c:v>42.2500460743904</c:v>
                </c:pt>
                <c:pt idx="279">
                  <c:v>42.4506330490113</c:v>
                </c:pt>
                <c:pt idx="280">
                  <c:v>42.6697832942009</c:v>
                </c:pt>
                <c:pt idx="281">
                  <c:v>42.9014359712601</c:v>
                </c:pt>
                <c:pt idx="282">
                  <c:v>43.1650685071945</c:v>
                </c:pt>
                <c:pt idx="283">
                  <c:v>43.3373755216599</c:v>
                </c:pt>
                <c:pt idx="284">
                  <c:v>43.5357634425163</c:v>
                </c:pt>
                <c:pt idx="285">
                  <c:v>43.6923494935036</c:v>
                </c:pt>
                <c:pt idx="286">
                  <c:v>43.9523141384125</c:v>
                </c:pt>
                <c:pt idx="287">
                  <c:v>44.1946614980698</c:v>
                </c:pt>
                <c:pt idx="288">
                  <c:v>44.394691824913</c:v>
                </c:pt>
                <c:pt idx="289">
                  <c:v>44.624521791935</c:v>
                </c:pt>
                <c:pt idx="290">
                  <c:v>44.878797531128</c:v>
                </c:pt>
                <c:pt idx="291">
                  <c:v>45.1758091449738</c:v>
                </c:pt>
                <c:pt idx="292">
                  <c:v>45.4982976913452</c:v>
                </c:pt>
                <c:pt idx="293">
                  <c:v>45.7612322568894</c:v>
                </c:pt>
                <c:pt idx="294">
                  <c:v>45.9961567521095</c:v>
                </c:pt>
                <c:pt idx="295">
                  <c:v>46.1643404364586</c:v>
                </c:pt>
                <c:pt idx="296">
                  <c:v>46.3523009419441</c:v>
                </c:pt>
                <c:pt idx="297">
                  <c:v>46.5560858249665</c:v>
                </c:pt>
                <c:pt idx="298">
                  <c:v>46.8851267099381</c:v>
                </c:pt>
                <c:pt idx="299">
                  <c:v>47.1782683134079</c:v>
                </c:pt>
                <c:pt idx="300">
                  <c:v>47.4007569551468</c:v>
                </c:pt>
                <c:pt idx="301">
                  <c:v>47.5867817401886</c:v>
                </c:pt>
                <c:pt idx="302">
                  <c:v>47.7174854278565</c:v>
                </c:pt>
                <c:pt idx="303">
                  <c:v>47.8428324460983</c:v>
                </c:pt>
                <c:pt idx="304">
                  <c:v>47.9609712958336</c:v>
                </c:pt>
                <c:pt idx="305">
                  <c:v>48.0745323300362</c:v>
                </c:pt>
                <c:pt idx="306">
                  <c:v>48.1712617278099</c:v>
                </c:pt>
                <c:pt idx="307">
                  <c:v>48.3317613601685</c:v>
                </c:pt>
                <c:pt idx="308">
                  <c:v>48.4247155785561</c:v>
                </c:pt>
                <c:pt idx="309">
                  <c:v>48.5818885564804</c:v>
                </c:pt>
                <c:pt idx="310">
                  <c:v>48.7384405136109</c:v>
                </c:pt>
                <c:pt idx="311">
                  <c:v>48.8650088906288</c:v>
                </c:pt>
                <c:pt idx="312">
                  <c:v>49.0563483834267</c:v>
                </c:pt>
                <c:pt idx="313">
                  <c:v>49.2370770573616</c:v>
                </c:pt>
                <c:pt idx="314">
                  <c:v>49.460262298584</c:v>
                </c:pt>
                <c:pt idx="315">
                  <c:v>49.6358966231346</c:v>
                </c:pt>
                <c:pt idx="316">
                  <c:v>49.8122218251229</c:v>
                </c:pt>
                <c:pt idx="317">
                  <c:v>49.9646127820015</c:v>
                </c:pt>
                <c:pt idx="318">
                  <c:v>50.1197268366814</c:v>
                </c:pt>
                <c:pt idx="319">
                  <c:v>50.2726690173149</c:v>
                </c:pt>
                <c:pt idx="320">
                  <c:v>50.4429112672806</c:v>
                </c:pt>
                <c:pt idx="321">
                  <c:v>50.5809892416001</c:v>
                </c:pt>
                <c:pt idx="322">
                  <c:v>50.742244720459</c:v>
                </c:pt>
                <c:pt idx="323">
                  <c:v>50.9329439997673</c:v>
                </c:pt>
                <c:pt idx="324">
                  <c:v>51.1637051701546</c:v>
                </c:pt>
                <c:pt idx="325">
                  <c:v>51.4412478804589</c:v>
                </c:pt>
                <c:pt idx="326">
                  <c:v>51.6977108120919</c:v>
                </c:pt>
                <c:pt idx="327">
                  <c:v>51.9267566800118</c:v>
                </c:pt>
                <c:pt idx="328">
                  <c:v>52.1703073978424</c:v>
                </c:pt>
                <c:pt idx="329">
                  <c:v>52.3686520457268</c:v>
                </c:pt>
                <c:pt idx="330">
                  <c:v>52.5406448841095</c:v>
                </c:pt>
                <c:pt idx="331">
                  <c:v>52.7584806084633</c:v>
                </c:pt>
                <c:pt idx="332">
                  <c:v>52.9514391422272</c:v>
                </c:pt>
                <c:pt idx="333">
                  <c:v>53.1290278434754</c:v>
                </c:pt>
                <c:pt idx="334">
                  <c:v>53.3617516756058</c:v>
                </c:pt>
                <c:pt idx="335">
                  <c:v>53.6727145910263</c:v>
                </c:pt>
                <c:pt idx="336">
                  <c:v>53.9708604812622</c:v>
                </c:pt>
                <c:pt idx="337">
                  <c:v>54.3012883663178</c:v>
                </c:pt>
                <c:pt idx="338">
                  <c:v>54.6242315769196</c:v>
                </c:pt>
                <c:pt idx="339">
                  <c:v>54.9355206489563</c:v>
                </c:pt>
                <c:pt idx="340">
                  <c:v>55.1917061209679</c:v>
                </c:pt>
                <c:pt idx="341">
                  <c:v>55.387134373188</c:v>
                </c:pt>
                <c:pt idx="342">
                  <c:v>55.5278726220131</c:v>
                </c:pt>
                <c:pt idx="343">
                  <c:v>55.635123372078</c:v>
                </c:pt>
                <c:pt idx="344">
                  <c:v>55.7504798769951</c:v>
                </c:pt>
                <c:pt idx="345">
                  <c:v>55.7882347106934</c:v>
                </c:pt>
                <c:pt idx="346">
                  <c:v>55.9021257758141</c:v>
                </c:pt>
                <c:pt idx="347">
                  <c:v>56.032152235508</c:v>
                </c:pt>
                <c:pt idx="348">
                  <c:v>56.1305000185967</c:v>
                </c:pt>
                <c:pt idx="349">
                  <c:v>56.2458252310753</c:v>
                </c:pt>
                <c:pt idx="350">
                  <c:v>56.3350899219513</c:v>
                </c:pt>
                <c:pt idx="351">
                  <c:v>56.4209325313568</c:v>
                </c:pt>
                <c:pt idx="352">
                  <c:v>56.5017691254616</c:v>
                </c:pt>
                <c:pt idx="353">
                  <c:v>56.5981084704399</c:v>
                </c:pt>
                <c:pt idx="354">
                  <c:v>56.7017804384232</c:v>
                </c:pt>
                <c:pt idx="355">
                  <c:v>56.9451811313629</c:v>
                </c:pt>
                <c:pt idx="356">
                  <c:v>57.2128549218178</c:v>
                </c:pt>
                <c:pt idx="357">
                  <c:v>57.5265017151833</c:v>
                </c:pt>
                <c:pt idx="358">
                  <c:v>57.7940196990967</c:v>
                </c:pt>
                <c:pt idx="359">
                  <c:v>58.0834575891495</c:v>
                </c:pt>
                <c:pt idx="360">
                  <c:v>58.3645430803299</c:v>
                </c:pt>
                <c:pt idx="361">
                  <c:v>58.609160900116</c:v>
                </c:pt>
                <c:pt idx="362">
                  <c:v>58.8923615217209</c:v>
                </c:pt>
                <c:pt idx="363">
                  <c:v>59.1266051530838</c:v>
                </c:pt>
                <c:pt idx="364">
                  <c:v>59.3544778227806</c:v>
                </c:pt>
                <c:pt idx="365">
                  <c:v>59.6078425645829</c:v>
                </c:pt>
                <c:pt idx="366">
                  <c:v>59.8660807609558</c:v>
                </c:pt>
                <c:pt idx="367">
                  <c:v>60.0369026064873</c:v>
                </c:pt>
                <c:pt idx="368">
                  <c:v>60.1853859424591</c:v>
                </c:pt>
                <c:pt idx="369">
                  <c:v>60.3950548768044</c:v>
                </c:pt>
                <c:pt idx="370">
                  <c:v>60.7227261662483</c:v>
                </c:pt>
                <c:pt idx="371">
                  <c:v>61.0937086939812</c:v>
                </c:pt>
                <c:pt idx="372">
                  <c:v>61.4606772065163</c:v>
                </c:pt>
                <c:pt idx="373">
                  <c:v>61.8255346417427</c:v>
                </c:pt>
                <c:pt idx="374">
                  <c:v>62.1870945096016</c:v>
                </c:pt>
                <c:pt idx="375">
                  <c:v>62.5312778949738</c:v>
                </c:pt>
                <c:pt idx="376">
                  <c:v>62.8645609617234</c:v>
                </c:pt>
                <c:pt idx="377">
                  <c:v>63.2024936676026</c:v>
                </c:pt>
                <c:pt idx="378">
                  <c:v>63.4984707832337</c:v>
                </c:pt>
                <c:pt idx="379">
                  <c:v>63.800511777401</c:v>
                </c:pt>
                <c:pt idx="380">
                  <c:v>64.0631372332573</c:v>
                </c:pt>
                <c:pt idx="381">
                  <c:v>64.3579487204552</c:v>
                </c:pt>
                <c:pt idx="382">
                  <c:v>64.6441853642464</c:v>
                </c:pt>
                <c:pt idx="383">
                  <c:v>64.9383197426796</c:v>
                </c:pt>
                <c:pt idx="384">
                  <c:v>65.1533332467079</c:v>
                </c:pt>
                <c:pt idx="385">
                  <c:v>65.3777193427086</c:v>
                </c:pt>
                <c:pt idx="386">
                  <c:v>65.6007130742073</c:v>
                </c:pt>
                <c:pt idx="387">
                  <c:v>65.8446156978607</c:v>
                </c:pt>
                <c:pt idx="388">
                  <c:v>66.0949882268906</c:v>
                </c:pt>
                <c:pt idx="389">
                  <c:v>66.3328276872635</c:v>
                </c:pt>
                <c:pt idx="390">
                  <c:v>66.5712660551071</c:v>
                </c:pt>
                <c:pt idx="391">
                  <c:v>66.8282432556153</c:v>
                </c:pt>
                <c:pt idx="392">
                  <c:v>67.0657918453217</c:v>
                </c:pt>
                <c:pt idx="393">
                  <c:v>67.2886321544648</c:v>
                </c:pt>
                <c:pt idx="394">
                  <c:v>67.4707332253456</c:v>
                </c:pt>
                <c:pt idx="395">
                  <c:v>67.6938774585724</c:v>
                </c:pt>
                <c:pt idx="396">
                  <c:v>67.8762883543968</c:v>
                </c:pt>
                <c:pt idx="397">
                  <c:v>68.0120357871056</c:v>
                </c:pt>
                <c:pt idx="398">
                  <c:v>68.1708691716194</c:v>
                </c:pt>
                <c:pt idx="399">
                  <c:v>68.2888405323029</c:v>
                </c:pt>
                <c:pt idx="400">
                  <c:v>68.4107837677002</c:v>
                </c:pt>
                <c:pt idx="401">
                  <c:v>68.5648301839829</c:v>
                </c:pt>
                <c:pt idx="402">
                  <c:v>68.732466518879</c:v>
                </c:pt>
                <c:pt idx="403">
                  <c:v>68.8907559514046</c:v>
                </c:pt>
                <c:pt idx="404">
                  <c:v>69.0424691438675</c:v>
                </c:pt>
                <c:pt idx="405">
                  <c:v>69.2157697677613</c:v>
                </c:pt>
                <c:pt idx="406">
                  <c:v>69.4248644709587</c:v>
                </c:pt>
                <c:pt idx="407">
                  <c:v>69.5807338356972</c:v>
                </c:pt>
                <c:pt idx="408">
                  <c:v>69.7160260081291</c:v>
                </c:pt>
                <c:pt idx="409">
                  <c:v>69.8779163956642</c:v>
                </c:pt>
                <c:pt idx="410">
                  <c:v>70.0170204043389</c:v>
                </c:pt>
                <c:pt idx="411">
                  <c:v>70.1841403841973</c:v>
                </c:pt>
                <c:pt idx="412">
                  <c:v>70.3626658320427</c:v>
                </c:pt>
                <c:pt idx="413">
                  <c:v>70.5008473992348</c:v>
                </c:pt>
                <c:pt idx="414">
                  <c:v>70.6315758824349</c:v>
                </c:pt>
                <c:pt idx="415">
                  <c:v>70.766592502594</c:v>
                </c:pt>
                <c:pt idx="416">
                  <c:v>70.9448416233063</c:v>
                </c:pt>
                <c:pt idx="417">
                  <c:v>71.1108770370484</c:v>
                </c:pt>
                <c:pt idx="418">
                  <c:v>71.310219347477</c:v>
                </c:pt>
                <c:pt idx="419">
                  <c:v>71.5229124426842</c:v>
                </c:pt>
                <c:pt idx="420">
                  <c:v>71.7224358916283</c:v>
                </c:pt>
                <c:pt idx="421">
                  <c:v>71.9061217904091</c:v>
                </c:pt>
                <c:pt idx="422">
                  <c:v>72.1050136685372</c:v>
                </c:pt>
                <c:pt idx="423">
                  <c:v>72.244247853756</c:v>
                </c:pt>
                <c:pt idx="424">
                  <c:v>72.3840729594231</c:v>
                </c:pt>
                <c:pt idx="425">
                  <c:v>72.5417761206627</c:v>
                </c:pt>
                <c:pt idx="426">
                  <c:v>72.6842015981674</c:v>
                </c:pt>
                <c:pt idx="427">
                  <c:v>72.8345472216606</c:v>
                </c:pt>
                <c:pt idx="428">
                  <c:v>72.9708866477013</c:v>
                </c:pt>
                <c:pt idx="429">
                  <c:v>73.1319065690041</c:v>
                </c:pt>
                <c:pt idx="430">
                  <c:v>73.2814377546311</c:v>
                </c:pt>
                <c:pt idx="431">
                  <c:v>73.4866601824761</c:v>
                </c:pt>
                <c:pt idx="432">
                  <c:v>73.8769099116326</c:v>
                </c:pt>
                <c:pt idx="433">
                  <c:v>74.3153457045555</c:v>
                </c:pt>
                <c:pt idx="434">
                  <c:v>74.7817876935005</c:v>
                </c:pt>
                <c:pt idx="435">
                  <c:v>75.2103583216667</c:v>
                </c:pt>
                <c:pt idx="436">
                  <c:v>75.6403290629387</c:v>
                </c:pt>
                <c:pt idx="437">
                  <c:v>76.0526615977288</c:v>
                </c:pt>
                <c:pt idx="438">
                  <c:v>76.4112297892571</c:v>
                </c:pt>
                <c:pt idx="439">
                  <c:v>76.7558223605156</c:v>
                </c:pt>
                <c:pt idx="440">
                  <c:v>77.0693927407265</c:v>
                </c:pt>
                <c:pt idx="441">
                  <c:v>77.4426127076149</c:v>
                </c:pt>
                <c:pt idx="442">
                  <c:v>77.7414513826371</c:v>
                </c:pt>
                <c:pt idx="443">
                  <c:v>78.0502281188965</c:v>
                </c:pt>
                <c:pt idx="444">
                  <c:v>78.3624567985535</c:v>
                </c:pt>
                <c:pt idx="445">
                  <c:v>78.6416866183281</c:v>
                </c:pt>
                <c:pt idx="446">
                  <c:v>78.9166087508202</c:v>
                </c:pt>
                <c:pt idx="447">
                  <c:v>79.2176068425179</c:v>
                </c:pt>
                <c:pt idx="448">
                  <c:v>79.5127146840096</c:v>
                </c:pt>
                <c:pt idx="449">
                  <c:v>79.7366408109665</c:v>
                </c:pt>
                <c:pt idx="450">
                  <c:v>79.988596200943</c:v>
                </c:pt>
                <c:pt idx="451">
                  <c:v>80.2556108236313</c:v>
                </c:pt>
                <c:pt idx="452">
                  <c:v>80.515514433384</c:v>
                </c:pt>
                <c:pt idx="453">
                  <c:v>80.7808400988579</c:v>
                </c:pt>
                <c:pt idx="454">
                  <c:v>81.0189393162728</c:v>
                </c:pt>
                <c:pt idx="455">
                  <c:v>81.2892202734947</c:v>
                </c:pt>
                <c:pt idx="456">
                  <c:v>81.6044711470604</c:v>
                </c:pt>
                <c:pt idx="457">
                  <c:v>81.9365949034691</c:v>
                </c:pt>
                <c:pt idx="458">
                  <c:v>82.1950513720513</c:v>
                </c:pt>
                <c:pt idx="459">
                  <c:v>82.4704601168633</c:v>
                </c:pt>
                <c:pt idx="460">
                  <c:v>82.7243356704712</c:v>
                </c:pt>
                <c:pt idx="461">
                  <c:v>82.8936220407486</c:v>
                </c:pt>
                <c:pt idx="462">
                  <c:v>83.0839730501175</c:v>
                </c:pt>
                <c:pt idx="463">
                  <c:v>83.2015593647957</c:v>
                </c:pt>
                <c:pt idx="464">
                  <c:v>83.3097359538079</c:v>
                </c:pt>
                <c:pt idx="465">
                  <c:v>83.4116249680519</c:v>
                </c:pt>
                <c:pt idx="466">
                  <c:v>83.5056828856468</c:v>
                </c:pt>
                <c:pt idx="467">
                  <c:v>83.6041593551636</c:v>
                </c:pt>
                <c:pt idx="468">
                  <c:v>83.7386705279351</c:v>
                </c:pt>
                <c:pt idx="469">
                  <c:v>83.9833540916443</c:v>
                </c:pt>
                <c:pt idx="470">
                  <c:v>84.1314498782158</c:v>
                </c:pt>
                <c:pt idx="471">
                  <c:v>84.2778312563896</c:v>
                </c:pt>
                <c:pt idx="472">
                  <c:v>84.3865980505944</c:v>
                </c:pt>
                <c:pt idx="473">
                  <c:v>84.4935520291329</c:v>
                </c:pt>
                <c:pt idx="474">
                  <c:v>84.6146685481072</c:v>
                </c:pt>
                <c:pt idx="475">
                  <c:v>84.7062088251114</c:v>
                </c:pt>
                <c:pt idx="476">
                  <c:v>84.7909225225449</c:v>
                </c:pt>
                <c:pt idx="477">
                  <c:v>84.8483276963234</c:v>
                </c:pt>
                <c:pt idx="478">
                  <c:v>84.9918693900109</c:v>
                </c:pt>
                <c:pt idx="479">
                  <c:v>85.1394476890564</c:v>
                </c:pt>
                <c:pt idx="480">
                  <c:v>85.3251985311508</c:v>
                </c:pt>
                <c:pt idx="481">
                  <c:v>85.5352975726128</c:v>
                </c:pt>
                <c:pt idx="482">
                  <c:v>85.7094584107399</c:v>
                </c:pt>
                <c:pt idx="483">
                  <c:v>85.8889998197556</c:v>
                </c:pt>
                <c:pt idx="484">
                  <c:v>86.0673831701279</c:v>
                </c:pt>
                <c:pt idx="485">
                  <c:v>86.3194192647934</c:v>
                </c:pt>
                <c:pt idx="486">
                  <c:v>86.5631427764893</c:v>
                </c:pt>
                <c:pt idx="487">
                  <c:v>86.8111288547516</c:v>
                </c:pt>
                <c:pt idx="488">
                  <c:v>87.1336952447892</c:v>
                </c:pt>
                <c:pt idx="489">
                  <c:v>87.4692956805229</c:v>
                </c:pt>
                <c:pt idx="490">
                  <c:v>87.8247914910317</c:v>
                </c:pt>
                <c:pt idx="491">
                  <c:v>88.1612549424172</c:v>
                </c:pt>
                <c:pt idx="492">
                  <c:v>88.4551097750664</c:v>
                </c:pt>
                <c:pt idx="493">
                  <c:v>88.7305166125298</c:v>
                </c:pt>
                <c:pt idx="494">
                  <c:v>89.0194461941719</c:v>
                </c:pt>
                <c:pt idx="495">
                  <c:v>89.2878098487854</c:v>
                </c:pt>
                <c:pt idx="496">
                  <c:v>89.5354202985764</c:v>
                </c:pt>
                <c:pt idx="497">
                  <c:v>89.7205784916878</c:v>
                </c:pt>
                <c:pt idx="498">
                  <c:v>89.9027917981148</c:v>
                </c:pt>
                <c:pt idx="499">
                  <c:v>90.0796080827713</c:v>
                </c:pt>
                <c:pt idx="500">
                  <c:v>90.1214200854302</c:v>
                </c:pt>
                <c:pt idx="501">
                  <c:v>90.1399215459824</c:v>
                </c:pt>
                <c:pt idx="502">
                  <c:v>90.2222834825516</c:v>
                </c:pt>
                <c:pt idx="503">
                  <c:v>90.2806119322777</c:v>
                </c:pt>
                <c:pt idx="504">
                  <c:v>90.3478428125382</c:v>
                </c:pt>
                <c:pt idx="505">
                  <c:v>90.3590541481972</c:v>
                </c:pt>
                <c:pt idx="506">
                  <c:v>90.2985162138939</c:v>
                </c:pt>
                <c:pt idx="507">
                  <c:v>90.1955948472023</c:v>
                </c:pt>
                <c:pt idx="508">
                  <c:v>90.0725579857827</c:v>
                </c:pt>
                <c:pt idx="509">
                  <c:v>90.2128564715386</c:v>
                </c:pt>
                <c:pt idx="510">
                  <c:v>90.3386810421944</c:v>
                </c:pt>
                <c:pt idx="511">
                  <c:v>90.4921029806137</c:v>
                </c:pt>
                <c:pt idx="512">
                  <c:v>90.6366318464279</c:v>
                </c:pt>
                <c:pt idx="513">
                  <c:v>90.8215540647507</c:v>
                </c:pt>
                <c:pt idx="514">
                  <c:v>91.0172444581986</c:v>
                </c:pt>
                <c:pt idx="515">
                  <c:v>91.1934475898743</c:v>
                </c:pt>
                <c:pt idx="516">
                  <c:v>91.34121966362</c:v>
                </c:pt>
                <c:pt idx="517">
                  <c:v>91.4756809473038</c:v>
                </c:pt>
                <c:pt idx="518">
                  <c:v>91.5893437862397</c:v>
                </c:pt>
                <c:pt idx="519">
                  <c:v>91.7129170298577</c:v>
                </c:pt>
                <c:pt idx="520">
                  <c:v>91.8617499470711</c:v>
                </c:pt>
                <c:pt idx="521">
                  <c:v>92.0399484038353</c:v>
                </c:pt>
                <c:pt idx="522">
                  <c:v>92.2135562896729</c:v>
                </c:pt>
                <c:pt idx="523">
                  <c:v>92.4049073457718</c:v>
                </c:pt>
                <c:pt idx="524">
                  <c:v>92.5653465390206</c:v>
                </c:pt>
                <c:pt idx="525">
                  <c:v>92.7449864149094</c:v>
                </c:pt>
                <c:pt idx="526">
                  <c:v>92.9379862546921</c:v>
                </c:pt>
                <c:pt idx="527">
                  <c:v>93.1607590913773</c:v>
                </c:pt>
                <c:pt idx="528">
                  <c:v>93.3516432046891</c:v>
                </c:pt>
                <c:pt idx="529">
                  <c:v>93.4780670404434</c:v>
                </c:pt>
                <c:pt idx="530">
                  <c:v>93.639884352684</c:v>
                </c:pt>
                <c:pt idx="531">
                  <c:v>93.8858050107956</c:v>
                </c:pt>
                <c:pt idx="532">
                  <c:v>94.15807056427</c:v>
                </c:pt>
                <c:pt idx="533">
                  <c:v>94.4112883806229</c:v>
                </c:pt>
                <c:pt idx="534">
                  <c:v>94.6293873786927</c:v>
                </c:pt>
                <c:pt idx="535">
                  <c:v>94.8608776330948</c:v>
                </c:pt>
                <c:pt idx="536">
                  <c:v>95.055226624012</c:v>
                </c:pt>
                <c:pt idx="537">
                  <c:v>95.2813575863838</c:v>
                </c:pt>
                <c:pt idx="538">
                  <c:v>95.5115860104561</c:v>
                </c:pt>
                <c:pt idx="539">
                  <c:v>95.7173427343369</c:v>
                </c:pt>
                <c:pt idx="540">
                  <c:v>95.9230893850327</c:v>
                </c:pt>
                <c:pt idx="541">
                  <c:v>96.1082398891449</c:v>
                </c:pt>
                <c:pt idx="542">
                  <c:v>96.319433927536</c:v>
                </c:pt>
                <c:pt idx="543">
                  <c:v>96.5798802375794</c:v>
                </c:pt>
                <c:pt idx="544">
                  <c:v>96.7795835733414</c:v>
                </c:pt>
                <c:pt idx="545">
                  <c:v>97.0533156394959</c:v>
                </c:pt>
                <c:pt idx="546">
                  <c:v>97.3535705208779</c:v>
                </c:pt>
                <c:pt idx="547">
                  <c:v>97.6338958144188</c:v>
                </c:pt>
                <c:pt idx="548">
                  <c:v>97.9082597494126</c:v>
                </c:pt>
                <c:pt idx="549">
                  <c:v>98.1785258054734</c:v>
                </c:pt>
                <c:pt idx="550">
                  <c:v>98.4633775949478</c:v>
                </c:pt>
                <c:pt idx="551">
                  <c:v>98.7391778230667</c:v>
                </c:pt>
                <c:pt idx="552">
                  <c:v>98.9939958453179</c:v>
                </c:pt>
                <c:pt idx="553">
                  <c:v>99.2179602980614</c:v>
                </c:pt>
                <c:pt idx="554">
                  <c:v>99.4234606027603</c:v>
                </c:pt>
                <c:pt idx="555">
                  <c:v>99.6524838805199</c:v>
                </c:pt>
                <c:pt idx="556">
                  <c:v>99.9453714489937</c:v>
                </c:pt>
                <c:pt idx="557">
                  <c:v>100.234198868275</c:v>
                </c:pt>
                <c:pt idx="558">
                  <c:v>100.509326338768</c:v>
                </c:pt>
                <c:pt idx="559">
                  <c:v>100.798579335213</c:v>
                </c:pt>
                <c:pt idx="560">
                  <c:v>101.113971948624</c:v>
                </c:pt>
                <c:pt idx="561">
                  <c:v>101.476779341698</c:v>
                </c:pt>
                <c:pt idx="562">
                  <c:v>101.817409276962</c:v>
                </c:pt>
                <c:pt idx="563">
                  <c:v>102.123147010803</c:v>
                </c:pt>
                <c:pt idx="564">
                  <c:v>102.39752137661</c:v>
                </c:pt>
                <c:pt idx="565">
                  <c:v>102.577760517597</c:v>
                </c:pt>
                <c:pt idx="566">
                  <c:v>102.738522469997</c:v>
                </c:pt>
                <c:pt idx="567">
                  <c:v>102.902147710323</c:v>
                </c:pt>
                <c:pt idx="568">
                  <c:v>103.090573132038</c:v>
                </c:pt>
                <c:pt idx="569">
                  <c:v>103.24900585413</c:v>
                </c:pt>
                <c:pt idx="570">
                  <c:v>103.313880622387</c:v>
                </c:pt>
                <c:pt idx="571">
                  <c:v>103.388576030731</c:v>
                </c:pt>
                <c:pt idx="572">
                  <c:v>103.535146892071</c:v>
                </c:pt>
                <c:pt idx="573">
                  <c:v>103.649764060974</c:v>
                </c:pt>
                <c:pt idx="574">
                  <c:v>103.864874601364</c:v>
                </c:pt>
                <c:pt idx="575">
                  <c:v>104.09088486433</c:v>
                </c:pt>
                <c:pt idx="576">
                  <c:v>104.190429866314</c:v>
                </c:pt>
                <c:pt idx="577">
                  <c:v>104.228443324566</c:v>
                </c:pt>
                <c:pt idx="578">
                  <c:v>104.323066949844</c:v>
                </c:pt>
                <c:pt idx="579">
                  <c:v>104.461926460266</c:v>
                </c:pt>
                <c:pt idx="580">
                  <c:v>104.601578712463</c:v>
                </c:pt>
                <c:pt idx="581">
                  <c:v>104.745599448681</c:v>
                </c:pt>
                <c:pt idx="582">
                  <c:v>104.843076884747</c:v>
                </c:pt>
                <c:pt idx="583">
                  <c:v>105.010949969292</c:v>
                </c:pt>
                <c:pt idx="584">
                  <c:v>105.204778671265</c:v>
                </c:pt>
                <c:pt idx="585">
                  <c:v>105.342644512653</c:v>
                </c:pt>
                <c:pt idx="586">
                  <c:v>105.547491192818</c:v>
                </c:pt>
                <c:pt idx="587">
                  <c:v>105.73109638691</c:v>
                </c:pt>
                <c:pt idx="588">
                  <c:v>105.876407206059</c:v>
                </c:pt>
                <c:pt idx="589">
                  <c:v>106.068238735199</c:v>
                </c:pt>
                <c:pt idx="590">
                  <c:v>106.27115213871</c:v>
                </c:pt>
                <c:pt idx="591">
                  <c:v>106.456888496876</c:v>
                </c:pt>
                <c:pt idx="592">
                  <c:v>106.679517269135</c:v>
                </c:pt>
                <c:pt idx="593">
                  <c:v>106.936590671539</c:v>
                </c:pt>
                <c:pt idx="594">
                  <c:v>107.221839606762</c:v>
                </c:pt>
                <c:pt idx="595">
                  <c:v>107.460932672024</c:v>
                </c:pt>
                <c:pt idx="596">
                  <c:v>107.689171254635</c:v>
                </c:pt>
                <c:pt idx="597">
                  <c:v>107.920332312584</c:v>
                </c:pt>
                <c:pt idx="598">
                  <c:v>108.165749967098</c:v>
                </c:pt>
                <c:pt idx="599">
                  <c:v>108.403348505497</c:v>
                </c:pt>
                <c:pt idx="600">
                  <c:v>108.675266444683</c:v>
                </c:pt>
                <c:pt idx="601">
                  <c:v>109.029501497746</c:v>
                </c:pt>
                <c:pt idx="602">
                  <c:v>109.335205495358</c:v>
                </c:pt>
                <c:pt idx="603">
                  <c:v>109.607642292976</c:v>
                </c:pt>
                <c:pt idx="604">
                  <c:v>109.889589488506</c:v>
                </c:pt>
                <c:pt idx="605">
                  <c:v>110.115559637547</c:v>
                </c:pt>
                <c:pt idx="606">
                  <c:v>110.38131827116</c:v>
                </c:pt>
                <c:pt idx="607">
                  <c:v>110.643121063709</c:v>
                </c:pt>
                <c:pt idx="608">
                  <c:v>110.881730735302</c:v>
                </c:pt>
                <c:pt idx="609">
                  <c:v>111.085674583912</c:v>
                </c:pt>
                <c:pt idx="610">
                  <c:v>111.279675245285</c:v>
                </c:pt>
                <c:pt idx="611">
                  <c:v>111.403380393982</c:v>
                </c:pt>
                <c:pt idx="612">
                  <c:v>111.586462020874</c:v>
                </c:pt>
                <c:pt idx="613">
                  <c:v>111.758148491383</c:v>
                </c:pt>
                <c:pt idx="614">
                  <c:v>111.899566411972</c:v>
                </c:pt>
                <c:pt idx="615">
                  <c:v>112.040305495262</c:v>
                </c:pt>
                <c:pt idx="616">
                  <c:v>112.192676842213</c:v>
                </c:pt>
                <c:pt idx="617">
                  <c:v>112.344242215157</c:v>
                </c:pt>
                <c:pt idx="618">
                  <c:v>112.517692565918</c:v>
                </c:pt>
                <c:pt idx="619">
                  <c:v>112.714431881905</c:v>
                </c:pt>
                <c:pt idx="620">
                  <c:v>112.848314285278</c:v>
                </c:pt>
                <c:pt idx="621">
                  <c:v>112.981663942337</c:v>
                </c:pt>
                <c:pt idx="622">
                  <c:v>113.063265502453</c:v>
                </c:pt>
                <c:pt idx="623">
                  <c:v>113.12590110302</c:v>
                </c:pt>
                <c:pt idx="624">
                  <c:v>113.200721979141</c:v>
                </c:pt>
                <c:pt idx="625">
                  <c:v>113.305604159832</c:v>
                </c:pt>
                <c:pt idx="626">
                  <c:v>113.45716971159</c:v>
                </c:pt>
                <c:pt idx="627">
                  <c:v>113.596882879734</c:v>
                </c:pt>
                <c:pt idx="628">
                  <c:v>113.71776676178</c:v>
                </c:pt>
                <c:pt idx="629">
                  <c:v>113.870597958565</c:v>
                </c:pt>
                <c:pt idx="630">
                  <c:v>114.059261620045</c:v>
                </c:pt>
                <c:pt idx="631">
                  <c:v>114.261810302734</c:v>
                </c:pt>
                <c:pt idx="632">
                  <c:v>114.455618262291</c:v>
                </c:pt>
                <c:pt idx="633">
                  <c:v>114.645189881325</c:v>
                </c:pt>
                <c:pt idx="634">
                  <c:v>114.82039552927</c:v>
                </c:pt>
                <c:pt idx="635">
                  <c:v>114.957322776318</c:v>
                </c:pt>
                <c:pt idx="636">
                  <c:v>115.011516988277</c:v>
                </c:pt>
                <c:pt idx="637">
                  <c:v>115.116637766361</c:v>
                </c:pt>
                <c:pt idx="638">
                  <c:v>115.184864401817</c:v>
                </c:pt>
                <c:pt idx="639">
                  <c:v>115.204766571522</c:v>
                </c:pt>
                <c:pt idx="640">
                  <c:v>115.26935505867</c:v>
                </c:pt>
                <c:pt idx="641">
                  <c:v>115.307107448578</c:v>
                </c:pt>
                <c:pt idx="642">
                  <c:v>115.396828830242</c:v>
                </c:pt>
                <c:pt idx="643">
                  <c:v>115.46178996563</c:v>
                </c:pt>
                <c:pt idx="644">
                  <c:v>115.550209343433</c:v>
                </c:pt>
                <c:pt idx="645">
                  <c:v>115.595018923283</c:v>
                </c:pt>
                <c:pt idx="646">
                  <c:v>115.646061718464</c:v>
                </c:pt>
                <c:pt idx="647">
                  <c:v>115.728185534477</c:v>
                </c:pt>
                <c:pt idx="648">
                  <c:v>115.892510712147</c:v>
                </c:pt>
                <c:pt idx="649">
                  <c:v>116.027155518532</c:v>
                </c:pt>
                <c:pt idx="650">
                  <c:v>116.173996269703</c:v>
                </c:pt>
                <c:pt idx="651">
                  <c:v>116.331391513348</c:v>
                </c:pt>
                <c:pt idx="652">
                  <c:v>116.526626765728</c:v>
                </c:pt>
                <c:pt idx="653">
                  <c:v>116.749959409237</c:v>
                </c:pt>
                <c:pt idx="654">
                  <c:v>117.008701384068</c:v>
                </c:pt>
                <c:pt idx="655">
                  <c:v>117.250362455845</c:v>
                </c:pt>
                <c:pt idx="656">
                  <c:v>117.580606997013</c:v>
                </c:pt>
                <c:pt idx="657">
                  <c:v>117.922845780849</c:v>
                </c:pt>
                <c:pt idx="658">
                  <c:v>118.247977614403</c:v>
                </c:pt>
                <c:pt idx="659">
                  <c:v>118.566041231155</c:v>
                </c:pt>
                <c:pt idx="660">
                  <c:v>118.906509578228</c:v>
                </c:pt>
                <c:pt idx="661">
                  <c:v>119.235827922821</c:v>
                </c:pt>
                <c:pt idx="662">
                  <c:v>119.579201459885</c:v>
                </c:pt>
                <c:pt idx="663">
                  <c:v>119.946004569531</c:v>
                </c:pt>
                <c:pt idx="664">
                  <c:v>120.321020483971</c:v>
                </c:pt>
                <c:pt idx="665">
                  <c:v>120.66404914856</c:v>
                </c:pt>
                <c:pt idx="666">
                  <c:v>121.030113041401</c:v>
                </c:pt>
                <c:pt idx="667">
                  <c:v>121.365264475346</c:v>
                </c:pt>
                <c:pt idx="668">
                  <c:v>121.621318399906</c:v>
                </c:pt>
                <c:pt idx="669">
                  <c:v>121.851192295551</c:v>
                </c:pt>
                <c:pt idx="670">
                  <c:v>122.063947677612</c:v>
                </c:pt>
                <c:pt idx="671">
                  <c:v>122.283835232258</c:v>
                </c:pt>
                <c:pt idx="672">
                  <c:v>122.53312253952</c:v>
                </c:pt>
                <c:pt idx="673">
                  <c:v>122.761168241501</c:v>
                </c:pt>
                <c:pt idx="674">
                  <c:v>122.967234253883</c:v>
                </c:pt>
                <c:pt idx="675">
                  <c:v>123.189330339432</c:v>
                </c:pt>
                <c:pt idx="676">
                  <c:v>123.384103119373</c:v>
                </c:pt>
                <c:pt idx="677">
                  <c:v>123.567711412907</c:v>
                </c:pt>
                <c:pt idx="678">
                  <c:v>123.728005886078</c:v>
                </c:pt>
                <c:pt idx="679">
                  <c:v>123.879747629166</c:v>
                </c:pt>
                <c:pt idx="680">
                  <c:v>124.024276852608</c:v>
                </c:pt>
                <c:pt idx="681">
                  <c:v>124.138297736645</c:v>
                </c:pt>
                <c:pt idx="682">
                  <c:v>124.242401182652</c:v>
                </c:pt>
                <c:pt idx="683">
                  <c:v>124.332624793053</c:v>
                </c:pt>
                <c:pt idx="684">
                  <c:v>124.481735110283</c:v>
                </c:pt>
                <c:pt idx="685">
                  <c:v>124.652691245079</c:v>
                </c:pt>
                <c:pt idx="686">
                  <c:v>124.891102552414</c:v>
                </c:pt>
                <c:pt idx="687">
                  <c:v>125.128985106945</c:v>
                </c:pt>
                <c:pt idx="688">
                  <c:v>125.32793033123</c:v>
                </c:pt>
                <c:pt idx="689">
                  <c:v>125.503634035587</c:v>
                </c:pt>
                <c:pt idx="690">
                  <c:v>125.701715409756</c:v>
                </c:pt>
                <c:pt idx="691">
                  <c:v>125.888829290867</c:v>
                </c:pt>
                <c:pt idx="692">
                  <c:v>126.06703710556</c:v>
                </c:pt>
                <c:pt idx="693">
                  <c:v>126.237341463566</c:v>
                </c:pt>
                <c:pt idx="694">
                  <c:v>126.379284441471</c:v>
                </c:pt>
                <c:pt idx="695">
                  <c:v>126.452057123184</c:v>
                </c:pt>
                <c:pt idx="696">
                  <c:v>126.559193253517</c:v>
                </c:pt>
                <c:pt idx="697">
                  <c:v>126.652642786503</c:v>
                </c:pt>
                <c:pt idx="698">
                  <c:v>126.737437725067</c:v>
                </c:pt>
                <c:pt idx="699">
                  <c:v>126.775716423988</c:v>
                </c:pt>
                <c:pt idx="700">
                  <c:v>126.776338815689</c:v>
                </c:pt>
                <c:pt idx="701">
                  <c:v>126.792189776897</c:v>
                </c:pt>
                <c:pt idx="702">
                  <c:v>126.793019831181</c:v>
                </c:pt>
                <c:pt idx="703">
                  <c:v>126.760773956776</c:v>
                </c:pt>
                <c:pt idx="704">
                  <c:v>126.775489509106</c:v>
                </c:pt>
                <c:pt idx="705">
                  <c:v>126.913102447987</c:v>
                </c:pt>
                <c:pt idx="706">
                  <c:v>126.919199883938</c:v>
                </c:pt>
                <c:pt idx="707">
                  <c:v>126.884793579578</c:v>
                </c:pt>
                <c:pt idx="708">
                  <c:v>126.831506669521</c:v>
                </c:pt>
                <c:pt idx="709">
                  <c:v>126.791188418865</c:v>
                </c:pt>
                <c:pt idx="710">
                  <c:v>126.80176538229</c:v>
                </c:pt>
                <c:pt idx="711">
                  <c:v>126.816742241383</c:v>
                </c:pt>
                <c:pt idx="712">
                  <c:v>126.795229256153</c:v>
                </c:pt>
                <c:pt idx="713">
                  <c:v>126.791384279728</c:v>
                </c:pt>
                <c:pt idx="714">
                  <c:v>126.808603167534</c:v>
                </c:pt>
                <c:pt idx="715">
                  <c:v>126.879326283932</c:v>
                </c:pt>
                <c:pt idx="716">
                  <c:v>127.013832867146</c:v>
                </c:pt>
                <c:pt idx="717">
                  <c:v>127.161745965481</c:v>
                </c:pt>
                <c:pt idx="718">
                  <c:v>127.292003750801</c:v>
                </c:pt>
                <c:pt idx="719">
                  <c:v>127.429733932018</c:v>
                </c:pt>
                <c:pt idx="720">
                  <c:v>127.555640757084</c:v>
                </c:pt>
                <c:pt idx="721">
                  <c:v>127.700729131699</c:v>
                </c:pt>
                <c:pt idx="722">
                  <c:v>127.837333679199</c:v>
                </c:pt>
                <c:pt idx="723">
                  <c:v>127.98868560791</c:v>
                </c:pt>
                <c:pt idx="724">
                  <c:v>128.137361168861</c:v>
                </c:pt>
                <c:pt idx="725">
                  <c:v>128.274181127548</c:v>
                </c:pt>
                <c:pt idx="726">
                  <c:v>128.365136921406</c:v>
                </c:pt>
                <c:pt idx="727">
                  <c:v>128.492922246456</c:v>
                </c:pt>
                <c:pt idx="728">
                  <c:v>128.625887334347</c:v>
                </c:pt>
                <c:pt idx="729">
                  <c:v>128.772361576557</c:v>
                </c:pt>
                <c:pt idx="730">
                  <c:v>128.883946597576</c:v>
                </c:pt>
                <c:pt idx="731">
                  <c:v>128.859209954739</c:v>
                </c:pt>
                <c:pt idx="732">
                  <c:v>128.851486265659</c:v>
                </c:pt>
                <c:pt idx="733">
                  <c:v>128.855376541615</c:v>
                </c:pt>
                <c:pt idx="734">
                  <c:v>128.876534879208</c:v>
                </c:pt>
                <c:pt idx="735">
                  <c:v>128.886381924152</c:v>
                </c:pt>
                <c:pt idx="736">
                  <c:v>128.902077436447</c:v>
                </c:pt>
                <c:pt idx="737">
                  <c:v>128.87667119503</c:v>
                </c:pt>
                <c:pt idx="738">
                  <c:v>128.823816299439</c:v>
                </c:pt>
                <c:pt idx="739">
                  <c:v>128.705615401268</c:v>
                </c:pt>
                <c:pt idx="740">
                  <c:v>128.614685535431</c:v>
                </c:pt>
                <c:pt idx="741">
                  <c:v>128.511554479599</c:v>
                </c:pt>
                <c:pt idx="742">
                  <c:v>128.384719133377</c:v>
                </c:pt>
                <c:pt idx="743">
                  <c:v>128.223338723183</c:v>
                </c:pt>
                <c:pt idx="744">
                  <c:v>127.984420537949</c:v>
                </c:pt>
                <c:pt idx="745">
                  <c:v>127.815601348877</c:v>
                </c:pt>
                <c:pt idx="746">
                  <c:v>127.652361273766</c:v>
                </c:pt>
                <c:pt idx="747">
                  <c:v>127.619288802147</c:v>
                </c:pt>
                <c:pt idx="748">
                  <c:v>127.761965155602</c:v>
                </c:pt>
                <c:pt idx="749">
                  <c:v>127.849943995476</c:v>
                </c:pt>
                <c:pt idx="750">
                  <c:v>127.963138103485</c:v>
                </c:pt>
                <c:pt idx="751">
                  <c:v>128.111160874367</c:v>
                </c:pt>
                <c:pt idx="752">
                  <c:v>128.32398378849</c:v>
                </c:pt>
                <c:pt idx="753">
                  <c:v>128.441634297371</c:v>
                </c:pt>
                <c:pt idx="754">
                  <c:v>128.522160470486</c:v>
                </c:pt>
                <c:pt idx="755">
                  <c:v>128.700863420963</c:v>
                </c:pt>
                <c:pt idx="756">
                  <c:v>128.936729669571</c:v>
                </c:pt>
                <c:pt idx="757">
                  <c:v>129.195424079895</c:v>
                </c:pt>
                <c:pt idx="758">
                  <c:v>129.522553801537</c:v>
                </c:pt>
                <c:pt idx="759">
                  <c:v>129.89220905304</c:v>
                </c:pt>
                <c:pt idx="760">
                  <c:v>130.211673915386</c:v>
                </c:pt>
                <c:pt idx="761">
                  <c:v>130.496279418469</c:v>
                </c:pt>
                <c:pt idx="762">
                  <c:v>130.82441431284</c:v>
                </c:pt>
                <c:pt idx="763">
                  <c:v>131.207705378532</c:v>
                </c:pt>
                <c:pt idx="764">
                  <c:v>131.653939008713</c:v>
                </c:pt>
                <c:pt idx="765">
                  <c:v>131.999094009399</c:v>
                </c:pt>
                <c:pt idx="766">
                  <c:v>132.296694338322</c:v>
                </c:pt>
                <c:pt idx="767">
                  <c:v>132.604895293713</c:v>
                </c:pt>
                <c:pt idx="768">
                  <c:v>132.97288620472</c:v>
                </c:pt>
                <c:pt idx="769">
                  <c:v>133.363391160965</c:v>
                </c:pt>
                <c:pt idx="770">
                  <c:v>133.78054112196</c:v>
                </c:pt>
                <c:pt idx="771">
                  <c:v>134.156640708447</c:v>
                </c:pt>
                <c:pt idx="772">
                  <c:v>134.520411729813</c:v>
                </c:pt>
                <c:pt idx="773">
                  <c:v>134.831764340401</c:v>
                </c:pt>
                <c:pt idx="774">
                  <c:v>135.177737176418</c:v>
                </c:pt>
                <c:pt idx="775">
                  <c:v>135.493961572647</c:v>
                </c:pt>
                <c:pt idx="776">
                  <c:v>135.861440658569</c:v>
                </c:pt>
                <c:pt idx="777">
                  <c:v>136.187970757484</c:v>
                </c:pt>
                <c:pt idx="778">
                  <c:v>136.471043646336</c:v>
                </c:pt>
                <c:pt idx="779">
                  <c:v>136.685910880566</c:v>
                </c:pt>
                <c:pt idx="780">
                  <c:v>136.921632707119</c:v>
                </c:pt>
                <c:pt idx="781">
                  <c:v>137.179173886776</c:v>
                </c:pt>
                <c:pt idx="782">
                  <c:v>137.397627294064</c:v>
                </c:pt>
                <c:pt idx="783">
                  <c:v>137.564036786556</c:v>
                </c:pt>
                <c:pt idx="784">
                  <c:v>137.715613186359</c:v>
                </c:pt>
                <c:pt idx="785">
                  <c:v>137.895609080792</c:v>
                </c:pt>
                <c:pt idx="786">
                  <c:v>138.083168625832</c:v>
                </c:pt>
                <c:pt idx="787">
                  <c:v>138.243099451065</c:v>
                </c:pt>
                <c:pt idx="788">
                  <c:v>138.414674580097</c:v>
                </c:pt>
                <c:pt idx="789">
                  <c:v>138.592510223389</c:v>
                </c:pt>
                <c:pt idx="790">
                  <c:v>138.72473192215</c:v>
                </c:pt>
                <c:pt idx="791">
                  <c:v>138.823126733303</c:v>
                </c:pt>
                <c:pt idx="792">
                  <c:v>138.940515100956</c:v>
                </c:pt>
                <c:pt idx="793">
                  <c:v>139.097386062145</c:v>
                </c:pt>
                <c:pt idx="794">
                  <c:v>139.239051580429</c:v>
                </c:pt>
                <c:pt idx="795">
                  <c:v>139.407407164574</c:v>
                </c:pt>
                <c:pt idx="796">
                  <c:v>139.60865521431</c:v>
                </c:pt>
                <c:pt idx="797">
                  <c:v>139.836812138557</c:v>
                </c:pt>
                <c:pt idx="798">
                  <c:v>140.006245493889</c:v>
                </c:pt>
                <c:pt idx="799">
                  <c:v>140.218781352043</c:v>
                </c:pt>
                <c:pt idx="800">
                  <c:v>140.42457306385</c:v>
                </c:pt>
                <c:pt idx="801">
                  <c:v>140.59644317627</c:v>
                </c:pt>
                <c:pt idx="802">
                  <c:v>140.816644608974</c:v>
                </c:pt>
                <c:pt idx="803">
                  <c:v>141.066565990448</c:v>
                </c:pt>
                <c:pt idx="804">
                  <c:v>141.350502848625</c:v>
                </c:pt>
                <c:pt idx="805">
                  <c:v>141.570737838745</c:v>
                </c:pt>
                <c:pt idx="806">
                  <c:v>141.747291386128</c:v>
                </c:pt>
                <c:pt idx="807">
                  <c:v>141.863819658756</c:v>
                </c:pt>
                <c:pt idx="808">
                  <c:v>141.945291161537</c:v>
                </c:pt>
                <c:pt idx="809">
                  <c:v>142.027365267277</c:v>
                </c:pt>
                <c:pt idx="810">
                  <c:v>142.127574384213</c:v>
                </c:pt>
                <c:pt idx="811">
                  <c:v>142.265580236912</c:v>
                </c:pt>
                <c:pt idx="812">
                  <c:v>142.406941354275</c:v>
                </c:pt>
                <c:pt idx="813">
                  <c:v>142.550261795521</c:v>
                </c:pt>
                <c:pt idx="814">
                  <c:v>142.709400236607</c:v>
                </c:pt>
                <c:pt idx="815">
                  <c:v>142.856817424297</c:v>
                </c:pt>
                <c:pt idx="816">
                  <c:v>143.019120335579</c:v>
                </c:pt>
                <c:pt idx="817">
                  <c:v>143.174808621407</c:v>
                </c:pt>
                <c:pt idx="818">
                  <c:v>143.341948866844</c:v>
                </c:pt>
                <c:pt idx="819">
                  <c:v>143.488175988197</c:v>
                </c:pt>
                <c:pt idx="820">
                  <c:v>143.668852329254</c:v>
                </c:pt>
                <c:pt idx="821">
                  <c:v>143.835493564606</c:v>
                </c:pt>
                <c:pt idx="822">
                  <c:v>144.02168148756</c:v>
                </c:pt>
                <c:pt idx="823">
                  <c:v>144.275141477585</c:v>
                </c:pt>
                <c:pt idx="824">
                  <c:v>144.540751516819</c:v>
                </c:pt>
                <c:pt idx="825">
                  <c:v>144.798639714718</c:v>
                </c:pt>
                <c:pt idx="826">
                  <c:v>145.048809349537</c:v>
                </c:pt>
                <c:pt idx="827">
                  <c:v>145.296458721161</c:v>
                </c:pt>
                <c:pt idx="828">
                  <c:v>145.510916352272</c:v>
                </c:pt>
                <c:pt idx="829">
                  <c:v>145.704000353813</c:v>
                </c:pt>
                <c:pt idx="830">
                  <c:v>145.912751495838</c:v>
                </c:pt>
                <c:pt idx="831">
                  <c:v>146.155784010887</c:v>
                </c:pt>
                <c:pt idx="832">
                  <c:v>146.336834430695</c:v>
                </c:pt>
                <c:pt idx="833">
                  <c:v>146.459464371204</c:v>
                </c:pt>
                <c:pt idx="834">
                  <c:v>146.560500442982</c:v>
                </c:pt>
                <c:pt idx="835">
                  <c:v>146.593158662319</c:v>
                </c:pt>
                <c:pt idx="836">
                  <c:v>146.589039623737</c:v>
                </c:pt>
                <c:pt idx="837">
                  <c:v>146.567102015018</c:v>
                </c:pt>
                <c:pt idx="838">
                  <c:v>146.543518960476</c:v>
                </c:pt>
                <c:pt idx="839">
                  <c:v>146.631250321865</c:v>
                </c:pt>
                <c:pt idx="840">
                  <c:v>146.748383700848</c:v>
                </c:pt>
                <c:pt idx="841">
                  <c:v>146.898946762085</c:v>
                </c:pt>
                <c:pt idx="842">
                  <c:v>147.032307267189</c:v>
                </c:pt>
                <c:pt idx="843">
                  <c:v>147.148627281189</c:v>
                </c:pt>
                <c:pt idx="844">
                  <c:v>147.281769514084</c:v>
                </c:pt>
                <c:pt idx="845">
                  <c:v>147.408616483212</c:v>
                </c:pt>
                <c:pt idx="846">
                  <c:v>147.560505032539</c:v>
                </c:pt>
                <c:pt idx="847">
                  <c:v>147.712465286255</c:v>
                </c:pt>
                <c:pt idx="848">
                  <c:v>147.875243008137</c:v>
                </c:pt>
                <c:pt idx="849">
                  <c:v>148.001348137856</c:v>
                </c:pt>
                <c:pt idx="850">
                  <c:v>148.142243266106</c:v>
                </c:pt>
                <c:pt idx="851">
                  <c:v>148.292709827423</c:v>
                </c:pt>
                <c:pt idx="852">
                  <c:v>148.444679558277</c:v>
                </c:pt>
                <c:pt idx="853">
                  <c:v>148.629428684711</c:v>
                </c:pt>
                <c:pt idx="854">
                  <c:v>148.875733554363</c:v>
                </c:pt>
                <c:pt idx="855">
                  <c:v>149.141866981983</c:v>
                </c:pt>
                <c:pt idx="856">
                  <c:v>149.433066546917</c:v>
                </c:pt>
                <c:pt idx="857">
                  <c:v>149.761590182781</c:v>
                </c:pt>
                <c:pt idx="858">
                  <c:v>150.070013582706</c:v>
                </c:pt>
                <c:pt idx="859">
                  <c:v>150.328670561314</c:v>
                </c:pt>
                <c:pt idx="860">
                  <c:v>150.520335495472</c:v>
                </c:pt>
                <c:pt idx="861">
                  <c:v>150.731400847435</c:v>
                </c:pt>
                <c:pt idx="862">
                  <c:v>150.892495274544</c:v>
                </c:pt>
                <c:pt idx="863">
                  <c:v>150.998059630394</c:v>
                </c:pt>
                <c:pt idx="864">
                  <c:v>151.187243700027</c:v>
                </c:pt>
                <c:pt idx="865">
                  <c:v>151.420620858669</c:v>
                </c:pt>
                <c:pt idx="866">
                  <c:v>151.594501495361</c:v>
                </c:pt>
                <c:pt idx="867">
                  <c:v>151.742440223694</c:v>
                </c:pt>
                <c:pt idx="868">
                  <c:v>151.9245865345</c:v>
                </c:pt>
                <c:pt idx="869">
                  <c:v>152.21794462204</c:v>
                </c:pt>
                <c:pt idx="870">
                  <c:v>152.518410801888</c:v>
                </c:pt>
                <c:pt idx="871">
                  <c:v>152.842907547951</c:v>
                </c:pt>
                <c:pt idx="872">
                  <c:v>153.202572345734</c:v>
                </c:pt>
                <c:pt idx="873">
                  <c:v>153.531613349915</c:v>
                </c:pt>
                <c:pt idx="874">
                  <c:v>153.891873061657</c:v>
                </c:pt>
                <c:pt idx="875">
                  <c:v>154.266310214996</c:v>
                </c:pt>
                <c:pt idx="876">
                  <c:v>154.620968818665</c:v>
                </c:pt>
                <c:pt idx="877">
                  <c:v>154.957624435425</c:v>
                </c:pt>
                <c:pt idx="878">
                  <c:v>155.284959435463</c:v>
                </c:pt>
                <c:pt idx="879">
                  <c:v>155.605147480965</c:v>
                </c:pt>
                <c:pt idx="880">
                  <c:v>155.973108172417</c:v>
                </c:pt>
                <c:pt idx="881">
                  <c:v>156.336278617382</c:v>
                </c:pt>
                <c:pt idx="882">
                  <c:v>156.702285587788</c:v>
                </c:pt>
                <c:pt idx="883">
                  <c:v>157.065310359001</c:v>
                </c:pt>
                <c:pt idx="884">
                  <c:v>157.410925149918</c:v>
                </c:pt>
                <c:pt idx="885">
                  <c:v>157.719936013222</c:v>
                </c:pt>
                <c:pt idx="886">
                  <c:v>157.983301997185</c:v>
                </c:pt>
                <c:pt idx="887">
                  <c:v>158.190015554428</c:v>
                </c:pt>
                <c:pt idx="888">
                  <c:v>158.34634488821</c:v>
                </c:pt>
                <c:pt idx="889">
                  <c:v>158.420288622379</c:v>
                </c:pt>
                <c:pt idx="890">
                  <c:v>158.527966678143</c:v>
                </c:pt>
                <c:pt idx="891">
                  <c:v>158.653593242168</c:v>
                </c:pt>
                <c:pt idx="892">
                  <c:v>158.844942867756</c:v>
                </c:pt>
                <c:pt idx="893">
                  <c:v>159.006922543049</c:v>
                </c:pt>
                <c:pt idx="894">
                  <c:v>159.169257640839</c:v>
                </c:pt>
                <c:pt idx="895">
                  <c:v>159.232220113277</c:v>
                </c:pt>
                <c:pt idx="896">
                  <c:v>159.259502589703</c:v>
                </c:pt>
                <c:pt idx="897">
                  <c:v>159.268463730812</c:v>
                </c:pt>
                <c:pt idx="898">
                  <c:v>159.329894840717</c:v>
                </c:pt>
                <c:pt idx="899">
                  <c:v>159.453019440174</c:v>
                </c:pt>
                <c:pt idx="900">
                  <c:v>159.701319754124</c:v>
                </c:pt>
                <c:pt idx="901">
                  <c:v>159.85397195816</c:v>
                </c:pt>
                <c:pt idx="902">
                  <c:v>159.978212654591</c:v>
                </c:pt>
                <c:pt idx="903">
                  <c:v>160.126499474049</c:v>
                </c:pt>
                <c:pt idx="904">
                  <c:v>160.278679907322</c:v>
                </c:pt>
                <c:pt idx="905">
                  <c:v>160.408236205578</c:v>
                </c:pt>
                <c:pt idx="906">
                  <c:v>160.580430984497</c:v>
                </c:pt>
                <c:pt idx="907">
                  <c:v>160.761212587357</c:v>
                </c:pt>
                <c:pt idx="908">
                  <c:v>160.960691869259</c:v>
                </c:pt>
                <c:pt idx="909">
                  <c:v>161.120691001415</c:v>
                </c:pt>
                <c:pt idx="910">
                  <c:v>161.299339354038</c:v>
                </c:pt>
                <c:pt idx="911">
                  <c:v>161.485071241856</c:v>
                </c:pt>
                <c:pt idx="912">
                  <c:v>161.672575712204</c:v>
                </c:pt>
                <c:pt idx="913">
                  <c:v>161.82113546133</c:v>
                </c:pt>
                <c:pt idx="914">
                  <c:v>161.950904011726</c:v>
                </c:pt>
                <c:pt idx="915">
                  <c:v>162.067903757095</c:v>
                </c:pt>
                <c:pt idx="916">
                  <c:v>162.22380822897</c:v>
                </c:pt>
                <c:pt idx="917">
                  <c:v>162.347296357155</c:v>
                </c:pt>
                <c:pt idx="918">
                  <c:v>162.390763401985</c:v>
                </c:pt>
                <c:pt idx="919">
                  <c:v>162.443408131599</c:v>
                </c:pt>
                <c:pt idx="920">
                  <c:v>162.527207314968</c:v>
                </c:pt>
                <c:pt idx="921">
                  <c:v>162.601522445679</c:v>
                </c:pt>
                <c:pt idx="922">
                  <c:v>162.647420883179</c:v>
                </c:pt>
                <c:pt idx="923">
                  <c:v>162.673271238804</c:v>
                </c:pt>
                <c:pt idx="924">
                  <c:v>162.690026283264</c:v>
                </c:pt>
                <c:pt idx="925">
                  <c:v>162.729996263981</c:v>
                </c:pt>
                <c:pt idx="926">
                  <c:v>162.764886796474</c:v>
                </c:pt>
                <c:pt idx="927">
                  <c:v>162.8096601367</c:v>
                </c:pt>
                <c:pt idx="928">
                  <c:v>162.866106212139</c:v>
                </c:pt>
                <c:pt idx="929">
                  <c:v>162.906329929829</c:v>
                </c:pt>
                <c:pt idx="930">
                  <c:v>162.833912551403</c:v>
                </c:pt>
                <c:pt idx="931">
                  <c:v>162.768190085888</c:v>
                </c:pt>
                <c:pt idx="932">
                  <c:v>162.823076725006</c:v>
                </c:pt>
                <c:pt idx="933">
                  <c:v>162.859714388847</c:v>
                </c:pt>
                <c:pt idx="934">
                  <c:v>162.940170049667</c:v>
                </c:pt>
                <c:pt idx="935">
                  <c:v>162.90039730072</c:v>
                </c:pt>
                <c:pt idx="936">
                  <c:v>163.009497106075</c:v>
                </c:pt>
                <c:pt idx="937">
                  <c:v>163.113095521927</c:v>
                </c:pt>
                <c:pt idx="938">
                  <c:v>163.173820853233</c:v>
                </c:pt>
                <c:pt idx="939">
                  <c:v>163.243065834045</c:v>
                </c:pt>
                <c:pt idx="940">
                  <c:v>163.307607293129</c:v>
                </c:pt>
                <c:pt idx="941">
                  <c:v>163.432079672813</c:v>
                </c:pt>
                <c:pt idx="942">
                  <c:v>163.577763497829</c:v>
                </c:pt>
                <c:pt idx="943">
                  <c:v>163.764057278633</c:v>
                </c:pt>
                <c:pt idx="944">
                  <c:v>163.932672858238</c:v>
                </c:pt>
                <c:pt idx="945">
                  <c:v>164.118105709553</c:v>
                </c:pt>
                <c:pt idx="946">
                  <c:v>164.253432810307</c:v>
                </c:pt>
                <c:pt idx="947">
                  <c:v>164.420359432697</c:v>
                </c:pt>
                <c:pt idx="948">
                  <c:v>164.557728171349</c:v>
                </c:pt>
                <c:pt idx="949">
                  <c:v>164.734998524189</c:v>
                </c:pt>
                <c:pt idx="950">
                  <c:v>164.901930212975</c:v>
                </c:pt>
                <c:pt idx="951">
                  <c:v>165.072866141796</c:v>
                </c:pt>
                <c:pt idx="952">
                  <c:v>165.270540893078</c:v>
                </c:pt>
                <c:pt idx="953">
                  <c:v>165.4730245471</c:v>
                </c:pt>
                <c:pt idx="954">
                  <c:v>165.656484663487</c:v>
                </c:pt>
                <c:pt idx="955">
                  <c:v>165.803477108479</c:v>
                </c:pt>
                <c:pt idx="956">
                  <c:v>165.988781452179</c:v>
                </c:pt>
                <c:pt idx="957">
                  <c:v>166.203544676304</c:v>
                </c:pt>
                <c:pt idx="958">
                  <c:v>166.492055952549</c:v>
                </c:pt>
                <c:pt idx="959">
                  <c:v>166.771250486374</c:v>
                </c:pt>
                <c:pt idx="960">
                  <c:v>167.080581307411</c:v>
                </c:pt>
                <c:pt idx="961">
                  <c:v>167.380754292011</c:v>
                </c:pt>
                <c:pt idx="962">
                  <c:v>167.686704218388</c:v>
                </c:pt>
                <c:pt idx="963">
                  <c:v>168.016961038113</c:v>
                </c:pt>
                <c:pt idx="964">
                  <c:v>168.329971492291</c:v>
                </c:pt>
                <c:pt idx="965">
                  <c:v>168.615597724915</c:v>
                </c:pt>
                <c:pt idx="966">
                  <c:v>168.909536421299</c:v>
                </c:pt>
                <c:pt idx="967">
                  <c:v>169.22739559412</c:v>
                </c:pt>
                <c:pt idx="968">
                  <c:v>169.519294083118</c:v>
                </c:pt>
                <c:pt idx="969">
                  <c:v>169.816693723202</c:v>
                </c:pt>
                <c:pt idx="970">
                  <c:v>170.102144658566</c:v>
                </c:pt>
                <c:pt idx="971">
                  <c:v>170.370047450066</c:v>
                </c:pt>
                <c:pt idx="972">
                  <c:v>170.650889933109</c:v>
                </c:pt>
                <c:pt idx="973">
                  <c:v>170.908916473389</c:v>
                </c:pt>
                <c:pt idx="974">
                  <c:v>171.204604864121</c:v>
                </c:pt>
                <c:pt idx="975">
                  <c:v>171.509475529194</c:v>
                </c:pt>
                <c:pt idx="976">
                  <c:v>171.804721653461</c:v>
                </c:pt>
                <c:pt idx="977">
                  <c:v>172.113609611988</c:v>
                </c:pt>
                <c:pt idx="978">
                  <c:v>172.361881732941</c:v>
                </c:pt>
                <c:pt idx="979">
                  <c:v>172.622867763042</c:v>
                </c:pt>
                <c:pt idx="980">
                  <c:v>172.837641358376</c:v>
                </c:pt>
                <c:pt idx="981">
                  <c:v>173.058200895786</c:v>
                </c:pt>
                <c:pt idx="982">
                  <c:v>173.264635801315</c:v>
                </c:pt>
                <c:pt idx="983">
                  <c:v>173.458001255989</c:v>
                </c:pt>
                <c:pt idx="984">
                  <c:v>173.599028348923</c:v>
                </c:pt>
                <c:pt idx="985">
                  <c:v>173.756742298603</c:v>
                </c:pt>
                <c:pt idx="986">
                  <c:v>173.904217839241</c:v>
                </c:pt>
                <c:pt idx="987">
                  <c:v>174.062918841839</c:v>
                </c:pt>
                <c:pt idx="988">
                  <c:v>174.229531049728</c:v>
                </c:pt>
                <c:pt idx="989">
                  <c:v>174.448494374752</c:v>
                </c:pt>
                <c:pt idx="990">
                  <c:v>174.660122573376</c:v>
                </c:pt>
                <c:pt idx="991">
                  <c:v>174.830433785915</c:v>
                </c:pt>
                <c:pt idx="992">
                  <c:v>174.963488519192</c:v>
                </c:pt>
                <c:pt idx="993">
                  <c:v>175.06211400032</c:v>
                </c:pt>
                <c:pt idx="994">
                  <c:v>175.146831929684</c:v>
                </c:pt>
                <c:pt idx="995">
                  <c:v>175.24154728651</c:v>
                </c:pt>
                <c:pt idx="996">
                  <c:v>175.356617033482</c:v>
                </c:pt>
                <c:pt idx="997">
                  <c:v>175.44504404068</c:v>
                </c:pt>
                <c:pt idx="998">
                  <c:v>175.565703451633</c:v>
                </c:pt>
                <c:pt idx="999">
                  <c:v>175.690988361836</c:v>
                </c:pt>
                <c:pt idx="1000">
                  <c:v>175.751128971577</c:v>
                </c:pt>
                <c:pt idx="1001">
                  <c:v>175.862754285336</c:v>
                </c:pt>
                <c:pt idx="1002">
                  <c:v>175.955792546272</c:v>
                </c:pt>
                <c:pt idx="1003">
                  <c:v>176.123195409775</c:v>
                </c:pt>
                <c:pt idx="1004">
                  <c:v>176.346267819405</c:v>
                </c:pt>
                <c:pt idx="1005">
                  <c:v>176.600377500057</c:v>
                </c:pt>
                <c:pt idx="1006">
                  <c:v>176.888310074806</c:v>
                </c:pt>
                <c:pt idx="1007">
                  <c:v>177.151316046715</c:v>
                </c:pt>
                <c:pt idx="1008">
                  <c:v>177.399555742741</c:v>
                </c:pt>
                <c:pt idx="1009">
                  <c:v>177.574079990387</c:v>
                </c:pt>
                <c:pt idx="1010">
                  <c:v>177.803369939327</c:v>
                </c:pt>
                <c:pt idx="1011">
                  <c:v>177.927419543266</c:v>
                </c:pt>
                <c:pt idx="1012">
                  <c:v>178.120017766953</c:v>
                </c:pt>
                <c:pt idx="1013">
                  <c:v>178.2818826437</c:v>
                </c:pt>
                <c:pt idx="1014">
                  <c:v>178.455490529537</c:v>
                </c:pt>
                <c:pt idx="1015">
                  <c:v>178.585934698582</c:v>
                </c:pt>
                <c:pt idx="1016">
                  <c:v>178.714489400387</c:v>
                </c:pt>
                <c:pt idx="1017">
                  <c:v>178.864355742931</c:v>
                </c:pt>
                <c:pt idx="1018">
                  <c:v>178.998281180859</c:v>
                </c:pt>
                <c:pt idx="1019">
                  <c:v>179.139728248119</c:v>
                </c:pt>
                <c:pt idx="1020">
                  <c:v>179.327699065208</c:v>
                </c:pt>
                <c:pt idx="1021">
                  <c:v>179.527247071266</c:v>
                </c:pt>
                <c:pt idx="1022">
                  <c:v>179.763465642929</c:v>
                </c:pt>
                <c:pt idx="1023">
                  <c:v>179.999819278717</c:v>
                </c:pt>
                <c:pt idx="1024">
                  <c:v>180.214461505413</c:v>
                </c:pt>
                <c:pt idx="1025">
                  <c:v>180.433860242367</c:v>
                </c:pt>
                <c:pt idx="1026">
                  <c:v>180.639187216759</c:v>
                </c:pt>
                <c:pt idx="1027">
                  <c:v>180.842009425163</c:v>
                </c:pt>
                <c:pt idx="1028">
                  <c:v>181.061606645584</c:v>
                </c:pt>
                <c:pt idx="1029">
                  <c:v>181.284234642983</c:v>
                </c:pt>
                <c:pt idx="1030">
                  <c:v>181.486956119537</c:v>
                </c:pt>
                <c:pt idx="1031">
                  <c:v>181.695193946362</c:v>
                </c:pt>
                <c:pt idx="1032">
                  <c:v>181.893854022026</c:v>
                </c:pt>
                <c:pt idx="1033">
                  <c:v>182.096873998642</c:v>
                </c:pt>
                <c:pt idx="1034">
                  <c:v>182.277028858662</c:v>
                </c:pt>
                <c:pt idx="1035">
                  <c:v>182.454873383045</c:v>
                </c:pt>
                <c:pt idx="1036">
                  <c:v>182.617556035519</c:v>
                </c:pt>
                <c:pt idx="1037">
                  <c:v>182.737851262093</c:v>
                </c:pt>
                <c:pt idx="1038">
                  <c:v>182.847783029079</c:v>
                </c:pt>
                <c:pt idx="1039">
                  <c:v>182.999551951885</c:v>
                </c:pt>
                <c:pt idx="1040">
                  <c:v>183.124291360378</c:v>
                </c:pt>
                <c:pt idx="1041">
                  <c:v>183.246235609055</c:v>
                </c:pt>
                <c:pt idx="1042">
                  <c:v>183.305175125599</c:v>
                </c:pt>
                <c:pt idx="1043">
                  <c:v>183.344582796097</c:v>
                </c:pt>
                <c:pt idx="1044">
                  <c:v>183.403409838676</c:v>
                </c:pt>
                <c:pt idx="1045">
                  <c:v>183.424119472504</c:v>
                </c:pt>
                <c:pt idx="1046">
                  <c:v>183.433289349079</c:v>
                </c:pt>
                <c:pt idx="1047">
                  <c:v>183.445878624916</c:v>
                </c:pt>
                <c:pt idx="1048">
                  <c:v>183.448304891586</c:v>
                </c:pt>
                <c:pt idx="1049">
                  <c:v>183.41647207737</c:v>
                </c:pt>
                <c:pt idx="1050">
                  <c:v>183.363181471825</c:v>
                </c:pt>
                <c:pt idx="1051">
                  <c:v>183.246708989143</c:v>
                </c:pt>
                <c:pt idx="1052">
                  <c:v>183.068375587463</c:v>
                </c:pt>
                <c:pt idx="1053">
                  <c:v>182.920227766037</c:v>
                </c:pt>
                <c:pt idx="1054">
                  <c:v>182.810926914215</c:v>
                </c:pt>
                <c:pt idx="1055">
                  <c:v>182.7538677454</c:v>
                </c:pt>
                <c:pt idx="1056">
                  <c:v>182.775389254093</c:v>
                </c:pt>
                <c:pt idx="1057">
                  <c:v>182.788048028946</c:v>
                </c:pt>
                <c:pt idx="1058">
                  <c:v>182.815119326115</c:v>
                </c:pt>
                <c:pt idx="1059">
                  <c:v>182.825940012932</c:v>
                </c:pt>
                <c:pt idx="1060">
                  <c:v>182.846214652061</c:v>
                </c:pt>
                <c:pt idx="1061">
                  <c:v>182.880680382252</c:v>
                </c:pt>
                <c:pt idx="1062">
                  <c:v>182.99570953846</c:v>
                </c:pt>
                <c:pt idx="1063">
                  <c:v>183.094945013523</c:v>
                </c:pt>
                <c:pt idx="1064">
                  <c:v>183.173036396503</c:v>
                </c:pt>
                <c:pt idx="1065">
                  <c:v>183.26497143507</c:v>
                </c:pt>
                <c:pt idx="1066">
                  <c:v>183.328321993351</c:v>
                </c:pt>
                <c:pt idx="1067">
                  <c:v>183.371426641941</c:v>
                </c:pt>
                <c:pt idx="1068">
                  <c:v>183.479961276054</c:v>
                </c:pt>
                <c:pt idx="1069">
                  <c:v>183.561032295227</c:v>
                </c:pt>
                <c:pt idx="1070">
                  <c:v>183.626067698002</c:v>
                </c:pt>
                <c:pt idx="1071">
                  <c:v>183.746940910816</c:v>
                </c:pt>
                <c:pt idx="1072">
                  <c:v>183.852481842041</c:v>
                </c:pt>
                <c:pt idx="1073">
                  <c:v>183.997195839882</c:v>
                </c:pt>
                <c:pt idx="1074">
                  <c:v>184.122435986996</c:v>
                </c:pt>
                <c:pt idx="1075">
                  <c:v>184.202812433243</c:v>
                </c:pt>
                <c:pt idx="1076">
                  <c:v>184.257663190365</c:v>
                </c:pt>
                <c:pt idx="1077">
                  <c:v>184.287401556969</c:v>
                </c:pt>
                <c:pt idx="1078">
                  <c:v>184.293731272221</c:v>
                </c:pt>
                <c:pt idx="1079">
                  <c:v>184.299541831017</c:v>
                </c:pt>
                <c:pt idx="1080">
                  <c:v>184.309529483318</c:v>
                </c:pt>
                <c:pt idx="1081">
                  <c:v>184.310850501061</c:v>
                </c:pt>
                <c:pt idx="1082">
                  <c:v>184.357533991337</c:v>
                </c:pt>
                <c:pt idx="1083">
                  <c:v>184.429342091084</c:v>
                </c:pt>
                <c:pt idx="1084">
                  <c:v>184.48976868391</c:v>
                </c:pt>
                <c:pt idx="1085">
                  <c:v>184.59778624773</c:v>
                </c:pt>
                <c:pt idx="1086">
                  <c:v>184.655279934406</c:v>
                </c:pt>
                <c:pt idx="1087">
                  <c:v>184.68972235918</c:v>
                </c:pt>
                <c:pt idx="1088">
                  <c:v>184.659691870213</c:v>
                </c:pt>
                <c:pt idx="1089">
                  <c:v>184.630371153355</c:v>
                </c:pt>
                <c:pt idx="1090">
                  <c:v>184.647736370564</c:v>
                </c:pt>
                <c:pt idx="1091">
                  <c:v>184.710464417934</c:v>
                </c:pt>
                <c:pt idx="1092">
                  <c:v>184.83746355772</c:v>
                </c:pt>
                <c:pt idx="1093">
                  <c:v>184.908443808556</c:v>
                </c:pt>
                <c:pt idx="1094">
                  <c:v>184.962669014931</c:v>
                </c:pt>
                <c:pt idx="1095">
                  <c:v>184.997505962849</c:v>
                </c:pt>
                <c:pt idx="1096">
                  <c:v>185.018863797188</c:v>
                </c:pt>
                <c:pt idx="1097">
                  <c:v>184.996795415878</c:v>
                </c:pt>
                <c:pt idx="1098">
                  <c:v>185.002390384674</c:v>
                </c:pt>
                <c:pt idx="1099">
                  <c:v>184.972564935684</c:v>
                </c:pt>
                <c:pt idx="1100">
                  <c:v>184.956387877464</c:v>
                </c:pt>
                <c:pt idx="1101">
                  <c:v>184.93307864666</c:v>
                </c:pt>
                <c:pt idx="1102">
                  <c:v>184.912472605705</c:v>
                </c:pt>
                <c:pt idx="1103">
                  <c:v>184.900911927223</c:v>
                </c:pt>
                <c:pt idx="1104">
                  <c:v>184.906679391861</c:v>
                </c:pt>
                <c:pt idx="1105">
                  <c:v>184.936265587807</c:v>
                </c:pt>
                <c:pt idx="1106">
                  <c:v>185.018689453602</c:v>
                </c:pt>
                <c:pt idx="1107">
                  <c:v>185.150703430176</c:v>
                </c:pt>
                <c:pt idx="1108">
                  <c:v>185.280792236328</c:v>
                </c:pt>
                <c:pt idx="1109">
                  <c:v>185.414848208427</c:v>
                </c:pt>
                <c:pt idx="1110">
                  <c:v>185.491070747376</c:v>
                </c:pt>
                <c:pt idx="1111">
                  <c:v>185.574505984783</c:v>
                </c:pt>
                <c:pt idx="1112">
                  <c:v>185.67124837637</c:v>
                </c:pt>
                <c:pt idx="1113">
                  <c:v>185.780426800251</c:v>
                </c:pt>
                <c:pt idx="1114">
                  <c:v>185.902976810932</c:v>
                </c:pt>
                <c:pt idx="1115">
                  <c:v>186.03003436327</c:v>
                </c:pt>
                <c:pt idx="1116">
                  <c:v>186.150796294212</c:v>
                </c:pt>
                <c:pt idx="1117">
                  <c:v>186.394474983215</c:v>
                </c:pt>
                <c:pt idx="1118">
                  <c:v>186.572608113289</c:v>
                </c:pt>
                <c:pt idx="1119">
                  <c:v>186.831957578659</c:v>
                </c:pt>
                <c:pt idx="1120">
                  <c:v>187.044497132301</c:v>
                </c:pt>
                <c:pt idx="1121">
                  <c:v>187.277088046074</c:v>
                </c:pt>
                <c:pt idx="1122">
                  <c:v>187.550384640694</c:v>
                </c:pt>
                <c:pt idx="1123">
                  <c:v>187.834416329861</c:v>
                </c:pt>
                <c:pt idx="1124">
                  <c:v>188.10295265913</c:v>
                </c:pt>
                <c:pt idx="1125">
                  <c:v>188.328170120716</c:v>
                </c:pt>
                <c:pt idx="1126">
                  <c:v>188.484995305538</c:v>
                </c:pt>
                <c:pt idx="1127">
                  <c:v>188.646394073963</c:v>
                </c:pt>
                <c:pt idx="1128">
                  <c:v>188.843765437603</c:v>
                </c:pt>
                <c:pt idx="1129">
                  <c:v>189.039944529533</c:v>
                </c:pt>
                <c:pt idx="1130">
                  <c:v>189.270181179047</c:v>
                </c:pt>
                <c:pt idx="1131">
                  <c:v>189.543624103069</c:v>
                </c:pt>
                <c:pt idx="1132">
                  <c:v>189.810251414776</c:v>
                </c:pt>
                <c:pt idx="1133">
                  <c:v>190.102479994297</c:v>
                </c:pt>
                <c:pt idx="1134">
                  <c:v>190.419742226601</c:v>
                </c:pt>
                <c:pt idx="1135">
                  <c:v>190.781082749367</c:v>
                </c:pt>
                <c:pt idx="1136">
                  <c:v>191.077435016632</c:v>
                </c:pt>
                <c:pt idx="1137">
                  <c:v>191.35105150938</c:v>
                </c:pt>
                <c:pt idx="1138">
                  <c:v>191.65594547987</c:v>
                </c:pt>
                <c:pt idx="1139">
                  <c:v>191.923495829105</c:v>
                </c:pt>
                <c:pt idx="1140">
                  <c:v>192.211945593357</c:v>
                </c:pt>
                <c:pt idx="1141">
                  <c:v>192.507870078087</c:v>
                </c:pt>
                <c:pt idx="1142">
                  <c:v>192.792605519295</c:v>
                </c:pt>
                <c:pt idx="1143">
                  <c:v>193.03808927536</c:v>
                </c:pt>
                <c:pt idx="1144">
                  <c:v>193.266335964203</c:v>
                </c:pt>
                <c:pt idx="1145">
                  <c:v>193.471739053726</c:v>
                </c:pt>
                <c:pt idx="1146">
                  <c:v>193.718657433987</c:v>
                </c:pt>
                <c:pt idx="1147">
                  <c:v>193.976068913937</c:v>
                </c:pt>
                <c:pt idx="1148">
                  <c:v>194.120180845261</c:v>
                </c:pt>
                <c:pt idx="1149">
                  <c:v>194.280807554722</c:v>
                </c:pt>
                <c:pt idx="1150">
                  <c:v>194.46783810854</c:v>
                </c:pt>
                <c:pt idx="1151">
                  <c:v>194.624130666256</c:v>
                </c:pt>
                <c:pt idx="1152">
                  <c:v>194.746412336826</c:v>
                </c:pt>
                <c:pt idx="1153">
                  <c:v>194.844971597195</c:v>
                </c:pt>
                <c:pt idx="1154">
                  <c:v>194.933294773102</c:v>
                </c:pt>
                <c:pt idx="1155">
                  <c:v>195.022657513618</c:v>
                </c:pt>
                <c:pt idx="1156">
                  <c:v>195.126292109489</c:v>
                </c:pt>
                <c:pt idx="1157">
                  <c:v>195.164792358875</c:v>
                </c:pt>
                <c:pt idx="1158">
                  <c:v>195.184819638729</c:v>
                </c:pt>
                <c:pt idx="1159">
                  <c:v>195.248728334904</c:v>
                </c:pt>
                <c:pt idx="1160">
                  <c:v>195.275932490826</c:v>
                </c:pt>
                <c:pt idx="1161">
                  <c:v>195.276499152184</c:v>
                </c:pt>
                <c:pt idx="1162">
                  <c:v>195.281330287457</c:v>
                </c:pt>
                <c:pt idx="1163">
                  <c:v>195.328687012196</c:v>
                </c:pt>
                <c:pt idx="1164">
                  <c:v>195.402972102165</c:v>
                </c:pt>
                <c:pt idx="1165">
                  <c:v>195.47770178318</c:v>
                </c:pt>
                <c:pt idx="1166">
                  <c:v>195.555901169777</c:v>
                </c:pt>
                <c:pt idx="1167">
                  <c:v>195.655378043652</c:v>
                </c:pt>
                <c:pt idx="1168">
                  <c:v>195.743993580341</c:v>
                </c:pt>
                <c:pt idx="1169">
                  <c:v>195.795814156532</c:v>
                </c:pt>
                <c:pt idx="1170">
                  <c:v>195.775379538536</c:v>
                </c:pt>
                <c:pt idx="1171">
                  <c:v>195.717123389244</c:v>
                </c:pt>
                <c:pt idx="1172">
                  <c:v>195.65752530098</c:v>
                </c:pt>
                <c:pt idx="1173">
                  <c:v>195.656222701073</c:v>
                </c:pt>
                <c:pt idx="1174">
                  <c:v>195.702060341835</c:v>
                </c:pt>
                <c:pt idx="1175">
                  <c:v>195.650551199913</c:v>
                </c:pt>
                <c:pt idx="1176">
                  <c:v>195.670671164989</c:v>
                </c:pt>
                <c:pt idx="1177">
                  <c:v>195.681614100933</c:v>
                </c:pt>
                <c:pt idx="1178">
                  <c:v>195.728540718555</c:v>
                </c:pt>
                <c:pt idx="1179">
                  <c:v>195.829222857952</c:v>
                </c:pt>
                <c:pt idx="1180">
                  <c:v>195.949528217316</c:v>
                </c:pt>
                <c:pt idx="1181">
                  <c:v>196.075585007668</c:v>
                </c:pt>
                <c:pt idx="1182">
                  <c:v>196.218014538288</c:v>
                </c:pt>
                <c:pt idx="1183">
                  <c:v>196.324623644352</c:v>
                </c:pt>
                <c:pt idx="1184">
                  <c:v>196.429096281529</c:v>
                </c:pt>
                <c:pt idx="1185">
                  <c:v>196.541348278523</c:v>
                </c:pt>
                <c:pt idx="1186">
                  <c:v>196.648719012737</c:v>
                </c:pt>
                <c:pt idx="1187">
                  <c:v>196.771505177021</c:v>
                </c:pt>
                <c:pt idx="1188">
                  <c:v>197.055510163307</c:v>
                </c:pt>
                <c:pt idx="1189">
                  <c:v>197.34120452404</c:v>
                </c:pt>
                <c:pt idx="1190">
                  <c:v>197.627050459385</c:v>
                </c:pt>
                <c:pt idx="1191">
                  <c:v>197.845416605473</c:v>
                </c:pt>
                <c:pt idx="1192">
                  <c:v>198.098468363285</c:v>
                </c:pt>
                <c:pt idx="1193">
                  <c:v>198.370879232883</c:v>
                </c:pt>
                <c:pt idx="1194">
                  <c:v>198.682596981525</c:v>
                </c:pt>
                <c:pt idx="1195">
                  <c:v>198.994093120098</c:v>
                </c:pt>
                <c:pt idx="1196">
                  <c:v>199.280664741993</c:v>
                </c:pt>
                <c:pt idx="1197">
                  <c:v>199.552531898022</c:v>
                </c:pt>
                <c:pt idx="1198">
                  <c:v>199.845741808414</c:v>
                </c:pt>
                <c:pt idx="1199">
                  <c:v>200.131737053394</c:v>
                </c:pt>
                <c:pt idx="1200">
                  <c:v>200.431512773037</c:v>
                </c:pt>
                <c:pt idx="1201">
                  <c:v>200.763445198536</c:v>
                </c:pt>
                <c:pt idx="1202">
                  <c:v>201.097779452801</c:v>
                </c:pt>
                <c:pt idx="1203">
                  <c:v>201.490731537342</c:v>
                </c:pt>
                <c:pt idx="1204">
                  <c:v>201.870620906353</c:v>
                </c:pt>
                <c:pt idx="1205">
                  <c:v>202.259053826332</c:v>
                </c:pt>
                <c:pt idx="1206">
                  <c:v>202.662642359734</c:v>
                </c:pt>
                <c:pt idx="1207">
                  <c:v>203.023685455322</c:v>
                </c:pt>
                <c:pt idx="1208">
                  <c:v>203.324882268906</c:v>
                </c:pt>
                <c:pt idx="1209">
                  <c:v>203.595296800137</c:v>
                </c:pt>
                <c:pt idx="1210">
                  <c:v>203.912551939487</c:v>
                </c:pt>
                <c:pt idx="1211">
                  <c:v>204.261079609394</c:v>
                </c:pt>
                <c:pt idx="1212">
                  <c:v>204.553386986256</c:v>
                </c:pt>
                <c:pt idx="1213">
                  <c:v>204.871767938137</c:v>
                </c:pt>
                <c:pt idx="1214">
                  <c:v>205.190144002438</c:v>
                </c:pt>
                <c:pt idx="1215">
                  <c:v>205.532227098942</c:v>
                </c:pt>
                <c:pt idx="1216">
                  <c:v>205.909916698933</c:v>
                </c:pt>
                <c:pt idx="1217">
                  <c:v>206.304136931896</c:v>
                </c:pt>
                <c:pt idx="1218">
                  <c:v>206.688685417175</c:v>
                </c:pt>
                <c:pt idx="1219">
                  <c:v>206.977926015854</c:v>
                </c:pt>
                <c:pt idx="1220">
                  <c:v>207.276870846748</c:v>
                </c:pt>
                <c:pt idx="1221">
                  <c:v>207.525716364384</c:v>
                </c:pt>
                <c:pt idx="1222">
                  <c:v>207.765255510807</c:v>
                </c:pt>
                <c:pt idx="1223">
                  <c:v>208.028637349606</c:v>
                </c:pt>
                <c:pt idx="1224">
                  <c:v>208.304431319237</c:v>
                </c:pt>
                <c:pt idx="1225">
                  <c:v>208.591078460217</c:v>
                </c:pt>
                <c:pt idx="1226">
                  <c:v>208.92494982481</c:v>
                </c:pt>
                <c:pt idx="1227">
                  <c:v>209.23172968626</c:v>
                </c:pt>
                <c:pt idx="1228">
                  <c:v>209.505997121334</c:v>
                </c:pt>
                <c:pt idx="1229">
                  <c:v>209.756364881992</c:v>
                </c:pt>
                <c:pt idx="1230">
                  <c:v>210.017747342587</c:v>
                </c:pt>
                <c:pt idx="1231">
                  <c:v>210.23730891943</c:v>
                </c:pt>
                <c:pt idx="1232">
                  <c:v>210.392480432987</c:v>
                </c:pt>
                <c:pt idx="1233">
                  <c:v>210.500254273415</c:v>
                </c:pt>
                <c:pt idx="1234">
                  <c:v>210.564552843571</c:v>
                </c:pt>
                <c:pt idx="1235">
                  <c:v>210.58809697628</c:v>
                </c:pt>
                <c:pt idx="1236">
                  <c:v>210.601116538048</c:v>
                </c:pt>
                <c:pt idx="1237">
                  <c:v>210.60877341032</c:v>
                </c:pt>
                <c:pt idx="1238">
                  <c:v>210.645677685738</c:v>
                </c:pt>
                <c:pt idx="1239">
                  <c:v>210.708559989929</c:v>
                </c:pt>
                <c:pt idx="1240">
                  <c:v>210.787707090378</c:v>
                </c:pt>
                <c:pt idx="1241">
                  <c:v>210.901759326458</c:v>
                </c:pt>
                <c:pt idx="1242">
                  <c:v>211.028261303902</c:v>
                </c:pt>
                <c:pt idx="1243">
                  <c:v>211.094708263874</c:v>
                </c:pt>
                <c:pt idx="1244">
                  <c:v>211.13650149107</c:v>
                </c:pt>
                <c:pt idx="1245">
                  <c:v>211.125668823719</c:v>
                </c:pt>
                <c:pt idx="1246">
                  <c:v>211.084794461727</c:v>
                </c:pt>
                <c:pt idx="1247">
                  <c:v>211.050674855709</c:v>
                </c:pt>
                <c:pt idx="1248">
                  <c:v>211.037773311138</c:v>
                </c:pt>
                <c:pt idx="1249">
                  <c:v>211.035900294781</c:v>
                </c:pt>
                <c:pt idx="1250">
                  <c:v>211.068405270577</c:v>
                </c:pt>
                <c:pt idx="1251">
                  <c:v>211.037369132042</c:v>
                </c:pt>
                <c:pt idx="1252">
                  <c:v>210.994549155235</c:v>
                </c:pt>
                <c:pt idx="1253">
                  <c:v>210.947323679924</c:v>
                </c:pt>
                <c:pt idx="1254">
                  <c:v>210.903303742409</c:v>
                </c:pt>
                <c:pt idx="1255">
                  <c:v>210.880038976669</c:v>
                </c:pt>
                <c:pt idx="1256">
                  <c:v>210.864680886269</c:v>
                </c:pt>
                <c:pt idx="1257">
                  <c:v>210.853934764862</c:v>
                </c:pt>
                <c:pt idx="1258">
                  <c:v>210.884894549847</c:v>
                </c:pt>
                <c:pt idx="1259">
                  <c:v>210.918308734894</c:v>
                </c:pt>
                <c:pt idx="1260">
                  <c:v>210.942676007748</c:v>
                </c:pt>
                <c:pt idx="1261">
                  <c:v>211.006870031357</c:v>
                </c:pt>
                <c:pt idx="1262">
                  <c:v>211.066881895065</c:v>
                </c:pt>
                <c:pt idx="1263">
                  <c:v>211.155456781387</c:v>
                </c:pt>
                <c:pt idx="1264">
                  <c:v>211.238458395004</c:v>
                </c:pt>
                <c:pt idx="1265">
                  <c:v>211.316797018051</c:v>
                </c:pt>
                <c:pt idx="1266">
                  <c:v>211.417296469212</c:v>
                </c:pt>
                <c:pt idx="1267">
                  <c:v>211.596163570881</c:v>
                </c:pt>
                <c:pt idx="1268">
                  <c:v>211.776671946049</c:v>
                </c:pt>
                <c:pt idx="1269">
                  <c:v>211.968759894371</c:v>
                </c:pt>
                <c:pt idx="1270">
                  <c:v>212.163256645203</c:v>
                </c:pt>
                <c:pt idx="1271">
                  <c:v>212.290206432343</c:v>
                </c:pt>
                <c:pt idx="1272">
                  <c:v>212.410177886486</c:v>
                </c:pt>
                <c:pt idx="1273">
                  <c:v>212.555148184299</c:v>
                </c:pt>
                <c:pt idx="1274">
                  <c:v>212.757045269012</c:v>
                </c:pt>
                <c:pt idx="1275">
                  <c:v>212.941610515118</c:v>
                </c:pt>
                <c:pt idx="1276">
                  <c:v>213.115676999092</c:v>
                </c:pt>
                <c:pt idx="1277">
                  <c:v>213.299065828323</c:v>
                </c:pt>
                <c:pt idx="1278">
                  <c:v>213.486991405487</c:v>
                </c:pt>
                <c:pt idx="1279">
                  <c:v>213.731389224529</c:v>
                </c:pt>
                <c:pt idx="1280">
                  <c:v>214.008732736111</c:v>
                </c:pt>
                <c:pt idx="1281">
                  <c:v>214.251468002796</c:v>
                </c:pt>
                <c:pt idx="1282">
                  <c:v>214.458363354206</c:v>
                </c:pt>
                <c:pt idx="1283">
                  <c:v>214.723998844624</c:v>
                </c:pt>
                <c:pt idx="1284">
                  <c:v>214.965754628181</c:v>
                </c:pt>
                <c:pt idx="1285">
                  <c:v>215.145853161812</c:v>
                </c:pt>
                <c:pt idx="1286">
                  <c:v>215.348965466022</c:v>
                </c:pt>
                <c:pt idx="1287">
                  <c:v>215.537362039089</c:v>
                </c:pt>
                <c:pt idx="1288">
                  <c:v>215.740326166153</c:v>
                </c:pt>
                <c:pt idx="1289">
                  <c:v>215.957140922546</c:v>
                </c:pt>
                <c:pt idx="1290">
                  <c:v>216.287801384926</c:v>
                </c:pt>
                <c:pt idx="1291">
                  <c:v>216.657938480377</c:v>
                </c:pt>
                <c:pt idx="1292">
                  <c:v>216.893713593483</c:v>
                </c:pt>
                <c:pt idx="1293">
                  <c:v>217.216940939426</c:v>
                </c:pt>
                <c:pt idx="1294">
                  <c:v>217.498261988163</c:v>
                </c:pt>
                <c:pt idx="1295">
                  <c:v>217.834971964359</c:v>
                </c:pt>
                <c:pt idx="1296">
                  <c:v>218.179289996624</c:v>
                </c:pt>
                <c:pt idx="1297">
                  <c:v>218.497081160545</c:v>
                </c:pt>
                <c:pt idx="1298">
                  <c:v>218.786488950253</c:v>
                </c:pt>
                <c:pt idx="1299">
                  <c:v>218.980073392391</c:v>
                </c:pt>
                <c:pt idx="1300">
                  <c:v>219.185124218464</c:v>
                </c:pt>
                <c:pt idx="1301">
                  <c:v>219.410671949387</c:v>
                </c:pt>
                <c:pt idx="1302">
                  <c:v>219.634734988213</c:v>
                </c:pt>
                <c:pt idx="1303">
                  <c:v>219.872248113155</c:v>
                </c:pt>
                <c:pt idx="1304">
                  <c:v>220.062573969364</c:v>
                </c:pt>
                <c:pt idx="1305">
                  <c:v>220.237042605877</c:v>
                </c:pt>
                <c:pt idx="1306">
                  <c:v>220.420185387135</c:v>
                </c:pt>
                <c:pt idx="1307">
                  <c:v>220.624352157116</c:v>
                </c:pt>
                <c:pt idx="1308">
                  <c:v>220.845091402531</c:v>
                </c:pt>
                <c:pt idx="1309">
                  <c:v>221.075242698193</c:v>
                </c:pt>
                <c:pt idx="1310">
                  <c:v>221.310028195381</c:v>
                </c:pt>
                <c:pt idx="1311">
                  <c:v>221.5600451231</c:v>
                </c:pt>
                <c:pt idx="1312">
                  <c:v>221.80857861042</c:v>
                </c:pt>
                <c:pt idx="1313">
                  <c:v>222.00690972805</c:v>
                </c:pt>
                <c:pt idx="1314">
                  <c:v>222.139194846153</c:v>
                </c:pt>
                <c:pt idx="1315">
                  <c:v>222.257682740688</c:v>
                </c:pt>
                <c:pt idx="1316">
                  <c:v>222.352703094482</c:v>
                </c:pt>
                <c:pt idx="1317">
                  <c:v>222.475238442421</c:v>
                </c:pt>
                <c:pt idx="1318">
                  <c:v>222.61540466547</c:v>
                </c:pt>
                <c:pt idx="1319">
                  <c:v>222.804200649261</c:v>
                </c:pt>
                <c:pt idx="1320">
                  <c:v>222.983668804169</c:v>
                </c:pt>
                <c:pt idx="1321">
                  <c:v>223.129274964333</c:v>
                </c:pt>
                <c:pt idx="1322">
                  <c:v>223.300217747688</c:v>
                </c:pt>
                <c:pt idx="1323">
                  <c:v>223.483504354954</c:v>
                </c:pt>
                <c:pt idx="1324">
                  <c:v>223.686035394669</c:v>
                </c:pt>
                <c:pt idx="1325">
                  <c:v>223.862645447254</c:v>
                </c:pt>
                <c:pt idx="1326">
                  <c:v>224.016817748547</c:v>
                </c:pt>
                <c:pt idx="1327">
                  <c:v>224.161879956722</c:v>
                </c:pt>
                <c:pt idx="1328">
                  <c:v>224.322693526745</c:v>
                </c:pt>
                <c:pt idx="1329">
                  <c:v>224.461651265621</c:v>
                </c:pt>
                <c:pt idx="1330">
                  <c:v>224.628871738911</c:v>
                </c:pt>
                <c:pt idx="1331">
                  <c:v>224.850863099098</c:v>
                </c:pt>
                <c:pt idx="1332">
                  <c:v>225.058716416359</c:v>
                </c:pt>
                <c:pt idx="1333">
                  <c:v>225.214262723923</c:v>
                </c:pt>
                <c:pt idx="1334">
                  <c:v>225.365305840969</c:v>
                </c:pt>
                <c:pt idx="1335">
                  <c:v>225.497677624226</c:v>
                </c:pt>
                <c:pt idx="1336">
                  <c:v>225.607540249825</c:v>
                </c:pt>
                <c:pt idx="1337">
                  <c:v>225.763187408447</c:v>
                </c:pt>
                <c:pt idx="1338">
                  <c:v>225.914334654808</c:v>
                </c:pt>
                <c:pt idx="1339">
                  <c:v>226.020736575127</c:v>
                </c:pt>
                <c:pt idx="1340">
                  <c:v>226.160708129406</c:v>
                </c:pt>
                <c:pt idx="1341">
                  <c:v>226.295997083187</c:v>
                </c:pt>
                <c:pt idx="1342">
                  <c:v>226.480829119682</c:v>
                </c:pt>
                <c:pt idx="1343">
                  <c:v>226.65442442894</c:v>
                </c:pt>
                <c:pt idx="1344">
                  <c:v>226.759647428989</c:v>
                </c:pt>
                <c:pt idx="1345">
                  <c:v>226.85067075491</c:v>
                </c:pt>
                <c:pt idx="1346">
                  <c:v>226.958708465099</c:v>
                </c:pt>
                <c:pt idx="1347">
                  <c:v>227.061026573181</c:v>
                </c:pt>
                <c:pt idx="1348">
                  <c:v>227.156654059887</c:v>
                </c:pt>
                <c:pt idx="1349">
                  <c:v>227.237121164799</c:v>
                </c:pt>
                <c:pt idx="1350">
                  <c:v>227.31939971447</c:v>
                </c:pt>
                <c:pt idx="1351">
                  <c:v>227.417257785797</c:v>
                </c:pt>
                <c:pt idx="1352">
                  <c:v>227.527851581573</c:v>
                </c:pt>
                <c:pt idx="1353">
                  <c:v>227.683541238308</c:v>
                </c:pt>
                <c:pt idx="1354">
                  <c:v>227.89097827673</c:v>
                </c:pt>
                <c:pt idx="1355">
                  <c:v>228.104130864143</c:v>
                </c:pt>
                <c:pt idx="1356">
                  <c:v>228.300846278667</c:v>
                </c:pt>
                <c:pt idx="1357">
                  <c:v>228.424143135548</c:v>
                </c:pt>
                <c:pt idx="1358">
                  <c:v>228.343792974949</c:v>
                </c:pt>
                <c:pt idx="1359">
                  <c:v>228.224924862385</c:v>
                </c:pt>
                <c:pt idx="1360">
                  <c:v>228.256929218769</c:v>
                </c:pt>
                <c:pt idx="1361">
                  <c:v>228.363877058029</c:v>
                </c:pt>
                <c:pt idx="1362">
                  <c:v>228.51114153862</c:v>
                </c:pt>
                <c:pt idx="1363">
                  <c:v>228.5997184515</c:v>
                </c:pt>
                <c:pt idx="1364">
                  <c:v>228.704744696617</c:v>
                </c:pt>
                <c:pt idx="1365">
                  <c:v>228.811683475971</c:v>
                </c:pt>
                <c:pt idx="1366">
                  <c:v>229.019566297531</c:v>
                </c:pt>
                <c:pt idx="1367">
                  <c:v>229.302106142044</c:v>
                </c:pt>
                <c:pt idx="1368">
                  <c:v>229.621586024761</c:v>
                </c:pt>
                <c:pt idx="1369">
                  <c:v>229.969022750854</c:v>
                </c:pt>
                <c:pt idx="1370">
                  <c:v>230.202057182789</c:v>
                </c:pt>
                <c:pt idx="1371">
                  <c:v>230.413708269596</c:v>
                </c:pt>
                <c:pt idx="1372">
                  <c:v>230.692756950855</c:v>
                </c:pt>
                <c:pt idx="1373">
                  <c:v>230.862052381039</c:v>
                </c:pt>
                <c:pt idx="1374">
                  <c:v>230.870735287666</c:v>
                </c:pt>
                <c:pt idx="1375">
                  <c:v>230.919292628765</c:v>
                </c:pt>
                <c:pt idx="1376">
                  <c:v>230.997919380665</c:v>
                </c:pt>
                <c:pt idx="1377">
                  <c:v>231.102787911892</c:v>
                </c:pt>
                <c:pt idx="1378">
                  <c:v>231.187992811203</c:v>
                </c:pt>
                <c:pt idx="1379">
                  <c:v>231.262900531292</c:v>
                </c:pt>
                <c:pt idx="1380">
                  <c:v>231.406169354916</c:v>
                </c:pt>
                <c:pt idx="1381">
                  <c:v>231.596268236637</c:v>
                </c:pt>
                <c:pt idx="1382">
                  <c:v>231.814050495625</c:v>
                </c:pt>
                <c:pt idx="1383">
                  <c:v>232.070589363575</c:v>
                </c:pt>
                <c:pt idx="1384">
                  <c:v>232.250707089901</c:v>
                </c:pt>
                <c:pt idx="1385">
                  <c:v>232.415288150311</c:v>
                </c:pt>
                <c:pt idx="1386">
                  <c:v>232.565686881542</c:v>
                </c:pt>
                <c:pt idx="1387">
                  <c:v>232.695046961308</c:v>
                </c:pt>
                <c:pt idx="1388">
                  <c:v>232.877412974834</c:v>
                </c:pt>
                <c:pt idx="1389">
                  <c:v>233.061387419701</c:v>
                </c:pt>
                <c:pt idx="1390">
                  <c:v>233.251060187817</c:v>
                </c:pt>
                <c:pt idx="1391">
                  <c:v>233.400188624859</c:v>
                </c:pt>
                <c:pt idx="1392">
                  <c:v>233.585659265518</c:v>
                </c:pt>
                <c:pt idx="1393">
                  <c:v>233.736459374428</c:v>
                </c:pt>
                <c:pt idx="1394">
                  <c:v>233.857454061508</c:v>
                </c:pt>
                <c:pt idx="1395">
                  <c:v>233.989868104458</c:v>
                </c:pt>
                <c:pt idx="1396">
                  <c:v>234.097220659256</c:v>
                </c:pt>
                <c:pt idx="1397">
                  <c:v>234.22050768137</c:v>
                </c:pt>
                <c:pt idx="1398">
                  <c:v>234.321117401123</c:v>
                </c:pt>
                <c:pt idx="1399">
                  <c:v>234.492706358433</c:v>
                </c:pt>
                <c:pt idx="1400">
                  <c:v>234.778418600559</c:v>
                </c:pt>
                <c:pt idx="1401">
                  <c:v>235.012720406055</c:v>
                </c:pt>
                <c:pt idx="1402">
                  <c:v>235.131877601147</c:v>
                </c:pt>
                <c:pt idx="1403">
                  <c:v>235.184196293354</c:v>
                </c:pt>
                <c:pt idx="1404">
                  <c:v>235.263640105724</c:v>
                </c:pt>
                <c:pt idx="1405">
                  <c:v>235.346804320812</c:v>
                </c:pt>
                <c:pt idx="1406">
                  <c:v>235.470510840416</c:v>
                </c:pt>
                <c:pt idx="1407">
                  <c:v>235.623740971088</c:v>
                </c:pt>
                <c:pt idx="1408">
                  <c:v>235.688885986805</c:v>
                </c:pt>
                <c:pt idx="1409">
                  <c:v>235.765526235104</c:v>
                </c:pt>
                <c:pt idx="1410">
                  <c:v>235.885307431221</c:v>
                </c:pt>
                <c:pt idx="1411">
                  <c:v>236.102522432804</c:v>
                </c:pt>
                <c:pt idx="1412">
                  <c:v>236.27862739563</c:v>
                </c:pt>
                <c:pt idx="1413">
                  <c:v>236.337172925472</c:v>
                </c:pt>
                <c:pt idx="1414">
                  <c:v>236.500305175781</c:v>
                </c:pt>
                <c:pt idx="1415">
                  <c:v>236.789229512215</c:v>
                </c:pt>
                <c:pt idx="1416">
                  <c:v>237.05252623558</c:v>
                </c:pt>
                <c:pt idx="1417">
                  <c:v>237.237404763699</c:v>
                </c:pt>
                <c:pt idx="1418">
                  <c:v>237.371471345425</c:v>
                </c:pt>
                <c:pt idx="1419">
                  <c:v>237.481006443501</c:v>
                </c:pt>
                <c:pt idx="1420">
                  <c:v>237.628616034985</c:v>
                </c:pt>
                <c:pt idx="1421">
                  <c:v>237.816978156567</c:v>
                </c:pt>
                <c:pt idx="1422">
                  <c:v>238.003820598125</c:v>
                </c:pt>
                <c:pt idx="1423">
                  <c:v>238.208532750607</c:v>
                </c:pt>
                <c:pt idx="1424">
                  <c:v>238.337561190128</c:v>
                </c:pt>
                <c:pt idx="1425">
                  <c:v>238.428061068058</c:v>
                </c:pt>
                <c:pt idx="1426">
                  <c:v>238.592436671257</c:v>
                </c:pt>
                <c:pt idx="1427">
                  <c:v>238.788385570049</c:v>
                </c:pt>
                <c:pt idx="1428">
                  <c:v>239.018707334995</c:v>
                </c:pt>
                <c:pt idx="1429">
                  <c:v>239.246190547943</c:v>
                </c:pt>
                <c:pt idx="1430">
                  <c:v>239.539902448654</c:v>
                </c:pt>
                <c:pt idx="1431">
                  <c:v>239.783951997757</c:v>
                </c:pt>
                <c:pt idx="1432">
                  <c:v>240.009058594704</c:v>
                </c:pt>
                <c:pt idx="1433">
                  <c:v>240.212720036507</c:v>
                </c:pt>
                <c:pt idx="1434">
                  <c:v>240.372321665287</c:v>
                </c:pt>
                <c:pt idx="1435">
                  <c:v>240.537263572216</c:v>
                </c:pt>
                <c:pt idx="1436">
                  <c:v>240.718584954739</c:v>
                </c:pt>
                <c:pt idx="1437">
                  <c:v>240.896690309048</c:v>
                </c:pt>
                <c:pt idx="1438">
                  <c:v>241.078943133354</c:v>
                </c:pt>
                <c:pt idx="1439">
                  <c:v>241.244186282158</c:v>
                </c:pt>
                <c:pt idx="1440">
                  <c:v>241.33512121439</c:v>
                </c:pt>
                <c:pt idx="1441">
                  <c:v>241.414763391018</c:v>
                </c:pt>
                <c:pt idx="1442">
                  <c:v>241.489012181759</c:v>
                </c:pt>
                <c:pt idx="1443">
                  <c:v>241.584751784801</c:v>
                </c:pt>
                <c:pt idx="1444">
                  <c:v>241.663180828094</c:v>
                </c:pt>
                <c:pt idx="1445">
                  <c:v>241.725666642189</c:v>
                </c:pt>
                <c:pt idx="1446">
                  <c:v>241.824182271957</c:v>
                </c:pt>
                <c:pt idx="1447">
                  <c:v>241.876066207886</c:v>
                </c:pt>
                <c:pt idx="1448">
                  <c:v>241.973235487938</c:v>
                </c:pt>
                <c:pt idx="1449">
                  <c:v>242.030442357063</c:v>
                </c:pt>
                <c:pt idx="1450">
                  <c:v>242.152981042862</c:v>
                </c:pt>
                <c:pt idx="1451">
                  <c:v>242.237904071808</c:v>
                </c:pt>
                <c:pt idx="1452">
                  <c:v>242.38176047802</c:v>
                </c:pt>
                <c:pt idx="1453">
                  <c:v>242.529342114925</c:v>
                </c:pt>
                <c:pt idx="1454">
                  <c:v>242.687579274178</c:v>
                </c:pt>
                <c:pt idx="1455">
                  <c:v>242.827652454376</c:v>
                </c:pt>
                <c:pt idx="1456">
                  <c:v>242.977386474609</c:v>
                </c:pt>
                <c:pt idx="1457">
                  <c:v>243.116747021675</c:v>
                </c:pt>
                <c:pt idx="1458">
                  <c:v>243.251337110996</c:v>
                </c:pt>
                <c:pt idx="1459">
                  <c:v>243.386551439762</c:v>
                </c:pt>
                <c:pt idx="1460">
                  <c:v>243.451463878155</c:v>
                </c:pt>
                <c:pt idx="1461">
                  <c:v>243.641337394714</c:v>
                </c:pt>
                <c:pt idx="1462">
                  <c:v>243.802496314049</c:v>
                </c:pt>
                <c:pt idx="1463">
                  <c:v>243.964693725109</c:v>
                </c:pt>
                <c:pt idx="1464">
                  <c:v>244.171866178513</c:v>
                </c:pt>
                <c:pt idx="1465">
                  <c:v>244.393367171288</c:v>
                </c:pt>
                <c:pt idx="1466">
                  <c:v>244.612342238426</c:v>
                </c:pt>
                <c:pt idx="1467">
                  <c:v>244.784908354282</c:v>
                </c:pt>
                <c:pt idx="1468">
                  <c:v>244.920985996723</c:v>
                </c:pt>
                <c:pt idx="1469">
                  <c:v>245.086427032948</c:v>
                </c:pt>
                <c:pt idx="1470">
                  <c:v>245.163721561432</c:v>
                </c:pt>
                <c:pt idx="1471">
                  <c:v>245.229351520538</c:v>
                </c:pt>
                <c:pt idx="1472">
                  <c:v>245.279030382633</c:v>
                </c:pt>
                <c:pt idx="1473">
                  <c:v>245.386597216129</c:v>
                </c:pt>
                <c:pt idx="1474">
                  <c:v>245.570760905743</c:v>
                </c:pt>
                <c:pt idx="1475">
                  <c:v>245.750829517841</c:v>
                </c:pt>
                <c:pt idx="1476">
                  <c:v>245.963399291039</c:v>
                </c:pt>
                <c:pt idx="1477">
                  <c:v>246.212351620197</c:v>
                </c:pt>
                <c:pt idx="1478">
                  <c:v>246.469131529331</c:v>
                </c:pt>
                <c:pt idx="1479">
                  <c:v>246.720723450184</c:v>
                </c:pt>
                <c:pt idx="1480">
                  <c:v>246.957550823689</c:v>
                </c:pt>
                <c:pt idx="1481">
                  <c:v>247.174692749977</c:v>
                </c:pt>
                <c:pt idx="1482">
                  <c:v>247.436678826809</c:v>
                </c:pt>
                <c:pt idx="1483">
                  <c:v>247.700127065182</c:v>
                </c:pt>
                <c:pt idx="1484">
                  <c:v>247.947537600994</c:v>
                </c:pt>
                <c:pt idx="1485">
                  <c:v>248.182380914688</c:v>
                </c:pt>
                <c:pt idx="1486">
                  <c:v>248.480731129646</c:v>
                </c:pt>
                <c:pt idx="1487">
                  <c:v>248.761141836643</c:v>
                </c:pt>
                <c:pt idx="1488">
                  <c:v>248.960880935192</c:v>
                </c:pt>
                <c:pt idx="1489">
                  <c:v>249.210388362408</c:v>
                </c:pt>
                <c:pt idx="1490">
                  <c:v>249.419427096844</c:v>
                </c:pt>
                <c:pt idx="1491">
                  <c:v>249.639273166656</c:v>
                </c:pt>
                <c:pt idx="1492">
                  <c:v>249.817548811436</c:v>
                </c:pt>
                <c:pt idx="1493">
                  <c:v>250.017854690552</c:v>
                </c:pt>
                <c:pt idx="1494">
                  <c:v>250.163076758385</c:v>
                </c:pt>
                <c:pt idx="1495">
                  <c:v>250.303764104843</c:v>
                </c:pt>
                <c:pt idx="1496">
                  <c:v>250.413149476051</c:v>
                </c:pt>
                <c:pt idx="1497">
                  <c:v>250.47080039978</c:v>
                </c:pt>
                <c:pt idx="1498">
                  <c:v>250.465165734291</c:v>
                </c:pt>
                <c:pt idx="1499">
                  <c:v>250.472496986389</c:v>
                </c:pt>
                <c:pt idx="1500">
                  <c:v>250.468066811562</c:v>
                </c:pt>
                <c:pt idx="1501">
                  <c:v>250.504848480225</c:v>
                </c:pt>
                <c:pt idx="1502">
                  <c:v>250.481994628906</c:v>
                </c:pt>
                <c:pt idx="1503">
                  <c:v>250.496105492115</c:v>
                </c:pt>
                <c:pt idx="1504">
                  <c:v>250.498779416084</c:v>
                </c:pt>
                <c:pt idx="1505">
                  <c:v>250.51102989912</c:v>
                </c:pt>
                <c:pt idx="1506">
                  <c:v>250.47911375761</c:v>
                </c:pt>
                <c:pt idx="1507">
                  <c:v>250.450829446316</c:v>
                </c:pt>
                <c:pt idx="1508">
                  <c:v>250.448851048946</c:v>
                </c:pt>
                <c:pt idx="1509">
                  <c:v>250.462598979473</c:v>
                </c:pt>
                <c:pt idx="1510">
                  <c:v>250.501587986946</c:v>
                </c:pt>
                <c:pt idx="1511">
                  <c:v>250.509049654007</c:v>
                </c:pt>
                <c:pt idx="1512">
                  <c:v>250.604912161827</c:v>
                </c:pt>
                <c:pt idx="1513">
                  <c:v>250.715047836304</c:v>
                </c:pt>
                <c:pt idx="1514">
                  <c:v>250.888483226299</c:v>
                </c:pt>
                <c:pt idx="1515">
                  <c:v>251.086463987827</c:v>
                </c:pt>
                <c:pt idx="1516">
                  <c:v>251.32105499506</c:v>
                </c:pt>
                <c:pt idx="1517">
                  <c:v>251.471271574497</c:v>
                </c:pt>
                <c:pt idx="1518">
                  <c:v>251.695169448853</c:v>
                </c:pt>
                <c:pt idx="1519">
                  <c:v>251.940114855766</c:v>
                </c:pt>
                <c:pt idx="1520">
                  <c:v>252.210807204247</c:v>
                </c:pt>
                <c:pt idx="1521">
                  <c:v>252.472104310989</c:v>
                </c:pt>
                <c:pt idx="1522">
                  <c:v>252.691259145737</c:v>
                </c:pt>
                <c:pt idx="1523">
                  <c:v>252.902961194515</c:v>
                </c:pt>
                <c:pt idx="1524">
                  <c:v>253.14885610342</c:v>
                </c:pt>
                <c:pt idx="1525">
                  <c:v>253.455104768276</c:v>
                </c:pt>
                <c:pt idx="1526">
                  <c:v>253.789584219456</c:v>
                </c:pt>
                <c:pt idx="1527">
                  <c:v>254.107289016247</c:v>
                </c:pt>
                <c:pt idx="1528">
                  <c:v>254.348139405251</c:v>
                </c:pt>
                <c:pt idx="1529">
                  <c:v>254.577114462852</c:v>
                </c:pt>
                <c:pt idx="1530">
                  <c:v>254.85017901659</c:v>
                </c:pt>
                <c:pt idx="1531">
                  <c:v>255.168749034405</c:v>
                </c:pt>
                <c:pt idx="1532">
                  <c:v>255.411711752415</c:v>
                </c:pt>
                <c:pt idx="1533">
                  <c:v>255.625120043755</c:v>
                </c:pt>
                <c:pt idx="1534">
                  <c:v>255.826536595821</c:v>
                </c:pt>
                <c:pt idx="1535">
                  <c:v>255.959457814693</c:v>
                </c:pt>
                <c:pt idx="1536">
                  <c:v>256.023341834545</c:v>
                </c:pt>
                <c:pt idx="1537">
                  <c:v>256.078165531158</c:v>
                </c:pt>
                <c:pt idx="1538">
                  <c:v>256.072373509407</c:v>
                </c:pt>
                <c:pt idx="1539">
                  <c:v>256.105280518532</c:v>
                </c:pt>
                <c:pt idx="1540">
                  <c:v>256.157947659492</c:v>
                </c:pt>
                <c:pt idx="1541">
                  <c:v>256.185389101505</c:v>
                </c:pt>
                <c:pt idx="1542">
                  <c:v>256.129501879215</c:v>
                </c:pt>
                <c:pt idx="1543">
                  <c:v>256.0966822505</c:v>
                </c:pt>
                <c:pt idx="1544">
                  <c:v>256.021107971668</c:v>
                </c:pt>
                <c:pt idx="1545">
                  <c:v>255.986832797527</c:v>
                </c:pt>
                <c:pt idx="1546">
                  <c:v>255.911857545376</c:v>
                </c:pt>
                <c:pt idx="1547">
                  <c:v>255.826261937618</c:v>
                </c:pt>
                <c:pt idx="1548">
                  <c:v>255.734824001789</c:v>
                </c:pt>
                <c:pt idx="1549">
                  <c:v>255.621740996838</c:v>
                </c:pt>
                <c:pt idx="1550">
                  <c:v>255.470951139927</c:v>
                </c:pt>
                <c:pt idx="1551">
                  <c:v>255.29012876749</c:v>
                </c:pt>
                <c:pt idx="1552">
                  <c:v>255.205743849277</c:v>
                </c:pt>
                <c:pt idx="1553">
                  <c:v>255.141989409924</c:v>
                </c:pt>
                <c:pt idx="1554">
                  <c:v>255.085095345974</c:v>
                </c:pt>
                <c:pt idx="1555">
                  <c:v>255.094838321209</c:v>
                </c:pt>
                <c:pt idx="1556">
                  <c:v>255.134663939476</c:v>
                </c:pt>
                <c:pt idx="1557">
                  <c:v>255.229843080044</c:v>
                </c:pt>
                <c:pt idx="1558">
                  <c:v>255.38409113884</c:v>
                </c:pt>
                <c:pt idx="1559">
                  <c:v>255.513350248337</c:v>
                </c:pt>
                <c:pt idx="1560">
                  <c:v>255.663132786751</c:v>
                </c:pt>
                <c:pt idx="1561">
                  <c:v>255.816126465797</c:v>
                </c:pt>
                <c:pt idx="1562">
                  <c:v>256.022483706474</c:v>
                </c:pt>
                <c:pt idx="1563">
                  <c:v>256.270516872406</c:v>
                </c:pt>
                <c:pt idx="1564">
                  <c:v>256.56699192524</c:v>
                </c:pt>
                <c:pt idx="1565">
                  <c:v>256.84658908844</c:v>
                </c:pt>
                <c:pt idx="1566">
                  <c:v>257.144245624542</c:v>
                </c:pt>
                <c:pt idx="1567">
                  <c:v>257.41051530838</c:v>
                </c:pt>
                <c:pt idx="1568">
                  <c:v>257.669469296932</c:v>
                </c:pt>
                <c:pt idx="1569">
                  <c:v>257.962303698063</c:v>
                </c:pt>
                <c:pt idx="1570">
                  <c:v>258.313150346279</c:v>
                </c:pt>
                <c:pt idx="1571">
                  <c:v>258.640549600124</c:v>
                </c:pt>
                <c:pt idx="1572">
                  <c:v>258.910359084606</c:v>
                </c:pt>
                <c:pt idx="1573">
                  <c:v>259.106638431549</c:v>
                </c:pt>
                <c:pt idx="1574">
                  <c:v>259.383832514286</c:v>
                </c:pt>
                <c:pt idx="1575">
                  <c:v>259.673863649368</c:v>
                </c:pt>
                <c:pt idx="1576">
                  <c:v>260.033734083176</c:v>
                </c:pt>
                <c:pt idx="1577">
                  <c:v>260.465666890144</c:v>
                </c:pt>
                <c:pt idx="1578">
                  <c:v>260.916794419289</c:v>
                </c:pt>
                <c:pt idx="1579">
                  <c:v>261.358345746994</c:v>
                </c:pt>
                <c:pt idx="1580">
                  <c:v>261.794898033142</c:v>
                </c:pt>
                <c:pt idx="1581">
                  <c:v>262.198834180832</c:v>
                </c:pt>
                <c:pt idx="1582">
                  <c:v>262.557666420937</c:v>
                </c:pt>
                <c:pt idx="1583">
                  <c:v>262.880690693855</c:v>
                </c:pt>
                <c:pt idx="1584">
                  <c:v>263.189367175102</c:v>
                </c:pt>
                <c:pt idx="1585">
                  <c:v>263.514094233513</c:v>
                </c:pt>
                <c:pt idx="1586">
                  <c:v>263.870881676674</c:v>
                </c:pt>
                <c:pt idx="1587">
                  <c:v>264.269969642162</c:v>
                </c:pt>
                <c:pt idx="1588">
                  <c:v>264.587134599686</c:v>
                </c:pt>
                <c:pt idx="1589">
                  <c:v>264.886872529984</c:v>
                </c:pt>
                <c:pt idx="1590">
                  <c:v>265.203288733959</c:v>
                </c:pt>
                <c:pt idx="1591">
                  <c:v>265.433255851269</c:v>
                </c:pt>
                <c:pt idx="1592">
                  <c:v>265.621486902237</c:v>
                </c:pt>
                <c:pt idx="1593">
                  <c:v>265.721228837967</c:v>
                </c:pt>
                <c:pt idx="1594">
                  <c:v>265.811559915543</c:v>
                </c:pt>
                <c:pt idx="1595">
                  <c:v>265.923003017902</c:v>
                </c:pt>
                <c:pt idx="1596">
                  <c:v>266.045907258987</c:v>
                </c:pt>
                <c:pt idx="1597">
                  <c:v>266.176685035229</c:v>
                </c:pt>
                <c:pt idx="1598">
                  <c:v>266.349195659161</c:v>
                </c:pt>
                <c:pt idx="1599">
                  <c:v>266.422929942608</c:v>
                </c:pt>
                <c:pt idx="1600">
                  <c:v>266.476165771484</c:v>
                </c:pt>
                <c:pt idx="1601">
                  <c:v>266.524401247501</c:v>
                </c:pt>
                <c:pt idx="1602">
                  <c:v>266.609221756458</c:v>
                </c:pt>
                <c:pt idx="1603">
                  <c:v>266.727374613285</c:v>
                </c:pt>
                <c:pt idx="1604">
                  <c:v>266.86239361763</c:v>
                </c:pt>
                <c:pt idx="1605">
                  <c:v>266.999188184738</c:v>
                </c:pt>
                <c:pt idx="1606">
                  <c:v>267.121346950531</c:v>
                </c:pt>
                <c:pt idx="1607">
                  <c:v>267.26244354248</c:v>
                </c:pt>
                <c:pt idx="1608">
                  <c:v>267.397835075855</c:v>
                </c:pt>
                <c:pt idx="1609">
                  <c:v>267.550747573376</c:v>
                </c:pt>
                <c:pt idx="1610">
                  <c:v>267.741655409336</c:v>
                </c:pt>
                <c:pt idx="1611">
                  <c:v>267.931065917015</c:v>
                </c:pt>
                <c:pt idx="1612">
                  <c:v>268.1133852005</c:v>
                </c:pt>
                <c:pt idx="1613">
                  <c:v>268.270958840847</c:v>
                </c:pt>
                <c:pt idx="1614">
                  <c:v>268.411078393459</c:v>
                </c:pt>
                <c:pt idx="1615">
                  <c:v>268.624106526375</c:v>
                </c:pt>
                <c:pt idx="1616">
                  <c:v>268.826298713684</c:v>
                </c:pt>
                <c:pt idx="1617">
                  <c:v>269.058273673058</c:v>
                </c:pt>
                <c:pt idx="1618">
                  <c:v>269.320631623268</c:v>
                </c:pt>
                <c:pt idx="1619">
                  <c:v>269.561028301716</c:v>
                </c:pt>
                <c:pt idx="1620">
                  <c:v>269.795872807503</c:v>
                </c:pt>
                <c:pt idx="1621">
                  <c:v>270.028662979603</c:v>
                </c:pt>
                <c:pt idx="1622">
                  <c:v>270.210250794888</c:v>
                </c:pt>
                <c:pt idx="1623">
                  <c:v>270.3993460536</c:v>
                </c:pt>
                <c:pt idx="1624">
                  <c:v>270.554082214832</c:v>
                </c:pt>
                <c:pt idx="1625">
                  <c:v>270.7136054039</c:v>
                </c:pt>
                <c:pt idx="1626">
                  <c:v>270.84757322073</c:v>
                </c:pt>
                <c:pt idx="1627">
                  <c:v>270.985695660114</c:v>
                </c:pt>
                <c:pt idx="1628">
                  <c:v>271.069535553455</c:v>
                </c:pt>
                <c:pt idx="1629">
                  <c:v>271.168837666512</c:v>
                </c:pt>
                <c:pt idx="1630">
                  <c:v>271.243339180946</c:v>
                </c:pt>
                <c:pt idx="1631">
                  <c:v>271.351168453693</c:v>
                </c:pt>
                <c:pt idx="1632">
                  <c:v>271.415290951729</c:v>
                </c:pt>
                <c:pt idx="1633">
                  <c:v>271.440290033817</c:v>
                </c:pt>
                <c:pt idx="1634">
                  <c:v>271.451349854469</c:v>
                </c:pt>
                <c:pt idx="1635">
                  <c:v>271.450057506561</c:v>
                </c:pt>
                <c:pt idx="1636">
                  <c:v>271.439999103546</c:v>
                </c:pt>
                <c:pt idx="1637">
                  <c:v>271.37536406517</c:v>
                </c:pt>
                <c:pt idx="1638">
                  <c:v>271.353117346764</c:v>
                </c:pt>
                <c:pt idx="1639">
                  <c:v>271.338560223579</c:v>
                </c:pt>
                <c:pt idx="1640">
                  <c:v>271.335168242455</c:v>
                </c:pt>
                <c:pt idx="1641">
                  <c:v>271.356672525406</c:v>
                </c:pt>
                <c:pt idx="1642">
                  <c:v>271.346450209618</c:v>
                </c:pt>
                <c:pt idx="1643">
                  <c:v>271.357539951801</c:v>
                </c:pt>
                <c:pt idx="1644">
                  <c:v>271.366831958294</c:v>
                </c:pt>
                <c:pt idx="1645">
                  <c:v>271.351075828075</c:v>
                </c:pt>
                <c:pt idx="1646">
                  <c:v>271.367973566055</c:v>
                </c:pt>
                <c:pt idx="1647">
                  <c:v>271.362332224846</c:v>
                </c:pt>
                <c:pt idx="1648">
                  <c:v>271.292740821838</c:v>
                </c:pt>
                <c:pt idx="1649">
                  <c:v>271.245738863945</c:v>
                </c:pt>
                <c:pt idx="1650">
                  <c:v>271.199541807175</c:v>
                </c:pt>
                <c:pt idx="1651">
                  <c:v>271.129250764847</c:v>
                </c:pt>
                <c:pt idx="1652">
                  <c:v>271.212388455868</c:v>
                </c:pt>
                <c:pt idx="1653">
                  <c:v>271.322242617607</c:v>
                </c:pt>
                <c:pt idx="1654">
                  <c:v>271.459400355816</c:v>
                </c:pt>
                <c:pt idx="1655">
                  <c:v>271.52124351263</c:v>
                </c:pt>
                <c:pt idx="1656">
                  <c:v>271.577145516872</c:v>
                </c:pt>
                <c:pt idx="1657">
                  <c:v>271.656821191311</c:v>
                </c:pt>
                <c:pt idx="1658">
                  <c:v>271.72694170475</c:v>
                </c:pt>
                <c:pt idx="1659">
                  <c:v>271.763387143612</c:v>
                </c:pt>
                <c:pt idx="1660">
                  <c:v>271.792957544327</c:v>
                </c:pt>
                <c:pt idx="1661">
                  <c:v>271.780458807945</c:v>
                </c:pt>
                <c:pt idx="1662">
                  <c:v>271.838870167732</c:v>
                </c:pt>
                <c:pt idx="1663">
                  <c:v>271.987684607506</c:v>
                </c:pt>
                <c:pt idx="1664">
                  <c:v>272.150136053562</c:v>
                </c:pt>
                <c:pt idx="1665">
                  <c:v>272.29279088974</c:v>
                </c:pt>
                <c:pt idx="1666">
                  <c:v>272.412732005119</c:v>
                </c:pt>
                <c:pt idx="1667">
                  <c:v>272.546010732651</c:v>
                </c:pt>
                <c:pt idx="1668">
                  <c:v>272.718525707722</c:v>
                </c:pt>
                <c:pt idx="1669">
                  <c:v>272.911440312862</c:v>
                </c:pt>
                <c:pt idx="1670">
                  <c:v>273.172403037548</c:v>
                </c:pt>
                <c:pt idx="1671">
                  <c:v>273.433014512062</c:v>
                </c:pt>
                <c:pt idx="1672">
                  <c:v>273.699457883835</c:v>
                </c:pt>
                <c:pt idx="1673">
                  <c:v>273.90554523468</c:v>
                </c:pt>
                <c:pt idx="1674">
                  <c:v>274.092488527298</c:v>
                </c:pt>
                <c:pt idx="1675">
                  <c:v>274.258941054344</c:v>
                </c:pt>
                <c:pt idx="1676">
                  <c:v>274.41913163662</c:v>
                </c:pt>
                <c:pt idx="1677">
                  <c:v>274.658146500587</c:v>
                </c:pt>
                <c:pt idx="1678">
                  <c:v>274.828841924667</c:v>
                </c:pt>
                <c:pt idx="1679">
                  <c:v>274.958067953587</c:v>
                </c:pt>
                <c:pt idx="1680">
                  <c:v>275.083679497242</c:v>
                </c:pt>
                <c:pt idx="1681">
                  <c:v>275.243302226067</c:v>
                </c:pt>
                <c:pt idx="1682">
                  <c:v>275.493244349957</c:v>
                </c:pt>
                <c:pt idx="1683">
                  <c:v>275.616106569767</c:v>
                </c:pt>
                <c:pt idx="1684">
                  <c:v>275.737421989441</c:v>
                </c:pt>
                <c:pt idx="1685">
                  <c:v>275.90132278204</c:v>
                </c:pt>
                <c:pt idx="1686">
                  <c:v>276.047504425049</c:v>
                </c:pt>
                <c:pt idx="1687">
                  <c:v>276.234608769417</c:v>
                </c:pt>
                <c:pt idx="1688">
                  <c:v>276.499700963497</c:v>
                </c:pt>
                <c:pt idx="1689">
                  <c:v>276.709435582161</c:v>
                </c:pt>
                <c:pt idx="1690">
                  <c:v>277.047391593456</c:v>
                </c:pt>
                <c:pt idx="1691">
                  <c:v>277.454208791256</c:v>
                </c:pt>
                <c:pt idx="1692">
                  <c:v>277.796214938164</c:v>
                </c:pt>
                <c:pt idx="1693">
                  <c:v>278.142220616341</c:v>
                </c:pt>
                <c:pt idx="1694">
                  <c:v>278.455332636833</c:v>
                </c:pt>
                <c:pt idx="1695">
                  <c:v>278.596249043941</c:v>
                </c:pt>
                <c:pt idx="1696">
                  <c:v>278.72852396965</c:v>
                </c:pt>
                <c:pt idx="1697">
                  <c:v>278.872709989548</c:v>
                </c:pt>
                <c:pt idx="1698">
                  <c:v>279.066364347935</c:v>
                </c:pt>
                <c:pt idx="1699">
                  <c:v>279.265295147896</c:v>
                </c:pt>
                <c:pt idx="1700">
                  <c:v>279.549698710442</c:v>
                </c:pt>
                <c:pt idx="1701">
                  <c:v>279.889197587967</c:v>
                </c:pt>
                <c:pt idx="1702">
                  <c:v>280.212745904922</c:v>
                </c:pt>
                <c:pt idx="1703">
                  <c:v>280.546774983406</c:v>
                </c:pt>
                <c:pt idx="1704">
                  <c:v>280.853897213936</c:v>
                </c:pt>
                <c:pt idx="1705">
                  <c:v>281.09257042408</c:v>
                </c:pt>
                <c:pt idx="1706">
                  <c:v>281.210395038128</c:v>
                </c:pt>
                <c:pt idx="1707">
                  <c:v>281.233852624893</c:v>
                </c:pt>
                <c:pt idx="1708">
                  <c:v>281.309698879719</c:v>
                </c:pt>
                <c:pt idx="1709">
                  <c:v>281.440750718117</c:v>
                </c:pt>
                <c:pt idx="1710">
                  <c:v>281.569459676743</c:v>
                </c:pt>
                <c:pt idx="1711">
                  <c:v>281.713457345963</c:v>
                </c:pt>
                <c:pt idx="1712">
                  <c:v>281.757291913033</c:v>
                </c:pt>
                <c:pt idx="1713">
                  <c:v>281.754777312279</c:v>
                </c:pt>
                <c:pt idx="1714">
                  <c:v>281.812411367893</c:v>
                </c:pt>
                <c:pt idx="1715">
                  <c:v>281.979535162449</c:v>
                </c:pt>
                <c:pt idx="1716">
                  <c:v>282.168328821659</c:v>
                </c:pt>
                <c:pt idx="1717">
                  <c:v>282.28878390789</c:v>
                </c:pt>
                <c:pt idx="1718">
                  <c:v>282.297641694546</c:v>
                </c:pt>
                <c:pt idx="1719">
                  <c:v>282.232383430004</c:v>
                </c:pt>
                <c:pt idx="1720">
                  <c:v>282.224177062511</c:v>
                </c:pt>
                <c:pt idx="1721">
                  <c:v>282.294492125511</c:v>
                </c:pt>
                <c:pt idx="1722">
                  <c:v>282.317986011505</c:v>
                </c:pt>
                <c:pt idx="1723">
                  <c:v>282.461462318897</c:v>
                </c:pt>
                <c:pt idx="1724">
                  <c:v>282.526033222675</c:v>
                </c:pt>
                <c:pt idx="1725">
                  <c:v>282.753955841064</c:v>
                </c:pt>
                <c:pt idx="1726">
                  <c:v>283.359242498875</c:v>
                </c:pt>
                <c:pt idx="1727">
                  <c:v>284.061361253262</c:v>
                </c:pt>
                <c:pt idx="1728">
                  <c:v>284.877968788147</c:v>
                </c:pt>
                <c:pt idx="1729">
                  <c:v>285.60047352314</c:v>
                </c:pt>
                <c:pt idx="1730">
                  <c:v>286.225460827351</c:v>
                </c:pt>
                <c:pt idx="1731">
                  <c:v>286.846572041512</c:v>
                </c:pt>
                <c:pt idx="1732">
                  <c:v>287.445569217205</c:v>
                </c:pt>
                <c:pt idx="1733">
                  <c:v>288.010340929031</c:v>
                </c:pt>
                <c:pt idx="1734">
                  <c:v>288.399112999439</c:v>
                </c:pt>
                <c:pt idx="1735">
                  <c:v>288.652396798134</c:v>
                </c:pt>
                <c:pt idx="1736">
                  <c:v>288.870658159256</c:v>
                </c:pt>
                <c:pt idx="1737">
                  <c:v>289.222507715225</c:v>
                </c:pt>
                <c:pt idx="1738">
                  <c:v>289.582183718681</c:v>
                </c:pt>
                <c:pt idx="1739">
                  <c:v>289.847963809967</c:v>
                </c:pt>
                <c:pt idx="1740">
                  <c:v>290.080578744411</c:v>
                </c:pt>
                <c:pt idx="1741">
                  <c:v>290.284998118877</c:v>
                </c:pt>
                <c:pt idx="1742">
                  <c:v>290.510871827602</c:v>
                </c:pt>
                <c:pt idx="1743">
                  <c:v>290.685376822948</c:v>
                </c:pt>
                <c:pt idx="1744">
                  <c:v>290.898633182049</c:v>
                </c:pt>
                <c:pt idx="1745">
                  <c:v>291.078039944172</c:v>
                </c:pt>
                <c:pt idx="1746">
                  <c:v>291.240362823009</c:v>
                </c:pt>
                <c:pt idx="1747">
                  <c:v>291.380855083466</c:v>
                </c:pt>
                <c:pt idx="1748">
                  <c:v>291.538353323936</c:v>
                </c:pt>
                <c:pt idx="1749">
                  <c:v>291.7392796278</c:v>
                </c:pt>
                <c:pt idx="1750">
                  <c:v>291.952159047127</c:v>
                </c:pt>
                <c:pt idx="1751">
                  <c:v>292.133617043495</c:v>
                </c:pt>
                <c:pt idx="1752">
                  <c:v>292.309147119522</c:v>
                </c:pt>
                <c:pt idx="1753">
                  <c:v>292.451524376869</c:v>
                </c:pt>
                <c:pt idx="1754">
                  <c:v>292.613791584969</c:v>
                </c:pt>
                <c:pt idx="1755">
                  <c:v>292.778514325619</c:v>
                </c:pt>
                <c:pt idx="1756">
                  <c:v>292.956394851208</c:v>
                </c:pt>
                <c:pt idx="1757">
                  <c:v>293.193876624107</c:v>
                </c:pt>
                <c:pt idx="1758">
                  <c:v>293.459127664566</c:v>
                </c:pt>
                <c:pt idx="1759">
                  <c:v>293.705135822296</c:v>
                </c:pt>
                <c:pt idx="1760">
                  <c:v>293.949172139168</c:v>
                </c:pt>
                <c:pt idx="1761">
                  <c:v>294.141977488995</c:v>
                </c:pt>
                <c:pt idx="1762">
                  <c:v>294.322703301907</c:v>
                </c:pt>
                <c:pt idx="1763">
                  <c:v>294.507091999054</c:v>
                </c:pt>
                <c:pt idx="1764">
                  <c:v>294.721837699413</c:v>
                </c:pt>
                <c:pt idx="1765">
                  <c:v>294.990025281906</c:v>
                </c:pt>
                <c:pt idx="1766">
                  <c:v>295.235804796219</c:v>
                </c:pt>
                <c:pt idx="1767">
                  <c:v>295.456334590912</c:v>
                </c:pt>
                <c:pt idx="1768">
                  <c:v>295.660210549831</c:v>
                </c:pt>
                <c:pt idx="1769">
                  <c:v>296.064915776253</c:v>
                </c:pt>
                <c:pt idx="1770">
                  <c:v>296.337821245193</c:v>
                </c:pt>
                <c:pt idx="1771">
                  <c:v>296.601255714893</c:v>
                </c:pt>
                <c:pt idx="1772">
                  <c:v>296.914295196533</c:v>
                </c:pt>
                <c:pt idx="1773">
                  <c:v>297.181384682655</c:v>
                </c:pt>
                <c:pt idx="1774">
                  <c:v>297.394252717495</c:v>
                </c:pt>
                <c:pt idx="1775">
                  <c:v>297.522913992405</c:v>
                </c:pt>
                <c:pt idx="1776">
                  <c:v>297.571946620941</c:v>
                </c:pt>
                <c:pt idx="1777">
                  <c:v>297.628892064095</c:v>
                </c:pt>
                <c:pt idx="1778">
                  <c:v>297.547931671143</c:v>
                </c:pt>
                <c:pt idx="1779">
                  <c:v>297.534258842468</c:v>
                </c:pt>
                <c:pt idx="1780">
                  <c:v>297.449420571327</c:v>
                </c:pt>
                <c:pt idx="1781">
                  <c:v>297.228552699089</c:v>
                </c:pt>
                <c:pt idx="1782">
                  <c:v>297.026520252228</c:v>
                </c:pt>
                <c:pt idx="1783">
                  <c:v>296.740410327911</c:v>
                </c:pt>
                <c:pt idx="1784">
                  <c:v>296.557070016861</c:v>
                </c:pt>
                <c:pt idx="1785">
                  <c:v>296.501174688339</c:v>
                </c:pt>
                <c:pt idx="1786">
                  <c:v>296.450177192688</c:v>
                </c:pt>
                <c:pt idx="1787">
                  <c:v>296.430731892586</c:v>
                </c:pt>
                <c:pt idx="1788">
                  <c:v>296.392580389977</c:v>
                </c:pt>
                <c:pt idx="1789">
                  <c:v>296.368051886559</c:v>
                </c:pt>
                <c:pt idx="1790">
                  <c:v>296.38361620903</c:v>
                </c:pt>
                <c:pt idx="1791">
                  <c:v>296.406885266304</c:v>
                </c:pt>
                <c:pt idx="1792">
                  <c:v>296.453831672668</c:v>
                </c:pt>
                <c:pt idx="1793">
                  <c:v>296.519726216793</c:v>
                </c:pt>
                <c:pt idx="1794">
                  <c:v>296.58598190546</c:v>
                </c:pt>
                <c:pt idx="1795">
                  <c:v>296.643004655838</c:v>
                </c:pt>
                <c:pt idx="1796">
                  <c:v>296.770429134369</c:v>
                </c:pt>
                <c:pt idx="1797">
                  <c:v>296.906384944916</c:v>
                </c:pt>
                <c:pt idx="1798">
                  <c:v>296.97527885437</c:v>
                </c:pt>
                <c:pt idx="1799">
                  <c:v>297.052874267101</c:v>
                </c:pt>
                <c:pt idx="1800">
                  <c:v>297.159123778343</c:v>
                </c:pt>
                <c:pt idx="1801">
                  <c:v>297.30904853344</c:v>
                </c:pt>
                <c:pt idx="1802">
                  <c:v>297.449461758137</c:v>
                </c:pt>
                <c:pt idx="1803">
                  <c:v>297.730191290379</c:v>
                </c:pt>
                <c:pt idx="1804">
                  <c:v>297.849399089813</c:v>
                </c:pt>
                <c:pt idx="1805">
                  <c:v>297.934429347515</c:v>
                </c:pt>
                <c:pt idx="1806">
                  <c:v>298.043429732323</c:v>
                </c:pt>
                <c:pt idx="1807">
                  <c:v>298.199537873268</c:v>
                </c:pt>
                <c:pt idx="1808">
                  <c:v>298.366561412811</c:v>
                </c:pt>
                <c:pt idx="1809">
                  <c:v>298.555050432682</c:v>
                </c:pt>
                <c:pt idx="1810">
                  <c:v>298.666287362576</c:v>
                </c:pt>
                <c:pt idx="1811">
                  <c:v>298.81067687273</c:v>
                </c:pt>
                <c:pt idx="1812">
                  <c:v>298.972053468227</c:v>
                </c:pt>
                <c:pt idx="1813">
                  <c:v>299.130230605602</c:v>
                </c:pt>
                <c:pt idx="1814">
                  <c:v>299.272840201855</c:v>
                </c:pt>
                <c:pt idx="1815">
                  <c:v>299.388292074203</c:v>
                </c:pt>
                <c:pt idx="1816">
                  <c:v>299.510751485825</c:v>
                </c:pt>
                <c:pt idx="1817">
                  <c:v>299.613406360149</c:v>
                </c:pt>
                <c:pt idx="1818">
                  <c:v>299.735313653946</c:v>
                </c:pt>
                <c:pt idx="1819">
                  <c:v>299.80033493042</c:v>
                </c:pt>
                <c:pt idx="1820">
                  <c:v>299.835408091545</c:v>
                </c:pt>
                <c:pt idx="1821">
                  <c:v>299.832814097404</c:v>
                </c:pt>
                <c:pt idx="1822">
                  <c:v>299.86127603054</c:v>
                </c:pt>
                <c:pt idx="1823">
                  <c:v>299.900824785233</c:v>
                </c:pt>
                <c:pt idx="1824">
                  <c:v>300.051403820515</c:v>
                </c:pt>
                <c:pt idx="1825">
                  <c:v>300.236987113953</c:v>
                </c:pt>
                <c:pt idx="1826">
                  <c:v>300.441313564777</c:v>
                </c:pt>
                <c:pt idx="1827">
                  <c:v>300.601039648056</c:v>
                </c:pt>
                <c:pt idx="1828">
                  <c:v>300.743092358112</c:v>
                </c:pt>
                <c:pt idx="1829">
                  <c:v>300.911685526371</c:v>
                </c:pt>
                <c:pt idx="1830">
                  <c:v>301.146281659603</c:v>
                </c:pt>
                <c:pt idx="1831">
                  <c:v>301.382307648659</c:v>
                </c:pt>
                <c:pt idx="1832">
                  <c:v>301.588985264301</c:v>
                </c:pt>
                <c:pt idx="1833">
                  <c:v>301.770655214787</c:v>
                </c:pt>
                <c:pt idx="1834">
                  <c:v>301.969263315201</c:v>
                </c:pt>
                <c:pt idx="1835">
                  <c:v>302.181482076645</c:v>
                </c:pt>
                <c:pt idx="1836">
                  <c:v>302.358692109585</c:v>
                </c:pt>
                <c:pt idx="1837">
                  <c:v>302.5899502635</c:v>
                </c:pt>
                <c:pt idx="1838">
                  <c:v>302.841837704182</c:v>
                </c:pt>
                <c:pt idx="1839">
                  <c:v>303.117281615734</c:v>
                </c:pt>
                <c:pt idx="1840">
                  <c:v>303.466489732265</c:v>
                </c:pt>
                <c:pt idx="1841">
                  <c:v>303.858321011066</c:v>
                </c:pt>
                <c:pt idx="1842">
                  <c:v>304.212310671806</c:v>
                </c:pt>
                <c:pt idx="1843">
                  <c:v>304.459120213985</c:v>
                </c:pt>
                <c:pt idx="1844">
                  <c:v>304.642089545727</c:v>
                </c:pt>
                <c:pt idx="1845">
                  <c:v>304.827358782291</c:v>
                </c:pt>
                <c:pt idx="1846">
                  <c:v>305.017404973507</c:v>
                </c:pt>
                <c:pt idx="1847">
                  <c:v>305.121946752071</c:v>
                </c:pt>
                <c:pt idx="1848">
                  <c:v>305.234482586384</c:v>
                </c:pt>
                <c:pt idx="1849">
                  <c:v>305.308095276356</c:v>
                </c:pt>
                <c:pt idx="1850">
                  <c:v>305.34208458662</c:v>
                </c:pt>
                <c:pt idx="1851">
                  <c:v>305.41359102726</c:v>
                </c:pt>
                <c:pt idx="1852">
                  <c:v>305.521905601025</c:v>
                </c:pt>
                <c:pt idx="1853">
                  <c:v>305.678221404552</c:v>
                </c:pt>
                <c:pt idx="1854">
                  <c:v>305.795087516308</c:v>
                </c:pt>
                <c:pt idx="1855">
                  <c:v>305.912939369678</c:v>
                </c:pt>
                <c:pt idx="1856">
                  <c:v>306.025696098804</c:v>
                </c:pt>
                <c:pt idx="1857">
                  <c:v>306.094063699245</c:v>
                </c:pt>
                <c:pt idx="1858">
                  <c:v>306.179161250591</c:v>
                </c:pt>
                <c:pt idx="1859">
                  <c:v>306.258503615856</c:v>
                </c:pt>
                <c:pt idx="1860">
                  <c:v>306.345729887486</c:v>
                </c:pt>
                <c:pt idx="1861">
                  <c:v>306.358904659748</c:v>
                </c:pt>
                <c:pt idx="1862">
                  <c:v>306.24300891161</c:v>
                </c:pt>
                <c:pt idx="1863">
                  <c:v>306.071136772633</c:v>
                </c:pt>
                <c:pt idx="1864">
                  <c:v>305.952079355717</c:v>
                </c:pt>
                <c:pt idx="1865">
                  <c:v>305.798130214214</c:v>
                </c:pt>
                <c:pt idx="1866">
                  <c:v>305.700365483761</c:v>
                </c:pt>
                <c:pt idx="1867">
                  <c:v>305.534898340702</c:v>
                </c:pt>
                <c:pt idx="1868">
                  <c:v>305.323021352291</c:v>
                </c:pt>
                <c:pt idx="1869">
                  <c:v>305.121247470379</c:v>
                </c:pt>
                <c:pt idx="1870">
                  <c:v>304.860223710537</c:v>
                </c:pt>
                <c:pt idx="1871">
                  <c:v>304.583398044109</c:v>
                </c:pt>
                <c:pt idx="1872">
                  <c:v>304.2697955966</c:v>
                </c:pt>
                <c:pt idx="1873">
                  <c:v>303.951604783535</c:v>
                </c:pt>
                <c:pt idx="1874">
                  <c:v>303.718510568142</c:v>
                </c:pt>
                <c:pt idx="1875">
                  <c:v>303.415717303753</c:v>
                </c:pt>
                <c:pt idx="1876">
                  <c:v>303.086264789104</c:v>
                </c:pt>
                <c:pt idx="1877">
                  <c:v>302.751209676266</c:v>
                </c:pt>
                <c:pt idx="1878">
                  <c:v>302.398490965366</c:v>
                </c:pt>
                <c:pt idx="1879">
                  <c:v>302.089799106121</c:v>
                </c:pt>
                <c:pt idx="1880">
                  <c:v>301.787671029568</c:v>
                </c:pt>
                <c:pt idx="1881">
                  <c:v>301.562186539173</c:v>
                </c:pt>
                <c:pt idx="1882">
                  <c:v>301.37870246172</c:v>
                </c:pt>
                <c:pt idx="1883">
                  <c:v>301.394757688046</c:v>
                </c:pt>
                <c:pt idx="1884">
                  <c:v>301.380990564823</c:v>
                </c:pt>
                <c:pt idx="1885">
                  <c:v>301.233738958836</c:v>
                </c:pt>
                <c:pt idx="1886">
                  <c:v>301.00765889883</c:v>
                </c:pt>
                <c:pt idx="1887">
                  <c:v>300.731504261494</c:v>
                </c:pt>
                <c:pt idx="1888">
                  <c:v>300.524221599102</c:v>
                </c:pt>
                <c:pt idx="1889">
                  <c:v>300.318886339664</c:v>
                </c:pt>
                <c:pt idx="1890">
                  <c:v>300.148361027241</c:v>
                </c:pt>
                <c:pt idx="1891">
                  <c:v>300.082498013973</c:v>
                </c:pt>
                <c:pt idx="1892">
                  <c:v>300.260195791721</c:v>
                </c:pt>
                <c:pt idx="1893">
                  <c:v>300.322605133057</c:v>
                </c:pt>
                <c:pt idx="1894">
                  <c:v>300.316176533699</c:v>
                </c:pt>
                <c:pt idx="1895">
                  <c:v>300.285763144493</c:v>
                </c:pt>
                <c:pt idx="1896">
                  <c:v>300.334817349911</c:v>
                </c:pt>
                <c:pt idx="1897">
                  <c:v>300.328254282475</c:v>
                </c:pt>
                <c:pt idx="1898">
                  <c:v>300.421071469784</c:v>
                </c:pt>
                <c:pt idx="1899">
                  <c:v>300.545714318752</c:v>
                </c:pt>
                <c:pt idx="1900">
                  <c:v>300.67673099041</c:v>
                </c:pt>
                <c:pt idx="1901">
                  <c:v>300.692766547203</c:v>
                </c:pt>
                <c:pt idx="1902">
                  <c:v>300.686420321465</c:v>
                </c:pt>
                <c:pt idx="1903">
                  <c:v>300.751295745373</c:v>
                </c:pt>
                <c:pt idx="1904">
                  <c:v>300.874712109566</c:v>
                </c:pt>
                <c:pt idx="1905">
                  <c:v>300.994456410408</c:v>
                </c:pt>
                <c:pt idx="1906">
                  <c:v>301.152117967606</c:v>
                </c:pt>
                <c:pt idx="1907">
                  <c:v>301.420584440231</c:v>
                </c:pt>
                <c:pt idx="1908">
                  <c:v>301.6362169981</c:v>
                </c:pt>
                <c:pt idx="1909">
                  <c:v>301.874049305916</c:v>
                </c:pt>
                <c:pt idx="1910">
                  <c:v>302.089497148991</c:v>
                </c:pt>
                <c:pt idx="1911">
                  <c:v>302.33447009325</c:v>
                </c:pt>
                <c:pt idx="1912">
                  <c:v>302.488923311234</c:v>
                </c:pt>
                <c:pt idx="1913">
                  <c:v>302.688165068626</c:v>
                </c:pt>
                <c:pt idx="1914">
                  <c:v>302.967417001724</c:v>
                </c:pt>
                <c:pt idx="1915">
                  <c:v>303.249974489212</c:v>
                </c:pt>
                <c:pt idx="1916">
                  <c:v>303.526424407959</c:v>
                </c:pt>
                <c:pt idx="1917">
                  <c:v>303.797585487366</c:v>
                </c:pt>
                <c:pt idx="1918">
                  <c:v>304.026282012463</c:v>
                </c:pt>
                <c:pt idx="1919">
                  <c:v>304.316665291786</c:v>
                </c:pt>
                <c:pt idx="1920">
                  <c:v>304.580852746964</c:v>
                </c:pt>
                <c:pt idx="1921">
                  <c:v>304.899316191673</c:v>
                </c:pt>
                <c:pt idx="1922">
                  <c:v>305.269453048706</c:v>
                </c:pt>
                <c:pt idx="1923">
                  <c:v>305.671704649925</c:v>
                </c:pt>
                <c:pt idx="1924">
                  <c:v>306.058424115181</c:v>
                </c:pt>
                <c:pt idx="1925">
                  <c:v>306.505515813828</c:v>
                </c:pt>
                <c:pt idx="1926">
                  <c:v>306.980232000351</c:v>
                </c:pt>
                <c:pt idx="1927">
                  <c:v>307.406957626343</c:v>
                </c:pt>
                <c:pt idx="1928">
                  <c:v>307.840426802635</c:v>
                </c:pt>
                <c:pt idx="1929">
                  <c:v>308.213246166706</c:v>
                </c:pt>
                <c:pt idx="1930">
                  <c:v>308.612284481525</c:v>
                </c:pt>
                <c:pt idx="1931">
                  <c:v>309.050430059433</c:v>
                </c:pt>
                <c:pt idx="1932">
                  <c:v>309.311665415764</c:v>
                </c:pt>
                <c:pt idx="1933">
                  <c:v>309.50800293684</c:v>
                </c:pt>
                <c:pt idx="1934">
                  <c:v>309.718818843365</c:v>
                </c:pt>
                <c:pt idx="1935">
                  <c:v>310.003702998161</c:v>
                </c:pt>
                <c:pt idx="1936">
                  <c:v>310.344923257828</c:v>
                </c:pt>
                <c:pt idx="1937">
                  <c:v>310.539281010628</c:v>
                </c:pt>
                <c:pt idx="1938">
                  <c:v>310.760367631912</c:v>
                </c:pt>
                <c:pt idx="1939">
                  <c:v>310.934242904186</c:v>
                </c:pt>
                <c:pt idx="1940">
                  <c:v>311.086932599545</c:v>
                </c:pt>
                <c:pt idx="1941">
                  <c:v>311.317446708679</c:v>
                </c:pt>
                <c:pt idx="1942">
                  <c:v>311.377083718777</c:v>
                </c:pt>
                <c:pt idx="1943">
                  <c:v>311.345306932926</c:v>
                </c:pt>
                <c:pt idx="1944">
                  <c:v>311.379371464252</c:v>
                </c:pt>
                <c:pt idx="1945">
                  <c:v>311.510615289211</c:v>
                </c:pt>
                <c:pt idx="1946">
                  <c:v>311.663183271885</c:v>
                </c:pt>
                <c:pt idx="1947">
                  <c:v>311.713914632797</c:v>
                </c:pt>
                <c:pt idx="1948">
                  <c:v>311.723775029182</c:v>
                </c:pt>
                <c:pt idx="1949">
                  <c:v>311.766978025436</c:v>
                </c:pt>
                <c:pt idx="1950">
                  <c:v>311.835257172585</c:v>
                </c:pt>
                <c:pt idx="1951">
                  <c:v>311.8382858634</c:v>
                </c:pt>
                <c:pt idx="1952">
                  <c:v>311.862089812756</c:v>
                </c:pt>
                <c:pt idx="1953">
                  <c:v>312.13130313158</c:v>
                </c:pt>
                <c:pt idx="1954">
                  <c:v>312.39829313755</c:v>
                </c:pt>
                <c:pt idx="1955">
                  <c:v>312.67177259922</c:v>
                </c:pt>
                <c:pt idx="1956">
                  <c:v>312.930590033531</c:v>
                </c:pt>
                <c:pt idx="1957">
                  <c:v>313.150150835514</c:v>
                </c:pt>
                <c:pt idx="1958">
                  <c:v>313.427163898945</c:v>
                </c:pt>
                <c:pt idx="1959">
                  <c:v>313.657761454582</c:v>
                </c:pt>
                <c:pt idx="1960">
                  <c:v>313.843186616898</c:v>
                </c:pt>
                <c:pt idx="1961">
                  <c:v>314.17110824585</c:v>
                </c:pt>
                <c:pt idx="1962">
                  <c:v>314.306354403496</c:v>
                </c:pt>
                <c:pt idx="1963">
                  <c:v>314.31406635046</c:v>
                </c:pt>
                <c:pt idx="1964">
                  <c:v>314.260870158672</c:v>
                </c:pt>
                <c:pt idx="1965">
                  <c:v>314.219885528088</c:v>
                </c:pt>
                <c:pt idx="1966">
                  <c:v>314.188059151173</c:v>
                </c:pt>
                <c:pt idx="1967">
                  <c:v>314.166776955128</c:v>
                </c:pt>
                <c:pt idx="1968">
                  <c:v>314.211064815521</c:v>
                </c:pt>
                <c:pt idx="1969">
                  <c:v>314.204831242561</c:v>
                </c:pt>
                <c:pt idx="1970">
                  <c:v>314.23488587141</c:v>
                </c:pt>
                <c:pt idx="1971">
                  <c:v>314.176709592342</c:v>
                </c:pt>
                <c:pt idx="1972">
                  <c:v>314.218047320843</c:v>
                </c:pt>
                <c:pt idx="1973">
                  <c:v>314.346166312695</c:v>
                </c:pt>
                <c:pt idx="1974">
                  <c:v>314.585690677166</c:v>
                </c:pt>
                <c:pt idx="1975">
                  <c:v>314.817498862743</c:v>
                </c:pt>
                <c:pt idx="1976">
                  <c:v>315.049726068974</c:v>
                </c:pt>
                <c:pt idx="1977">
                  <c:v>315.315278232098</c:v>
                </c:pt>
                <c:pt idx="1978">
                  <c:v>315.588113069534</c:v>
                </c:pt>
                <c:pt idx="1979">
                  <c:v>315.804385662079</c:v>
                </c:pt>
                <c:pt idx="1980">
                  <c:v>316.058579564095</c:v>
                </c:pt>
                <c:pt idx="1981">
                  <c:v>316.405426740646</c:v>
                </c:pt>
                <c:pt idx="1982">
                  <c:v>316.766988754272</c:v>
                </c:pt>
                <c:pt idx="1983">
                  <c:v>317.136535286903</c:v>
                </c:pt>
                <c:pt idx="1984">
                  <c:v>317.46318757534</c:v>
                </c:pt>
                <c:pt idx="1985">
                  <c:v>317.793816566467</c:v>
                </c:pt>
                <c:pt idx="1986">
                  <c:v>318.084983348846</c:v>
                </c:pt>
                <c:pt idx="1987">
                  <c:v>318.389998078346</c:v>
                </c:pt>
                <c:pt idx="1988">
                  <c:v>318.656276464462</c:v>
                </c:pt>
                <c:pt idx="1989">
                  <c:v>318.966782212257</c:v>
                </c:pt>
                <c:pt idx="1990">
                  <c:v>319.307712435722</c:v>
                </c:pt>
                <c:pt idx="1991">
                  <c:v>319.668548703194</c:v>
                </c:pt>
                <c:pt idx="1992">
                  <c:v>320.013958513737</c:v>
                </c:pt>
                <c:pt idx="1993">
                  <c:v>320.338840186596</c:v>
                </c:pt>
                <c:pt idx="1994">
                  <c:v>320.586654484272</c:v>
                </c:pt>
                <c:pt idx="1995">
                  <c:v>320.812770903111</c:v>
                </c:pt>
                <c:pt idx="1996">
                  <c:v>321.01661837101</c:v>
                </c:pt>
                <c:pt idx="1997">
                  <c:v>321.29404437542</c:v>
                </c:pt>
                <c:pt idx="1998">
                  <c:v>321.555376768112</c:v>
                </c:pt>
                <c:pt idx="1999">
                  <c:v>321.802555978298</c:v>
                </c:pt>
                <c:pt idx="2000">
                  <c:v>322.020558178425</c:v>
                </c:pt>
                <c:pt idx="2001">
                  <c:v>322.144352972507</c:v>
                </c:pt>
                <c:pt idx="2002">
                  <c:v>322.18337059021</c:v>
                </c:pt>
                <c:pt idx="2003">
                  <c:v>322.187815248966</c:v>
                </c:pt>
                <c:pt idx="2004">
                  <c:v>322.771126925945</c:v>
                </c:pt>
                <c:pt idx="2005">
                  <c:v>323.343803882599</c:v>
                </c:pt>
                <c:pt idx="2006">
                  <c:v>323.918733716011</c:v>
                </c:pt>
                <c:pt idx="2007">
                  <c:v>324.336134552956</c:v>
                </c:pt>
                <c:pt idx="2008">
                  <c:v>324.632498979568</c:v>
                </c:pt>
                <c:pt idx="2009">
                  <c:v>324.826686382294</c:v>
                </c:pt>
                <c:pt idx="2010">
                  <c:v>325.098746776581</c:v>
                </c:pt>
                <c:pt idx="2011">
                  <c:v>325.428187251091</c:v>
                </c:pt>
                <c:pt idx="2012">
                  <c:v>325.774642407894</c:v>
                </c:pt>
                <c:pt idx="2013">
                  <c:v>326.04439675808</c:v>
                </c:pt>
                <c:pt idx="2014">
                  <c:v>326.241553068161</c:v>
                </c:pt>
                <c:pt idx="2015">
                  <c:v>326.472903549671</c:v>
                </c:pt>
                <c:pt idx="2016">
                  <c:v>326.627032220364</c:v>
                </c:pt>
                <c:pt idx="2017">
                  <c:v>326.752791941166</c:v>
                </c:pt>
                <c:pt idx="2018">
                  <c:v>326.851395785809</c:v>
                </c:pt>
                <c:pt idx="2019">
                  <c:v>327.003555357456</c:v>
                </c:pt>
                <c:pt idx="2020">
                  <c:v>327.07626080513</c:v>
                </c:pt>
                <c:pt idx="2021">
                  <c:v>327.106436192989</c:v>
                </c:pt>
                <c:pt idx="2022">
                  <c:v>327.243865013123</c:v>
                </c:pt>
                <c:pt idx="2023">
                  <c:v>327.385680556297</c:v>
                </c:pt>
                <c:pt idx="2024">
                  <c:v>327.559721708298</c:v>
                </c:pt>
                <c:pt idx="2025">
                  <c:v>327.657380580902</c:v>
                </c:pt>
                <c:pt idx="2026">
                  <c:v>327.847427964211</c:v>
                </c:pt>
                <c:pt idx="2027">
                  <c:v>328.008268415928</c:v>
                </c:pt>
                <c:pt idx="2028">
                  <c:v>328.162855803967</c:v>
                </c:pt>
                <c:pt idx="2029">
                  <c:v>328.331249475479</c:v>
                </c:pt>
                <c:pt idx="2030">
                  <c:v>328.479025363922</c:v>
                </c:pt>
                <c:pt idx="2031">
                  <c:v>328.648053884506</c:v>
                </c:pt>
                <c:pt idx="2032">
                  <c:v>328.840701758862</c:v>
                </c:pt>
                <c:pt idx="2033">
                  <c:v>329.039171397686</c:v>
                </c:pt>
                <c:pt idx="2034">
                  <c:v>329.243652880192</c:v>
                </c:pt>
                <c:pt idx="2035">
                  <c:v>329.352947235107</c:v>
                </c:pt>
                <c:pt idx="2036">
                  <c:v>329.481070101261</c:v>
                </c:pt>
                <c:pt idx="2037">
                  <c:v>329.56303113699</c:v>
                </c:pt>
                <c:pt idx="2038">
                  <c:v>329.639633476734</c:v>
                </c:pt>
                <c:pt idx="2039">
                  <c:v>329.745937943459</c:v>
                </c:pt>
                <c:pt idx="2040">
                  <c:v>329.731487631798</c:v>
                </c:pt>
                <c:pt idx="2041">
                  <c:v>329.780929803848</c:v>
                </c:pt>
                <c:pt idx="2042">
                  <c:v>329.900368988514</c:v>
                </c:pt>
                <c:pt idx="2043">
                  <c:v>330.052196681499</c:v>
                </c:pt>
                <c:pt idx="2044">
                  <c:v>330.218062460423</c:v>
                </c:pt>
                <c:pt idx="2045">
                  <c:v>330.447021305561</c:v>
                </c:pt>
                <c:pt idx="2046">
                  <c:v>330.647723197937</c:v>
                </c:pt>
                <c:pt idx="2047">
                  <c:v>330.87137567997</c:v>
                </c:pt>
                <c:pt idx="2048">
                  <c:v>331.113905489445</c:v>
                </c:pt>
                <c:pt idx="2049">
                  <c:v>331.278310239315</c:v>
                </c:pt>
                <c:pt idx="2050">
                  <c:v>331.49770706892</c:v>
                </c:pt>
                <c:pt idx="2051">
                  <c:v>331.692318201065</c:v>
                </c:pt>
                <c:pt idx="2052">
                  <c:v>331.853578150272</c:v>
                </c:pt>
                <c:pt idx="2053">
                  <c:v>331.948575735092</c:v>
                </c:pt>
                <c:pt idx="2054">
                  <c:v>332.012531340122</c:v>
                </c:pt>
                <c:pt idx="2055">
                  <c:v>332.147168517113</c:v>
                </c:pt>
                <c:pt idx="2056">
                  <c:v>332.313920497894</c:v>
                </c:pt>
                <c:pt idx="2057">
                  <c:v>332.514984488487</c:v>
                </c:pt>
                <c:pt idx="2058">
                  <c:v>332.67332816124</c:v>
                </c:pt>
                <c:pt idx="2059">
                  <c:v>332.856013655663</c:v>
                </c:pt>
                <c:pt idx="2060">
                  <c:v>333.061954379082</c:v>
                </c:pt>
                <c:pt idx="2061">
                  <c:v>333.250988960266</c:v>
                </c:pt>
                <c:pt idx="2062">
                  <c:v>333.389771103859</c:v>
                </c:pt>
                <c:pt idx="2063">
                  <c:v>333.515325546265</c:v>
                </c:pt>
                <c:pt idx="2064">
                  <c:v>333.651752412319</c:v>
                </c:pt>
                <c:pt idx="2065">
                  <c:v>333.741734206676</c:v>
                </c:pt>
                <c:pt idx="2066">
                  <c:v>333.930380284786</c:v>
                </c:pt>
                <c:pt idx="2067">
                  <c:v>334.038216888905</c:v>
                </c:pt>
                <c:pt idx="2068">
                  <c:v>334.108611106873</c:v>
                </c:pt>
                <c:pt idx="2069">
                  <c:v>334.256712555885</c:v>
                </c:pt>
                <c:pt idx="2070">
                  <c:v>334.338625848293</c:v>
                </c:pt>
                <c:pt idx="2071">
                  <c:v>334.440384566784</c:v>
                </c:pt>
                <c:pt idx="2072">
                  <c:v>334.517726898193</c:v>
                </c:pt>
                <c:pt idx="2073">
                  <c:v>334.652738809586</c:v>
                </c:pt>
                <c:pt idx="2074">
                  <c:v>334.720800757408</c:v>
                </c:pt>
                <c:pt idx="2075">
                  <c:v>334.692971229553</c:v>
                </c:pt>
                <c:pt idx="2076">
                  <c:v>334.642567276955</c:v>
                </c:pt>
                <c:pt idx="2077">
                  <c:v>334.580954432487</c:v>
                </c:pt>
                <c:pt idx="2078">
                  <c:v>334.571861505508</c:v>
                </c:pt>
                <c:pt idx="2079">
                  <c:v>334.486958503723</c:v>
                </c:pt>
                <c:pt idx="2080">
                  <c:v>334.385217666626</c:v>
                </c:pt>
                <c:pt idx="2081">
                  <c:v>334.36200106144</c:v>
                </c:pt>
                <c:pt idx="2082">
                  <c:v>334.330061078072</c:v>
                </c:pt>
                <c:pt idx="2083">
                  <c:v>334.323275089264</c:v>
                </c:pt>
                <c:pt idx="2084">
                  <c:v>334.27945625782</c:v>
                </c:pt>
                <c:pt idx="2085">
                  <c:v>334.239853620529</c:v>
                </c:pt>
                <c:pt idx="2086">
                  <c:v>334.1997153759</c:v>
                </c:pt>
                <c:pt idx="2087">
                  <c:v>334.221382439137</c:v>
                </c:pt>
                <c:pt idx="2088">
                  <c:v>334.262720108032</c:v>
                </c:pt>
                <c:pt idx="2089">
                  <c:v>334.236343860626</c:v>
                </c:pt>
                <c:pt idx="2090">
                  <c:v>334.224093675613</c:v>
                </c:pt>
                <c:pt idx="2091">
                  <c:v>334.239748954773</c:v>
                </c:pt>
                <c:pt idx="2092">
                  <c:v>334.271449565887</c:v>
                </c:pt>
                <c:pt idx="2093">
                  <c:v>334.302167952061</c:v>
                </c:pt>
                <c:pt idx="2094">
                  <c:v>334.382909476757</c:v>
                </c:pt>
                <c:pt idx="2095">
                  <c:v>334.525680363178</c:v>
                </c:pt>
                <c:pt idx="2096">
                  <c:v>334.646068096161</c:v>
                </c:pt>
                <c:pt idx="2097">
                  <c:v>334.722840845585</c:v>
                </c:pt>
                <c:pt idx="2098">
                  <c:v>334.7850446105</c:v>
                </c:pt>
                <c:pt idx="2099">
                  <c:v>334.882766187191</c:v>
                </c:pt>
                <c:pt idx="2100">
                  <c:v>334.991771519184</c:v>
                </c:pt>
                <c:pt idx="2101">
                  <c:v>335.09327852726</c:v>
                </c:pt>
                <c:pt idx="2102">
                  <c:v>335.229683876038</c:v>
                </c:pt>
                <c:pt idx="2103">
                  <c:v>335.395722031593</c:v>
                </c:pt>
                <c:pt idx="2104">
                  <c:v>335.620127558708</c:v>
                </c:pt>
                <c:pt idx="2105">
                  <c:v>335.868485331535</c:v>
                </c:pt>
                <c:pt idx="2106">
                  <c:v>336.114400804043</c:v>
                </c:pt>
                <c:pt idx="2107">
                  <c:v>336.322423160076</c:v>
                </c:pt>
                <c:pt idx="2108">
                  <c:v>336.567287743092</c:v>
                </c:pt>
                <c:pt idx="2109">
                  <c:v>336.784696578979</c:v>
                </c:pt>
                <c:pt idx="2110">
                  <c:v>337.021632909775</c:v>
                </c:pt>
                <c:pt idx="2111">
                  <c:v>337.20663189888</c:v>
                </c:pt>
                <c:pt idx="2112">
                  <c:v>337.432488501072</c:v>
                </c:pt>
                <c:pt idx="2113">
                  <c:v>337.739494383335</c:v>
                </c:pt>
                <c:pt idx="2114">
                  <c:v>338.040710389614</c:v>
                </c:pt>
                <c:pt idx="2115">
                  <c:v>338.334948718548</c:v>
                </c:pt>
                <c:pt idx="2116">
                  <c:v>338.652041971684</c:v>
                </c:pt>
                <c:pt idx="2117">
                  <c:v>339.018930375576</c:v>
                </c:pt>
                <c:pt idx="2118">
                  <c:v>339.361178696156</c:v>
                </c:pt>
                <c:pt idx="2119">
                  <c:v>339.657203376293</c:v>
                </c:pt>
                <c:pt idx="2120">
                  <c:v>339.969731032848</c:v>
                </c:pt>
                <c:pt idx="2121">
                  <c:v>340.207562983036</c:v>
                </c:pt>
                <c:pt idx="2122">
                  <c:v>340.453481674194</c:v>
                </c:pt>
                <c:pt idx="2123">
                  <c:v>340.693702638149</c:v>
                </c:pt>
                <c:pt idx="2124">
                  <c:v>340.878892123699</c:v>
                </c:pt>
                <c:pt idx="2125">
                  <c:v>341.122749388218</c:v>
                </c:pt>
                <c:pt idx="2126">
                  <c:v>341.419726073742</c:v>
                </c:pt>
                <c:pt idx="2127">
                  <c:v>341.733943402767</c:v>
                </c:pt>
                <c:pt idx="2128">
                  <c:v>342.014107167721</c:v>
                </c:pt>
                <c:pt idx="2129">
                  <c:v>342.306229054928</c:v>
                </c:pt>
                <c:pt idx="2130">
                  <c:v>342.584195554256</c:v>
                </c:pt>
                <c:pt idx="2131">
                  <c:v>342.924512207508</c:v>
                </c:pt>
                <c:pt idx="2132">
                  <c:v>343.192401885986</c:v>
                </c:pt>
                <c:pt idx="2133">
                  <c:v>343.401835083961</c:v>
                </c:pt>
                <c:pt idx="2134">
                  <c:v>343.606188058853</c:v>
                </c:pt>
                <c:pt idx="2135">
                  <c:v>343.860820055008</c:v>
                </c:pt>
                <c:pt idx="2136">
                  <c:v>344.093015670776</c:v>
                </c:pt>
                <c:pt idx="2137">
                  <c:v>344.292626738548</c:v>
                </c:pt>
                <c:pt idx="2138">
                  <c:v>344.565016627312</c:v>
                </c:pt>
                <c:pt idx="2139">
                  <c:v>344.857591211796</c:v>
                </c:pt>
                <c:pt idx="2140">
                  <c:v>345.124103844166</c:v>
                </c:pt>
                <c:pt idx="2141">
                  <c:v>345.427311241627</c:v>
                </c:pt>
                <c:pt idx="2142">
                  <c:v>345.689290344715</c:v>
                </c:pt>
                <c:pt idx="2143">
                  <c:v>345.89524692297</c:v>
                </c:pt>
                <c:pt idx="2144">
                  <c:v>346.084677278996</c:v>
                </c:pt>
                <c:pt idx="2145">
                  <c:v>346.255510032177</c:v>
                </c:pt>
                <c:pt idx="2146">
                  <c:v>346.423564970493</c:v>
                </c:pt>
                <c:pt idx="2147">
                  <c:v>346.614055335522</c:v>
                </c:pt>
                <c:pt idx="2148">
                  <c:v>346.781649768353</c:v>
                </c:pt>
                <c:pt idx="2149">
                  <c:v>346.920639574528</c:v>
                </c:pt>
                <c:pt idx="2150">
                  <c:v>347.051597416401</c:v>
                </c:pt>
                <c:pt idx="2151">
                  <c:v>347.172044575214</c:v>
                </c:pt>
                <c:pt idx="2152">
                  <c:v>347.292628526688</c:v>
                </c:pt>
                <c:pt idx="2153">
                  <c:v>347.321247398853</c:v>
                </c:pt>
                <c:pt idx="2154">
                  <c:v>347.416277945042</c:v>
                </c:pt>
                <c:pt idx="2155">
                  <c:v>347.506845831871</c:v>
                </c:pt>
                <c:pt idx="2156">
                  <c:v>347.582667827606</c:v>
                </c:pt>
                <c:pt idx="2157">
                  <c:v>347.710777282715</c:v>
                </c:pt>
                <c:pt idx="2158">
                  <c:v>347.887256264687</c:v>
                </c:pt>
                <c:pt idx="2159">
                  <c:v>348.081300973892</c:v>
                </c:pt>
                <c:pt idx="2160">
                  <c:v>348.236463427544</c:v>
                </c:pt>
                <c:pt idx="2161">
                  <c:v>348.355595707893</c:v>
                </c:pt>
                <c:pt idx="2162">
                  <c:v>348.469635605812</c:v>
                </c:pt>
                <c:pt idx="2163">
                  <c:v>348.536151885986</c:v>
                </c:pt>
                <c:pt idx="2164">
                  <c:v>348.618430554867</c:v>
                </c:pt>
                <c:pt idx="2165">
                  <c:v>348.720001995564</c:v>
                </c:pt>
                <c:pt idx="2166">
                  <c:v>348.844612836838</c:v>
                </c:pt>
                <c:pt idx="2167">
                  <c:v>348.956989943981</c:v>
                </c:pt>
                <c:pt idx="2168">
                  <c:v>349.022655487061</c:v>
                </c:pt>
                <c:pt idx="2169">
                  <c:v>349.080071628094</c:v>
                </c:pt>
                <c:pt idx="2170">
                  <c:v>349.135840415955</c:v>
                </c:pt>
                <c:pt idx="2171">
                  <c:v>349.163644075394</c:v>
                </c:pt>
                <c:pt idx="2172">
                  <c:v>349.134402394295</c:v>
                </c:pt>
                <c:pt idx="2173">
                  <c:v>349.160639882088</c:v>
                </c:pt>
                <c:pt idx="2174">
                  <c:v>349.158064126968</c:v>
                </c:pt>
                <c:pt idx="2175">
                  <c:v>349.29606539011</c:v>
                </c:pt>
                <c:pt idx="2176">
                  <c:v>349.409995794296</c:v>
                </c:pt>
                <c:pt idx="2177">
                  <c:v>349.520936310291</c:v>
                </c:pt>
                <c:pt idx="2178">
                  <c:v>349.631754934788</c:v>
                </c:pt>
                <c:pt idx="2179">
                  <c:v>349.718536257744</c:v>
                </c:pt>
                <c:pt idx="2180">
                  <c:v>349.793395400047</c:v>
                </c:pt>
                <c:pt idx="2181">
                  <c:v>349.806320130825</c:v>
                </c:pt>
                <c:pt idx="2182">
                  <c:v>349.917850255966</c:v>
                </c:pt>
                <c:pt idx="2183">
                  <c:v>350.022696733475</c:v>
                </c:pt>
                <c:pt idx="2184">
                  <c:v>350.111655294895</c:v>
                </c:pt>
                <c:pt idx="2185">
                  <c:v>350.243106067181</c:v>
                </c:pt>
                <c:pt idx="2186">
                  <c:v>350.394036412239</c:v>
                </c:pt>
                <c:pt idx="2187">
                  <c:v>350.559507727623</c:v>
                </c:pt>
                <c:pt idx="2188">
                  <c:v>350.686700820923</c:v>
                </c:pt>
                <c:pt idx="2189">
                  <c:v>350.880202829838</c:v>
                </c:pt>
                <c:pt idx="2190">
                  <c:v>351.116549670696</c:v>
                </c:pt>
                <c:pt idx="2191">
                  <c:v>351.37530964613</c:v>
                </c:pt>
                <c:pt idx="2192">
                  <c:v>351.661249399185</c:v>
                </c:pt>
                <c:pt idx="2193">
                  <c:v>351.881750762463</c:v>
                </c:pt>
                <c:pt idx="2194">
                  <c:v>352.131588041782</c:v>
                </c:pt>
              </c:numCache>
            </c:numRef>
          </c:val>
          <c:smooth val="0"/>
        </c:ser>
        <c:ser>
          <c:idx val="12"/>
          <c:order val="12"/>
          <c:tx>
            <c:strRef>
              <c:f>Sheet1!$N$1</c:f>
              <c:strCache>
                <c:ptCount val="1"/>
                <c:pt idx="0">
                  <c:v>VAE_daily_10days</c:v>
                </c:pt>
              </c:strCache>
            </c:strRef>
          </c:tx>
          <c:spPr>
            <a:ln w="28575" cap="rnd">
              <a:solidFill>
                <a:schemeClr val="accent1">
                  <a:lumMod val="80000"/>
                  <a:lumOff val="20000"/>
                </a:schemeClr>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Sheet1!$N$2:$N$2206</c:f>
              <c:numCache>
                <c:formatCode>General</c:formatCode>
                <c:ptCount val="2205"/>
                <c:pt idx="0">
                  <c:v>-0.06633996963501</c:v>
                </c:pt>
                <c:pt idx="1">
                  <c:v>-0.06640648841858</c:v>
                </c:pt>
                <c:pt idx="2">
                  <c:v>-0.013592362403871</c:v>
                </c:pt>
                <c:pt idx="3">
                  <c:v>0.0617968440055831</c:v>
                </c:pt>
                <c:pt idx="4">
                  <c:v>0.0893450975418071</c:v>
                </c:pt>
                <c:pt idx="5">
                  <c:v>0.132762908935545</c:v>
                </c:pt>
                <c:pt idx="6">
                  <c:v>0.170008420944212</c:v>
                </c:pt>
                <c:pt idx="7">
                  <c:v>0.205321252346037</c:v>
                </c:pt>
                <c:pt idx="8">
                  <c:v>0.283330917358397</c:v>
                </c:pt>
                <c:pt idx="9">
                  <c:v>0.290443718433379</c:v>
                </c:pt>
                <c:pt idx="10">
                  <c:v>0.577078163623809</c:v>
                </c:pt>
                <c:pt idx="11">
                  <c:v>0.77732354402542</c:v>
                </c:pt>
                <c:pt idx="12">
                  <c:v>1.07190173864364</c:v>
                </c:pt>
                <c:pt idx="13">
                  <c:v>1.36612409353256</c:v>
                </c:pt>
                <c:pt idx="14">
                  <c:v>1.54716217517853</c:v>
                </c:pt>
                <c:pt idx="15">
                  <c:v>1.6792379617691</c:v>
                </c:pt>
                <c:pt idx="16">
                  <c:v>1.7901828289032</c:v>
                </c:pt>
                <c:pt idx="17">
                  <c:v>1.85843282938003</c:v>
                </c:pt>
                <c:pt idx="18">
                  <c:v>1.8618745803833</c:v>
                </c:pt>
                <c:pt idx="19">
                  <c:v>1.90891951322555</c:v>
                </c:pt>
                <c:pt idx="20">
                  <c:v>1.92122197151184</c:v>
                </c:pt>
                <c:pt idx="21">
                  <c:v>2.06063014268875</c:v>
                </c:pt>
                <c:pt idx="22">
                  <c:v>2.20063215494156</c:v>
                </c:pt>
                <c:pt idx="23">
                  <c:v>2.38602572679519</c:v>
                </c:pt>
                <c:pt idx="24">
                  <c:v>2.63195866346359</c:v>
                </c:pt>
                <c:pt idx="25">
                  <c:v>2.87942391633987</c:v>
                </c:pt>
                <c:pt idx="26">
                  <c:v>3.14176750183105</c:v>
                </c:pt>
                <c:pt idx="27">
                  <c:v>3.45157015323639</c:v>
                </c:pt>
                <c:pt idx="28">
                  <c:v>3.81268954277038</c:v>
                </c:pt>
                <c:pt idx="29">
                  <c:v>4.18479752540588</c:v>
                </c:pt>
                <c:pt idx="30">
                  <c:v>4.58818566799164</c:v>
                </c:pt>
                <c:pt idx="31">
                  <c:v>5.01884293556213</c:v>
                </c:pt>
                <c:pt idx="32">
                  <c:v>5.37566292285919</c:v>
                </c:pt>
                <c:pt idx="33">
                  <c:v>5.67874890565872</c:v>
                </c:pt>
                <c:pt idx="34">
                  <c:v>5.94220477342605</c:v>
                </c:pt>
                <c:pt idx="35">
                  <c:v>6.20273947715759</c:v>
                </c:pt>
                <c:pt idx="36">
                  <c:v>6.45849370956421</c:v>
                </c:pt>
                <c:pt idx="37">
                  <c:v>6.70761865377426</c:v>
                </c:pt>
                <c:pt idx="38">
                  <c:v>6.89466267824173</c:v>
                </c:pt>
                <c:pt idx="39">
                  <c:v>7.05797225236892</c:v>
                </c:pt>
                <c:pt idx="40">
                  <c:v>7.18482369184494</c:v>
                </c:pt>
                <c:pt idx="41">
                  <c:v>7.26420098543167</c:v>
                </c:pt>
                <c:pt idx="42">
                  <c:v>7.33897626399994</c:v>
                </c:pt>
                <c:pt idx="43">
                  <c:v>7.46243095397949</c:v>
                </c:pt>
                <c:pt idx="44">
                  <c:v>7.55957043170929</c:v>
                </c:pt>
                <c:pt idx="45">
                  <c:v>7.5789366364479</c:v>
                </c:pt>
                <c:pt idx="46">
                  <c:v>7.60361939668655</c:v>
                </c:pt>
                <c:pt idx="47">
                  <c:v>7.64587461948394</c:v>
                </c:pt>
                <c:pt idx="48">
                  <c:v>7.79686123132705</c:v>
                </c:pt>
                <c:pt idx="49">
                  <c:v>7.91947722434997</c:v>
                </c:pt>
                <c:pt idx="50">
                  <c:v>8.08568519353866</c:v>
                </c:pt>
                <c:pt idx="51">
                  <c:v>8.26961153745651</c:v>
                </c:pt>
                <c:pt idx="52">
                  <c:v>8.46757507324218</c:v>
                </c:pt>
                <c:pt idx="53">
                  <c:v>8.66250389814376</c:v>
                </c:pt>
                <c:pt idx="54">
                  <c:v>8.8504711985588</c:v>
                </c:pt>
                <c:pt idx="55">
                  <c:v>9.08542197942733</c:v>
                </c:pt>
                <c:pt idx="56">
                  <c:v>9.26662749052047</c:v>
                </c:pt>
                <c:pt idx="57">
                  <c:v>9.46895974874496</c:v>
                </c:pt>
                <c:pt idx="58">
                  <c:v>9.64692091941833</c:v>
                </c:pt>
                <c:pt idx="59">
                  <c:v>9.80512380599975</c:v>
                </c:pt>
                <c:pt idx="60">
                  <c:v>9.90073931217193</c:v>
                </c:pt>
                <c:pt idx="61">
                  <c:v>9.98527640104293</c:v>
                </c:pt>
                <c:pt idx="62">
                  <c:v>10.0521051287651</c:v>
                </c:pt>
                <c:pt idx="63">
                  <c:v>10.1640986204147</c:v>
                </c:pt>
                <c:pt idx="64">
                  <c:v>10.2264117598534</c:v>
                </c:pt>
                <c:pt idx="65">
                  <c:v>10.3749707341194</c:v>
                </c:pt>
                <c:pt idx="66">
                  <c:v>10.5840765237808</c:v>
                </c:pt>
                <c:pt idx="67">
                  <c:v>10.7495392560959</c:v>
                </c:pt>
                <c:pt idx="68">
                  <c:v>10.8853994607925</c:v>
                </c:pt>
                <c:pt idx="69">
                  <c:v>11.0549161434174</c:v>
                </c:pt>
                <c:pt idx="70">
                  <c:v>11.1270199418068</c:v>
                </c:pt>
                <c:pt idx="71">
                  <c:v>11.2298802733421</c:v>
                </c:pt>
                <c:pt idx="72">
                  <c:v>11.3442713618278</c:v>
                </c:pt>
                <c:pt idx="73">
                  <c:v>11.5013236999512</c:v>
                </c:pt>
                <c:pt idx="74">
                  <c:v>11.6912546157837</c:v>
                </c:pt>
                <c:pt idx="75">
                  <c:v>11.8029519915581</c:v>
                </c:pt>
                <c:pt idx="76">
                  <c:v>11.8134988546371</c:v>
                </c:pt>
                <c:pt idx="77">
                  <c:v>11.8454284071922</c:v>
                </c:pt>
                <c:pt idx="78">
                  <c:v>11.9014871120453</c:v>
                </c:pt>
                <c:pt idx="79">
                  <c:v>11.9345411062241</c:v>
                </c:pt>
                <c:pt idx="80">
                  <c:v>12.0458309650421</c:v>
                </c:pt>
                <c:pt idx="81">
                  <c:v>12.1342998147011</c:v>
                </c:pt>
                <c:pt idx="82">
                  <c:v>12.1459478139877</c:v>
                </c:pt>
                <c:pt idx="83">
                  <c:v>11.9577535390854</c:v>
                </c:pt>
                <c:pt idx="84">
                  <c:v>11.7850564718246</c:v>
                </c:pt>
                <c:pt idx="85">
                  <c:v>11.6285563707352</c:v>
                </c:pt>
                <c:pt idx="86">
                  <c:v>11.5217254161835</c:v>
                </c:pt>
                <c:pt idx="87">
                  <c:v>11.4400181770325</c:v>
                </c:pt>
                <c:pt idx="88">
                  <c:v>11.3003934621811</c:v>
                </c:pt>
                <c:pt idx="89">
                  <c:v>11.1691169738769</c:v>
                </c:pt>
                <c:pt idx="90">
                  <c:v>11.0312964916229</c:v>
                </c:pt>
                <c:pt idx="91">
                  <c:v>10.9492135047912</c:v>
                </c:pt>
                <c:pt idx="92">
                  <c:v>10.9607775211334</c:v>
                </c:pt>
                <c:pt idx="93">
                  <c:v>11.1343777775764</c:v>
                </c:pt>
                <c:pt idx="94">
                  <c:v>11.3338161706924</c:v>
                </c:pt>
                <c:pt idx="95">
                  <c:v>11.3761110305786</c:v>
                </c:pt>
                <c:pt idx="96">
                  <c:v>11.5251240134239</c:v>
                </c:pt>
                <c:pt idx="97">
                  <c:v>11.7967503070831</c:v>
                </c:pt>
                <c:pt idx="98">
                  <c:v>12.3391642570495</c:v>
                </c:pt>
                <c:pt idx="99">
                  <c:v>12.8513168096542</c:v>
                </c:pt>
                <c:pt idx="100">
                  <c:v>13.3546995520592</c:v>
                </c:pt>
                <c:pt idx="101">
                  <c:v>13.7830321192741</c:v>
                </c:pt>
                <c:pt idx="102">
                  <c:v>14.1531050801277</c:v>
                </c:pt>
                <c:pt idx="103">
                  <c:v>14.4536827206612</c:v>
                </c:pt>
                <c:pt idx="104">
                  <c:v>14.7134258747101</c:v>
                </c:pt>
                <c:pt idx="105">
                  <c:v>15.0884912014007</c:v>
                </c:pt>
                <c:pt idx="106">
                  <c:v>15.3734086751938</c:v>
                </c:pt>
                <c:pt idx="107">
                  <c:v>15.5385461449623</c:v>
                </c:pt>
                <c:pt idx="108">
                  <c:v>15.640617787838</c:v>
                </c:pt>
                <c:pt idx="109">
                  <c:v>15.8576670289039</c:v>
                </c:pt>
                <c:pt idx="110">
                  <c:v>16.0310122966766</c:v>
                </c:pt>
                <c:pt idx="111">
                  <c:v>16.2323671579361</c:v>
                </c:pt>
                <c:pt idx="112">
                  <c:v>16.4420856237411</c:v>
                </c:pt>
                <c:pt idx="113">
                  <c:v>16.6907554864883</c:v>
                </c:pt>
                <c:pt idx="114">
                  <c:v>16.9664134383201</c:v>
                </c:pt>
                <c:pt idx="115">
                  <c:v>17.1679829955101</c:v>
                </c:pt>
                <c:pt idx="116">
                  <c:v>17.3251646757126</c:v>
                </c:pt>
                <c:pt idx="117">
                  <c:v>17.5080136060715</c:v>
                </c:pt>
                <c:pt idx="118">
                  <c:v>17.6946234107017</c:v>
                </c:pt>
                <c:pt idx="119">
                  <c:v>17.8406913280487</c:v>
                </c:pt>
                <c:pt idx="120">
                  <c:v>18.0107076764107</c:v>
                </c:pt>
                <c:pt idx="121">
                  <c:v>18.2415128350258</c:v>
                </c:pt>
                <c:pt idx="122">
                  <c:v>18.4133176207542</c:v>
                </c:pt>
                <c:pt idx="123">
                  <c:v>18.5272119045257</c:v>
                </c:pt>
                <c:pt idx="124">
                  <c:v>18.6096603870392</c:v>
                </c:pt>
                <c:pt idx="125">
                  <c:v>18.6976251602173</c:v>
                </c:pt>
                <c:pt idx="126">
                  <c:v>18.8382130861282</c:v>
                </c:pt>
                <c:pt idx="127">
                  <c:v>18.9157477021217</c:v>
                </c:pt>
                <c:pt idx="128">
                  <c:v>19.0820990204811</c:v>
                </c:pt>
                <c:pt idx="129">
                  <c:v>19.1883801221847</c:v>
                </c:pt>
                <c:pt idx="130">
                  <c:v>19.5304237008095</c:v>
                </c:pt>
                <c:pt idx="131">
                  <c:v>19.6964827179909</c:v>
                </c:pt>
                <c:pt idx="132">
                  <c:v>19.8895708918571</c:v>
                </c:pt>
                <c:pt idx="133">
                  <c:v>20.0240983366966</c:v>
                </c:pt>
                <c:pt idx="134">
                  <c:v>20.1360799074173</c:v>
                </c:pt>
                <c:pt idx="135">
                  <c:v>20.2495481967926</c:v>
                </c:pt>
                <c:pt idx="136">
                  <c:v>20.3206914663315</c:v>
                </c:pt>
                <c:pt idx="137">
                  <c:v>20.3909785747528</c:v>
                </c:pt>
                <c:pt idx="138">
                  <c:v>20.4841349124908</c:v>
                </c:pt>
                <c:pt idx="139">
                  <c:v>20.6566070914268</c:v>
                </c:pt>
                <c:pt idx="140">
                  <c:v>20.9492480158806</c:v>
                </c:pt>
                <c:pt idx="141">
                  <c:v>21.1750252842903</c:v>
                </c:pt>
                <c:pt idx="142">
                  <c:v>21.4921771287918</c:v>
                </c:pt>
                <c:pt idx="143">
                  <c:v>21.8519229888916</c:v>
                </c:pt>
                <c:pt idx="144">
                  <c:v>22.1002503633499</c:v>
                </c:pt>
                <c:pt idx="145">
                  <c:v>22.4358250498772</c:v>
                </c:pt>
                <c:pt idx="146">
                  <c:v>22.732460796833</c:v>
                </c:pt>
                <c:pt idx="147">
                  <c:v>23.0652413964271</c:v>
                </c:pt>
                <c:pt idx="148">
                  <c:v>23.4690088033676</c:v>
                </c:pt>
                <c:pt idx="149">
                  <c:v>23.7463983893394</c:v>
                </c:pt>
                <c:pt idx="150">
                  <c:v>24.0544680953026</c:v>
                </c:pt>
                <c:pt idx="151">
                  <c:v>24.3147881627083</c:v>
                </c:pt>
                <c:pt idx="152">
                  <c:v>24.4145308732986</c:v>
                </c:pt>
                <c:pt idx="153">
                  <c:v>24.5542171001434</c:v>
                </c:pt>
                <c:pt idx="154">
                  <c:v>24.5304864645004</c:v>
                </c:pt>
                <c:pt idx="155">
                  <c:v>24.5178625583649</c:v>
                </c:pt>
                <c:pt idx="156">
                  <c:v>24.5300152897835</c:v>
                </c:pt>
                <c:pt idx="157">
                  <c:v>24.5614664554596</c:v>
                </c:pt>
                <c:pt idx="158">
                  <c:v>24.6291427612305</c:v>
                </c:pt>
                <c:pt idx="159">
                  <c:v>24.6454032063484</c:v>
                </c:pt>
                <c:pt idx="160">
                  <c:v>24.5927006602287</c:v>
                </c:pt>
                <c:pt idx="161">
                  <c:v>24.5507259964943</c:v>
                </c:pt>
                <c:pt idx="162">
                  <c:v>24.5319831967354</c:v>
                </c:pt>
                <c:pt idx="163">
                  <c:v>24.5579708814621</c:v>
                </c:pt>
                <c:pt idx="164">
                  <c:v>24.7323956489563</c:v>
                </c:pt>
                <c:pt idx="165">
                  <c:v>24.9247512817383</c:v>
                </c:pt>
                <c:pt idx="166">
                  <c:v>25.1150670051575</c:v>
                </c:pt>
                <c:pt idx="167">
                  <c:v>25.2894993424415</c:v>
                </c:pt>
                <c:pt idx="168">
                  <c:v>25.4786821603775</c:v>
                </c:pt>
                <c:pt idx="169">
                  <c:v>25.6910347342491</c:v>
                </c:pt>
                <c:pt idx="170">
                  <c:v>25.9920951724052</c:v>
                </c:pt>
                <c:pt idx="171">
                  <c:v>26.2463237643242</c:v>
                </c:pt>
                <c:pt idx="172">
                  <c:v>26.5273512601852</c:v>
                </c:pt>
                <c:pt idx="173">
                  <c:v>26.8233482837677</c:v>
                </c:pt>
                <c:pt idx="174">
                  <c:v>27.0565803050995</c:v>
                </c:pt>
                <c:pt idx="175">
                  <c:v>27.2893011569977</c:v>
                </c:pt>
                <c:pt idx="176">
                  <c:v>27.5181691050529</c:v>
                </c:pt>
                <c:pt idx="177">
                  <c:v>27.7993685007095</c:v>
                </c:pt>
                <c:pt idx="178">
                  <c:v>28.0142612457275</c:v>
                </c:pt>
                <c:pt idx="179">
                  <c:v>28.2384623289108</c:v>
                </c:pt>
                <c:pt idx="180">
                  <c:v>28.4326788187027</c:v>
                </c:pt>
                <c:pt idx="181">
                  <c:v>28.702278137207</c:v>
                </c:pt>
                <c:pt idx="182">
                  <c:v>29.03761947155</c:v>
                </c:pt>
                <c:pt idx="183">
                  <c:v>29.3331917524338</c:v>
                </c:pt>
                <c:pt idx="184">
                  <c:v>29.6249750852585</c:v>
                </c:pt>
                <c:pt idx="185">
                  <c:v>29.9553678035736</c:v>
                </c:pt>
                <c:pt idx="186">
                  <c:v>30.2392148971557</c:v>
                </c:pt>
                <c:pt idx="187">
                  <c:v>30.4954625964165</c:v>
                </c:pt>
                <c:pt idx="188">
                  <c:v>30.7555809617042</c:v>
                </c:pt>
                <c:pt idx="189">
                  <c:v>31.0158444046974</c:v>
                </c:pt>
                <c:pt idx="190">
                  <c:v>31.2613533139229</c:v>
                </c:pt>
                <c:pt idx="191">
                  <c:v>31.4852889180183</c:v>
                </c:pt>
                <c:pt idx="192">
                  <c:v>31.6281282305717</c:v>
                </c:pt>
                <c:pt idx="193">
                  <c:v>31.7896471619606</c:v>
                </c:pt>
                <c:pt idx="194">
                  <c:v>31.9729124903679</c:v>
                </c:pt>
                <c:pt idx="195">
                  <c:v>32.1106370687485</c:v>
                </c:pt>
                <c:pt idx="196">
                  <c:v>32.2417193055153</c:v>
                </c:pt>
                <c:pt idx="197">
                  <c:v>32.3402689099312</c:v>
                </c:pt>
                <c:pt idx="198">
                  <c:v>32.4634462594986</c:v>
                </c:pt>
                <c:pt idx="199">
                  <c:v>32.5474776625633</c:v>
                </c:pt>
                <c:pt idx="200">
                  <c:v>32.6413433551788</c:v>
                </c:pt>
                <c:pt idx="201">
                  <c:v>32.7366406321525</c:v>
                </c:pt>
                <c:pt idx="202">
                  <c:v>32.8663491606712</c:v>
                </c:pt>
                <c:pt idx="203">
                  <c:v>32.9606812596321</c:v>
                </c:pt>
                <c:pt idx="204">
                  <c:v>33.0712364912033</c:v>
                </c:pt>
                <c:pt idx="205">
                  <c:v>33.1940675377846</c:v>
                </c:pt>
                <c:pt idx="206">
                  <c:v>33.3662323951721</c:v>
                </c:pt>
                <c:pt idx="207">
                  <c:v>33.5652807354927</c:v>
                </c:pt>
                <c:pt idx="208">
                  <c:v>33.771639406681</c:v>
                </c:pt>
                <c:pt idx="209">
                  <c:v>33.9803480505943</c:v>
                </c:pt>
                <c:pt idx="210">
                  <c:v>34.2360596060753</c:v>
                </c:pt>
                <c:pt idx="211">
                  <c:v>34.3912968635559</c:v>
                </c:pt>
                <c:pt idx="212">
                  <c:v>34.522432744503</c:v>
                </c:pt>
                <c:pt idx="213">
                  <c:v>34.6002776026726</c:v>
                </c:pt>
                <c:pt idx="214">
                  <c:v>34.7668132185936</c:v>
                </c:pt>
                <c:pt idx="215">
                  <c:v>34.8873854279518</c:v>
                </c:pt>
                <c:pt idx="216">
                  <c:v>34.9884256720543</c:v>
                </c:pt>
                <c:pt idx="217">
                  <c:v>35.0936169028282</c:v>
                </c:pt>
                <c:pt idx="218">
                  <c:v>35.1711777448654</c:v>
                </c:pt>
                <c:pt idx="219">
                  <c:v>35.2846364378929</c:v>
                </c:pt>
                <c:pt idx="220">
                  <c:v>35.4412896633148</c:v>
                </c:pt>
                <c:pt idx="221">
                  <c:v>35.5176528692245</c:v>
                </c:pt>
                <c:pt idx="222">
                  <c:v>35.6042712926864</c:v>
                </c:pt>
                <c:pt idx="223">
                  <c:v>35.6892122030258</c:v>
                </c:pt>
                <c:pt idx="224">
                  <c:v>35.7820565700531</c:v>
                </c:pt>
                <c:pt idx="225">
                  <c:v>35.9036681652069</c:v>
                </c:pt>
                <c:pt idx="226">
                  <c:v>36.1560928821564</c:v>
                </c:pt>
                <c:pt idx="227">
                  <c:v>36.2742168903351</c:v>
                </c:pt>
                <c:pt idx="228">
                  <c:v>36.3239802122116</c:v>
                </c:pt>
                <c:pt idx="229">
                  <c:v>36.3046525716781</c:v>
                </c:pt>
                <c:pt idx="230">
                  <c:v>36.2266271114349</c:v>
                </c:pt>
                <c:pt idx="231">
                  <c:v>36.2790637612343</c:v>
                </c:pt>
                <c:pt idx="232">
                  <c:v>36.3327608704567</c:v>
                </c:pt>
                <c:pt idx="233">
                  <c:v>36.4276175498962</c:v>
                </c:pt>
                <c:pt idx="234">
                  <c:v>36.5116727352142</c:v>
                </c:pt>
                <c:pt idx="235">
                  <c:v>36.6108592748642</c:v>
                </c:pt>
                <c:pt idx="236">
                  <c:v>36.6655721068382</c:v>
                </c:pt>
                <c:pt idx="237">
                  <c:v>36.8317013978958</c:v>
                </c:pt>
                <c:pt idx="238">
                  <c:v>37.0676997303962</c:v>
                </c:pt>
                <c:pt idx="239">
                  <c:v>37.2621437311172</c:v>
                </c:pt>
                <c:pt idx="240">
                  <c:v>37.5487679243088</c:v>
                </c:pt>
                <c:pt idx="241">
                  <c:v>37.6867396831512</c:v>
                </c:pt>
                <c:pt idx="242">
                  <c:v>37.8772567510605</c:v>
                </c:pt>
                <c:pt idx="243">
                  <c:v>38.0206616520881</c:v>
                </c:pt>
                <c:pt idx="244">
                  <c:v>38.0267571806907</c:v>
                </c:pt>
                <c:pt idx="245">
                  <c:v>38.0797372460365</c:v>
                </c:pt>
                <c:pt idx="246">
                  <c:v>38.0997275710106</c:v>
                </c:pt>
                <c:pt idx="247">
                  <c:v>38.2420673966407</c:v>
                </c:pt>
                <c:pt idx="248">
                  <c:v>38.3464996814727</c:v>
                </c:pt>
                <c:pt idx="249">
                  <c:v>38.4679483175277</c:v>
                </c:pt>
                <c:pt idx="250">
                  <c:v>38.6036857962608</c:v>
                </c:pt>
                <c:pt idx="251">
                  <c:v>38.79017162323</c:v>
                </c:pt>
                <c:pt idx="252">
                  <c:v>38.954844892025</c:v>
                </c:pt>
                <c:pt idx="253">
                  <c:v>39.1351200342178</c:v>
                </c:pt>
                <c:pt idx="254">
                  <c:v>39.3091912865639</c:v>
                </c:pt>
                <c:pt idx="255">
                  <c:v>39.5746186375618</c:v>
                </c:pt>
                <c:pt idx="256">
                  <c:v>39.6697196364403</c:v>
                </c:pt>
                <c:pt idx="257">
                  <c:v>39.7338307499885</c:v>
                </c:pt>
                <c:pt idx="258">
                  <c:v>39.7941387295723</c:v>
                </c:pt>
                <c:pt idx="259">
                  <c:v>39.8354103565216</c:v>
                </c:pt>
                <c:pt idx="260">
                  <c:v>39.8964927196502</c:v>
                </c:pt>
                <c:pt idx="261">
                  <c:v>39.9810580015182</c:v>
                </c:pt>
                <c:pt idx="262">
                  <c:v>40.067020714283</c:v>
                </c:pt>
                <c:pt idx="263">
                  <c:v>40.186786532402</c:v>
                </c:pt>
                <c:pt idx="264">
                  <c:v>40.3428842425346</c:v>
                </c:pt>
                <c:pt idx="265">
                  <c:v>40.4746363162994</c:v>
                </c:pt>
                <c:pt idx="266">
                  <c:v>40.6404141187668</c:v>
                </c:pt>
                <c:pt idx="267">
                  <c:v>40.7109256982803</c:v>
                </c:pt>
                <c:pt idx="268">
                  <c:v>40.7782266139984</c:v>
                </c:pt>
                <c:pt idx="269">
                  <c:v>40.9833131432533</c:v>
                </c:pt>
                <c:pt idx="270">
                  <c:v>41.4597815275192</c:v>
                </c:pt>
                <c:pt idx="271">
                  <c:v>41.9650458097458</c:v>
                </c:pt>
                <c:pt idx="272">
                  <c:v>42.4242490530014</c:v>
                </c:pt>
                <c:pt idx="273">
                  <c:v>42.8871304988861</c:v>
                </c:pt>
                <c:pt idx="274">
                  <c:v>43.3071246147156</c:v>
                </c:pt>
                <c:pt idx="275">
                  <c:v>43.7038950920105</c:v>
                </c:pt>
                <c:pt idx="276">
                  <c:v>44.0164294838905</c:v>
                </c:pt>
                <c:pt idx="277">
                  <c:v>44.3171463608742</c:v>
                </c:pt>
                <c:pt idx="278">
                  <c:v>44.622118294239</c:v>
                </c:pt>
                <c:pt idx="279">
                  <c:v>44.9437472224235</c:v>
                </c:pt>
                <c:pt idx="280">
                  <c:v>45.1749373674392</c:v>
                </c:pt>
                <c:pt idx="281">
                  <c:v>45.403950035572</c:v>
                </c:pt>
                <c:pt idx="282">
                  <c:v>45.5754496455192</c:v>
                </c:pt>
                <c:pt idx="283">
                  <c:v>45.7470930218696</c:v>
                </c:pt>
                <c:pt idx="284">
                  <c:v>45.914684176445</c:v>
                </c:pt>
                <c:pt idx="285">
                  <c:v>46.0475451946258</c:v>
                </c:pt>
                <c:pt idx="286">
                  <c:v>46.2353561520576</c:v>
                </c:pt>
                <c:pt idx="287">
                  <c:v>46.4033237099647</c:v>
                </c:pt>
                <c:pt idx="288">
                  <c:v>46.6187179088592</c:v>
                </c:pt>
                <c:pt idx="289">
                  <c:v>46.8081354498863</c:v>
                </c:pt>
                <c:pt idx="290">
                  <c:v>46.9759644269943</c:v>
                </c:pt>
                <c:pt idx="291">
                  <c:v>47.1164352893829</c:v>
                </c:pt>
                <c:pt idx="292">
                  <c:v>47.311364531517</c:v>
                </c:pt>
                <c:pt idx="293">
                  <c:v>47.5254397392273</c:v>
                </c:pt>
                <c:pt idx="294">
                  <c:v>47.6973939538002</c:v>
                </c:pt>
                <c:pt idx="295">
                  <c:v>47.8272830247879</c:v>
                </c:pt>
                <c:pt idx="296">
                  <c:v>47.9859397411346</c:v>
                </c:pt>
                <c:pt idx="297">
                  <c:v>48.1898592114448</c:v>
                </c:pt>
                <c:pt idx="298">
                  <c:v>48.4740726947784</c:v>
                </c:pt>
                <c:pt idx="299">
                  <c:v>48.7473947405815</c:v>
                </c:pt>
                <c:pt idx="300">
                  <c:v>49.0524204373359</c:v>
                </c:pt>
                <c:pt idx="301">
                  <c:v>49.2882969975471</c:v>
                </c:pt>
                <c:pt idx="302">
                  <c:v>49.4582282304764</c:v>
                </c:pt>
                <c:pt idx="303">
                  <c:v>49.6251147985458</c:v>
                </c:pt>
                <c:pt idx="304">
                  <c:v>49.7801344394684</c:v>
                </c:pt>
                <c:pt idx="305">
                  <c:v>49.9665084481239</c:v>
                </c:pt>
                <c:pt idx="306">
                  <c:v>50.1611687541008</c:v>
                </c:pt>
                <c:pt idx="307">
                  <c:v>50.4509912729263</c:v>
                </c:pt>
                <c:pt idx="308">
                  <c:v>50.6600182652473</c:v>
                </c:pt>
                <c:pt idx="309">
                  <c:v>50.8354509472847</c:v>
                </c:pt>
                <c:pt idx="310">
                  <c:v>51.042284309864</c:v>
                </c:pt>
                <c:pt idx="311">
                  <c:v>51.2313346266746</c:v>
                </c:pt>
                <c:pt idx="312">
                  <c:v>51.4750089645386</c:v>
                </c:pt>
                <c:pt idx="313">
                  <c:v>51.6820102930069</c:v>
                </c:pt>
                <c:pt idx="314">
                  <c:v>51.9151821136474</c:v>
                </c:pt>
                <c:pt idx="315">
                  <c:v>52.1168250441551</c:v>
                </c:pt>
                <c:pt idx="316">
                  <c:v>52.3063538074493</c:v>
                </c:pt>
                <c:pt idx="317">
                  <c:v>52.457772731781</c:v>
                </c:pt>
                <c:pt idx="318">
                  <c:v>52.639417052269</c:v>
                </c:pt>
                <c:pt idx="319">
                  <c:v>52.8779720664024</c:v>
                </c:pt>
                <c:pt idx="320">
                  <c:v>53.136514544487</c:v>
                </c:pt>
                <c:pt idx="321">
                  <c:v>53.3101825714111</c:v>
                </c:pt>
                <c:pt idx="322">
                  <c:v>53.446927845478</c:v>
                </c:pt>
                <c:pt idx="323">
                  <c:v>53.6120916604996</c:v>
                </c:pt>
                <c:pt idx="324">
                  <c:v>53.7493559718132</c:v>
                </c:pt>
                <c:pt idx="325">
                  <c:v>53.9136969447136</c:v>
                </c:pt>
                <c:pt idx="326">
                  <c:v>54.0632783770561</c:v>
                </c:pt>
                <c:pt idx="327">
                  <c:v>54.207911491394</c:v>
                </c:pt>
                <c:pt idx="328">
                  <c:v>54.3141403794288</c:v>
                </c:pt>
                <c:pt idx="329">
                  <c:v>54.4206411242485</c:v>
                </c:pt>
                <c:pt idx="330">
                  <c:v>54.5176444649696</c:v>
                </c:pt>
                <c:pt idx="331">
                  <c:v>54.6366256475448</c:v>
                </c:pt>
                <c:pt idx="332">
                  <c:v>54.8129633069038</c:v>
                </c:pt>
                <c:pt idx="333">
                  <c:v>54.9923505187034</c:v>
                </c:pt>
                <c:pt idx="334">
                  <c:v>55.2062211632728</c:v>
                </c:pt>
                <c:pt idx="335">
                  <c:v>55.4441686272621</c:v>
                </c:pt>
                <c:pt idx="336">
                  <c:v>55.6789065599441</c:v>
                </c:pt>
                <c:pt idx="337">
                  <c:v>55.9071494340896</c:v>
                </c:pt>
                <c:pt idx="338">
                  <c:v>56.1692115664482</c:v>
                </c:pt>
                <c:pt idx="339">
                  <c:v>56.4031327366829</c:v>
                </c:pt>
                <c:pt idx="340">
                  <c:v>56.599911570549</c:v>
                </c:pt>
                <c:pt idx="341">
                  <c:v>56.7545552849769</c:v>
                </c:pt>
                <c:pt idx="342">
                  <c:v>56.9060952663421</c:v>
                </c:pt>
                <c:pt idx="343">
                  <c:v>57.0332496166229</c:v>
                </c:pt>
                <c:pt idx="344">
                  <c:v>57.155631005764</c:v>
                </c:pt>
                <c:pt idx="345">
                  <c:v>57.2239682674408</c:v>
                </c:pt>
                <c:pt idx="346">
                  <c:v>57.3155324459076</c:v>
                </c:pt>
                <c:pt idx="347">
                  <c:v>57.456153690815</c:v>
                </c:pt>
                <c:pt idx="348">
                  <c:v>57.5624192357063</c:v>
                </c:pt>
                <c:pt idx="349">
                  <c:v>57.6516238451004</c:v>
                </c:pt>
                <c:pt idx="350">
                  <c:v>57.7380322813987</c:v>
                </c:pt>
                <c:pt idx="351">
                  <c:v>57.8165813684463</c:v>
                </c:pt>
                <c:pt idx="352">
                  <c:v>57.8869363069534</c:v>
                </c:pt>
                <c:pt idx="353">
                  <c:v>57.965365588665</c:v>
                </c:pt>
                <c:pt idx="354">
                  <c:v>58.0867627263069</c:v>
                </c:pt>
                <c:pt idx="355">
                  <c:v>58.4068495631218</c:v>
                </c:pt>
                <c:pt idx="356">
                  <c:v>58.7129567861557</c:v>
                </c:pt>
                <c:pt idx="357">
                  <c:v>59.0449734926223</c:v>
                </c:pt>
                <c:pt idx="358">
                  <c:v>59.3537784814834</c:v>
                </c:pt>
                <c:pt idx="359">
                  <c:v>59.6710205674171</c:v>
                </c:pt>
                <c:pt idx="360">
                  <c:v>59.8828819990158</c:v>
                </c:pt>
                <c:pt idx="361">
                  <c:v>59.8908441066742</c:v>
                </c:pt>
                <c:pt idx="362">
                  <c:v>60.0106501579284</c:v>
                </c:pt>
                <c:pt idx="363">
                  <c:v>60.023235142231</c:v>
                </c:pt>
                <c:pt idx="364">
                  <c:v>60.0646958351135</c:v>
                </c:pt>
                <c:pt idx="365">
                  <c:v>60.0694127082824</c:v>
                </c:pt>
                <c:pt idx="366">
                  <c:v>60.1901552677154</c:v>
                </c:pt>
                <c:pt idx="367">
                  <c:v>60.2882484197616</c:v>
                </c:pt>
                <c:pt idx="368">
                  <c:v>60.3850318193435</c:v>
                </c:pt>
                <c:pt idx="369">
                  <c:v>60.4473986029625</c:v>
                </c:pt>
                <c:pt idx="370">
                  <c:v>60.5423458218574</c:v>
                </c:pt>
                <c:pt idx="371">
                  <c:v>60.8827677369117</c:v>
                </c:pt>
                <c:pt idx="372">
                  <c:v>61.2690811753273</c:v>
                </c:pt>
                <c:pt idx="373">
                  <c:v>61.564657330513</c:v>
                </c:pt>
                <c:pt idx="374">
                  <c:v>61.7845114469528</c:v>
                </c:pt>
                <c:pt idx="375">
                  <c:v>62.0207688808441</c:v>
                </c:pt>
                <c:pt idx="376">
                  <c:v>62.2180732488632</c:v>
                </c:pt>
                <c:pt idx="377">
                  <c:v>62.3158150911331</c:v>
                </c:pt>
                <c:pt idx="378">
                  <c:v>62.3579304218292</c:v>
                </c:pt>
                <c:pt idx="379">
                  <c:v>62.3511438369751</c:v>
                </c:pt>
                <c:pt idx="380">
                  <c:v>62.3344351053238</c:v>
                </c:pt>
                <c:pt idx="381">
                  <c:v>62.2552565336227</c:v>
                </c:pt>
                <c:pt idx="382">
                  <c:v>62.1375466585159</c:v>
                </c:pt>
                <c:pt idx="383">
                  <c:v>62.0653442144394</c:v>
                </c:pt>
                <c:pt idx="384">
                  <c:v>62.044359087944</c:v>
                </c:pt>
                <c:pt idx="385">
                  <c:v>61.9670296907425</c:v>
                </c:pt>
                <c:pt idx="386">
                  <c:v>61.8917520046234</c:v>
                </c:pt>
                <c:pt idx="387">
                  <c:v>61.9563459157943</c:v>
                </c:pt>
                <c:pt idx="388">
                  <c:v>62.0496673583984</c:v>
                </c:pt>
                <c:pt idx="389">
                  <c:v>62.2616252899169</c:v>
                </c:pt>
                <c:pt idx="390">
                  <c:v>62.4807832837104</c:v>
                </c:pt>
                <c:pt idx="391">
                  <c:v>62.7013854980468</c:v>
                </c:pt>
                <c:pt idx="392">
                  <c:v>62.9124566912651</c:v>
                </c:pt>
                <c:pt idx="393">
                  <c:v>63.0674360394477</c:v>
                </c:pt>
                <c:pt idx="394">
                  <c:v>63.1930530071258</c:v>
                </c:pt>
                <c:pt idx="395">
                  <c:v>63.3739104270935</c:v>
                </c:pt>
                <c:pt idx="396">
                  <c:v>63.5723451375961</c:v>
                </c:pt>
                <c:pt idx="397">
                  <c:v>63.693379342556</c:v>
                </c:pt>
                <c:pt idx="398">
                  <c:v>63.8157628178596</c:v>
                </c:pt>
                <c:pt idx="399">
                  <c:v>63.8497838973999</c:v>
                </c:pt>
                <c:pt idx="400">
                  <c:v>63.9287585616111</c:v>
                </c:pt>
                <c:pt idx="401">
                  <c:v>64.03789716959</c:v>
                </c:pt>
                <c:pt idx="402">
                  <c:v>64.0994790792465</c:v>
                </c:pt>
                <c:pt idx="403">
                  <c:v>64.1540335416793</c:v>
                </c:pt>
                <c:pt idx="404">
                  <c:v>64.1860120892524</c:v>
                </c:pt>
                <c:pt idx="405">
                  <c:v>64.2438244223594</c:v>
                </c:pt>
                <c:pt idx="406">
                  <c:v>64.3095146417617</c:v>
                </c:pt>
                <c:pt idx="407">
                  <c:v>64.3277900218963</c:v>
                </c:pt>
                <c:pt idx="408">
                  <c:v>64.3609793186187</c:v>
                </c:pt>
                <c:pt idx="409">
                  <c:v>64.3783194422721</c:v>
                </c:pt>
                <c:pt idx="410">
                  <c:v>64.3607707619667</c:v>
                </c:pt>
                <c:pt idx="411">
                  <c:v>64.3800163865089</c:v>
                </c:pt>
                <c:pt idx="412">
                  <c:v>64.4178202152252</c:v>
                </c:pt>
                <c:pt idx="413">
                  <c:v>64.4964911341667</c:v>
                </c:pt>
                <c:pt idx="414">
                  <c:v>64.5698983073234</c:v>
                </c:pt>
                <c:pt idx="415">
                  <c:v>64.6647669672966</c:v>
                </c:pt>
                <c:pt idx="416">
                  <c:v>64.7589711546897</c:v>
                </c:pt>
                <c:pt idx="417">
                  <c:v>64.9399649500846</c:v>
                </c:pt>
                <c:pt idx="418">
                  <c:v>65.1120391488075</c:v>
                </c:pt>
                <c:pt idx="419">
                  <c:v>65.2694895863533</c:v>
                </c:pt>
                <c:pt idx="420">
                  <c:v>65.401681125164</c:v>
                </c:pt>
                <c:pt idx="421">
                  <c:v>65.5132810473442</c:v>
                </c:pt>
                <c:pt idx="422">
                  <c:v>65.6557004451751</c:v>
                </c:pt>
                <c:pt idx="423">
                  <c:v>65.7445397377014</c:v>
                </c:pt>
                <c:pt idx="424">
                  <c:v>65.8046758174896</c:v>
                </c:pt>
                <c:pt idx="425">
                  <c:v>65.8900673389434</c:v>
                </c:pt>
                <c:pt idx="426">
                  <c:v>65.9860386252403</c:v>
                </c:pt>
                <c:pt idx="427">
                  <c:v>66.018838584423</c:v>
                </c:pt>
                <c:pt idx="428">
                  <c:v>66.1441330313682</c:v>
                </c:pt>
                <c:pt idx="429">
                  <c:v>66.2616817355156</c:v>
                </c:pt>
                <c:pt idx="430">
                  <c:v>66.3508815169334</c:v>
                </c:pt>
                <c:pt idx="431">
                  <c:v>66.4402242302894</c:v>
                </c:pt>
                <c:pt idx="432">
                  <c:v>66.6060719490051</c:v>
                </c:pt>
                <c:pt idx="433">
                  <c:v>66.7342579960823</c:v>
                </c:pt>
                <c:pt idx="434">
                  <c:v>66.8809125423431</c:v>
                </c:pt>
                <c:pt idx="435">
                  <c:v>67.0313609838485</c:v>
                </c:pt>
                <c:pt idx="436">
                  <c:v>67.2752767205238</c:v>
                </c:pt>
                <c:pt idx="437">
                  <c:v>67.5691524744033</c:v>
                </c:pt>
                <c:pt idx="438">
                  <c:v>67.8667491674423</c:v>
                </c:pt>
                <c:pt idx="439">
                  <c:v>68.1560928821563</c:v>
                </c:pt>
                <c:pt idx="440">
                  <c:v>68.4108783006668</c:v>
                </c:pt>
                <c:pt idx="441">
                  <c:v>68.7192046642303</c:v>
                </c:pt>
                <c:pt idx="442">
                  <c:v>68.99920296669</c:v>
                </c:pt>
                <c:pt idx="443">
                  <c:v>69.3502637743949</c:v>
                </c:pt>
                <c:pt idx="444">
                  <c:v>69.720360815525</c:v>
                </c:pt>
                <c:pt idx="445">
                  <c:v>70.0407028794288</c:v>
                </c:pt>
                <c:pt idx="446">
                  <c:v>70.3588989377021</c:v>
                </c:pt>
                <c:pt idx="447">
                  <c:v>70.5950919985771</c:v>
                </c:pt>
                <c:pt idx="448">
                  <c:v>70.7918555140495</c:v>
                </c:pt>
                <c:pt idx="449">
                  <c:v>70.8693617582321</c:v>
                </c:pt>
                <c:pt idx="450">
                  <c:v>70.9433188438415</c:v>
                </c:pt>
                <c:pt idx="451">
                  <c:v>70.9879068732261</c:v>
                </c:pt>
                <c:pt idx="452">
                  <c:v>71.0654878020286</c:v>
                </c:pt>
                <c:pt idx="453">
                  <c:v>71.1620846390724</c:v>
                </c:pt>
                <c:pt idx="454">
                  <c:v>71.2908505201339</c:v>
                </c:pt>
                <c:pt idx="455">
                  <c:v>71.4585240483284</c:v>
                </c:pt>
                <c:pt idx="456">
                  <c:v>71.716825902462</c:v>
                </c:pt>
                <c:pt idx="457">
                  <c:v>72.0223978161811</c:v>
                </c:pt>
                <c:pt idx="458">
                  <c:v>72.3626725077629</c:v>
                </c:pt>
                <c:pt idx="459">
                  <c:v>72.708814561367</c:v>
                </c:pt>
                <c:pt idx="460">
                  <c:v>73.0879696011543</c:v>
                </c:pt>
                <c:pt idx="461">
                  <c:v>73.4155947566032</c:v>
                </c:pt>
                <c:pt idx="462">
                  <c:v>73.7359315752983</c:v>
                </c:pt>
                <c:pt idx="463">
                  <c:v>73.9959268569946</c:v>
                </c:pt>
                <c:pt idx="464">
                  <c:v>74.2288011908531</c:v>
                </c:pt>
                <c:pt idx="465">
                  <c:v>74.4302624464035</c:v>
                </c:pt>
                <c:pt idx="466">
                  <c:v>74.6150094866752</c:v>
                </c:pt>
                <c:pt idx="467">
                  <c:v>74.8256258368492</c:v>
                </c:pt>
                <c:pt idx="468">
                  <c:v>74.9924269914627</c:v>
                </c:pt>
                <c:pt idx="469">
                  <c:v>75.2145448327064</c:v>
                </c:pt>
                <c:pt idx="470">
                  <c:v>75.3156982064247</c:v>
                </c:pt>
                <c:pt idx="471">
                  <c:v>75.3543546795845</c:v>
                </c:pt>
                <c:pt idx="472">
                  <c:v>75.3715400099754</c:v>
                </c:pt>
                <c:pt idx="473">
                  <c:v>75.3731254935264</c:v>
                </c:pt>
                <c:pt idx="474">
                  <c:v>75.4133666753768</c:v>
                </c:pt>
                <c:pt idx="475">
                  <c:v>75.4166420102119</c:v>
                </c:pt>
                <c:pt idx="476">
                  <c:v>75.5094884037971</c:v>
                </c:pt>
                <c:pt idx="477">
                  <c:v>75.5987709164619</c:v>
                </c:pt>
                <c:pt idx="478">
                  <c:v>75.7148722410202</c:v>
                </c:pt>
                <c:pt idx="479">
                  <c:v>75.8331259489059</c:v>
                </c:pt>
                <c:pt idx="480">
                  <c:v>75.9269514679908</c:v>
                </c:pt>
                <c:pt idx="481">
                  <c:v>76.0477781295776</c:v>
                </c:pt>
                <c:pt idx="482">
                  <c:v>76.1391573548317</c:v>
                </c:pt>
                <c:pt idx="483">
                  <c:v>76.2121210694313</c:v>
                </c:pt>
                <c:pt idx="484">
                  <c:v>76.28936201334</c:v>
                </c:pt>
                <c:pt idx="485">
                  <c:v>76.4208101034164</c:v>
                </c:pt>
                <c:pt idx="486">
                  <c:v>76.460225701332</c:v>
                </c:pt>
                <c:pt idx="487">
                  <c:v>76.5283343791961</c:v>
                </c:pt>
                <c:pt idx="488">
                  <c:v>76.616434931755</c:v>
                </c:pt>
                <c:pt idx="489">
                  <c:v>76.6998488306999</c:v>
                </c:pt>
                <c:pt idx="490">
                  <c:v>76.8768873810768</c:v>
                </c:pt>
                <c:pt idx="491">
                  <c:v>77.0767578482627</c:v>
                </c:pt>
                <c:pt idx="492">
                  <c:v>77.3023378252983</c:v>
                </c:pt>
                <c:pt idx="493">
                  <c:v>77.557045161724</c:v>
                </c:pt>
                <c:pt idx="494">
                  <c:v>77.8346336483955</c:v>
                </c:pt>
                <c:pt idx="495">
                  <c:v>78.1478499174118</c:v>
                </c:pt>
                <c:pt idx="496">
                  <c:v>78.4525138139724</c:v>
                </c:pt>
                <c:pt idx="497">
                  <c:v>78.7589367032051</c:v>
                </c:pt>
                <c:pt idx="498">
                  <c:v>79.1015760302543</c:v>
                </c:pt>
                <c:pt idx="499">
                  <c:v>79.4448936581611</c:v>
                </c:pt>
                <c:pt idx="500">
                  <c:v>79.7139537930488</c:v>
                </c:pt>
                <c:pt idx="501">
                  <c:v>80.0082856416702</c:v>
                </c:pt>
                <c:pt idx="502">
                  <c:v>80.3144595623016</c:v>
                </c:pt>
                <c:pt idx="503">
                  <c:v>80.6119120121002</c:v>
                </c:pt>
                <c:pt idx="504">
                  <c:v>80.8642952442169</c:v>
                </c:pt>
                <c:pt idx="505">
                  <c:v>81.030180811882</c:v>
                </c:pt>
                <c:pt idx="506">
                  <c:v>81.1482731699943</c:v>
                </c:pt>
                <c:pt idx="507">
                  <c:v>81.168809056282</c:v>
                </c:pt>
                <c:pt idx="508">
                  <c:v>81.1139947175979</c:v>
                </c:pt>
                <c:pt idx="509">
                  <c:v>81.1220310926437</c:v>
                </c:pt>
                <c:pt idx="510">
                  <c:v>81.1361432671547</c:v>
                </c:pt>
                <c:pt idx="511">
                  <c:v>81.2323423027992</c:v>
                </c:pt>
                <c:pt idx="512">
                  <c:v>81.3566934466362</c:v>
                </c:pt>
                <c:pt idx="513">
                  <c:v>81.4743660092353</c:v>
                </c:pt>
                <c:pt idx="514">
                  <c:v>81.6052210330963</c:v>
                </c:pt>
                <c:pt idx="515">
                  <c:v>81.7003604769706</c:v>
                </c:pt>
                <c:pt idx="516">
                  <c:v>81.8253211379051</c:v>
                </c:pt>
                <c:pt idx="517">
                  <c:v>81.9223987460136</c:v>
                </c:pt>
                <c:pt idx="518">
                  <c:v>82.0183293223381</c:v>
                </c:pt>
                <c:pt idx="519">
                  <c:v>82.1609408855438</c:v>
                </c:pt>
                <c:pt idx="520">
                  <c:v>82.2673667669296</c:v>
                </c:pt>
                <c:pt idx="521">
                  <c:v>82.36353713274</c:v>
                </c:pt>
                <c:pt idx="522">
                  <c:v>82.4843244552612</c:v>
                </c:pt>
                <c:pt idx="523">
                  <c:v>82.5792696475982</c:v>
                </c:pt>
                <c:pt idx="524">
                  <c:v>82.6151936650276</c:v>
                </c:pt>
                <c:pt idx="525">
                  <c:v>82.7403273582458</c:v>
                </c:pt>
                <c:pt idx="526">
                  <c:v>82.9334784150123</c:v>
                </c:pt>
                <c:pt idx="527">
                  <c:v>83.1611097455024</c:v>
                </c:pt>
                <c:pt idx="528">
                  <c:v>83.3765658140182</c:v>
                </c:pt>
                <c:pt idx="529">
                  <c:v>83.5516567230224</c:v>
                </c:pt>
                <c:pt idx="530">
                  <c:v>83.7002481222152</c:v>
                </c:pt>
                <c:pt idx="531">
                  <c:v>83.971251964569</c:v>
                </c:pt>
                <c:pt idx="532">
                  <c:v>84.2257503271102</c:v>
                </c:pt>
                <c:pt idx="533">
                  <c:v>84.4331449270248</c:v>
                </c:pt>
                <c:pt idx="534">
                  <c:v>84.6633829474449</c:v>
                </c:pt>
                <c:pt idx="535">
                  <c:v>84.8399824500083</c:v>
                </c:pt>
                <c:pt idx="536">
                  <c:v>84.9825323820114</c:v>
                </c:pt>
                <c:pt idx="537">
                  <c:v>85.1592267751693</c:v>
                </c:pt>
                <c:pt idx="538">
                  <c:v>85.3812420368194</c:v>
                </c:pt>
                <c:pt idx="539">
                  <c:v>85.6305871009826</c:v>
                </c:pt>
                <c:pt idx="540">
                  <c:v>85.8866337537765</c:v>
                </c:pt>
                <c:pt idx="541">
                  <c:v>86.0885686874389</c:v>
                </c:pt>
                <c:pt idx="542">
                  <c:v>86.2889732122421</c:v>
                </c:pt>
                <c:pt idx="543">
                  <c:v>86.5013786554336</c:v>
                </c:pt>
                <c:pt idx="544">
                  <c:v>86.6225219368934</c:v>
                </c:pt>
                <c:pt idx="545">
                  <c:v>86.779927611351</c:v>
                </c:pt>
                <c:pt idx="546">
                  <c:v>86.9867977499961</c:v>
                </c:pt>
                <c:pt idx="547">
                  <c:v>87.1580101847648</c:v>
                </c:pt>
                <c:pt idx="548">
                  <c:v>87.3347063660621</c:v>
                </c:pt>
                <c:pt idx="549">
                  <c:v>87.5059186816215</c:v>
                </c:pt>
                <c:pt idx="550">
                  <c:v>87.6787182092666</c:v>
                </c:pt>
                <c:pt idx="551">
                  <c:v>87.8835408687591</c:v>
                </c:pt>
                <c:pt idx="552">
                  <c:v>88.0271961092948</c:v>
                </c:pt>
                <c:pt idx="553">
                  <c:v>88.1801283359527</c:v>
                </c:pt>
                <c:pt idx="554">
                  <c:v>88.3631279468536</c:v>
                </c:pt>
                <c:pt idx="555">
                  <c:v>88.5793783664703</c:v>
                </c:pt>
                <c:pt idx="556">
                  <c:v>88.8424288034439</c:v>
                </c:pt>
                <c:pt idx="557">
                  <c:v>89.153193950653</c:v>
                </c:pt>
                <c:pt idx="558">
                  <c:v>89.4977227449417</c:v>
                </c:pt>
                <c:pt idx="559">
                  <c:v>89.8675977587699</c:v>
                </c:pt>
                <c:pt idx="560">
                  <c:v>90.2075788378715</c:v>
                </c:pt>
                <c:pt idx="561">
                  <c:v>90.5430274605751</c:v>
                </c:pt>
                <c:pt idx="562">
                  <c:v>90.8763420581817</c:v>
                </c:pt>
                <c:pt idx="563">
                  <c:v>91.1746057868003</c:v>
                </c:pt>
                <c:pt idx="564">
                  <c:v>91.4132192134857</c:v>
                </c:pt>
                <c:pt idx="565">
                  <c:v>91.585913658142</c:v>
                </c:pt>
                <c:pt idx="566">
                  <c:v>91.7454374432563</c:v>
                </c:pt>
                <c:pt idx="567">
                  <c:v>91.8992585539817</c:v>
                </c:pt>
                <c:pt idx="568">
                  <c:v>91.9956521987915</c:v>
                </c:pt>
                <c:pt idx="569">
                  <c:v>92.1078708171844</c:v>
                </c:pt>
                <c:pt idx="570">
                  <c:v>92.1564998030662</c:v>
                </c:pt>
                <c:pt idx="571">
                  <c:v>92.2188649773597</c:v>
                </c:pt>
                <c:pt idx="572">
                  <c:v>92.353178679943</c:v>
                </c:pt>
                <c:pt idx="573">
                  <c:v>92.4978982210159</c:v>
                </c:pt>
                <c:pt idx="574">
                  <c:v>92.7331209182739</c:v>
                </c:pt>
                <c:pt idx="575">
                  <c:v>92.9137213826179</c:v>
                </c:pt>
                <c:pt idx="576">
                  <c:v>93.0838144421577</c:v>
                </c:pt>
                <c:pt idx="577">
                  <c:v>93.1001017689704</c:v>
                </c:pt>
                <c:pt idx="578">
                  <c:v>93.141318321228</c:v>
                </c:pt>
                <c:pt idx="579">
                  <c:v>93.2180287241935</c:v>
                </c:pt>
                <c:pt idx="580">
                  <c:v>93.2691452503204</c:v>
                </c:pt>
                <c:pt idx="581">
                  <c:v>93.2818191051483</c:v>
                </c:pt>
                <c:pt idx="582">
                  <c:v>93.3125187158584</c:v>
                </c:pt>
                <c:pt idx="583">
                  <c:v>93.3286137580871</c:v>
                </c:pt>
                <c:pt idx="584">
                  <c:v>93.3827772736549</c:v>
                </c:pt>
                <c:pt idx="585">
                  <c:v>93.4753865003585</c:v>
                </c:pt>
                <c:pt idx="586">
                  <c:v>93.5336538553237</c:v>
                </c:pt>
                <c:pt idx="587">
                  <c:v>93.6076745986938</c:v>
                </c:pt>
                <c:pt idx="588">
                  <c:v>93.7160484194755</c:v>
                </c:pt>
                <c:pt idx="589">
                  <c:v>93.9112127423286</c:v>
                </c:pt>
                <c:pt idx="590">
                  <c:v>94.1754859089851</c:v>
                </c:pt>
                <c:pt idx="591">
                  <c:v>94.443433701992</c:v>
                </c:pt>
                <c:pt idx="592">
                  <c:v>94.6190184950828</c:v>
                </c:pt>
                <c:pt idx="593">
                  <c:v>94.8460364341735</c:v>
                </c:pt>
                <c:pt idx="594">
                  <c:v>95.0558351278305</c:v>
                </c:pt>
                <c:pt idx="595">
                  <c:v>95.2324652671814</c:v>
                </c:pt>
                <c:pt idx="596">
                  <c:v>95.4585324525833</c:v>
                </c:pt>
                <c:pt idx="597">
                  <c:v>95.7086386680603</c:v>
                </c:pt>
                <c:pt idx="598">
                  <c:v>95.9040406942367</c:v>
                </c:pt>
                <c:pt idx="599">
                  <c:v>96.1203499436378</c:v>
                </c:pt>
                <c:pt idx="600">
                  <c:v>96.3396958112716</c:v>
                </c:pt>
                <c:pt idx="601">
                  <c:v>96.5152963995933</c:v>
                </c:pt>
                <c:pt idx="602">
                  <c:v>96.7550821900367</c:v>
                </c:pt>
                <c:pt idx="603">
                  <c:v>96.9421482682228</c:v>
                </c:pt>
                <c:pt idx="604">
                  <c:v>97.1430019140243</c:v>
                </c:pt>
                <c:pt idx="605">
                  <c:v>97.3443422913551</c:v>
                </c:pt>
                <c:pt idx="606">
                  <c:v>97.5593940019607</c:v>
                </c:pt>
                <c:pt idx="607">
                  <c:v>97.7626268267631</c:v>
                </c:pt>
                <c:pt idx="608">
                  <c:v>97.9061725735664</c:v>
                </c:pt>
                <c:pt idx="609">
                  <c:v>98.0370169878006</c:v>
                </c:pt>
                <c:pt idx="610">
                  <c:v>98.1871449947357</c:v>
                </c:pt>
                <c:pt idx="611">
                  <c:v>98.3952566981315</c:v>
                </c:pt>
                <c:pt idx="612">
                  <c:v>98.5362181067466</c:v>
                </c:pt>
                <c:pt idx="613">
                  <c:v>98.6575486660003</c:v>
                </c:pt>
                <c:pt idx="614">
                  <c:v>98.7430911660194</c:v>
                </c:pt>
                <c:pt idx="615">
                  <c:v>98.8153102397918</c:v>
                </c:pt>
                <c:pt idx="616">
                  <c:v>98.932028055191</c:v>
                </c:pt>
                <c:pt idx="617">
                  <c:v>99.0907070636749</c:v>
                </c:pt>
                <c:pt idx="618">
                  <c:v>99.2778263092041</c:v>
                </c:pt>
                <c:pt idx="619">
                  <c:v>99.4392253756523</c:v>
                </c:pt>
                <c:pt idx="620">
                  <c:v>99.5448490977287</c:v>
                </c:pt>
                <c:pt idx="621">
                  <c:v>99.6047135591507</c:v>
                </c:pt>
                <c:pt idx="622">
                  <c:v>99.6620610952377</c:v>
                </c:pt>
                <c:pt idx="623">
                  <c:v>99.7427958846092</c:v>
                </c:pt>
                <c:pt idx="624">
                  <c:v>99.8220314383506</c:v>
                </c:pt>
                <c:pt idx="625">
                  <c:v>99.9091466069221</c:v>
                </c:pt>
                <c:pt idx="626">
                  <c:v>100.011445224285</c:v>
                </c:pt>
                <c:pt idx="627">
                  <c:v>100.111829936504</c:v>
                </c:pt>
                <c:pt idx="628">
                  <c:v>100.240795075893</c:v>
                </c:pt>
                <c:pt idx="629">
                  <c:v>100.375606119633</c:v>
                </c:pt>
                <c:pt idx="630">
                  <c:v>100.543239235878</c:v>
                </c:pt>
                <c:pt idx="631">
                  <c:v>100.71100461483</c:v>
                </c:pt>
                <c:pt idx="632">
                  <c:v>100.836422801018</c:v>
                </c:pt>
                <c:pt idx="633">
                  <c:v>100.971121072769</c:v>
                </c:pt>
                <c:pt idx="634">
                  <c:v>101.107403039932</c:v>
                </c:pt>
                <c:pt idx="635">
                  <c:v>101.243227541447</c:v>
                </c:pt>
                <c:pt idx="636">
                  <c:v>101.351323843002</c:v>
                </c:pt>
                <c:pt idx="637">
                  <c:v>101.530353665352</c:v>
                </c:pt>
                <c:pt idx="638">
                  <c:v>101.708669781685</c:v>
                </c:pt>
                <c:pt idx="639">
                  <c:v>101.885860800743</c:v>
                </c:pt>
                <c:pt idx="640">
                  <c:v>102.064038753509</c:v>
                </c:pt>
                <c:pt idx="641">
                  <c:v>102.250722527504</c:v>
                </c:pt>
                <c:pt idx="642">
                  <c:v>102.415661096573</c:v>
                </c:pt>
                <c:pt idx="643">
                  <c:v>102.591748476028</c:v>
                </c:pt>
                <c:pt idx="644">
                  <c:v>102.759539783001</c:v>
                </c:pt>
                <c:pt idx="645">
                  <c:v>102.900081634521</c:v>
                </c:pt>
                <c:pt idx="646">
                  <c:v>103.03228443861</c:v>
                </c:pt>
                <c:pt idx="647">
                  <c:v>103.134150207043</c:v>
                </c:pt>
                <c:pt idx="648">
                  <c:v>103.177544593811</c:v>
                </c:pt>
                <c:pt idx="649">
                  <c:v>103.213696122169</c:v>
                </c:pt>
                <c:pt idx="650">
                  <c:v>103.277523517609</c:v>
                </c:pt>
                <c:pt idx="651">
                  <c:v>103.291489124298</c:v>
                </c:pt>
                <c:pt idx="652">
                  <c:v>103.313544273376</c:v>
                </c:pt>
                <c:pt idx="653">
                  <c:v>103.340106725693</c:v>
                </c:pt>
                <c:pt idx="654">
                  <c:v>103.441420793533</c:v>
                </c:pt>
                <c:pt idx="655">
                  <c:v>103.488836050034</c:v>
                </c:pt>
                <c:pt idx="656">
                  <c:v>103.610611855984</c:v>
                </c:pt>
                <c:pt idx="657">
                  <c:v>103.809883832931</c:v>
                </c:pt>
                <c:pt idx="658">
                  <c:v>104.099974751472</c:v>
                </c:pt>
                <c:pt idx="659">
                  <c:v>104.370665192604</c:v>
                </c:pt>
                <c:pt idx="660">
                  <c:v>104.675440907478</c:v>
                </c:pt>
                <c:pt idx="661">
                  <c:v>104.963309288025</c:v>
                </c:pt>
                <c:pt idx="662">
                  <c:v>105.219566822052</c:v>
                </c:pt>
                <c:pt idx="663">
                  <c:v>105.511212110519</c:v>
                </c:pt>
                <c:pt idx="664">
                  <c:v>105.787688016891</c:v>
                </c:pt>
                <c:pt idx="665">
                  <c:v>106.099090456963</c:v>
                </c:pt>
                <c:pt idx="666">
                  <c:v>106.417785167694</c:v>
                </c:pt>
                <c:pt idx="667">
                  <c:v>106.682977855205</c:v>
                </c:pt>
                <c:pt idx="668">
                  <c:v>106.852619111538</c:v>
                </c:pt>
                <c:pt idx="669">
                  <c:v>107.013078689575</c:v>
                </c:pt>
                <c:pt idx="670">
                  <c:v>107.120739936829</c:v>
                </c:pt>
                <c:pt idx="671">
                  <c:v>107.246001958847</c:v>
                </c:pt>
                <c:pt idx="672">
                  <c:v>107.431105554104</c:v>
                </c:pt>
                <c:pt idx="673">
                  <c:v>107.672033369541</c:v>
                </c:pt>
                <c:pt idx="674">
                  <c:v>107.896349906921</c:v>
                </c:pt>
                <c:pt idx="675">
                  <c:v>108.0814255476</c:v>
                </c:pt>
                <c:pt idx="676">
                  <c:v>108.251814365387</c:v>
                </c:pt>
                <c:pt idx="677">
                  <c:v>108.397548019886</c:v>
                </c:pt>
                <c:pt idx="678">
                  <c:v>108.598141431808</c:v>
                </c:pt>
                <c:pt idx="679">
                  <c:v>108.785463511944</c:v>
                </c:pt>
                <c:pt idx="680">
                  <c:v>108.949697196484</c:v>
                </c:pt>
                <c:pt idx="681">
                  <c:v>109.090401351452</c:v>
                </c:pt>
                <c:pt idx="682">
                  <c:v>109.257013976574</c:v>
                </c:pt>
                <c:pt idx="683">
                  <c:v>109.375651896</c:v>
                </c:pt>
                <c:pt idx="684">
                  <c:v>109.487358152866</c:v>
                </c:pt>
                <c:pt idx="685">
                  <c:v>109.58891916275</c:v>
                </c:pt>
                <c:pt idx="686">
                  <c:v>109.689964413643</c:v>
                </c:pt>
                <c:pt idx="687">
                  <c:v>109.839921236038</c:v>
                </c:pt>
                <c:pt idx="688">
                  <c:v>109.983704209328</c:v>
                </c:pt>
                <c:pt idx="689">
                  <c:v>110.10329580307</c:v>
                </c:pt>
                <c:pt idx="690">
                  <c:v>110.226910233498</c:v>
                </c:pt>
                <c:pt idx="691">
                  <c:v>110.320194721222</c:v>
                </c:pt>
                <c:pt idx="692">
                  <c:v>110.418101668358</c:v>
                </c:pt>
                <c:pt idx="693">
                  <c:v>110.513077557087</c:v>
                </c:pt>
                <c:pt idx="694">
                  <c:v>110.610882461071</c:v>
                </c:pt>
                <c:pt idx="695">
                  <c:v>110.738696634769</c:v>
                </c:pt>
                <c:pt idx="696">
                  <c:v>110.942978203297</c:v>
                </c:pt>
                <c:pt idx="697">
                  <c:v>111.087536036968</c:v>
                </c:pt>
                <c:pt idx="698">
                  <c:v>111.231564640999</c:v>
                </c:pt>
                <c:pt idx="699">
                  <c:v>111.262527704239</c:v>
                </c:pt>
                <c:pt idx="700">
                  <c:v>111.315525889397</c:v>
                </c:pt>
                <c:pt idx="701">
                  <c:v>111.468684613705</c:v>
                </c:pt>
                <c:pt idx="702">
                  <c:v>111.583818018436</c:v>
                </c:pt>
                <c:pt idx="703">
                  <c:v>111.703016936779</c:v>
                </c:pt>
                <c:pt idx="704">
                  <c:v>111.789764881134</c:v>
                </c:pt>
                <c:pt idx="705">
                  <c:v>111.862805843353</c:v>
                </c:pt>
                <c:pt idx="706">
                  <c:v>111.911082088947</c:v>
                </c:pt>
                <c:pt idx="707">
                  <c:v>111.958664000034</c:v>
                </c:pt>
                <c:pt idx="708">
                  <c:v>111.971539080143</c:v>
                </c:pt>
                <c:pt idx="709">
                  <c:v>112.030526220798</c:v>
                </c:pt>
                <c:pt idx="710">
                  <c:v>112.074760198593</c:v>
                </c:pt>
                <c:pt idx="711">
                  <c:v>112.0876506567</c:v>
                </c:pt>
                <c:pt idx="712">
                  <c:v>112.107541382313</c:v>
                </c:pt>
                <c:pt idx="713">
                  <c:v>112.109698295593</c:v>
                </c:pt>
                <c:pt idx="714">
                  <c:v>112.156056404114</c:v>
                </c:pt>
                <c:pt idx="715">
                  <c:v>112.281108379364</c:v>
                </c:pt>
                <c:pt idx="716">
                  <c:v>112.440546751022</c:v>
                </c:pt>
                <c:pt idx="717">
                  <c:v>112.616560220718</c:v>
                </c:pt>
                <c:pt idx="718">
                  <c:v>112.775823175907</c:v>
                </c:pt>
                <c:pt idx="719">
                  <c:v>112.910882413387</c:v>
                </c:pt>
                <c:pt idx="720">
                  <c:v>113.074015796184</c:v>
                </c:pt>
                <c:pt idx="721">
                  <c:v>113.264681816101</c:v>
                </c:pt>
                <c:pt idx="722">
                  <c:v>113.484387159347</c:v>
                </c:pt>
                <c:pt idx="723">
                  <c:v>113.718354821205</c:v>
                </c:pt>
                <c:pt idx="724">
                  <c:v>113.939248859882</c:v>
                </c:pt>
                <c:pt idx="725">
                  <c:v>114.090363562107</c:v>
                </c:pt>
                <c:pt idx="726">
                  <c:v>114.181236803532</c:v>
                </c:pt>
                <c:pt idx="727">
                  <c:v>114.262802779674</c:v>
                </c:pt>
                <c:pt idx="728">
                  <c:v>114.376624584198</c:v>
                </c:pt>
                <c:pt idx="729">
                  <c:v>114.43863427639</c:v>
                </c:pt>
                <c:pt idx="730">
                  <c:v>114.440559923649</c:v>
                </c:pt>
                <c:pt idx="731">
                  <c:v>114.42743986845</c:v>
                </c:pt>
                <c:pt idx="732">
                  <c:v>114.405652225018</c:v>
                </c:pt>
                <c:pt idx="733">
                  <c:v>114.424881100655</c:v>
                </c:pt>
                <c:pt idx="734">
                  <c:v>114.500072538853</c:v>
                </c:pt>
                <c:pt idx="735">
                  <c:v>114.608447313309</c:v>
                </c:pt>
                <c:pt idx="736">
                  <c:v>114.757705211639</c:v>
                </c:pt>
                <c:pt idx="737">
                  <c:v>114.871192514896</c:v>
                </c:pt>
                <c:pt idx="738">
                  <c:v>114.99286878109</c:v>
                </c:pt>
                <c:pt idx="739">
                  <c:v>115.110815048218</c:v>
                </c:pt>
                <c:pt idx="740">
                  <c:v>115.177794218063</c:v>
                </c:pt>
                <c:pt idx="741">
                  <c:v>115.215727925301</c:v>
                </c:pt>
                <c:pt idx="742">
                  <c:v>115.246171116829</c:v>
                </c:pt>
                <c:pt idx="743">
                  <c:v>115.246129393578</c:v>
                </c:pt>
                <c:pt idx="744">
                  <c:v>115.201570153236</c:v>
                </c:pt>
                <c:pt idx="745">
                  <c:v>115.064282536507</c:v>
                </c:pt>
                <c:pt idx="746">
                  <c:v>114.85908138752</c:v>
                </c:pt>
                <c:pt idx="747">
                  <c:v>114.769502878189</c:v>
                </c:pt>
                <c:pt idx="748">
                  <c:v>114.743238091469</c:v>
                </c:pt>
                <c:pt idx="749">
                  <c:v>114.751602053642</c:v>
                </c:pt>
                <c:pt idx="750">
                  <c:v>114.867987155914</c:v>
                </c:pt>
                <c:pt idx="751">
                  <c:v>114.920307993889</c:v>
                </c:pt>
                <c:pt idx="752">
                  <c:v>115.018250465393</c:v>
                </c:pt>
                <c:pt idx="753">
                  <c:v>115.114311337471</c:v>
                </c:pt>
                <c:pt idx="754">
                  <c:v>115.061609625816</c:v>
                </c:pt>
                <c:pt idx="755">
                  <c:v>115.204357862472</c:v>
                </c:pt>
                <c:pt idx="756">
                  <c:v>115.33805000782</c:v>
                </c:pt>
                <c:pt idx="757">
                  <c:v>115.424080610275</c:v>
                </c:pt>
                <c:pt idx="758">
                  <c:v>115.569729566574</c:v>
                </c:pt>
                <c:pt idx="759">
                  <c:v>115.750476241112</c:v>
                </c:pt>
                <c:pt idx="760">
                  <c:v>115.881326794624</c:v>
                </c:pt>
                <c:pt idx="761">
                  <c:v>116.06370061636</c:v>
                </c:pt>
                <c:pt idx="762">
                  <c:v>116.297871828079</c:v>
                </c:pt>
                <c:pt idx="763">
                  <c:v>116.592551350594</c:v>
                </c:pt>
                <c:pt idx="764">
                  <c:v>117.00481402874</c:v>
                </c:pt>
                <c:pt idx="765">
                  <c:v>117.248131513596</c:v>
                </c:pt>
                <c:pt idx="766">
                  <c:v>117.467639327049</c:v>
                </c:pt>
                <c:pt idx="767">
                  <c:v>117.705394387245</c:v>
                </c:pt>
                <c:pt idx="768">
                  <c:v>118.028613567352</c:v>
                </c:pt>
                <c:pt idx="769">
                  <c:v>118.357609272003</c:v>
                </c:pt>
                <c:pt idx="770">
                  <c:v>118.670493006706</c:v>
                </c:pt>
                <c:pt idx="771">
                  <c:v>118.907815933227</c:v>
                </c:pt>
                <c:pt idx="772">
                  <c:v>119.100166797638</c:v>
                </c:pt>
                <c:pt idx="773">
                  <c:v>119.318274796009</c:v>
                </c:pt>
                <c:pt idx="774">
                  <c:v>119.55416315794</c:v>
                </c:pt>
                <c:pt idx="775">
                  <c:v>119.765845716</c:v>
                </c:pt>
                <c:pt idx="776">
                  <c:v>120.020857810974</c:v>
                </c:pt>
                <c:pt idx="777">
                  <c:v>120.353672981262</c:v>
                </c:pt>
                <c:pt idx="778">
                  <c:v>120.571359872818</c:v>
                </c:pt>
                <c:pt idx="779">
                  <c:v>120.789943575859</c:v>
                </c:pt>
                <c:pt idx="780">
                  <c:v>121.015295803547</c:v>
                </c:pt>
                <c:pt idx="781">
                  <c:v>121.271006166935</c:v>
                </c:pt>
                <c:pt idx="782">
                  <c:v>121.531945645809</c:v>
                </c:pt>
                <c:pt idx="783">
                  <c:v>121.743458926678</c:v>
                </c:pt>
                <c:pt idx="784">
                  <c:v>121.940831005573</c:v>
                </c:pt>
                <c:pt idx="785">
                  <c:v>122.129781663418</c:v>
                </c:pt>
                <c:pt idx="786">
                  <c:v>122.345816254616</c:v>
                </c:pt>
                <c:pt idx="787">
                  <c:v>122.507480204105</c:v>
                </c:pt>
                <c:pt idx="788">
                  <c:v>122.740572094917</c:v>
                </c:pt>
                <c:pt idx="789">
                  <c:v>122.981027066708</c:v>
                </c:pt>
                <c:pt idx="790">
                  <c:v>123.187931060791</c:v>
                </c:pt>
                <c:pt idx="791">
                  <c:v>123.398619830608</c:v>
                </c:pt>
                <c:pt idx="792">
                  <c:v>123.596674323082</c:v>
                </c:pt>
                <c:pt idx="793">
                  <c:v>123.789523363113</c:v>
                </c:pt>
                <c:pt idx="794">
                  <c:v>123.929796040058</c:v>
                </c:pt>
                <c:pt idx="795">
                  <c:v>124.115208923817</c:v>
                </c:pt>
                <c:pt idx="796">
                  <c:v>124.308196008205</c:v>
                </c:pt>
                <c:pt idx="797">
                  <c:v>124.511114120483</c:v>
                </c:pt>
                <c:pt idx="798">
                  <c:v>124.715087115765</c:v>
                </c:pt>
                <c:pt idx="799">
                  <c:v>124.960245430469</c:v>
                </c:pt>
                <c:pt idx="800">
                  <c:v>125.261313259602</c:v>
                </c:pt>
                <c:pt idx="801">
                  <c:v>125.479131102562</c:v>
                </c:pt>
                <c:pt idx="802">
                  <c:v>125.742538452148</c:v>
                </c:pt>
                <c:pt idx="803">
                  <c:v>126.064856052399</c:v>
                </c:pt>
                <c:pt idx="804">
                  <c:v>126.377098798752</c:v>
                </c:pt>
                <c:pt idx="805">
                  <c:v>126.663477778435</c:v>
                </c:pt>
                <c:pt idx="806">
                  <c:v>126.933700323105</c:v>
                </c:pt>
                <c:pt idx="807">
                  <c:v>127.130586981773</c:v>
                </c:pt>
                <c:pt idx="808">
                  <c:v>127.269040584564</c:v>
                </c:pt>
                <c:pt idx="809">
                  <c:v>127.38007992506</c:v>
                </c:pt>
                <c:pt idx="810">
                  <c:v>127.453520536423</c:v>
                </c:pt>
                <c:pt idx="811">
                  <c:v>127.524880051613</c:v>
                </c:pt>
                <c:pt idx="812">
                  <c:v>127.627747893333</c:v>
                </c:pt>
                <c:pt idx="813">
                  <c:v>127.74619024992</c:v>
                </c:pt>
                <c:pt idx="814">
                  <c:v>127.832619130611</c:v>
                </c:pt>
                <c:pt idx="815">
                  <c:v>127.939684867859</c:v>
                </c:pt>
                <c:pt idx="816">
                  <c:v>128.069771647453</c:v>
                </c:pt>
                <c:pt idx="817">
                  <c:v>128.193423449993</c:v>
                </c:pt>
                <c:pt idx="818">
                  <c:v>128.33410090208</c:v>
                </c:pt>
                <c:pt idx="819">
                  <c:v>128.499487578869</c:v>
                </c:pt>
                <c:pt idx="820">
                  <c:v>128.663027286529</c:v>
                </c:pt>
                <c:pt idx="821">
                  <c:v>128.782203733921</c:v>
                </c:pt>
                <c:pt idx="822">
                  <c:v>128.948306679726</c:v>
                </c:pt>
                <c:pt idx="823">
                  <c:v>129.160638153553</c:v>
                </c:pt>
                <c:pt idx="824">
                  <c:v>129.324178397655</c:v>
                </c:pt>
                <c:pt idx="825">
                  <c:v>129.545193076134</c:v>
                </c:pt>
                <c:pt idx="826">
                  <c:v>129.748704016209</c:v>
                </c:pt>
                <c:pt idx="827">
                  <c:v>129.896724939346</c:v>
                </c:pt>
                <c:pt idx="828">
                  <c:v>130.021751284599</c:v>
                </c:pt>
                <c:pt idx="829">
                  <c:v>130.158175289631</c:v>
                </c:pt>
                <c:pt idx="830">
                  <c:v>130.305915415287</c:v>
                </c:pt>
                <c:pt idx="831">
                  <c:v>130.484063744545</c:v>
                </c:pt>
                <c:pt idx="832">
                  <c:v>130.628068685532</c:v>
                </c:pt>
                <c:pt idx="833">
                  <c:v>130.768698871136</c:v>
                </c:pt>
                <c:pt idx="834">
                  <c:v>130.886186003685</c:v>
                </c:pt>
                <c:pt idx="835">
                  <c:v>131.007247745991</c:v>
                </c:pt>
                <c:pt idx="836">
                  <c:v>131.133796572685</c:v>
                </c:pt>
                <c:pt idx="837">
                  <c:v>131.269559144974</c:v>
                </c:pt>
                <c:pt idx="838">
                  <c:v>131.377589046955</c:v>
                </c:pt>
                <c:pt idx="839">
                  <c:v>131.490676760673</c:v>
                </c:pt>
                <c:pt idx="840">
                  <c:v>131.59813785553</c:v>
                </c:pt>
                <c:pt idx="841">
                  <c:v>131.738222002983</c:v>
                </c:pt>
                <c:pt idx="842">
                  <c:v>131.855139553547</c:v>
                </c:pt>
                <c:pt idx="843">
                  <c:v>131.858683109283</c:v>
                </c:pt>
                <c:pt idx="844">
                  <c:v>131.902492523193</c:v>
                </c:pt>
                <c:pt idx="845">
                  <c:v>131.863586783409</c:v>
                </c:pt>
                <c:pt idx="846">
                  <c:v>131.772716879845</c:v>
                </c:pt>
                <c:pt idx="847">
                  <c:v>131.680302381515</c:v>
                </c:pt>
                <c:pt idx="848">
                  <c:v>131.652530550957</c:v>
                </c:pt>
                <c:pt idx="849">
                  <c:v>131.707271814346</c:v>
                </c:pt>
                <c:pt idx="850">
                  <c:v>131.829600811005</c:v>
                </c:pt>
                <c:pt idx="851">
                  <c:v>131.948298990726</c:v>
                </c:pt>
                <c:pt idx="852">
                  <c:v>132.10125619173</c:v>
                </c:pt>
                <c:pt idx="853">
                  <c:v>132.253810286522</c:v>
                </c:pt>
                <c:pt idx="854">
                  <c:v>132.457592129707</c:v>
                </c:pt>
                <c:pt idx="855">
                  <c:v>132.679094433784</c:v>
                </c:pt>
                <c:pt idx="856">
                  <c:v>132.966928124428</c:v>
                </c:pt>
                <c:pt idx="857">
                  <c:v>133.295269846916</c:v>
                </c:pt>
                <c:pt idx="858">
                  <c:v>133.573937654495</c:v>
                </c:pt>
                <c:pt idx="859">
                  <c:v>133.747131884098</c:v>
                </c:pt>
                <c:pt idx="860">
                  <c:v>133.881853818893</c:v>
                </c:pt>
                <c:pt idx="861">
                  <c:v>134.00159984827</c:v>
                </c:pt>
                <c:pt idx="862">
                  <c:v>134.077104091644</c:v>
                </c:pt>
                <c:pt idx="863">
                  <c:v>134.158332705498</c:v>
                </c:pt>
                <c:pt idx="864">
                  <c:v>134.267841935158</c:v>
                </c:pt>
                <c:pt idx="865">
                  <c:v>134.334226250648</c:v>
                </c:pt>
                <c:pt idx="866">
                  <c:v>134.370872616768</c:v>
                </c:pt>
                <c:pt idx="867">
                  <c:v>134.436851680279</c:v>
                </c:pt>
                <c:pt idx="868">
                  <c:v>134.544079065323</c:v>
                </c:pt>
                <c:pt idx="869">
                  <c:v>134.748181343079</c:v>
                </c:pt>
                <c:pt idx="870">
                  <c:v>134.961685538292</c:v>
                </c:pt>
                <c:pt idx="871">
                  <c:v>135.241582334042</c:v>
                </c:pt>
                <c:pt idx="872">
                  <c:v>135.544130623341</c:v>
                </c:pt>
                <c:pt idx="873">
                  <c:v>135.769328653812</c:v>
                </c:pt>
                <c:pt idx="874">
                  <c:v>136.087969958782</c:v>
                </c:pt>
                <c:pt idx="875">
                  <c:v>136.432753205299</c:v>
                </c:pt>
                <c:pt idx="876">
                  <c:v>136.797398090362</c:v>
                </c:pt>
                <c:pt idx="877">
                  <c:v>137.100904345512</c:v>
                </c:pt>
                <c:pt idx="878">
                  <c:v>137.420857667923</c:v>
                </c:pt>
                <c:pt idx="879">
                  <c:v>137.750579476356</c:v>
                </c:pt>
                <c:pt idx="880">
                  <c:v>138.061885595322</c:v>
                </c:pt>
                <c:pt idx="881">
                  <c:v>138.347582697868</c:v>
                </c:pt>
                <c:pt idx="882">
                  <c:v>138.659719526768</c:v>
                </c:pt>
                <c:pt idx="883">
                  <c:v>138.977331995964</c:v>
                </c:pt>
                <c:pt idx="884">
                  <c:v>139.235796511173</c:v>
                </c:pt>
                <c:pt idx="885">
                  <c:v>139.478985667229</c:v>
                </c:pt>
                <c:pt idx="886">
                  <c:v>139.70551598072</c:v>
                </c:pt>
                <c:pt idx="887">
                  <c:v>139.929809272289</c:v>
                </c:pt>
                <c:pt idx="888">
                  <c:v>140.06654125452</c:v>
                </c:pt>
                <c:pt idx="889">
                  <c:v>140.165163218975</c:v>
                </c:pt>
                <c:pt idx="890">
                  <c:v>140.366230070591</c:v>
                </c:pt>
                <c:pt idx="891">
                  <c:v>140.502282917499</c:v>
                </c:pt>
                <c:pt idx="892">
                  <c:v>140.613703668117</c:v>
                </c:pt>
                <c:pt idx="893">
                  <c:v>140.727786958218</c:v>
                </c:pt>
                <c:pt idx="894">
                  <c:v>140.901620149612</c:v>
                </c:pt>
                <c:pt idx="895">
                  <c:v>141.019588589668</c:v>
                </c:pt>
                <c:pt idx="896">
                  <c:v>141.172164678574</c:v>
                </c:pt>
                <c:pt idx="897">
                  <c:v>141.342391252518</c:v>
                </c:pt>
                <c:pt idx="898">
                  <c:v>141.586673974991</c:v>
                </c:pt>
                <c:pt idx="899">
                  <c:v>141.781506896019</c:v>
                </c:pt>
                <c:pt idx="900">
                  <c:v>141.904901325703</c:v>
                </c:pt>
                <c:pt idx="901">
                  <c:v>141.981791198254</c:v>
                </c:pt>
                <c:pt idx="902">
                  <c:v>142.135227739811</c:v>
                </c:pt>
                <c:pt idx="903">
                  <c:v>142.307880461216</c:v>
                </c:pt>
                <c:pt idx="904">
                  <c:v>142.498803436756</c:v>
                </c:pt>
                <c:pt idx="905">
                  <c:v>142.623599588871</c:v>
                </c:pt>
                <c:pt idx="906">
                  <c:v>142.619980752468</c:v>
                </c:pt>
                <c:pt idx="907">
                  <c:v>142.584609687328</c:v>
                </c:pt>
                <c:pt idx="908">
                  <c:v>142.584054648876</c:v>
                </c:pt>
                <c:pt idx="909">
                  <c:v>142.622319221497</c:v>
                </c:pt>
                <c:pt idx="910">
                  <c:v>142.591855406761</c:v>
                </c:pt>
                <c:pt idx="911">
                  <c:v>142.529122710228</c:v>
                </c:pt>
                <c:pt idx="912">
                  <c:v>142.460922598839</c:v>
                </c:pt>
                <c:pt idx="913">
                  <c:v>142.3595495224</c:v>
                </c:pt>
                <c:pt idx="914">
                  <c:v>142.201393127441</c:v>
                </c:pt>
                <c:pt idx="915">
                  <c:v>142.128504753113</c:v>
                </c:pt>
                <c:pt idx="916">
                  <c:v>142.179285168648</c:v>
                </c:pt>
                <c:pt idx="917">
                  <c:v>142.286891698837</c:v>
                </c:pt>
                <c:pt idx="918">
                  <c:v>142.374928057194</c:v>
                </c:pt>
                <c:pt idx="919">
                  <c:v>142.418113768101</c:v>
                </c:pt>
                <c:pt idx="920">
                  <c:v>142.557831764221</c:v>
                </c:pt>
                <c:pt idx="921">
                  <c:v>142.743195235729</c:v>
                </c:pt>
                <c:pt idx="922">
                  <c:v>142.914110302925</c:v>
                </c:pt>
                <c:pt idx="923">
                  <c:v>143.068904399872</c:v>
                </c:pt>
                <c:pt idx="924">
                  <c:v>143.233253836632</c:v>
                </c:pt>
                <c:pt idx="925">
                  <c:v>143.444248795509</c:v>
                </c:pt>
                <c:pt idx="926">
                  <c:v>143.625941634178</c:v>
                </c:pt>
                <c:pt idx="927">
                  <c:v>143.772948682308</c:v>
                </c:pt>
                <c:pt idx="928">
                  <c:v>143.978862285614</c:v>
                </c:pt>
                <c:pt idx="929">
                  <c:v>144.163765370846</c:v>
                </c:pt>
                <c:pt idx="930">
                  <c:v>144.262901306152</c:v>
                </c:pt>
                <c:pt idx="931">
                  <c:v>144.430143296719</c:v>
                </c:pt>
                <c:pt idx="932">
                  <c:v>144.652339041233</c:v>
                </c:pt>
                <c:pt idx="933">
                  <c:v>144.830208718777</c:v>
                </c:pt>
                <c:pt idx="934">
                  <c:v>145.090102612972</c:v>
                </c:pt>
                <c:pt idx="935">
                  <c:v>145.219344675541</c:v>
                </c:pt>
                <c:pt idx="936">
                  <c:v>145.431584537029</c:v>
                </c:pt>
                <c:pt idx="937">
                  <c:v>145.585302829742</c:v>
                </c:pt>
                <c:pt idx="938">
                  <c:v>145.6682690382</c:v>
                </c:pt>
                <c:pt idx="939">
                  <c:v>145.758657753468</c:v>
                </c:pt>
                <c:pt idx="940">
                  <c:v>145.835195422172</c:v>
                </c:pt>
                <c:pt idx="941">
                  <c:v>145.919905126095</c:v>
                </c:pt>
                <c:pt idx="942">
                  <c:v>146.006756603718</c:v>
                </c:pt>
                <c:pt idx="943">
                  <c:v>146.149449706078</c:v>
                </c:pt>
                <c:pt idx="944">
                  <c:v>146.319094955921</c:v>
                </c:pt>
                <c:pt idx="945">
                  <c:v>146.513642132282</c:v>
                </c:pt>
                <c:pt idx="946">
                  <c:v>146.741036653519</c:v>
                </c:pt>
                <c:pt idx="947">
                  <c:v>146.968708872795</c:v>
                </c:pt>
                <c:pt idx="948">
                  <c:v>147.174336075783</c:v>
                </c:pt>
                <c:pt idx="949">
                  <c:v>147.346390247345</c:v>
                </c:pt>
                <c:pt idx="950">
                  <c:v>147.490670502186</c:v>
                </c:pt>
                <c:pt idx="951">
                  <c:v>147.598946154118</c:v>
                </c:pt>
                <c:pt idx="952">
                  <c:v>147.762398481369</c:v>
                </c:pt>
                <c:pt idx="953">
                  <c:v>147.917707443237</c:v>
                </c:pt>
                <c:pt idx="954">
                  <c:v>147.999888896942</c:v>
                </c:pt>
                <c:pt idx="955">
                  <c:v>148.10717767477</c:v>
                </c:pt>
                <c:pt idx="956">
                  <c:v>148.20365935564</c:v>
                </c:pt>
                <c:pt idx="957">
                  <c:v>148.34807240963</c:v>
                </c:pt>
                <c:pt idx="958">
                  <c:v>148.45577865839</c:v>
                </c:pt>
                <c:pt idx="959">
                  <c:v>148.529962480068</c:v>
                </c:pt>
                <c:pt idx="960">
                  <c:v>148.627429068088</c:v>
                </c:pt>
                <c:pt idx="961">
                  <c:v>148.704160571098</c:v>
                </c:pt>
                <c:pt idx="962">
                  <c:v>148.783846080303</c:v>
                </c:pt>
                <c:pt idx="963">
                  <c:v>148.87290096283</c:v>
                </c:pt>
                <c:pt idx="964">
                  <c:v>148.944430470467</c:v>
                </c:pt>
                <c:pt idx="965">
                  <c:v>149.046478629112</c:v>
                </c:pt>
                <c:pt idx="966">
                  <c:v>149.166792690754</c:v>
                </c:pt>
                <c:pt idx="967">
                  <c:v>149.281086921692</c:v>
                </c:pt>
                <c:pt idx="968">
                  <c:v>149.38623636961</c:v>
                </c:pt>
                <c:pt idx="969">
                  <c:v>149.529112160206</c:v>
                </c:pt>
                <c:pt idx="970">
                  <c:v>149.698764681816</c:v>
                </c:pt>
                <c:pt idx="971">
                  <c:v>149.914438605308</c:v>
                </c:pt>
                <c:pt idx="972">
                  <c:v>150.069804608822</c:v>
                </c:pt>
                <c:pt idx="973">
                  <c:v>150.300298988819</c:v>
                </c:pt>
                <c:pt idx="974">
                  <c:v>150.508680343628</c:v>
                </c:pt>
                <c:pt idx="975">
                  <c:v>150.729226410389</c:v>
                </c:pt>
                <c:pt idx="976">
                  <c:v>150.939734756947</c:v>
                </c:pt>
                <c:pt idx="977">
                  <c:v>151.198459565639</c:v>
                </c:pt>
                <c:pt idx="978">
                  <c:v>151.498045444488</c:v>
                </c:pt>
                <c:pt idx="979">
                  <c:v>151.724509775639</c:v>
                </c:pt>
                <c:pt idx="980">
                  <c:v>151.867855072021</c:v>
                </c:pt>
                <c:pt idx="981">
                  <c:v>152.070258319378</c:v>
                </c:pt>
                <c:pt idx="982">
                  <c:v>152.335057675838</c:v>
                </c:pt>
                <c:pt idx="983">
                  <c:v>152.587236583233</c:v>
                </c:pt>
                <c:pt idx="984">
                  <c:v>152.738353192806</c:v>
                </c:pt>
                <c:pt idx="985">
                  <c:v>152.87609988451</c:v>
                </c:pt>
                <c:pt idx="986">
                  <c:v>153.00119382143</c:v>
                </c:pt>
                <c:pt idx="987">
                  <c:v>153.141287147999</c:v>
                </c:pt>
                <c:pt idx="988">
                  <c:v>153.265996515751</c:v>
                </c:pt>
                <c:pt idx="989">
                  <c:v>153.428388118744</c:v>
                </c:pt>
                <c:pt idx="990">
                  <c:v>153.584743738174</c:v>
                </c:pt>
                <c:pt idx="991">
                  <c:v>153.691274046898</c:v>
                </c:pt>
                <c:pt idx="992">
                  <c:v>153.805979967117</c:v>
                </c:pt>
                <c:pt idx="993">
                  <c:v>153.911283075809</c:v>
                </c:pt>
                <c:pt idx="994">
                  <c:v>153.965094327927</c:v>
                </c:pt>
                <c:pt idx="995">
                  <c:v>153.959154248238</c:v>
                </c:pt>
                <c:pt idx="996">
                  <c:v>153.957067966461</c:v>
                </c:pt>
                <c:pt idx="997">
                  <c:v>153.988072812557</c:v>
                </c:pt>
                <c:pt idx="998">
                  <c:v>154.080159783363</c:v>
                </c:pt>
                <c:pt idx="999">
                  <c:v>154.147613883018</c:v>
                </c:pt>
                <c:pt idx="1000">
                  <c:v>154.265516579151</c:v>
                </c:pt>
                <c:pt idx="1001">
                  <c:v>154.376117587089</c:v>
                </c:pt>
                <c:pt idx="1002">
                  <c:v>154.412517547607</c:v>
                </c:pt>
                <c:pt idx="1003">
                  <c:v>154.488350868225</c:v>
                </c:pt>
                <c:pt idx="1004">
                  <c:v>154.622652351856</c:v>
                </c:pt>
                <c:pt idx="1005">
                  <c:v>154.891527354717</c:v>
                </c:pt>
                <c:pt idx="1006">
                  <c:v>155.124414980411</c:v>
                </c:pt>
                <c:pt idx="1007">
                  <c:v>155.273297429085</c:v>
                </c:pt>
                <c:pt idx="1008">
                  <c:v>155.455690026283</c:v>
                </c:pt>
                <c:pt idx="1009">
                  <c:v>155.555936574936</c:v>
                </c:pt>
                <c:pt idx="1010">
                  <c:v>155.667632639408</c:v>
                </c:pt>
                <c:pt idx="1011">
                  <c:v>155.740517437458</c:v>
                </c:pt>
                <c:pt idx="1012">
                  <c:v>155.820580363274</c:v>
                </c:pt>
                <c:pt idx="1013">
                  <c:v>155.902777731419</c:v>
                </c:pt>
                <c:pt idx="1014">
                  <c:v>155.970993280411</c:v>
                </c:pt>
                <c:pt idx="1015">
                  <c:v>155.996595323086</c:v>
                </c:pt>
                <c:pt idx="1016">
                  <c:v>156.125522017479</c:v>
                </c:pt>
                <c:pt idx="1017">
                  <c:v>156.265999674797</c:v>
                </c:pt>
                <c:pt idx="1018">
                  <c:v>156.468858063221</c:v>
                </c:pt>
                <c:pt idx="1019">
                  <c:v>156.632344305515</c:v>
                </c:pt>
                <c:pt idx="1020">
                  <c:v>156.748313724995</c:v>
                </c:pt>
                <c:pt idx="1021">
                  <c:v>156.881139338016</c:v>
                </c:pt>
                <c:pt idx="1022">
                  <c:v>156.989211320877</c:v>
                </c:pt>
                <c:pt idx="1023">
                  <c:v>157.121851801872</c:v>
                </c:pt>
                <c:pt idx="1024">
                  <c:v>157.262771189213</c:v>
                </c:pt>
                <c:pt idx="1025">
                  <c:v>157.457822978496</c:v>
                </c:pt>
                <c:pt idx="1026">
                  <c:v>157.548108875751</c:v>
                </c:pt>
                <c:pt idx="1027">
                  <c:v>157.733324348926</c:v>
                </c:pt>
                <c:pt idx="1028">
                  <c:v>157.928365767002</c:v>
                </c:pt>
                <c:pt idx="1029">
                  <c:v>158.118116915226</c:v>
                </c:pt>
                <c:pt idx="1030">
                  <c:v>158.313665688038</c:v>
                </c:pt>
                <c:pt idx="1031">
                  <c:v>158.503489255905</c:v>
                </c:pt>
                <c:pt idx="1032">
                  <c:v>158.713254213333</c:v>
                </c:pt>
                <c:pt idx="1033">
                  <c:v>158.87994146347</c:v>
                </c:pt>
                <c:pt idx="1034">
                  <c:v>159.024055480957</c:v>
                </c:pt>
                <c:pt idx="1035">
                  <c:v>159.170492649078</c:v>
                </c:pt>
                <c:pt idx="1036">
                  <c:v>159.408165633678</c:v>
                </c:pt>
                <c:pt idx="1037">
                  <c:v>159.60251301527</c:v>
                </c:pt>
                <c:pt idx="1038">
                  <c:v>159.818981409073</c:v>
                </c:pt>
                <c:pt idx="1039">
                  <c:v>160.083581924438</c:v>
                </c:pt>
                <c:pt idx="1040">
                  <c:v>160.346555233002</c:v>
                </c:pt>
                <c:pt idx="1041">
                  <c:v>160.603053629398</c:v>
                </c:pt>
                <c:pt idx="1042">
                  <c:v>160.809007167816</c:v>
                </c:pt>
                <c:pt idx="1043">
                  <c:v>161.043730139732</c:v>
                </c:pt>
                <c:pt idx="1044">
                  <c:v>161.224876642227</c:v>
                </c:pt>
                <c:pt idx="1045">
                  <c:v>161.362282335758</c:v>
                </c:pt>
                <c:pt idx="1046">
                  <c:v>161.428948044777</c:v>
                </c:pt>
                <c:pt idx="1047">
                  <c:v>161.503958404064</c:v>
                </c:pt>
                <c:pt idx="1048">
                  <c:v>161.52525216341</c:v>
                </c:pt>
                <c:pt idx="1049">
                  <c:v>161.539611816406</c:v>
                </c:pt>
                <c:pt idx="1050">
                  <c:v>161.541137576103</c:v>
                </c:pt>
                <c:pt idx="1051">
                  <c:v>161.514117479324</c:v>
                </c:pt>
                <c:pt idx="1052">
                  <c:v>161.40242087841</c:v>
                </c:pt>
                <c:pt idx="1053">
                  <c:v>161.286566138267</c:v>
                </c:pt>
                <c:pt idx="1054">
                  <c:v>161.220686435699</c:v>
                </c:pt>
                <c:pt idx="1055">
                  <c:v>161.197821736336</c:v>
                </c:pt>
                <c:pt idx="1056">
                  <c:v>161.271097064018</c:v>
                </c:pt>
                <c:pt idx="1057">
                  <c:v>161.363089501858</c:v>
                </c:pt>
                <c:pt idx="1058">
                  <c:v>161.42409735918</c:v>
                </c:pt>
                <c:pt idx="1059">
                  <c:v>161.452780485153</c:v>
                </c:pt>
                <c:pt idx="1060">
                  <c:v>161.486285805702</c:v>
                </c:pt>
                <c:pt idx="1061">
                  <c:v>161.455455064774</c:v>
                </c:pt>
                <c:pt idx="1062">
                  <c:v>161.478385269642</c:v>
                </c:pt>
                <c:pt idx="1063">
                  <c:v>161.540202558041</c:v>
                </c:pt>
                <c:pt idx="1064">
                  <c:v>161.629409313202</c:v>
                </c:pt>
                <c:pt idx="1065">
                  <c:v>161.777548730373</c:v>
                </c:pt>
                <c:pt idx="1066">
                  <c:v>161.897780895233</c:v>
                </c:pt>
                <c:pt idx="1067">
                  <c:v>162.01822322607</c:v>
                </c:pt>
                <c:pt idx="1068">
                  <c:v>162.172346889973</c:v>
                </c:pt>
                <c:pt idx="1069">
                  <c:v>162.297841727734</c:v>
                </c:pt>
                <c:pt idx="1070">
                  <c:v>162.426826417446</c:v>
                </c:pt>
                <c:pt idx="1071">
                  <c:v>162.630844414234</c:v>
                </c:pt>
                <c:pt idx="1072">
                  <c:v>162.860654950142</c:v>
                </c:pt>
                <c:pt idx="1073">
                  <c:v>163.050525903702</c:v>
                </c:pt>
                <c:pt idx="1074">
                  <c:v>163.22344493866</c:v>
                </c:pt>
                <c:pt idx="1075">
                  <c:v>163.328857123852</c:v>
                </c:pt>
                <c:pt idx="1076">
                  <c:v>163.402584552765</c:v>
                </c:pt>
                <c:pt idx="1077">
                  <c:v>163.417027175426</c:v>
                </c:pt>
                <c:pt idx="1078">
                  <c:v>163.508539676666</c:v>
                </c:pt>
                <c:pt idx="1079">
                  <c:v>163.627811610699</c:v>
                </c:pt>
                <c:pt idx="1080">
                  <c:v>163.737691521645</c:v>
                </c:pt>
                <c:pt idx="1081">
                  <c:v>163.84766793251</c:v>
                </c:pt>
                <c:pt idx="1082">
                  <c:v>163.944011747837</c:v>
                </c:pt>
                <c:pt idx="1083">
                  <c:v>164.101336359978</c:v>
                </c:pt>
                <c:pt idx="1084">
                  <c:v>164.245165348053</c:v>
                </c:pt>
                <c:pt idx="1085">
                  <c:v>164.399681270122</c:v>
                </c:pt>
                <c:pt idx="1086">
                  <c:v>164.548461139202</c:v>
                </c:pt>
                <c:pt idx="1087">
                  <c:v>164.672215044498</c:v>
                </c:pt>
                <c:pt idx="1088">
                  <c:v>164.686085879803</c:v>
                </c:pt>
                <c:pt idx="1089">
                  <c:v>164.693628847599</c:v>
                </c:pt>
                <c:pt idx="1090">
                  <c:v>164.702791392803</c:v>
                </c:pt>
                <c:pt idx="1091">
                  <c:v>164.697491705418</c:v>
                </c:pt>
                <c:pt idx="1092">
                  <c:v>164.737849712372</c:v>
                </c:pt>
                <c:pt idx="1093">
                  <c:v>164.802110612392</c:v>
                </c:pt>
                <c:pt idx="1094">
                  <c:v>164.882494032383</c:v>
                </c:pt>
                <c:pt idx="1095">
                  <c:v>164.950852632523</c:v>
                </c:pt>
                <c:pt idx="1096">
                  <c:v>164.955939114094</c:v>
                </c:pt>
                <c:pt idx="1097">
                  <c:v>164.887582600117</c:v>
                </c:pt>
                <c:pt idx="1098">
                  <c:v>164.827313363552</c:v>
                </c:pt>
                <c:pt idx="1099">
                  <c:v>164.753945410252</c:v>
                </c:pt>
                <c:pt idx="1100">
                  <c:v>164.747590124607</c:v>
                </c:pt>
                <c:pt idx="1101">
                  <c:v>164.800477981567</c:v>
                </c:pt>
                <c:pt idx="1102">
                  <c:v>164.924877822399</c:v>
                </c:pt>
                <c:pt idx="1103">
                  <c:v>164.954492270946</c:v>
                </c:pt>
                <c:pt idx="1104">
                  <c:v>165.002721071243</c:v>
                </c:pt>
                <c:pt idx="1105">
                  <c:v>165.011738955975</c:v>
                </c:pt>
                <c:pt idx="1106">
                  <c:v>165.058048427105</c:v>
                </c:pt>
                <c:pt idx="1107">
                  <c:v>165.078041493893</c:v>
                </c:pt>
                <c:pt idx="1108">
                  <c:v>165.106672644615</c:v>
                </c:pt>
                <c:pt idx="1109">
                  <c:v>165.118477106094</c:v>
                </c:pt>
                <c:pt idx="1110">
                  <c:v>165.20097386837</c:v>
                </c:pt>
                <c:pt idx="1111">
                  <c:v>165.265302836895</c:v>
                </c:pt>
                <c:pt idx="1112">
                  <c:v>165.232785403728</c:v>
                </c:pt>
                <c:pt idx="1113">
                  <c:v>165.361169397831</c:v>
                </c:pt>
                <c:pt idx="1114">
                  <c:v>165.519132077694</c:v>
                </c:pt>
                <c:pt idx="1115">
                  <c:v>165.682438671589</c:v>
                </c:pt>
                <c:pt idx="1116">
                  <c:v>165.80659621954</c:v>
                </c:pt>
                <c:pt idx="1117">
                  <c:v>166.017352879047</c:v>
                </c:pt>
                <c:pt idx="1118">
                  <c:v>166.138471245766</c:v>
                </c:pt>
                <c:pt idx="1119">
                  <c:v>166.292086243629</c:v>
                </c:pt>
                <c:pt idx="1120">
                  <c:v>166.379614531994</c:v>
                </c:pt>
                <c:pt idx="1121">
                  <c:v>166.514431655407</c:v>
                </c:pt>
                <c:pt idx="1122">
                  <c:v>166.6822026968</c:v>
                </c:pt>
                <c:pt idx="1123">
                  <c:v>166.868753910065</c:v>
                </c:pt>
                <c:pt idx="1124">
                  <c:v>167.025081813335</c:v>
                </c:pt>
                <c:pt idx="1125">
                  <c:v>167.113223850727</c:v>
                </c:pt>
                <c:pt idx="1126">
                  <c:v>167.205372273922</c:v>
                </c:pt>
                <c:pt idx="1127">
                  <c:v>167.369806289673</c:v>
                </c:pt>
                <c:pt idx="1128">
                  <c:v>167.48778796196</c:v>
                </c:pt>
                <c:pt idx="1129">
                  <c:v>167.644572079182</c:v>
                </c:pt>
                <c:pt idx="1130">
                  <c:v>167.839652299881</c:v>
                </c:pt>
                <c:pt idx="1131">
                  <c:v>168.038551807404</c:v>
                </c:pt>
                <c:pt idx="1132">
                  <c:v>168.235286951065</c:v>
                </c:pt>
                <c:pt idx="1133">
                  <c:v>168.43645131588</c:v>
                </c:pt>
                <c:pt idx="1134">
                  <c:v>168.619464278221</c:v>
                </c:pt>
                <c:pt idx="1135">
                  <c:v>168.847777545452</c:v>
                </c:pt>
                <c:pt idx="1136">
                  <c:v>169.003327131271</c:v>
                </c:pt>
                <c:pt idx="1137">
                  <c:v>169.097391247749</c:v>
                </c:pt>
                <c:pt idx="1138">
                  <c:v>169.25717908144</c:v>
                </c:pt>
                <c:pt idx="1139">
                  <c:v>169.345163702965</c:v>
                </c:pt>
                <c:pt idx="1140">
                  <c:v>169.431157112122</c:v>
                </c:pt>
                <c:pt idx="1141">
                  <c:v>169.54705697298</c:v>
                </c:pt>
                <c:pt idx="1142">
                  <c:v>169.669119894504</c:v>
                </c:pt>
                <c:pt idx="1143">
                  <c:v>169.850513279438</c:v>
                </c:pt>
                <c:pt idx="1144">
                  <c:v>170.023592054844</c:v>
                </c:pt>
                <c:pt idx="1145">
                  <c:v>170.264586806297</c:v>
                </c:pt>
                <c:pt idx="1146">
                  <c:v>170.509998083115</c:v>
                </c:pt>
                <c:pt idx="1147">
                  <c:v>170.794011712074</c:v>
                </c:pt>
                <c:pt idx="1148">
                  <c:v>171.075987935066</c:v>
                </c:pt>
                <c:pt idx="1149">
                  <c:v>171.329986155033</c:v>
                </c:pt>
                <c:pt idx="1150">
                  <c:v>171.605724751949</c:v>
                </c:pt>
                <c:pt idx="1151">
                  <c:v>171.891566753387</c:v>
                </c:pt>
                <c:pt idx="1152">
                  <c:v>172.101754963398</c:v>
                </c:pt>
                <c:pt idx="1153">
                  <c:v>172.267364263534</c:v>
                </c:pt>
                <c:pt idx="1154">
                  <c:v>172.39935952425</c:v>
                </c:pt>
                <c:pt idx="1155">
                  <c:v>172.492522120476</c:v>
                </c:pt>
                <c:pt idx="1156">
                  <c:v>172.62388086319</c:v>
                </c:pt>
                <c:pt idx="1157">
                  <c:v>172.670870304108</c:v>
                </c:pt>
                <c:pt idx="1158">
                  <c:v>172.647685647011</c:v>
                </c:pt>
                <c:pt idx="1159">
                  <c:v>172.696418225765</c:v>
                </c:pt>
                <c:pt idx="1160">
                  <c:v>172.741375625133</c:v>
                </c:pt>
                <c:pt idx="1161">
                  <c:v>172.789540588856</c:v>
                </c:pt>
                <c:pt idx="1162">
                  <c:v>172.803652644157</c:v>
                </c:pt>
                <c:pt idx="1163">
                  <c:v>172.802206516266</c:v>
                </c:pt>
                <c:pt idx="1164">
                  <c:v>172.85837996006</c:v>
                </c:pt>
                <c:pt idx="1165">
                  <c:v>172.950727641582</c:v>
                </c:pt>
                <c:pt idx="1166">
                  <c:v>173.046106159687</c:v>
                </c:pt>
                <c:pt idx="1167">
                  <c:v>173.1151252985</c:v>
                </c:pt>
                <c:pt idx="1168">
                  <c:v>173.135098516941</c:v>
                </c:pt>
                <c:pt idx="1169">
                  <c:v>173.13648724556</c:v>
                </c:pt>
                <c:pt idx="1170">
                  <c:v>173.115818500519</c:v>
                </c:pt>
                <c:pt idx="1171">
                  <c:v>173.047787070274</c:v>
                </c:pt>
                <c:pt idx="1172">
                  <c:v>172.977634191513</c:v>
                </c:pt>
                <c:pt idx="1173">
                  <c:v>172.920908808708</c:v>
                </c:pt>
                <c:pt idx="1174">
                  <c:v>172.91795861721</c:v>
                </c:pt>
                <c:pt idx="1175">
                  <c:v>172.849673748016</c:v>
                </c:pt>
                <c:pt idx="1176">
                  <c:v>172.862086653709</c:v>
                </c:pt>
                <c:pt idx="1177">
                  <c:v>172.852186322212</c:v>
                </c:pt>
                <c:pt idx="1178">
                  <c:v>172.866560697556</c:v>
                </c:pt>
                <c:pt idx="1179">
                  <c:v>172.866437315941</c:v>
                </c:pt>
                <c:pt idx="1180">
                  <c:v>172.881434977055</c:v>
                </c:pt>
                <c:pt idx="1181">
                  <c:v>172.972702682018</c:v>
                </c:pt>
                <c:pt idx="1182">
                  <c:v>173.036915123463</c:v>
                </c:pt>
                <c:pt idx="1183">
                  <c:v>173.053963899612</c:v>
                </c:pt>
                <c:pt idx="1184">
                  <c:v>173.124345839024</c:v>
                </c:pt>
                <c:pt idx="1185">
                  <c:v>173.206155121326</c:v>
                </c:pt>
                <c:pt idx="1186">
                  <c:v>173.288625895977</c:v>
                </c:pt>
                <c:pt idx="1187">
                  <c:v>173.345804870129</c:v>
                </c:pt>
                <c:pt idx="1188">
                  <c:v>173.488107562065</c:v>
                </c:pt>
                <c:pt idx="1189">
                  <c:v>173.702047526836</c:v>
                </c:pt>
                <c:pt idx="1190">
                  <c:v>173.91862565279</c:v>
                </c:pt>
                <c:pt idx="1191">
                  <c:v>174.112185239792</c:v>
                </c:pt>
                <c:pt idx="1192">
                  <c:v>174.309641957283</c:v>
                </c:pt>
                <c:pt idx="1193">
                  <c:v>174.544620990753</c:v>
                </c:pt>
                <c:pt idx="1194">
                  <c:v>174.758608579636</c:v>
                </c:pt>
                <c:pt idx="1195">
                  <c:v>174.940494775772</c:v>
                </c:pt>
                <c:pt idx="1196">
                  <c:v>175.086104035377</c:v>
                </c:pt>
                <c:pt idx="1197">
                  <c:v>175.178783774376</c:v>
                </c:pt>
                <c:pt idx="1198">
                  <c:v>175.321414113045</c:v>
                </c:pt>
                <c:pt idx="1199">
                  <c:v>175.475418388843</c:v>
                </c:pt>
                <c:pt idx="1200">
                  <c:v>175.639857232571</c:v>
                </c:pt>
                <c:pt idx="1201">
                  <c:v>175.812908828258</c:v>
                </c:pt>
                <c:pt idx="1202">
                  <c:v>176.013454079628</c:v>
                </c:pt>
                <c:pt idx="1203">
                  <c:v>176.271774888039</c:v>
                </c:pt>
                <c:pt idx="1204">
                  <c:v>176.540297329426</c:v>
                </c:pt>
                <c:pt idx="1205">
                  <c:v>176.808404445648</c:v>
                </c:pt>
                <c:pt idx="1206">
                  <c:v>177.050766885281</c:v>
                </c:pt>
                <c:pt idx="1207">
                  <c:v>177.330170452595</c:v>
                </c:pt>
                <c:pt idx="1208">
                  <c:v>177.53864055872</c:v>
                </c:pt>
                <c:pt idx="1209">
                  <c:v>177.774257004261</c:v>
                </c:pt>
                <c:pt idx="1210">
                  <c:v>177.984069526195</c:v>
                </c:pt>
                <c:pt idx="1211">
                  <c:v>178.234686553478</c:v>
                </c:pt>
                <c:pt idx="1212">
                  <c:v>178.443781912327</c:v>
                </c:pt>
                <c:pt idx="1213">
                  <c:v>178.62269872427</c:v>
                </c:pt>
                <c:pt idx="1214">
                  <c:v>178.788348972797</c:v>
                </c:pt>
                <c:pt idx="1215">
                  <c:v>178.977091431618</c:v>
                </c:pt>
                <c:pt idx="1216">
                  <c:v>179.153074622154</c:v>
                </c:pt>
                <c:pt idx="1217">
                  <c:v>179.277530193329</c:v>
                </c:pt>
                <c:pt idx="1218">
                  <c:v>179.485632836819</c:v>
                </c:pt>
                <c:pt idx="1219">
                  <c:v>179.642825722694</c:v>
                </c:pt>
                <c:pt idx="1220">
                  <c:v>179.85297703743</c:v>
                </c:pt>
                <c:pt idx="1221">
                  <c:v>180.057958841324</c:v>
                </c:pt>
                <c:pt idx="1222">
                  <c:v>180.232779562473</c:v>
                </c:pt>
                <c:pt idx="1223">
                  <c:v>180.438355505466</c:v>
                </c:pt>
                <c:pt idx="1224">
                  <c:v>180.682469427586</c:v>
                </c:pt>
                <c:pt idx="1225">
                  <c:v>180.939067840576</c:v>
                </c:pt>
                <c:pt idx="1226">
                  <c:v>181.273378610611</c:v>
                </c:pt>
                <c:pt idx="1227">
                  <c:v>181.578300237656</c:v>
                </c:pt>
                <c:pt idx="1228">
                  <c:v>181.91993689537</c:v>
                </c:pt>
                <c:pt idx="1229">
                  <c:v>182.169569790363</c:v>
                </c:pt>
                <c:pt idx="1230">
                  <c:v>182.396803200245</c:v>
                </c:pt>
                <c:pt idx="1231">
                  <c:v>182.532821059227</c:v>
                </c:pt>
                <c:pt idx="1232">
                  <c:v>182.628352761269</c:v>
                </c:pt>
                <c:pt idx="1233">
                  <c:v>182.70494222641</c:v>
                </c:pt>
                <c:pt idx="1234">
                  <c:v>182.734937489033</c:v>
                </c:pt>
                <c:pt idx="1235">
                  <c:v>182.693960607052</c:v>
                </c:pt>
                <c:pt idx="1236">
                  <c:v>182.637239992619</c:v>
                </c:pt>
                <c:pt idx="1237">
                  <c:v>182.580405294895</c:v>
                </c:pt>
                <c:pt idx="1238">
                  <c:v>182.650653004646</c:v>
                </c:pt>
                <c:pt idx="1239">
                  <c:v>182.796584248543</c:v>
                </c:pt>
                <c:pt idx="1240">
                  <c:v>182.902152836323</c:v>
                </c:pt>
                <c:pt idx="1241">
                  <c:v>183.033231794834</c:v>
                </c:pt>
                <c:pt idx="1242">
                  <c:v>183.234659850597</c:v>
                </c:pt>
                <c:pt idx="1243">
                  <c:v>183.378793478012</c:v>
                </c:pt>
                <c:pt idx="1244">
                  <c:v>183.492795825005</c:v>
                </c:pt>
                <c:pt idx="1245">
                  <c:v>183.543928146362</c:v>
                </c:pt>
                <c:pt idx="1246">
                  <c:v>183.61381906271</c:v>
                </c:pt>
                <c:pt idx="1247">
                  <c:v>183.662685632706</c:v>
                </c:pt>
                <c:pt idx="1248">
                  <c:v>183.71135032177</c:v>
                </c:pt>
                <c:pt idx="1249">
                  <c:v>183.687028646469</c:v>
                </c:pt>
                <c:pt idx="1250">
                  <c:v>183.751590013504</c:v>
                </c:pt>
                <c:pt idx="1251">
                  <c:v>183.709279775619</c:v>
                </c:pt>
                <c:pt idx="1252">
                  <c:v>183.669174194336</c:v>
                </c:pt>
                <c:pt idx="1253">
                  <c:v>183.632624030113</c:v>
                </c:pt>
                <c:pt idx="1254">
                  <c:v>183.624127149582</c:v>
                </c:pt>
                <c:pt idx="1255">
                  <c:v>183.646149814129</c:v>
                </c:pt>
                <c:pt idx="1256">
                  <c:v>183.644344985485</c:v>
                </c:pt>
                <c:pt idx="1257">
                  <c:v>183.691632688045</c:v>
                </c:pt>
                <c:pt idx="1258">
                  <c:v>183.721141397953</c:v>
                </c:pt>
                <c:pt idx="1259">
                  <c:v>183.855844855308</c:v>
                </c:pt>
                <c:pt idx="1260">
                  <c:v>183.947916090488</c:v>
                </c:pt>
                <c:pt idx="1261">
                  <c:v>184.01062476635</c:v>
                </c:pt>
                <c:pt idx="1262">
                  <c:v>184.02847379446</c:v>
                </c:pt>
                <c:pt idx="1263">
                  <c:v>184.06997358799</c:v>
                </c:pt>
                <c:pt idx="1264">
                  <c:v>184.195176780224</c:v>
                </c:pt>
                <c:pt idx="1265">
                  <c:v>184.24362051487</c:v>
                </c:pt>
                <c:pt idx="1266">
                  <c:v>184.383554875851</c:v>
                </c:pt>
                <c:pt idx="1267">
                  <c:v>184.529371619224</c:v>
                </c:pt>
                <c:pt idx="1268">
                  <c:v>184.669906437397</c:v>
                </c:pt>
                <c:pt idx="1269">
                  <c:v>184.758226573467</c:v>
                </c:pt>
                <c:pt idx="1270">
                  <c:v>184.851275503635</c:v>
                </c:pt>
                <c:pt idx="1271">
                  <c:v>184.925525903702</c:v>
                </c:pt>
                <c:pt idx="1272">
                  <c:v>184.998675704002</c:v>
                </c:pt>
                <c:pt idx="1273">
                  <c:v>185.055447638035</c:v>
                </c:pt>
                <c:pt idx="1274">
                  <c:v>185.145491659641</c:v>
                </c:pt>
                <c:pt idx="1275">
                  <c:v>185.370723307133</c:v>
                </c:pt>
                <c:pt idx="1276">
                  <c:v>185.54787415266</c:v>
                </c:pt>
                <c:pt idx="1277">
                  <c:v>185.809225738048</c:v>
                </c:pt>
                <c:pt idx="1278">
                  <c:v>186.063759982586</c:v>
                </c:pt>
                <c:pt idx="1279">
                  <c:v>186.29152494669</c:v>
                </c:pt>
                <c:pt idx="1280">
                  <c:v>186.501208007336</c:v>
                </c:pt>
                <c:pt idx="1281">
                  <c:v>186.584122776985</c:v>
                </c:pt>
                <c:pt idx="1282">
                  <c:v>186.765441477299</c:v>
                </c:pt>
                <c:pt idx="1283">
                  <c:v>186.955829977989</c:v>
                </c:pt>
                <c:pt idx="1284">
                  <c:v>187.136319577694</c:v>
                </c:pt>
                <c:pt idx="1285">
                  <c:v>187.188521683216</c:v>
                </c:pt>
                <c:pt idx="1286">
                  <c:v>187.295863568783</c:v>
                </c:pt>
                <c:pt idx="1287">
                  <c:v>187.416678845882</c:v>
                </c:pt>
                <c:pt idx="1288">
                  <c:v>187.588863611221</c:v>
                </c:pt>
                <c:pt idx="1289">
                  <c:v>187.848443508148</c:v>
                </c:pt>
                <c:pt idx="1290">
                  <c:v>188.214746952057</c:v>
                </c:pt>
                <c:pt idx="1291">
                  <c:v>188.597077608108</c:v>
                </c:pt>
                <c:pt idx="1292">
                  <c:v>188.826492667198</c:v>
                </c:pt>
                <c:pt idx="1293">
                  <c:v>189.146684527397</c:v>
                </c:pt>
                <c:pt idx="1294">
                  <c:v>189.431228399277</c:v>
                </c:pt>
                <c:pt idx="1295">
                  <c:v>189.720671772957</c:v>
                </c:pt>
                <c:pt idx="1296">
                  <c:v>190.038133263588</c:v>
                </c:pt>
                <c:pt idx="1297">
                  <c:v>190.428772330284</c:v>
                </c:pt>
                <c:pt idx="1298">
                  <c:v>190.692815959454</c:v>
                </c:pt>
                <c:pt idx="1299">
                  <c:v>190.939467906952</c:v>
                </c:pt>
                <c:pt idx="1300">
                  <c:v>191.174230456352</c:v>
                </c:pt>
                <c:pt idx="1301">
                  <c:v>191.401151716709</c:v>
                </c:pt>
                <c:pt idx="1302">
                  <c:v>191.625023305416</c:v>
                </c:pt>
                <c:pt idx="1303">
                  <c:v>191.853291630745</c:v>
                </c:pt>
                <c:pt idx="1304">
                  <c:v>192.048678457737</c:v>
                </c:pt>
                <c:pt idx="1305">
                  <c:v>192.249376356602</c:v>
                </c:pt>
                <c:pt idx="1306">
                  <c:v>192.445909500122</c:v>
                </c:pt>
                <c:pt idx="1307">
                  <c:v>192.652201890945</c:v>
                </c:pt>
                <c:pt idx="1308">
                  <c:v>192.892272830009</c:v>
                </c:pt>
                <c:pt idx="1309">
                  <c:v>193.141653835773</c:v>
                </c:pt>
                <c:pt idx="1310">
                  <c:v>193.371972739696</c:v>
                </c:pt>
                <c:pt idx="1311">
                  <c:v>193.623213112354</c:v>
                </c:pt>
                <c:pt idx="1312">
                  <c:v>193.843165338039</c:v>
                </c:pt>
                <c:pt idx="1313">
                  <c:v>194.046150505543</c:v>
                </c:pt>
                <c:pt idx="1314">
                  <c:v>194.207876265049</c:v>
                </c:pt>
                <c:pt idx="1315">
                  <c:v>194.311896979809</c:v>
                </c:pt>
                <c:pt idx="1316">
                  <c:v>194.379713058472</c:v>
                </c:pt>
                <c:pt idx="1317">
                  <c:v>194.480965852737</c:v>
                </c:pt>
                <c:pt idx="1318">
                  <c:v>194.559641480446</c:v>
                </c:pt>
                <c:pt idx="1319">
                  <c:v>194.649155199528</c:v>
                </c:pt>
                <c:pt idx="1320">
                  <c:v>194.775200366974</c:v>
                </c:pt>
                <c:pt idx="1321">
                  <c:v>194.854789912701</c:v>
                </c:pt>
                <c:pt idx="1322">
                  <c:v>194.925998032093</c:v>
                </c:pt>
                <c:pt idx="1323">
                  <c:v>195.03768157959</c:v>
                </c:pt>
                <c:pt idx="1324">
                  <c:v>195.157086551189</c:v>
                </c:pt>
                <c:pt idx="1325">
                  <c:v>195.307914912701</c:v>
                </c:pt>
                <c:pt idx="1326">
                  <c:v>195.479804813862</c:v>
                </c:pt>
                <c:pt idx="1327">
                  <c:v>195.593853294849</c:v>
                </c:pt>
                <c:pt idx="1328">
                  <c:v>195.707346141338</c:v>
                </c:pt>
                <c:pt idx="1329">
                  <c:v>195.851168215275</c:v>
                </c:pt>
                <c:pt idx="1330">
                  <c:v>196.03777217865</c:v>
                </c:pt>
                <c:pt idx="1331">
                  <c:v>196.278839588165</c:v>
                </c:pt>
                <c:pt idx="1332">
                  <c:v>196.538137257099</c:v>
                </c:pt>
                <c:pt idx="1333">
                  <c:v>196.719506323337</c:v>
                </c:pt>
                <c:pt idx="1334">
                  <c:v>196.871743857861</c:v>
                </c:pt>
                <c:pt idx="1335">
                  <c:v>196.994412779808</c:v>
                </c:pt>
                <c:pt idx="1336">
                  <c:v>197.091140210628</c:v>
                </c:pt>
                <c:pt idx="1337">
                  <c:v>197.165663778782</c:v>
                </c:pt>
                <c:pt idx="1338">
                  <c:v>197.242009580135</c:v>
                </c:pt>
                <c:pt idx="1339">
                  <c:v>197.289348781109</c:v>
                </c:pt>
                <c:pt idx="1340">
                  <c:v>197.320758342743</c:v>
                </c:pt>
                <c:pt idx="1341">
                  <c:v>197.363153874874</c:v>
                </c:pt>
                <c:pt idx="1342">
                  <c:v>197.369279325008</c:v>
                </c:pt>
                <c:pt idx="1343">
                  <c:v>197.419317305088</c:v>
                </c:pt>
                <c:pt idx="1344">
                  <c:v>197.436715006828</c:v>
                </c:pt>
                <c:pt idx="1345">
                  <c:v>197.445045173168</c:v>
                </c:pt>
                <c:pt idx="1346">
                  <c:v>197.477763593197</c:v>
                </c:pt>
                <c:pt idx="1347">
                  <c:v>197.591191828251</c:v>
                </c:pt>
                <c:pt idx="1348">
                  <c:v>197.684425592422</c:v>
                </c:pt>
                <c:pt idx="1349">
                  <c:v>197.796159982681</c:v>
                </c:pt>
                <c:pt idx="1350">
                  <c:v>197.900451481342</c:v>
                </c:pt>
                <c:pt idx="1351">
                  <c:v>197.93750578165</c:v>
                </c:pt>
                <c:pt idx="1352">
                  <c:v>198.001189053059</c:v>
                </c:pt>
                <c:pt idx="1353">
                  <c:v>198.089169442654</c:v>
                </c:pt>
                <c:pt idx="1354">
                  <c:v>198.204415500164</c:v>
                </c:pt>
                <c:pt idx="1355">
                  <c:v>198.353805661201</c:v>
                </c:pt>
                <c:pt idx="1356">
                  <c:v>198.472610712051</c:v>
                </c:pt>
                <c:pt idx="1357">
                  <c:v>198.589524388313</c:v>
                </c:pt>
                <c:pt idx="1358">
                  <c:v>198.658193469047</c:v>
                </c:pt>
                <c:pt idx="1359">
                  <c:v>198.660206437111</c:v>
                </c:pt>
                <c:pt idx="1360">
                  <c:v>198.617073178291</c:v>
                </c:pt>
                <c:pt idx="1361">
                  <c:v>198.634961903095</c:v>
                </c:pt>
                <c:pt idx="1362">
                  <c:v>198.6964173913</c:v>
                </c:pt>
                <c:pt idx="1363">
                  <c:v>198.79327583313</c:v>
                </c:pt>
                <c:pt idx="1364">
                  <c:v>198.987881302834</c:v>
                </c:pt>
                <c:pt idx="1365">
                  <c:v>199.131843745708</c:v>
                </c:pt>
                <c:pt idx="1366">
                  <c:v>199.363076329231</c:v>
                </c:pt>
                <c:pt idx="1367">
                  <c:v>199.6947722435</c:v>
                </c:pt>
                <c:pt idx="1368">
                  <c:v>200.103281140327</c:v>
                </c:pt>
                <c:pt idx="1369">
                  <c:v>200.518414735794</c:v>
                </c:pt>
                <c:pt idx="1370">
                  <c:v>200.924104630947</c:v>
                </c:pt>
                <c:pt idx="1371">
                  <c:v>201.339749753475</c:v>
                </c:pt>
                <c:pt idx="1372">
                  <c:v>201.721146166325</c:v>
                </c:pt>
                <c:pt idx="1373">
                  <c:v>201.992736816406</c:v>
                </c:pt>
                <c:pt idx="1374">
                  <c:v>202.228938579559</c:v>
                </c:pt>
                <c:pt idx="1375">
                  <c:v>202.400333225727</c:v>
                </c:pt>
                <c:pt idx="1376">
                  <c:v>202.530552089214</c:v>
                </c:pt>
                <c:pt idx="1377">
                  <c:v>202.671014070511</c:v>
                </c:pt>
                <c:pt idx="1378">
                  <c:v>202.781296133995</c:v>
                </c:pt>
                <c:pt idx="1379">
                  <c:v>202.871240794659</c:v>
                </c:pt>
                <c:pt idx="1380">
                  <c:v>202.958818733692</c:v>
                </c:pt>
                <c:pt idx="1381">
                  <c:v>203.021052002907</c:v>
                </c:pt>
                <c:pt idx="1382">
                  <c:v>203.162151277065</c:v>
                </c:pt>
                <c:pt idx="1383">
                  <c:v>203.291283726692</c:v>
                </c:pt>
                <c:pt idx="1384">
                  <c:v>203.401343822479</c:v>
                </c:pt>
                <c:pt idx="1385">
                  <c:v>203.48569560051</c:v>
                </c:pt>
                <c:pt idx="1386">
                  <c:v>203.57520109415</c:v>
                </c:pt>
                <c:pt idx="1387">
                  <c:v>203.701689898968</c:v>
                </c:pt>
                <c:pt idx="1388">
                  <c:v>203.900071203709</c:v>
                </c:pt>
                <c:pt idx="1389">
                  <c:v>204.004558265209</c:v>
                </c:pt>
                <c:pt idx="1390">
                  <c:v>204.042380392551</c:v>
                </c:pt>
                <c:pt idx="1391">
                  <c:v>204.097590088844</c:v>
                </c:pt>
                <c:pt idx="1392">
                  <c:v>204.299807846546</c:v>
                </c:pt>
                <c:pt idx="1393">
                  <c:v>204.497399151325</c:v>
                </c:pt>
                <c:pt idx="1394">
                  <c:v>204.701505422592</c:v>
                </c:pt>
                <c:pt idx="1395">
                  <c:v>204.89601278305</c:v>
                </c:pt>
                <c:pt idx="1396">
                  <c:v>205.05794429779</c:v>
                </c:pt>
                <c:pt idx="1397">
                  <c:v>205.264189958572</c:v>
                </c:pt>
                <c:pt idx="1398">
                  <c:v>205.422462821007</c:v>
                </c:pt>
                <c:pt idx="1399">
                  <c:v>205.601815402508</c:v>
                </c:pt>
                <c:pt idx="1400">
                  <c:v>205.911980509758</c:v>
                </c:pt>
                <c:pt idx="1401">
                  <c:v>206.24889588356</c:v>
                </c:pt>
                <c:pt idx="1402">
                  <c:v>206.4642329216</c:v>
                </c:pt>
                <c:pt idx="1403">
                  <c:v>206.57353836298</c:v>
                </c:pt>
                <c:pt idx="1404">
                  <c:v>206.603153884411</c:v>
                </c:pt>
                <c:pt idx="1405">
                  <c:v>206.695223629475</c:v>
                </c:pt>
                <c:pt idx="1406">
                  <c:v>206.861491858959</c:v>
                </c:pt>
                <c:pt idx="1407">
                  <c:v>207.068458676338</c:v>
                </c:pt>
                <c:pt idx="1408">
                  <c:v>207.24188888073</c:v>
                </c:pt>
                <c:pt idx="1409">
                  <c:v>207.388942182064</c:v>
                </c:pt>
                <c:pt idx="1410">
                  <c:v>207.591759085655</c:v>
                </c:pt>
                <c:pt idx="1411">
                  <c:v>207.786835134029</c:v>
                </c:pt>
                <c:pt idx="1412">
                  <c:v>207.961368441582</c:v>
                </c:pt>
                <c:pt idx="1413">
                  <c:v>208.057732462883</c:v>
                </c:pt>
                <c:pt idx="1414">
                  <c:v>208.239837765694</c:v>
                </c:pt>
                <c:pt idx="1415">
                  <c:v>208.375601351261</c:v>
                </c:pt>
                <c:pt idx="1416">
                  <c:v>208.568635582924</c:v>
                </c:pt>
                <c:pt idx="1417">
                  <c:v>208.710712373257</c:v>
                </c:pt>
                <c:pt idx="1418">
                  <c:v>208.652422010899</c:v>
                </c:pt>
                <c:pt idx="1419">
                  <c:v>208.628798544407</c:v>
                </c:pt>
                <c:pt idx="1420">
                  <c:v>208.593190968037</c:v>
                </c:pt>
                <c:pt idx="1421">
                  <c:v>208.623386859894</c:v>
                </c:pt>
                <c:pt idx="1422">
                  <c:v>208.74980276823</c:v>
                </c:pt>
                <c:pt idx="1423">
                  <c:v>208.894759237766</c:v>
                </c:pt>
                <c:pt idx="1424">
                  <c:v>209.035804212093</c:v>
                </c:pt>
                <c:pt idx="1425">
                  <c:v>209.198378503323</c:v>
                </c:pt>
                <c:pt idx="1426">
                  <c:v>209.384738028049</c:v>
                </c:pt>
                <c:pt idx="1427">
                  <c:v>209.580039858818</c:v>
                </c:pt>
                <c:pt idx="1428">
                  <c:v>209.84729206562</c:v>
                </c:pt>
                <c:pt idx="1429">
                  <c:v>210.091924905777</c:v>
                </c:pt>
                <c:pt idx="1430">
                  <c:v>210.41986656189</c:v>
                </c:pt>
                <c:pt idx="1431">
                  <c:v>210.671925425529</c:v>
                </c:pt>
                <c:pt idx="1432">
                  <c:v>210.891788959503</c:v>
                </c:pt>
                <c:pt idx="1433">
                  <c:v>211.087056875229</c:v>
                </c:pt>
                <c:pt idx="1434">
                  <c:v>211.21710473299</c:v>
                </c:pt>
                <c:pt idx="1435">
                  <c:v>211.294631719589</c:v>
                </c:pt>
                <c:pt idx="1436">
                  <c:v>211.466499984264</c:v>
                </c:pt>
                <c:pt idx="1437">
                  <c:v>211.61892926693</c:v>
                </c:pt>
                <c:pt idx="1438">
                  <c:v>211.789382100105</c:v>
                </c:pt>
                <c:pt idx="1439">
                  <c:v>211.934623479843</c:v>
                </c:pt>
                <c:pt idx="1440">
                  <c:v>212.03505897522</c:v>
                </c:pt>
                <c:pt idx="1441">
                  <c:v>212.160594463348</c:v>
                </c:pt>
                <c:pt idx="1442">
                  <c:v>212.327958405018</c:v>
                </c:pt>
                <c:pt idx="1443">
                  <c:v>212.48678201437</c:v>
                </c:pt>
                <c:pt idx="1444">
                  <c:v>212.667291343212</c:v>
                </c:pt>
                <c:pt idx="1445">
                  <c:v>212.786337971687</c:v>
                </c:pt>
                <c:pt idx="1446">
                  <c:v>212.888326823711</c:v>
                </c:pt>
                <c:pt idx="1447">
                  <c:v>212.963596880436</c:v>
                </c:pt>
                <c:pt idx="1448">
                  <c:v>213.085777699947</c:v>
                </c:pt>
                <c:pt idx="1449">
                  <c:v>213.171968579292</c:v>
                </c:pt>
                <c:pt idx="1450">
                  <c:v>213.272220373154</c:v>
                </c:pt>
                <c:pt idx="1451">
                  <c:v>213.395171523094</c:v>
                </c:pt>
                <c:pt idx="1452">
                  <c:v>213.460302114487</c:v>
                </c:pt>
                <c:pt idx="1453">
                  <c:v>213.499427914619</c:v>
                </c:pt>
                <c:pt idx="1454">
                  <c:v>213.650686621666</c:v>
                </c:pt>
                <c:pt idx="1455">
                  <c:v>213.810456216335</c:v>
                </c:pt>
                <c:pt idx="1456">
                  <c:v>213.906656265259</c:v>
                </c:pt>
                <c:pt idx="1457">
                  <c:v>213.952511489391</c:v>
                </c:pt>
                <c:pt idx="1458">
                  <c:v>214.067942202091</c:v>
                </c:pt>
                <c:pt idx="1459">
                  <c:v>214.178013443947</c:v>
                </c:pt>
                <c:pt idx="1460">
                  <c:v>214.330389738083</c:v>
                </c:pt>
                <c:pt idx="1461">
                  <c:v>214.474640965462</c:v>
                </c:pt>
                <c:pt idx="1462">
                  <c:v>214.637480437756</c:v>
                </c:pt>
                <c:pt idx="1463">
                  <c:v>214.779196023941</c:v>
                </c:pt>
                <c:pt idx="1464">
                  <c:v>214.950747072697</c:v>
                </c:pt>
                <c:pt idx="1465">
                  <c:v>215.124376237392</c:v>
                </c:pt>
                <c:pt idx="1466">
                  <c:v>215.301212668419</c:v>
                </c:pt>
                <c:pt idx="1467">
                  <c:v>215.413407444954</c:v>
                </c:pt>
                <c:pt idx="1468">
                  <c:v>215.442021667957</c:v>
                </c:pt>
                <c:pt idx="1469">
                  <c:v>215.540303945541</c:v>
                </c:pt>
                <c:pt idx="1470">
                  <c:v>215.627325475216</c:v>
                </c:pt>
                <c:pt idx="1471">
                  <c:v>215.680241703987</c:v>
                </c:pt>
                <c:pt idx="1472">
                  <c:v>215.708578407764</c:v>
                </c:pt>
                <c:pt idx="1473">
                  <c:v>215.762709259987</c:v>
                </c:pt>
                <c:pt idx="1474">
                  <c:v>215.843815803528</c:v>
                </c:pt>
                <c:pt idx="1475">
                  <c:v>215.953711628914</c:v>
                </c:pt>
                <c:pt idx="1476">
                  <c:v>216.068174600601</c:v>
                </c:pt>
                <c:pt idx="1477">
                  <c:v>216.241734862328</c:v>
                </c:pt>
                <c:pt idx="1478">
                  <c:v>216.482203960419</c:v>
                </c:pt>
                <c:pt idx="1479">
                  <c:v>216.675883173943</c:v>
                </c:pt>
                <c:pt idx="1480">
                  <c:v>216.915556669235</c:v>
                </c:pt>
                <c:pt idx="1481">
                  <c:v>217.107621431351</c:v>
                </c:pt>
                <c:pt idx="1482">
                  <c:v>217.355229496956</c:v>
                </c:pt>
                <c:pt idx="1483">
                  <c:v>217.558147370815</c:v>
                </c:pt>
                <c:pt idx="1484">
                  <c:v>217.817848622799</c:v>
                </c:pt>
                <c:pt idx="1485">
                  <c:v>218.054619133472</c:v>
                </c:pt>
                <c:pt idx="1486">
                  <c:v>218.293458759785</c:v>
                </c:pt>
                <c:pt idx="1487">
                  <c:v>218.482012808323</c:v>
                </c:pt>
                <c:pt idx="1488">
                  <c:v>218.619914412498</c:v>
                </c:pt>
                <c:pt idx="1489">
                  <c:v>218.804702341556</c:v>
                </c:pt>
                <c:pt idx="1490">
                  <c:v>219.01441603899</c:v>
                </c:pt>
                <c:pt idx="1491">
                  <c:v>219.196216344833</c:v>
                </c:pt>
                <c:pt idx="1492">
                  <c:v>219.366309165955</c:v>
                </c:pt>
                <c:pt idx="1493">
                  <c:v>219.553975045681</c:v>
                </c:pt>
                <c:pt idx="1494">
                  <c:v>219.664545178413</c:v>
                </c:pt>
                <c:pt idx="1495">
                  <c:v>219.763957560062</c:v>
                </c:pt>
                <c:pt idx="1496">
                  <c:v>219.936707139015</c:v>
                </c:pt>
                <c:pt idx="1497">
                  <c:v>220.126497983932</c:v>
                </c:pt>
                <c:pt idx="1498">
                  <c:v>220.180358529091</c:v>
                </c:pt>
                <c:pt idx="1499">
                  <c:v>220.256442725658</c:v>
                </c:pt>
                <c:pt idx="1500">
                  <c:v>220.296402812004</c:v>
                </c:pt>
                <c:pt idx="1501">
                  <c:v>220.325568735599</c:v>
                </c:pt>
                <c:pt idx="1502">
                  <c:v>220.284617483616</c:v>
                </c:pt>
                <c:pt idx="1503">
                  <c:v>220.268439471722</c:v>
                </c:pt>
                <c:pt idx="1504">
                  <c:v>220.205193221569</c:v>
                </c:pt>
                <c:pt idx="1505">
                  <c:v>220.209706544876</c:v>
                </c:pt>
                <c:pt idx="1506">
                  <c:v>220.177182555199</c:v>
                </c:pt>
                <c:pt idx="1507">
                  <c:v>220.181501865387</c:v>
                </c:pt>
                <c:pt idx="1508">
                  <c:v>220.189086198807</c:v>
                </c:pt>
                <c:pt idx="1509">
                  <c:v>220.145905613899</c:v>
                </c:pt>
                <c:pt idx="1510">
                  <c:v>220.051361203194</c:v>
                </c:pt>
                <c:pt idx="1511">
                  <c:v>219.942609190941</c:v>
                </c:pt>
                <c:pt idx="1512">
                  <c:v>219.828139424324</c:v>
                </c:pt>
                <c:pt idx="1513">
                  <c:v>219.819655418396</c:v>
                </c:pt>
                <c:pt idx="1514">
                  <c:v>219.832566618919</c:v>
                </c:pt>
                <c:pt idx="1515">
                  <c:v>219.71083843708</c:v>
                </c:pt>
                <c:pt idx="1516">
                  <c:v>219.632712006569</c:v>
                </c:pt>
                <c:pt idx="1517">
                  <c:v>219.488309979439</c:v>
                </c:pt>
                <c:pt idx="1518">
                  <c:v>219.449873566627</c:v>
                </c:pt>
                <c:pt idx="1519">
                  <c:v>219.519170820713</c:v>
                </c:pt>
                <c:pt idx="1520">
                  <c:v>219.608020305633</c:v>
                </c:pt>
                <c:pt idx="1521">
                  <c:v>219.630325555801</c:v>
                </c:pt>
                <c:pt idx="1522">
                  <c:v>219.708049595356</c:v>
                </c:pt>
                <c:pt idx="1523">
                  <c:v>219.742880702019</c:v>
                </c:pt>
                <c:pt idx="1524">
                  <c:v>219.836843550205</c:v>
                </c:pt>
                <c:pt idx="1525">
                  <c:v>220.069922029972</c:v>
                </c:pt>
                <c:pt idx="1526">
                  <c:v>220.328633844852</c:v>
                </c:pt>
                <c:pt idx="1527">
                  <c:v>220.502002477646</c:v>
                </c:pt>
                <c:pt idx="1528">
                  <c:v>220.600405931473</c:v>
                </c:pt>
                <c:pt idx="1529">
                  <c:v>220.652504920959</c:v>
                </c:pt>
                <c:pt idx="1530">
                  <c:v>220.761528253555</c:v>
                </c:pt>
                <c:pt idx="1531">
                  <c:v>220.963237166405</c:v>
                </c:pt>
                <c:pt idx="1532">
                  <c:v>221.085523664951</c:v>
                </c:pt>
                <c:pt idx="1533">
                  <c:v>221.238880157471</c:v>
                </c:pt>
                <c:pt idx="1534">
                  <c:v>221.431483566761</c:v>
                </c:pt>
                <c:pt idx="1535">
                  <c:v>221.591172039509</c:v>
                </c:pt>
                <c:pt idx="1536">
                  <c:v>221.732320725918</c:v>
                </c:pt>
                <c:pt idx="1537">
                  <c:v>221.947265446186</c:v>
                </c:pt>
                <c:pt idx="1538">
                  <c:v>222.14795178175</c:v>
                </c:pt>
                <c:pt idx="1539">
                  <c:v>222.324323713779</c:v>
                </c:pt>
                <c:pt idx="1540">
                  <c:v>222.582891643047</c:v>
                </c:pt>
                <c:pt idx="1541">
                  <c:v>222.812963724136</c:v>
                </c:pt>
                <c:pt idx="1542">
                  <c:v>223.019082725048</c:v>
                </c:pt>
                <c:pt idx="1543">
                  <c:v>223.205418169498</c:v>
                </c:pt>
                <c:pt idx="1544">
                  <c:v>223.363993167877</c:v>
                </c:pt>
                <c:pt idx="1545">
                  <c:v>223.494972586632</c:v>
                </c:pt>
                <c:pt idx="1546">
                  <c:v>223.531079590321</c:v>
                </c:pt>
                <c:pt idx="1547">
                  <c:v>223.529509484768</c:v>
                </c:pt>
                <c:pt idx="1548">
                  <c:v>223.493595182896</c:v>
                </c:pt>
                <c:pt idx="1549">
                  <c:v>223.45255190134</c:v>
                </c:pt>
                <c:pt idx="1550">
                  <c:v>223.356654345989</c:v>
                </c:pt>
                <c:pt idx="1551">
                  <c:v>223.203779399395</c:v>
                </c:pt>
                <c:pt idx="1552">
                  <c:v>223.109937369823</c:v>
                </c:pt>
                <c:pt idx="1553">
                  <c:v>223.08814483881</c:v>
                </c:pt>
                <c:pt idx="1554">
                  <c:v>223.032825410366</c:v>
                </c:pt>
                <c:pt idx="1555">
                  <c:v>222.992346823215</c:v>
                </c:pt>
                <c:pt idx="1556">
                  <c:v>222.945991098881</c:v>
                </c:pt>
                <c:pt idx="1557">
                  <c:v>222.925200164318</c:v>
                </c:pt>
                <c:pt idx="1558">
                  <c:v>222.935365259647</c:v>
                </c:pt>
                <c:pt idx="1559">
                  <c:v>222.906942665577</c:v>
                </c:pt>
                <c:pt idx="1560">
                  <c:v>222.86749202013</c:v>
                </c:pt>
                <c:pt idx="1561">
                  <c:v>222.868522763252</c:v>
                </c:pt>
                <c:pt idx="1562">
                  <c:v>222.933723449707</c:v>
                </c:pt>
                <c:pt idx="1563">
                  <c:v>223.038483977318</c:v>
                </c:pt>
                <c:pt idx="1564">
                  <c:v>223.159145712852</c:v>
                </c:pt>
                <c:pt idx="1565">
                  <c:v>223.304752469063</c:v>
                </c:pt>
                <c:pt idx="1566">
                  <c:v>223.406595349312</c:v>
                </c:pt>
                <c:pt idx="1567">
                  <c:v>223.563369631767</c:v>
                </c:pt>
                <c:pt idx="1568">
                  <c:v>223.714469671249</c:v>
                </c:pt>
                <c:pt idx="1569">
                  <c:v>223.857065618038</c:v>
                </c:pt>
                <c:pt idx="1570">
                  <c:v>224.113226234913</c:v>
                </c:pt>
                <c:pt idx="1571">
                  <c:v>224.301315069199</c:v>
                </c:pt>
                <c:pt idx="1572">
                  <c:v>224.454655051231</c:v>
                </c:pt>
                <c:pt idx="1573">
                  <c:v>224.583666205406</c:v>
                </c:pt>
                <c:pt idx="1574">
                  <c:v>224.778674006462</c:v>
                </c:pt>
                <c:pt idx="1575">
                  <c:v>224.951602101326</c:v>
                </c:pt>
                <c:pt idx="1576">
                  <c:v>225.192558348179</c:v>
                </c:pt>
                <c:pt idx="1577">
                  <c:v>225.412789046764</c:v>
                </c:pt>
                <c:pt idx="1578">
                  <c:v>225.632472038269</c:v>
                </c:pt>
                <c:pt idx="1579">
                  <c:v>225.921390354633</c:v>
                </c:pt>
                <c:pt idx="1580">
                  <c:v>226.21381354332</c:v>
                </c:pt>
                <c:pt idx="1581">
                  <c:v>226.55070400238</c:v>
                </c:pt>
                <c:pt idx="1582">
                  <c:v>226.908647656441</c:v>
                </c:pt>
                <c:pt idx="1583">
                  <c:v>227.247794747353</c:v>
                </c:pt>
                <c:pt idx="1584">
                  <c:v>227.596184134483</c:v>
                </c:pt>
                <c:pt idx="1585">
                  <c:v>227.97297501564</c:v>
                </c:pt>
                <c:pt idx="1586">
                  <c:v>228.37468457222</c:v>
                </c:pt>
                <c:pt idx="1587">
                  <c:v>228.846275031567</c:v>
                </c:pt>
                <c:pt idx="1588">
                  <c:v>229.263741016388</c:v>
                </c:pt>
                <c:pt idx="1589">
                  <c:v>229.663351714611</c:v>
                </c:pt>
                <c:pt idx="1590">
                  <c:v>230.047390282154</c:v>
                </c:pt>
                <c:pt idx="1591">
                  <c:v>230.373785853386</c:v>
                </c:pt>
                <c:pt idx="1592">
                  <c:v>230.571580052376</c:v>
                </c:pt>
                <c:pt idx="1593">
                  <c:v>230.672680854797</c:v>
                </c:pt>
                <c:pt idx="1594">
                  <c:v>230.778667390346</c:v>
                </c:pt>
                <c:pt idx="1595">
                  <c:v>230.881528198719</c:v>
                </c:pt>
                <c:pt idx="1596">
                  <c:v>230.993801891804</c:v>
                </c:pt>
                <c:pt idx="1597">
                  <c:v>231.060748755932</c:v>
                </c:pt>
                <c:pt idx="1598">
                  <c:v>231.160291731358</c:v>
                </c:pt>
                <c:pt idx="1599">
                  <c:v>231.255130589008</c:v>
                </c:pt>
                <c:pt idx="1600">
                  <c:v>231.371935486793</c:v>
                </c:pt>
                <c:pt idx="1601">
                  <c:v>231.412878990173</c:v>
                </c:pt>
                <c:pt idx="1602">
                  <c:v>231.579341709614</c:v>
                </c:pt>
                <c:pt idx="1603">
                  <c:v>231.739848315716</c:v>
                </c:pt>
                <c:pt idx="1604">
                  <c:v>231.84973192215</c:v>
                </c:pt>
                <c:pt idx="1605">
                  <c:v>231.979563832283</c:v>
                </c:pt>
                <c:pt idx="1606">
                  <c:v>232.052592873573</c:v>
                </c:pt>
                <c:pt idx="1607">
                  <c:v>232.171802163124</c:v>
                </c:pt>
                <c:pt idx="1608">
                  <c:v>232.270117938518</c:v>
                </c:pt>
                <c:pt idx="1609">
                  <c:v>232.294382154942</c:v>
                </c:pt>
                <c:pt idx="1610">
                  <c:v>232.344975471497</c:v>
                </c:pt>
                <c:pt idx="1611">
                  <c:v>232.427058339119</c:v>
                </c:pt>
                <c:pt idx="1612">
                  <c:v>232.491955816746</c:v>
                </c:pt>
                <c:pt idx="1613">
                  <c:v>232.606905341148</c:v>
                </c:pt>
                <c:pt idx="1614">
                  <c:v>232.764159619808</c:v>
                </c:pt>
                <c:pt idx="1615">
                  <c:v>232.953599512577</c:v>
                </c:pt>
                <c:pt idx="1616">
                  <c:v>233.127401351929</c:v>
                </c:pt>
                <c:pt idx="1617">
                  <c:v>233.293087005615</c:v>
                </c:pt>
                <c:pt idx="1618">
                  <c:v>233.625227034092</c:v>
                </c:pt>
                <c:pt idx="1619">
                  <c:v>233.948381721973</c:v>
                </c:pt>
                <c:pt idx="1620">
                  <c:v>234.197423934936</c:v>
                </c:pt>
                <c:pt idx="1621">
                  <c:v>234.380061507225</c:v>
                </c:pt>
                <c:pt idx="1622">
                  <c:v>234.546404600143</c:v>
                </c:pt>
                <c:pt idx="1623">
                  <c:v>234.779717981815</c:v>
                </c:pt>
                <c:pt idx="1624">
                  <c:v>234.933967590332</c:v>
                </c:pt>
                <c:pt idx="1625">
                  <c:v>235.120509624481</c:v>
                </c:pt>
                <c:pt idx="1626">
                  <c:v>235.27966594696</c:v>
                </c:pt>
                <c:pt idx="1627">
                  <c:v>235.453273832798</c:v>
                </c:pt>
                <c:pt idx="1628">
                  <c:v>235.556808292866</c:v>
                </c:pt>
                <c:pt idx="1629">
                  <c:v>235.65143597126</c:v>
                </c:pt>
                <c:pt idx="1630">
                  <c:v>235.812917411327</c:v>
                </c:pt>
                <c:pt idx="1631">
                  <c:v>235.912746250629</c:v>
                </c:pt>
                <c:pt idx="1632">
                  <c:v>235.924830913544</c:v>
                </c:pt>
                <c:pt idx="1633">
                  <c:v>235.907154560089</c:v>
                </c:pt>
                <c:pt idx="1634">
                  <c:v>235.860014557838</c:v>
                </c:pt>
                <c:pt idx="1635">
                  <c:v>235.864884316921</c:v>
                </c:pt>
                <c:pt idx="1636">
                  <c:v>235.859190642834</c:v>
                </c:pt>
                <c:pt idx="1637">
                  <c:v>235.769066989422</c:v>
                </c:pt>
                <c:pt idx="1638">
                  <c:v>235.751742899418</c:v>
                </c:pt>
                <c:pt idx="1639">
                  <c:v>235.71326392889</c:v>
                </c:pt>
                <c:pt idx="1640">
                  <c:v>235.625093638897</c:v>
                </c:pt>
                <c:pt idx="1641">
                  <c:v>235.603089869022</c:v>
                </c:pt>
                <c:pt idx="1642">
                  <c:v>235.597486078739</c:v>
                </c:pt>
                <c:pt idx="1643">
                  <c:v>235.594413340092</c:v>
                </c:pt>
                <c:pt idx="1644">
                  <c:v>235.567978560924</c:v>
                </c:pt>
                <c:pt idx="1645">
                  <c:v>235.567979753017</c:v>
                </c:pt>
                <c:pt idx="1646">
                  <c:v>235.61479061842</c:v>
                </c:pt>
                <c:pt idx="1647">
                  <c:v>235.673356354237</c:v>
                </c:pt>
                <c:pt idx="1648">
                  <c:v>235.697639107704</c:v>
                </c:pt>
                <c:pt idx="1649">
                  <c:v>235.77248942852</c:v>
                </c:pt>
                <c:pt idx="1650">
                  <c:v>235.832602620125</c:v>
                </c:pt>
                <c:pt idx="1651">
                  <c:v>235.837103784084</c:v>
                </c:pt>
                <c:pt idx="1652">
                  <c:v>235.894134759903</c:v>
                </c:pt>
                <c:pt idx="1653">
                  <c:v>235.943508148193</c:v>
                </c:pt>
                <c:pt idx="1654">
                  <c:v>235.989339530468</c:v>
                </c:pt>
                <c:pt idx="1655">
                  <c:v>236.10180824995</c:v>
                </c:pt>
                <c:pt idx="1656">
                  <c:v>236.143993556499</c:v>
                </c:pt>
                <c:pt idx="1657">
                  <c:v>236.241924166679</c:v>
                </c:pt>
                <c:pt idx="1658">
                  <c:v>236.25619071722</c:v>
                </c:pt>
                <c:pt idx="1659">
                  <c:v>236.210921704769</c:v>
                </c:pt>
                <c:pt idx="1660">
                  <c:v>236.108031451702</c:v>
                </c:pt>
                <c:pt idx="1661">
                  <c:v>236.000413954258</c:v>
                </c:pt>
                <c:pt idx="1662">
                  <c:v>236.02526396513</c:v>
                </c:pt>
                <c:pt idx="1663">
                  <c:v>236.161376178265</c:v>
                </c:pt>
                <c:pt idx="1664">
                  <c:v>236.335012078285</c:v>
                </c:pt>
                <c:pt idx="1665">
                  <c:v>236.422997176647</c:v>
                </c:pt>
                <c:pt idx="1666">
                  <c:v>236.543050408363</c:v>
                </c:pt>
                <c:pt idx="1667">
                  <c:v>236.670458674431</c:v>
                </c:pt>
                <c:pt idx="1668">
                  <c:v>236.839691519737</c:v>
                </c:pt>
                <c:pt idx="1669">
                  <c:v>236.998261153698</c:v>
                </c:pt>
                <c:pt idx="1670">
                  <c:v>237.201681613922</c:v>
                </c:pt>
                <c:pt idx="1671">
                  <c:v>237.395692944527</c:v>
                </c:pt>
                <c:pt idx="1672">
                  <c:v>237.56125664711</c:v>
                </c:pt>
                <c:pt idx="1673">
                  <c:v>237.61077439785</c:v>
                </c:pt>
                <c:pt idx="1674">
                  <c:v>237.682060539722</c:v>
                </c:pt>
                <c:pt idx="1675">
                  <c:v>237.696747004986</c:v>
                </c:pt>
                <c:pt idx="1676">
                  <c:v>237.666914284229</c:v>
                </c:pt>
                <c:pt idx="1677">
                  <c:v>237.828553378582</c:v>
                </c:pt>
                <c:pt idx="1678">
                  <c:v>237.898989617824</c:v>
                </c:pt>
                <c:pt idx="1679">
                  <c:v>237.835137069225</c:v>
                </c:pt>
                <c:pt idx="1680">
                  <c:v>237.766438066959</c:v>
                </c:pt>
                <c:pt idx="1681">
                  <c:v>237.742624342442</c:v>
                </c:pt>
                <c:pt idx="1682">
                  <c:v>237.749428629875</c:v>
                </c:pt>
                <c:pt idx="1683">
                  <c:v>237.695229053497</c:v>
                </c:pt>
                <c:pt idx="1684">
                  <c:v>237.658061504364</c:v>
                </c:pt>
                <c:pt idx="1685">
                  <c:v>237.757071614265</c:v>
                </c:pt>
                <c:pt idx="1686">
                  <c:v>237.947880148888</c:v>
                </c:pt>
                <c:pt idx="1687">
                  <c:v>238.022585451603</c:v>
                </c:pt>
                <c:pt idx="1688">
                  <c:v>238.10188806057</c:v>
                </c:pt>
                <c:pt idx="1689">
                  <c:v>238.160532832146</c:v>
                </c:pt>
                <c:pt idx="1690">
                  <c:v>238.221658051014</c:v>
                </c:pt>
                <c:pt idx="1691">
                  <c:v>238.261545419693</c:v>
                </c:pt>
                <c:pt idx="1692">
                  <c:v>238.32114726305</c:v>
                </c:pt>
                <c:pt idx="1693">
                  <c:v>238.375711321831</c:v>
                </c:pt>
                <c:pt idx="1694">
                  <c:v>238.472967505455</c:v>
                </c:pt>
                <c:pt idx="1695">
                  <c:v>238.651641607284</c:v>
                </c:pt>
                <c:pt idx="1696">
                  <c:v>238.651916503906</c:v>
                </c:pt>
                <c:pt idx="1697">
                  <c:v>238.768007278442</c:v>
                </c:pt>
                <c:pt idx="1698">
                  <c:v>238.957912743092</c:v>
                </c:pt>
                <c:pt idx="1699">
                  <c:v>239.123049795628</c:v>
                </c:pt>
                <c:pt idx="1700">
                  <c:v>239.413555800915</c:v>
                </c:pt>
                <c:pt idx="1701">
                  <c:v>239.732876598835</c:v>
                </c:pt>
                <c:pt idx="1702">
                  <c:v>240.060299694538</c:v>
                </c:pt>
                <c:pt idx="1703">
                  <c:v>240.427566170692</c:v>
                </c:pt>
                <c:pt idx="1704">
                  <c:v>240.723082304001</c:v>
                </c:pt>
                <c:pt idx="1705">
                  <c:v>240.929988026619</c:v>
                </c:pt>
                <c:pt idx="1706">
                  <c:v>241.069928348064</c:v>
                </c:pt>
                <c:pt idx="1707">
                  <c:v>241.107948839664</c:v>
                </c:pt>
                <c:pt idx="1708">
                  <c:v>241.177873551845</c:v>
                </c:pt>
                <c:pt idx="1709">
                  <c:v>241.372493803501</c:v>
                </c:pt>
                <c:pt idx="1710">
                  <c:v>241.524042546749</c:v>
                </c:pt>
                <c:pt idx="1711">
                  <c:v>241.706802606583</c:v>
                </c:pt>
                <c:pt idx="1712">
                  <c:v>241.892354249954</c:v>
                </c:pt>
                <c:pt idx="1713">
                  <c:v>242.024957954884</c:v>
                </c:pt>
                <c:pt idx="1714">
                  <c:v>242.046441197395</c:v>
                </c:pt>
                <c:pt idx="1715">
                  <c:v>242.091005861759</c:v>
                </c:pt>
                <c:pt idx="1716">
                  <c:v>241.960527479649</c:v>
                </c:pt>
                <c:pt idx="1717">
                  <c:v>241.646590650082</c:v>
                </c:pt>
                <c:pt idx="1718">
                  <c:v>241.286429703236</c:v>
                </c:pt>
                <c:pt idx="1719">
                  <c:v>241.008458793163</c:v>
                </c:pt>
                <c:pt idx="1720">
                  <c:v>240.800893366337</c:v>
                </c:pt>
                <c:pt idx="1721">
                  <c:v>240.627223670483</c:v>
                </c:pt>
                <c:pt idx="1722">
                  <c:v>240.435740530491</c:v>
                </c:pt>
                <c:pt idx="1723">
                  <c:v>240.375706613064</c:v>
                </c:pt>
                <c:pt idx="1724">
                  <c:v>240.375774264336</c:v>
                </c:pt>
                <c:pt idx="1725">
                  <c:v>240.680810332298</c:v>
                </c:pt>
                <c:pt idx="1726">
                  <c:v>241.370557248592</c:v>
                </c:pt>
                <c:pt idx="1727">
                  <c:v>242.091956913471</c:v>
                </c:pt>
                <c:pt idx="1728">
                  <c:v>242.94719094038</c:v>
                </c:pt>
                <c:pt idx="1729">
                  <c:v>243.697389125824</c:v>
                </c:pt>
                <c:pt idx="1730">
                  <c:v>244.323168039322</c:v>
                </c:pt>
                <c:pt idx="1731">
                  <c:v>244.78745496273</c:v>
                </c:pt>
                <c:pt idx="1732">
                  <c:v>245.173293173313</c:v>
                </c:pt>
                <c:pt idx="1733">
                  <c:v>245.442740499973</c:v>
                </c:pt>
                <c:pt idx="1734">
                  <c:v>245.399396717548</c:v>
                </c:pt>
                <c:pt idx="1735">
                  <c:v>245.240039408207</c:v>
                </c:pt>
                <c:pt idx="1736">
                  <c:v>245.096777141094</c:v>
                </c:pt>
                <c:pt idx="1737">
                  <c:v>245.386406362057</c:v>
                </c:pt>
                <c:pt idx="1738">
                  <c:v>245.7273889184</c:v>
                </c:pt>
                <c:pt idx="1739">
                  <c:v>246.057798564434</c:v>
                </c:pt>
                <c:pt idx="1740">
                  <c:v>246.433382809162</c:v>
                </c:pt>
                <c:pt idx="1741">
                  <c:v>246.875960588455</c:v>
                </c:pt>
                <c:pt idx="1742">
                  <c:v>247.291447579861</c:v>
                </c:pt>
                <c:pt idx="1743">
                  <c:v>247.636055707931</c:v>
                </c:pt>
                <c:pt idx="1744">
                  <c:v>247.935796380043</c:v>
                </c:pt>
                <c:pt idx="1745">
                  <c:v>248.222962200642</c:v>
                </c:pt>
                <c:pt idx="1746">
                  <c:v>248.440112233162</c:v>
                </c:pt>
                <c:pt idx="1747">
                  <c:v>248.724072635174</c:v>
                </c:pt>
                <c:pt idx="1748">
                  <c:v>248.946001410484</c:v>
                </c:pt>
                <c:pt idx="1749">
                  <c:v>249.189471840858</c:v>
                </c:pt>
                <c:pt idx="1750">
                  <c:v>249.483782410622</c:v>
                </c:pt>
                <c:pt idx="1751">
                  <c:v>249.790924012661</c:v>
                </c:pt>
                <c:pt idx="1752">
                  <c:v>250.171766281128</c:v>
                </c:pt>
                <c:pt idx="1753">
                  <c:v>250.518937110901</c:v>
                </c:pt>
                <c:pt idx="1754">
                  <c:v>250.941951811314</c:v>
                </c:pt>
                <c:pt idx="1755">
                  <c:v>251.238236963749</c:v>
                </c:pt>
                <c:pt idx="1756">
                  <c:v>251.510463178158</c:v>
                </c:pt>
                <c:pt idx="1757">
                  <c:v>251.748958230019</c:v>
                </c:pt>
                <c:pt idx="1758">
                  <c:v>251.948675811291</c:v>
                </c:pt>
                <c:pt idx="1759">
                  <c:v>252.178826868534</c:v>
                </c:pt>
                <c:pt idx="1760">
                  <c:v>252.421785771847</c:v>
                </c:pt>
                <c:pt idx="1761">
                  <c:v>252.633651971817</c:v>
                </c:pt>
                <c:pt idx="1762">
                  <c:v>252.779193520546</c:v>
                </c:pt>
                <c:pt idx="1763">
                  <c:v>252.937219083309</c:v>
                </c:pt>
                <c:pt idx="1764">
                  <c:v>253.117362201214</c:v>
                </c:pt>
                <c:pt idx="1765">
                  <c:v>253.322901368141</c:v>
                </c:pt>
                <c:pt idx="1766">
                  <c:v>253.50696092844</c:v>
                </c:pt>
                <c:pt idx="1767">
                  <c:v>253.686445653439</c:v>
                </c:pt>
                <c:pt idx="1768">
                  <c:v>254.000063300133</c:v>
                </c:pt>
                <c:pt idx="1769">
                  <c:v>254.529060482979</c:v>
                </c:pt>
                <c:pt idx="1770">
                  <c:v>254.897409200668</c:v>
                </c:pt>
                <c:pt idx="1771">
                  <c:v>255.242547273636</c:v>
                </c:pt>
                <c:pt idx="1772">
                  <c:v>255.578423380852</c:v>
                </c:pt>
                <c:pt idx="1773">
                  <c:v>255.908607602119</c:v>
                </c:pt>
                <c:pt idx="1774">
                  <c:v>256.105635344982</c:v>
                </c:pt>
                <c:pt idx="1775">
                  <c:v>256.173141181469</c:v>
                </c:pt>
                <c:pt idx="1776">
                  <c:v>256.2707644701</c:v>
                </c:pt>
                <c:pt idx="1777">
                  <c:v>256.360206365585</c:v>
                </c:pt>
                <c:pt idx="1778">
                  <c:v>256.420841097832</c:v>
                </c:pt>
                <c:pt idx="1779">
                  <c:v>256.45472073555</c:v>
                </c:pt>
                <c:pt idx="1780">
                  <c:v>256.517180681229</c:v>
                </c:pt>
                <c:pt idx="1781">
                  <c:v>256.653483808041</c:v>
                </c:pt>
                <c:pt idx="1782">
                  <c:v>256.842956423759</c:v>
                </c:pt>
                <c:pt idx="1783">
                  <c:v>256.956315040588</c:v>
                </c:pt>
                <c:pt idx="1784">
                  <c:v>257.080166995525</c:v>
                </c:pt>
                <c:pt idx="1785">
                  <c:v>257.212010085583</c:v>
                </c:pt>
                <c:pt idx="1786">
                  <c:v>257.291695535183</c:v>
                </c:pt>
                <c:pt idx="1787">
                  <c:v>257.381861388683</c:v>
                </c:pt>
                <c:pt idx="1788">
                  <c:v>257.497409641743</c:v>
                </c:pt>
                <c:pt idx="1789">
                  <c:v>257.688198745251</c:v>
                </c:pt>
                <c:pt idx="1790">
                  <c:v>257.828217566013</c:v>
                </c:pt>
                <c:pt idx="1791">
                  <c:v>257.960710585117</c:v>
                </c:pt>
                <c:pt idx="1792">
                  <c:v>258.113972187042</c:v>
                </c:pt>
                <c:pt idx="1793">
                  <c:v>258.301451325417</c:v>
                </c:pt>
                <c:pt idx="1794">
                  <c:v>258.513575911522</c:v>
                </c:pt>
                <c:pt idx="1795">
                  <c:v>258.589196979999</c:v>
                </c:pt>
                <c:pt idx="1796">
                  <c:v>258.710422813892</c:v>
                </c:pt>
                <c:pt idx="1797">
                  <c:v>258.80093729496</c:v>
                </c:pt>
                <c:pt idx="1798">
                  <c:v>258.80608522892</c:v>
                </c:pt>
                <c:pt idx="1799">
                  <c:v>258.812636196613</c:v>
                </c:pt>
                <c:pt idx="1800">
                  <c:v>258.784293115139</c:v>
                </c:pt>
                <c:pt idx="1801">
                  <c:v>258.663731753826</c:v>
                </c:pt>
                <c:pt idx="1802">
                  <c:v>258.661395251751</c:v>
                </c:pt>
                <c:pt idx="1803">
                  <c:v>258.798749744892</c:v>
                </c:pt>
                <c:pt idx="1804">
                  <c:v>258.732255876064</c:v>
                </c:pt>
                <c:pt idx="1805">
                  <c:v>258.765757739544</c:v>
                </c:pt>
                <c:pt idx="1806">
                  <c:v>258.837818861008</c:v>
                </c:pt>
                <c:pt idx="1807">
                  <c:v>258.965863645077</c:v>
                </c:pt>
                <c:pt idx="1808">
                  <c:v>259.012353360653</c:v>
                </c:pt>
                <c:pt idx="1809">
                  <c:v>259.158936202526</c:v>
                </c:pt>
                <c:pt idx="1810">
                  <c:v>259.362432301044</c:v>
                </c:pt>
                <c:pt idx="1811">
                  <c:v>259.613942563534</c:v>
                </c:pt>
                <c:pt idx="1812">
                  <c:v>259.862284481525</c:v>
                </c:pt>
                <c:pt idx="1813">
                  <c:v>260.168904960155</c:v>
                </c:pt>
                <c:pt idx="1814">
                  <c:v>260.413382709026</c:v>
                </c:pt>
                <c:pt idx="1815">
                  <c:v>260.532530248165</c:v>
                </c:pt>
                <c:pt idx="1816">
                  <c:v>260.602422475815</c:v>
                </c:pt>
                <c:pt idx="1817">
                  <c:v>260.715612530708</c:v>
                </c:pt>
                <c:pt idx="1818">
                  <c:v>260.845277786255</c:v>
                </c:pt>
                <c:pt idx="1819">
                  <c:v>260.92759257555</c:v>
                </c:pt>
                <c:pt idx="1820">
                  <c:v>260.941643059254</c:v>
                </c:pt>
                <c:pt idx="1821">
                  <c:v>260.992850244045</c:v>
                </c:pt>
                <c:pt idx="1822">
                  <c:v>261.095742106438</c:v>
                </c:pt>
                <c:pt idx="1823">
                  <c:v>261.17042195797</c:v>
                </c:pt>
                <c:pt idx="1824">
                  <c:v>261.354783296585</c:v>
                </c:pt>
                <c:pt idx="1825">
                  <c:v>261.561869859695</c:v>
                </c:pt>
                <c:pt idx="1826">
                  <c:v>261.75037497282</c:v>
                </c:pt>
                <c:pt idx="1827">
                  <c:v>261.927632570267</c:v>
                </c:pt>
                <c:pt idx="1828">
                  <c:v>262.088479578495</c:v>
                </c:pt>
                <c:pt idx="1829">
                  <c:v>262.197339832783</c:v>
                </c:pt>
                <c:pt idx="1830">
                  <c:v>262.301291167736</c:v>
                </c:pt>
                <c:pt idx="1831">
                  <c:v>262.566541969776</c:v>
                </c:pt>
                <c:pt idx="1832">
                  <c:v>262.766927540302</c:v>
                </c:pt>
                <c:pt idx="1833">
                  <c:v>262.958040177822</c:v>
                </c:pt>
                <c:pt idx="1834">
                  <c:v>263.172746896744</c:v>
                </c:pt>
                <c:pt idx="1835">
                  <c:v>263.439722895622</c:v>
                </c:pt>
                <c:pt idx="1836">
                  <c:v>263.694556117058</c:v>
                </c:pt>
                <c:pt idx="1837">
                  <c:v>264.008382439613</c:v>
                </c:pt>
                <c:pt idx="1838">
                  <c:v>264.27656853199</c:v>
                </c:pt>
                <c:pt idx="1839">
                  <c:v>264.614012002945</c:v>
                </c:pt>
                <c:pt idx="1840">
                  <c:v>264.955770134926</c:v>
                </c:pt>
                <c:pt idx="1841">
                  <c:v>265.174026966095</c:v>
                </c:pt>
                <c:pt idx="1842">
                  <c:v>265.467465400696</c:v>
                </c:pt>
                <c:pt idx="1843">
                  <c:v>265.688820362091</c:v>
                </c:pt>
                <c:pt idx="1844">
                  <c:v>265.886920690536</c:v>
                </c:pt>
                <c:pt idx="1845">
                  <c:v>266.058902800083</c:v>
                </c:pt>
                <c:pt idx="1846">
                  <c:v>266.249846875668</c:v>
                </c:pt>
                <c:pt idx="1847">
                  <c:v>266.446115970612</c:v>
                </c:pt>
                <c:pt idx="1848">
                  <c:v>266.62850099802</c:v>
                </c:pt>
                <c:pt idx="1849">
                  <c:v>266.78310328722</c:v>
                </c:pt>
                <c:pt idx="1850">
                  <c:v>266.953901708126</c:v>
                </c:pt>
                <c:pt idx="1851">
                  <c:v>267.166185200214</c:v>
                </c:pt>
                <c:pt idx="1852">
                  <c:v>267.384674012661</c:v>
                </c:pt>
                <c:pt idx="1853">
                  <c:v>267.571303486824</c:v>
                </c:pt>
                <c:pt idx="1854">
                  <c:v>267.69684946537</c:v>
                </c:pt>
                <c:pt idx="1855">
                  <c:v>267.8287140131</c:v>
                </c:pt>
                <c:pt idx="1856">
                  <c:v>267.969835281372</c:v>
                </c:pt>
                <c:pt idx="1857">
                  <c:v>268.05212777853</c:v>
                </c:pt>
                <c:pt idx="1858">
                  <c:v>268.159579455852</c:v>
                </c:pt>
                <c:pt idx="1859">
                  <c:v>268.26936763525</c:v>
                </c:pt>
                <c:pt idx="1860">
                  <c:v>268.335493326187</c:v>
                </c:pt>
                <c:pt idx="1861">
                  <c:v>268.389169275761</c:v>
                </c:pt>
                <c:pt idx="1862">
                  <c:v>268.399306833744</c:v>
                </c:pt>
                <c:pt idx="1863">
                  <c:v>268.449662327766</c:v>
                </c:pt>
                <c:pt idx="1864">
                  <c:v>268.576103210449</c:v>
                </c:pt>
                <c:pt idx="1865">
                  <c:v>268.695971906185</c:v>
                </c:pt>
                <c:pt idx="1866">
                  <c:v>268.788699686527</c:v>
                </c:pt>
                <c:pt idx="1867">
                  <c:v>268.890481650829</c:v>
                </c:pt>
                <c:pt idx="1868">
                  <c:v>269.014045000076</c:v>
                </c:pt>
                <c:pt idx="1869">
                  <c:v>269.134929299354</c:v>
                </c:pt>
                <c:pt idx="1870">
                  <c:v>269.285794734955</c:v>
                </c:pt>
                <c:pt idx="1871">
                  <c:v>269.40014976263</c:v>
                </c:pt>
                <c:pt idx="1872">
                  <c:v>269.400814473629</c:v>
                </c:pt>
                <c:pt idx="1873">
                  <c:v>269.286147177219</c:v>
                </c:pt>
                <c:pt idx="1874">
                  <c:v>269.262041628361</c:v>
                </c:pt>
                <c:pt idx="1875">
                  <c:v>269.271096885204</c:v>
                </c:pt>
                <c:pt idx="1876">
                  <c:v>269.286336421966</c:v>
                </c:pt>
                <c:pt idx="1877">
                  <c:v>269.239896774292</c:v>
                </c:pt>
                <c:pt idx="1878">
                  <c:v>269.132588982582</c:v>
                </c:pt>
                <c:pt idx="1879">
                  <c:v>269.021898627281</c:v>
                </c:pt>
                <c:pt idx="1880">
                  <c:v>268.981092453003</c:v>
                </c:pt>
                <c:pt idx="1881">
                  <c:v>268.759679794311</c:v>
                </c:pt>
                <c:pt idx="1882">
                  <c:v>268.391310691833</c:v>
                </c:pt>
                <c:pt idx="1883">
                  <c:v>268.593607664108</c:v>
                </c:pt>
                <c:pt idx="1884">
                  <c:v>268.626502513885</c:v>
                </c:pt>
                <c:pt idx="1885">
                  <c:v>268.496206998825</c:v>
                </c:pt>
                <c:pt idx="1886">
                  <c:v>268.149196743965</c:v>
                </c:pt>
                <c:pt idx="1887">
                  <c:v>267.983003854752</c:v>
                </c:pt>
                <c:pt idx="1888">
                  <c:v>267.806629419327</c:v>
                </c:pt>
                <c:pt idx="1889">
                  <c:v>267.645299196243</c:v>
                </c:pt>
                <c:pt idx="1890">
                  <c:v>267.45506644249</c:v>
                </c:pt>
                <c:pt idx="1891">
                  <c:v>267.584157824516</c:v>
                </c:pt>
                <c:pt idx="1892">
                  <c:v>267.803879976273</c:v>
                </c:pt>
                <c:pt idx="1893">
                  <c:v>267.792612791061</c:v>
                </c:pt>
                <c:pt idx="1894">
                  <c:v>267.738854646683</c:v>
                </c:pt>
                <c:pt idx="1895">
                  <c:v>267.680845379829</c:v>
                </c:pt>
                <c:pt idx="1896">
                  <c:v>267.624381184578</c:v>
                </c:pt>
                <c:pt idx="1897">
                  <c:v>267.482185125351</c:v>
                </c:pt>
                <c:pt idx="1898">
                  <c:v>267.479489088058</c:v>
                </c:pt>
                <c:pt idx="1899">
                  <c:v>267.521133303642</c:v>
                </c:pt>
                <c:pt idx="1900">
                  <c:v>267.599623560905</c:v>
                </c:pt>
                <c:pt idx="1901">
                  <c:v>267.582003116608</c:v>
                </c:pt>
                <c:pt idx="1902">
                  <c:v>267.72399520874</c:v>
                </c:pt>
                <c:pt idx="1903">
                  <c:v>267.971832156181</c:v>
                </c:pt>
                <c:pt idx="1904">
                  <c:v>268.245362997055</c:v>
                </c:pt>
                <c:pt idx="1905">
                  <c:v>268.469678163528</c:v>
                </c:pt>
                <c:pt idx="1906">
                  <c:v>268.75811457634</c:v>
                </c:pt>
                <c:pt idx="1907">
                  <c:v>269.114494800568</c:v>
                </c:pt>
                <c:pt idx="1908">
                  <c:v>269.492249131203</c:v>
                </c:pt>
                <c:pt idx="1909">
                  <c:v>269.820983886719</c:v>
                </c:pt>
                <c:pt idx="1910">
                  <c:v>270.070433616638</c:v>
                </c:pt>
                <c:pt idx="1911">
                  <c:v>270.246142327785</c:v>
                </c:pt>
                <c:pt idx="1912">
                  <c:v>270.212271511555</c:v>
                </c:pt>
                <c:pt idx="1913">
                  <c:v>270.185033023357</c:v>
                </c:pt>
                <c:pt idx="1914">
                  <c:v>270.300383985043</c:v>
                </c:pt>
                <c:pt idx="1915">
                  <c:v>270.359943509102</c:v>
                </c:pt>
                <c:pt idx="1916">
                  <c:v>270.501033782959</c:v>
                </c:pt>
                <c:pt idx="1917">
                  <c:v>270.687542617321</c:v>
                </c:pt>
                <c:pt idx="1918">
                  <c:v>270.73017758131</c:v>
                </c:pt>
                <c:pt idx="1919">
                  <c:v>270.836756527424</c:v>
                </c:pt>
                <c:pt idx="1920">
                  <c:v>270.932047307491</c:v>
                </c:pt>
                <c:pt idx="1921">
                  <c:v>271.075759589672</c:v>
                </c:pt>
                <c:pt idx="1922">
                  <c:v>271.332095086574</c:v>
                </c:pt>
                <c:pt idx="1923">
                  <c:v>271.684859335422</c:v>
                </c:pt>
                <c:pt idx="1924">
                  <c:v>272.013085663319</c:v>
                </c:pt>
                <c:pt idx="1925">
                  <c:v>272.377619743347</c:v>
                </c:pt>
                <c:pt idx="1926">
                  <c:v>272.639407515526</c:v>
                </c:pt>
                <c:pt idx="1927">
                  <c:v>272.95932161808</c:v>
                </c:pt>
                <c:pt idx="1928">
                  <c:v>273.32160872221</c:v>
                </c:pt>
                <c:pt idx="1929">
                  <c:v>273.693070232868</c:v>
                </c:pt>
                <c:pt idx="1930">
                  <c:v>274.023353993893</c:v>
                </c:pt>
                <c:pt idx="1931">
                  <c:v>274.39941573143</c:v>
                </c:pt>
                <c:pt idx="1932">
                  <c:v>274.735419392586</c:v>
                </c:pt>
                <c:pt idx="1933">
                  <c:v>275.061350226402</c:v>
                </c:pt>
                <c:pt idx="1934">
                  <c:v>275.361489892006</c:v>
                </c:pt>
                <c:pt idx="1935">
                  <c:v>275.73911857605</c:v>
                </c:pt>
                <c:pt idx="1936">
                  <c:v>276.200266599655</c:v>
                </c:pt>
                <c:pt idx="1937">
                  <c:v>276.525014877319</c:v>
                </c:pt>
                <c:pt idx="1938">
                  <c:v>276.8167937994</c:v>
                </c:pt>
                <c:pt idx="1939">
                  <c:v>277.01526093483</c:v>
                </c:pt>
                <c:pt idx="1940">
                  <c:v>277.287576496601</c:v>
                </c:pt>
                <c:pt idx="1941">
                  <c:v>277.516723632812</c:v>
                </c:pt>
                <c:pt idx="1942">
                  <c:v>277.680014252663</c:v>
                </c:pt>
                <c:pt idx="1943">
                  <c:v>277.860640048981</c:v>
                </c:pt>
                <c:pt idx="1944">
                  <c:v>278.105440199375</c:v>
                </c:pt>
                <c:pt idx="1945">
                  <c:v>278.394651174545</c:v>
                </c:pt>
                <c:pt idx="1946">
                  <c:v>278.685269296169</c:v>
                </c:pt>
                <c:pt idx="1947">
                  <c:v>278.874984920025</c:v>
                </c:pt>
                <c:pt idx="1948">
                  <c:v>279.009593367577</c:v>
                </c:pt>
                <c:pt idx="1949">
                  <c:v>279.159207940102</c:v>
                </c:pt>
                <c:pt idx="1950">
                  <c:v>279.307653069496</c:v>
                </c:pt>
                <c:pt idx="1951">
                  <c:v>279.418702423572</c:v>
                </c:pt>
                <c:pt idx="1952">
                  <c:v>279.610155045986</c:v>
                </c:pt>
                <c:pt idx="1953">
                  <c:v>279.760245203972</c:v>
                </c:pt>
                <c:pt idx="1954">
                  <c:v>279.937459528446</c:v>
                </c:pt>
                <c:pt idx="1955">
                  <c:v>280.000296831131</c:v>
                </c:pt>
                <c:pt idx="1956">
                  <c:v>279.989038109779</c:v>
                </c:pt>
                <c:pt idx="1957">
                  <c:v>279.941517114639</c:v>
                </c:pt>
                <c:pt idx="1958">
                  <c:v>279.904445171356</c:v>
                </c:pt>
                <c:pt idx="1959">
                  <c:v>279.8742146492</c:v>
                </c:pt>
                <c:pt idx="1960">
                  <c:v>279.714128851891</c:v>
                </c:pt>
                <c:pt idx="1961">
                  <c:v>279.529506921768</c:v>
                </c:pt>
                <c:pt idx="1962">
                  <c:v>279.295805335045</c:v>
                </c:pt>
                <c:pt idx="1963">
                  <c:v>279.049688100815</c:v>
                </c:pt>
                <c:pt idx="1964">
                  <c:v>278.782250881195</c:v>
                </c:pt>
                <c:pt idx="1965">
                  <c:v>278.653858542442</c:v>
                </c:pt>
                <c:pt idx="1966">
                  <c:v>278.594525933266</c:v>
                </c:pt>
                <c:pt idx="1967">
                  <c:v>278.585657477379</c:v>
                </c:pt>
                <c:pt idx="1968">
                  <c:v>278.588840842247</c:v>
                </c:pt>
                <c:pt idx="1969">
                  <c:v>278.737359821796</c:v>
                </c:pt>
                <c:pt idx="1970">
                  <c:v>278.931521594524</c:v>
                </c:pt>
                <c:pt idx="1971">
                  <c:v>279.016876578331</c:v>
                </c:pt>
                <c:pt idx="1972">
                  <c:v>279.109215676784</c:v>
                </c:pt>
                <c:pt idx="1973">
                  <c:v>279.140807747841</c:v>
                </c:pt>
                <c:pt idx="1974">
                  <c:v>279.29213064909</c:v>
                </c:pt>
                <c:pt idx="1975">
                  <c:v>279.400370180607</c:v>
                </c:pt>
                <c:pt idx="1976">
                  <c:v>279.537608146667</c:v>
                </c:pt>
                <c:pt idx="1977">
                  <c:v>279.688703119755</c:v>
                </c:pt>
                <c:pt idx="1978">
                  <c:v>279.904546201229</c:v>
                </c:pt>
                <c:pt idx="1979">
                  <c:v>279.972768604755</c:v>
                </c:pt>
                <c:pt idx="1980">
                  <c:v>279.996423482895</c:v>
                </c:pt>
                <c:pt idx="1981">
                  <c:v>280.006731152534</c:v>
                </c:pt>
                <c:pt idx="1982">
                  <c:v>280.18749499321</c:v>
                </c:pt>
                <c:pt idx="1983">
                  <c:v>280.527572751045</c:v>
                </c:pt>
                <c:pt idx="1984">
                  <c:v>280.908977270126</c:v>
                </c:pt>
                <c:pt idx="1985">
                  <c:v>281.332716822624</c:v>
                </c:pt>
                <c:pt idx="1986">
                  <c:v>281.783134818077</c:v>
                </c:pt>
                <c:pt idx="1987">
                  <c:v>282.273654580116</c:v>
                </c:pt>
                <c:pt idx="1988">
                  <c:v>282.711848735809</c:v>
                </c:pt>
                <c:pt idx="1989">
                  <c:v>283.209715425968</c:v>
                </c:pt>
                <c:pt idx="1990">
                  <c:v>283.723871529102</c:v>
                </c:pt>
                <c:pt idx="1991">
                  <c:v>284.29511064291</c:v>
                </c:pt>
                <c:pt idx="1992">
                  <c:v>284.819806993008</c:v>
                </c:pt>
                <c:pt idx="1993">
                  <c:v>285.319067239761</c:v>
                </c:pt>
                <c:pt idx="1994">
                  <c:v>285.800332188606</c:v>
                </c:pt>
                <c:pt idx="1995">
                  <c:v>286.209446787834</c:v>
                </c:pt>
                <c:pt idx="1996">
                  <c:v>286.507811784744</c:v>
                </c:pt>
                <c:pt idx="1997">
                  <c:v>286.794708490372</c:v>
                </c:pt>
                <c:pt idx="1998">
                  <c:v>287.019337534904</c:v>
                </c:pt>
                <c:pt idx="1999">
                  <c:v>287.161120533943</c:v>
                </c:pt>
                <c:pt idx="2000">
                  <c:v>287.271139740944</c:v>
                </c:pt>
                <c:pt idx="2001">
                  <c:v>287.38878428936</c:v>
                </c:pt>
                <c:pt idx="2002">
                  <c:v>287.492287635803</c:v>
                </c:pt>
                <c:pt idx="2003">
                  <c:v>287.563018739223</c:v>
                </c:pt>
                <c:pt idx="2004">
                  <c:v>287.969494879246</c:v>
                </c:pt>
                <c:pt idx="2005">
                  <c:v>288.332650899887</c:v>
                </c:pt>
                <c:pt idx="2006">
                  <c:v>288.716771304607</c:v>
                </c:pt>
                <c:pt idx="2007">
                  <c:v>288.977676570415</c:v>
                </c:pt>
                <c:pt idx="2008">
                  <c:v>289.22921526432</c:v>
                </c:pt>
                <c:pt idx="2009">
                  <c:v>289.493829011917</c:v>
                </c:pt>
                <c:pt idx="2010">
                  <c:v>289.776134252548</c:v>
                </c:pt>
                <c:pt idx="2011">
                  <c:v>290.104278445244</c:v>
                </c:pt>
                <c:pt idx="2012">
                  <c:v>290.412298679352</c:v>
                </c:pt>
                <c:pt idx="2013">
                  <c:v>290.617549777031</c:v>
                </c:pt>
                <c:pt idx="2014">
                  <c:v>290.821190834045</c:v>
                </c:pt>
                <c:pt idx="2015">
                  <c:v>291.023218870163</c:v>
                </c:pt>
                <c:pt idx="2016">
                  <c:v>291.104859292507</c:v>
                </c:pt>
                <c:pt idx="2017">
                  <c:v>291.199439585209</c:v>
                </c:pt>
                <c:pt idx="2018">
                  <c:v>291.21644616127</c:v>
                </c:pt>
                <c:pt idx="2019">
                  <c:v>291.250027775764</c:v>
                </c:pt>
                <c:pt idx="2020">
                  <c:v>291.228196978569</c:v>
                </c:pt>
                <c:pt idx="2021">
                  <c:v>291.211510062218</c:v>
                </c:pt>
                <c:pt idx="2022">
                  <c:v>291.269568324089</c:v>
                </c:pt>
                <c:pt idx="2023">
                  <c:v>291.396273136139</c:v>
                </c:pt>
                <c:pt idx="2024">
                  <c:v>291.586369395256</c:v>
                </c:pt>
                <c:pt idx="2025">
                  <c:v>291.777122974396</c:v>
                </c:pt>
                <c:pt idx="2026">
                  <c:v>292.00108653307</c:v>
                </c:pt>
                <c:pt idx="2027">
                  <c:v>292.201295673847</c:v>
                </c:pt>
                <c:pt idx="2028">
                  <c:v>292.471424520016</c:v>
                </c:pt>
                <c:pt idx="2029">
                  <c:v>292.670518815517</c:v>
                </c:pt>
                <c:pt idx="2030">
                  <c:v>292.887044548988</c:v>
                </c:pt>
                <c:pt idx="2031">
                  <c:v>293.101752698421</c:v>
                </c:pt>
                <c:pt idx="2032">
                  <c:v>293.353063285351</c:v>
                </c:pt>
                <c:pt idx="2033">
                  <c:v>293.562112390995</c:v>
                </c:pt>
                <c:pt idx="2034">
                  <c:v>293.725245058536</c:v>
                </c:pt>
                <c:pt idx="2035">
                  <c:v>293.81338173151</c:v>
                </c:pt>
                <c:pt idx="2036">
                  <c:v>293.943738341331</c:v>
                </c:pt>
                <c:pt idx="2037">
                  <c:v>294.114177167416</c:v>
                </c:pt>
                <c:pt idx="2038">
                  <c:v>294.249210596085</c:v>
                </c:pt>
                <c:pt idx="2039">
                  <c:v>294.435451626778</c:v>
                </c:pt>
                <c:pt idx="2040">
                  <c:v>294.514768540859</c:v>
                </c:pt>
                <c:pt idx="2041">
                  <c:v>294.671674489975</c:v>
                </c:pt>
                <c:pt idx="2042">
                  <c:v>294.840880870819</c:v>
                </c:pt>
                <c:pt idx="2043">
                  <c:v>295.068403244018</c:v>
                </c:pt>
                <c:pt idx="2044">
                  <c:v>295.320857286453</c:v>
                </c:pt>
                <c:pt idx="2045">
                  <c:v>295.570468902588</c:v>
                </c:pt>
                <c:pt idx="2046">
                  <c:v>295.810028493404</c:v>
                </c:pt>
                <c:pt idx="2047">
                  <c:v>296.028748989105</c:v>
                </c:pt>
                <c:pt idx="2048">
                  <c:v>296.245726943016</c:v>
                </c:pt>
                <c:pt idx="2049">
                  <c:v>296.407756745815</c:v>
                </c:pt>
                <c:pt idx="2050">
                  <c:v>296.562520682812</c:v>
                </c:pt>
                <c:pt idx="2051">
                  <c:v>296.694150209427</c:v>
                </c:pt>
                <c:pt idx="2052">
                  <c:v>296.90487986803</c:v>
                </c:pt>
                <c:pt idx="2053">
                  <c:v>297.063455581665</c:v>
                </c:pt>
                <c:pt idx="2054">
                  <c:v>297.184556424618</c:v>
                </c:pt>
                <c:pt idx="2055">
                  <c:v>297.392905592918</c:v>
                </c:pt>
                <c:pt idx="2056">
                  <c:v>297.565856516361</c:v>
                </c:pt>
                <c:pt idx="2057">
                  <c:v>297.783717274666</c:v>
                </c:pt>
                <c:pt idx="2058">
                  <c:v>298.046692609787</c:v>
                </c:pt>
                <c:pt idx="2059">
                  <c:v>298.301894783974</c:v>
                </c:pt>
                <c:pt idx="2060">
                  <c:v>298.622647047043</c:v>
                </c:pt>
                <c:pt idx="2061">
                  <c:v>298.92987716198</c:v>
                </c:pt>
                <c:pt idx="2062">
                  <c:v>299.138630628586</c:v>
                </c:pt>
                <c:pt idx="2063">
                  <c:v>299.287359297275</c:v>
                </c:pt>
                <c:pt idx="2064">
                  <c:v>299.426394760609</c:v>
                </c:pt>
                <c:pt idx="2065">
                  <c:v>299.585500180721</c:v>
                </c:pt>
                <c:pt idx="2066">
                  <c:v>299.832630515099</c:v>
                </c:pt>
                <c:pt idx="2067">
                  <c:v>300.091993570328</c:v>
                </c:pt>
                <c:pt idx="2068">
                  <c:v>300.290269732475</c:v>
                </c:pt>
                <c:pt idx="2069">
                  <c:v>300.518117964268</c:v>
                </c:pt>
                <c:pt idx="2070">
                  <c:v>300.645903766155</c:v>
                </c:pt>
                <c:pt idx="2071">
                  <c:v>300.763284504414</c:v>
                </c:pt>
                <c:pt idx="2072">
                  <c:v>300.911902010441</c:v>
                </c:pt>
                <c:pt idx="2073">
                  <c:v>301.056070923805</c:v>
                </c:pt>
                <c:pt idx="2074">
                  <c:v>301.210128426552</c:v>
                </c:pt>
                <c:pt idx="2075">
                  <c:v>301.30916762352</c:v>
                </c:pt>
                <c:pt idx="2076">
                  <c:v>301.43505012989</c:v>
                </c:pt>
                <c:pt idx="2077">
                  <c:v>301.480538129806</c:v>
                </c:pt>
                <c:pt idx="2078">
                  <c:v>301.578302681446</c:v>
                </c:pt>
                <c:pt idx="2079">
                  <c:v>301.64080041647</c:v>
                </c:pt>
                <c:pt idx="2080">
                  <c:v>301.684595108032</c:v>
                </c:pt>
                <c:pt idx="2081">
                  <c:v>301.826487600803</c:v>
                </c:pt>
                <c:pt idx="2082">
                  <c:v>301.860232174396</c:v>
                </c:pt>
                <c:pt idx="2083">
                  <c:v>301.97177439928</c:v>
                </c:pt>
                <c:pt idx="2084">
                  <c:v>301.965167820454</c:v>
                </c:pt>
                <c:pt idx="2085">
                  <c:v>301.926218211651</c:v>
                </c:pt>
                <c:pt idx="2086">
                  <c:v>301.829991400242</c:v>
                </c:pt>
                <c:pt idx="2087">
                  <c:v>301.819686472416</c:v>
                </c:pt>
                <c:pt idx="2088">
                  <c:v>301.855523943901</c:v>
                </c:pt>
                <c:pt idx="2089">
                  <c:v>301.836766481399</c:v>
                </c:pt>
                <c:pt idx="2090">
                  <c:v>301.831402540207</c:v>
                </c:pt>
                <c:pt idx="2091">
                  <c:v>301.859602749348</c:v>
                </c:pt>
                <c:pt idx="2092">
                  <c:v>301.962047874927</c:v>
                </c:pt>
                <c:pt idx="2093">
                  <c:v>302.013714909553</c:v>
                </c:pt>
                <c:pt idx="2094">
                  <c:v>302.115688920021</c:v>
                </c:pt>
                <c:pt idx="2095">
                  <c:v>302.267388939857</c:v>
                </c:pt>
                <c:pt idx="2096">
                  <c:v>302.44931781292</c:v>
                </c:pt>
                <c:pt idx="2097">
                  <c:v>302.592005252838</c:v>
                </c:pt>
                <c:pt idx="2098">
                  <c:v>302.762429833412</c:v>
                </c:pt>
                <c:pt idx="2099">
                  <c:v>302.907221794128</c:v>
                </c:pt>
                <c:pt idx="2100">
                  <c:v>303.106150686741</c:v>
                </c:pt>
                <c:pt idx="2101">
                  <c:v>303.278767466545</c:v>
                </c:pt>
                <c:pt idx="2102">
                  <c:v>303.459062695503</c:v>
                </c:pt>
                <c:pt idx="2103">
                  <c:v>303.631822168827</c:v>
                </c:pt>
                <c:pt idx="2104">
                  <c:v>303.80779927969</c:v>
                </c:pt>
                <c:pt idx="2105">
                  <c:v>304.0090020895</c:v>
                </c:pt>
                <c:pt idx="2106">
                  <c:v>304.099253356457</c:v>
                </c:pt>
                <c:pt idx="2107">
                  <c:v>304.170678675175</c:v>
                </c:pt>
                <c:pt idx="2108">
                  <c:v>304.203327775001</c:v>
                </c:pt>
                <c:pt idx="2109">
                  <c:v>304.259006679058</c:v>
                </c:pt>
                <c:pt idx="2110">
                  <c:v>304.204619348049</c:v>
                </c:pt>
                <c:pt idx="2111">
                  <c:v>304.153427779674</c:v>
                </c:pt>
                <c:pt idx="2112">
                  <c:v>304.095010459423</c:v>
                </c:pt>
                <c:pt idx="2113">
                  <c:v>304.080335319042</c:v>
                </c:pt>
                <c:pt idx="2114">
                  <c:v>304.193139195442</c:v>
                </c:pt>
                <c:pt idx="2115">
                  <c:v>304.275283277035</c:v>
                </c:pt>
                <c:pt idx="2116">
                  <c:v>304.339184939861</c:v>
                </c:pt>
                <c:pt idx="2117">
                  <c:v>304.423443317413</c:v>
                </c:pt>
                <c:pt idx="2118">
                  <c:v>304.674220383167</c:v>
                </c:pt>
                <c:pt idx="2119">
                  <c:v>304.897193729877</c:v>
                </c:pt>
                <c:pt idx="2120">
                  <c:v>305.209938406944</c:v>
                </c:pt>
                <c:pt idx="2121">
                  <c:v>305.458420276642</c:v>
                </c:pt>
                <c:pt idx="2122">
                  <c:v>305.752803564072</c:v>
                </c:pt>
                <c:pt idx="2123">
                  <c:v>306.073175489902</c:v>
                </c:pt>
                <c:pt idx="2124">
                  <c:v>306.335153520107</c:v>
                </c:pt>
                <c:pt idx="2125">
                  <c:v>306.602961719036</c:v>
                </c:pt>
                <c:pt idx="2126">
                  <c:v>306.895381748676</c:v>
                </c:pt>
                <c:pt idx="2127">
                  <c:v>307.22671765089</c:v>
                </c:pt>
                <c:pt idx="2128">
                  <c:v>307.463128983974</c:v>
                </c:pt>
                <c:pt idx="2129">
                  <c:v>307.667355418205</c:v>
                </c:pt>
                <c:pt idx="2130">
                  <c:v>307.828681468964</c:v>
                </c:pt>
                <c:pt idx="2131">
                  <c:v>307.926335513592</c:v>
                </c:pt>
                <c:pt idx="2132">
                  <c:v>308.023882687092</c:v>
                </c:pt>
                <c:pt idx="2133">
                  <c:v>308.069154441357</c:v>
                </c:pt>
                <c:pt idx="2134">
                  <c:v>308.138104379177</c:v>
                </c:pt>
                <c:pt idx="2135">
                  <c:v>308.265559494495</c:v>
                </c:pt>
                <c:pt idx="2136">
                  <c:v>308.401450812817</c:v>
                </c:pt>
                <c:pt idx="2137">
                  <c:v>308.47043466568</c:v>
                </c:pt>
                <c:pt idx="2138">
                  <c:v>308.649914383888</c:v>
                </c:pt>
                <c:pt idx="2139">
                  <c:v>308.883230745792</c:v>
                </c:pt>
                <c:pt idx="2140">
                  <c:v>309.108424127102</c:v>
                </c:pt>
                <c:pt idx="2141">
                  <c:v>309.398889482021</c:v>
                </c:pt>
                <c:pt idx="2142">
                  <c:v>309.613374948502</c:v>
                </c:pt>
                <c:pt idx="2143">
                  <c:v>309.853354096413</c:v>
                </c:pt>
                <c:pt idx="2144">
                  <c:v>310.064673781395</c:v>
                </c:pt>
                <c:pt idx="2145">
                  <c:v>310.268906295299</c:v>
                </c:pt>
                <c:pt idx="2146">
                  <c:v>310.494518756866</c:v>
                </c:pt>
                <c:pt idx="2147">
                  <c:v>310.776421666145</c:v>
                </c:pt>
                <c:pt idx="2148">
                  <c:v>311.070509135723</c:v>
                </c:pt>
                <c:pt idx="2149">
                  <c:v>311.354795396328</c:v>
                </c:pt>
                <c:pt idx="2150">
                  <c:v>311.561845064163</c:v>
                </c:pt>
                <c:pt idx="2151">
                  <c:v>311.714287400246</c:v>
                </c:pt>
                <c:pt idx="2152">
                  <c:v>311.897831499577</c:v>
                </c:pt>
                <c:pt idx="2153">
                  <c:v>311.997108638287</c:v>
                </c:pt>
                <c:pt idx="2154">
                  <c:v>312.119408428669</c:v>
                </c:pt>
                <c:pt idx="2155">
                  <c:v>312.257747352123</c:v>
                </c:pt>
                <c:pt idx="2156">
                  <c:v>312.443437218666</c:v>
                </c:pt>
                <c:pt idx="2157">
                  <c:v>312.572252929211</c:v>
                </c:pt>
                <c:pt idx="2158">
                  <c:v>312.714280068874</c:v>
                </c:pt>
                <c:pt idx="2159">
                  <c:v>312.861488997936</c:v>
                </c:pt>
                <c:pt idx="2160">
                  <c:v>312.972646534443</c:v>
                </c:pt>
                <c:pt idx="2161">
                  <c:v>313.026870846748</c:v>
                </c:pt>
                <c:pt idx="2162">
                  <c:v>313.072880148888</c:v>
                </c:pt>
                <c:pt idx="2163">
                  <c:v>313.096825361252</c:v>
                </c:pt>
                <c:pt idx="2164">
                  <c:v>313.141886651516</c:v>
                </c:pt>
                <c:pt idx="2165">
                  <c:v>313.233693063259</c:v>
                </c:pt>
                <c:pt idx="2166">
                  <c:v>313.279766857624</c:v>
                </c:pt>
                <c:pt idx="2167">
                  <c:v>313.363799035549</c:v>
                </c:pt>
                <c:pt idx="2168">
                  <c:v>313.452855825424</c:v>
                </c:pt>
                <c:pt idx="2169">
                  <c:v>313.585277497768</c:v>
                </c:pt>
                <c:pt idx="2170">
                  <c:v>313.729243636131</c:v>
                </c:pt>
                <c:pt idx="2171">
                  <c:v>313.837701916695</c:v>
                </c:pt>
                <c:pt idx="2172">
                  <c:v>313.938548982143</c:v>
                </c:pt>
                <c:pt idx="2173">
                  <c:v>314.035063564777</c:v>
                </c:pt>
                <c:pt idx="2174">
                  <c:v>314.106853604317</c:v>
                </c:pt>
                <c:pt idx="2175">
                  <c:v>314.157084465027</c:v>
                </c:pt>
                <c:pt idx="2176">
                  <c:v>314.214885175228</c:v>
                </c:pt>
                <c:pt idx="2177">
                  <c:v>314.205437362194</c:v>
                </c:pt>
                <c:pt idx="2178">
                  <c:v>314.188078463077</c:v>
                </c:pt>
                <c:pt idx="2179">
                  <c:v>314.129159510136</c:v>
                </c:pt>
                <c:pt idx="2180">
                  <c:v>314.081872284412</c:v>
                </c:pt>
                <c:pt idx="2181">
                  <c:v>314.015747606754</c:v>
                </c:pt>
                <c:pt idx="2182">
                  <c:v>313.889370977879</c:v>
                </c:pt>
                <c:pt idx="2183">
                  <c:v>313.890120208263</c:v>
                </c:pt>
                <c:pt idx="2184">
                  <c:v>313.84141856432</c:v>
                </c:pt>
                <c:pt idx="2185">
                  <c:v>313.837557256222</c:v>
                </c:pt>
                <c:pt idx="2186">
                  <c:v>313.793452560902</c:v>
                </c:pt>
                <c:pt idx="2187">
                  <c:v>313.795342981815</c:v>
                </c:pt>
                <c:pt idx="2188">
                  <c:v>313.922053813934</c:v>
                </c:pt>
                <c:pt idx="2189">
                  <c:v>314.07574993372</c:v>
                </c:pt>
                <c:pt idx="2190">
                  <c:v>314.239644646645</c:v>
                </c:pt>
                <c:pt idx="2191">
                  <c:v>314.385800242424</c:v>
                </c:pt>
                <c:pt idx="2192">
                  <c:v>314.698596358299</c:v>
                </c:pt>
                <c:pt idx="2193">
                  <c:v>314.946114659309</c:v>
                </c:pt>
                <c:pt idx="2194">
                  <c:v>315.259116292</c:v>
                </c:pt>
                <c:pt idx="2195">
                  <c:v>315.528290867805</c:v>
                </c:pt>
                <c:pt idx="2196">
                  <c:v>315.765577971935</c:v>
                </c:pt>
                <c:pt idx="2197">
                  <c:v>315.974542558193</c:v>
                </c:pt>
                <c:pt idx="2198">
                  <c:v>316.03520488739</c:v>
                </c:pt>
                <c:pt idx="2199">
                  <c:v>316.12776440382</c:v>
                </c:pt>
                <c:pt idx="2200">
                  <c:v>316.273709237575</c:v>
                </c:pt>
                <c:pt idx="2201">
                  <c:v>316.522352933884</c:v>
                </c:pt>
                <c:pt idx="2202">
                  <c:v>316.648389995098</c:v>
                </c:pt>
                <c:pt idx="2203">
                  <c:v>316.864736378193</c:v>
                </c:pt>
                <c:pt idx="2204">
                  <c:v>317.09879642725</c:v>
                </c:pt>
              </c:numCache>
            </c:numRef>
          </c:val>
          <c:smooth val="0"/>
        </c:ser>
        <c:ser>
          <c:idx val="13"/>
          <c:order val="13"/>
          <c:tx>
            <c:strRef>
              <c:f>Sheet1!$O$1</c:f>
              <c:strCache>
                <c:ptCount val="1"/>
                <c:pt idx="0">
                  <c:v>VAE_daily_20days</c:v>
                </c:pt>
              </c:strCache>
            </c:strRef>
          </c:tx>
          <c:spPr>
            <a:ln w="28575" cap="rnd">
              <a:solidFill>
                <a:schemeClr val="accent2">
                  <a:lumMod val="80000"/>
                  <a:lumOff val="20000"/>
                </a:schemeClr>
              </a:solidFill>
              <a:round/>
            </a:ln>
            <a:effectLst/>
          </c:spPr>
          <c:marker>
            <c:symbol val="none"/>
          </c:marker>
          <c:dLbls>
            <c:delete val="1"/>
          </c:dLbls>
          <c:cat>
            <c:numRef>
              <c:f>Sheet1!$A$2:$A$2206</c:f>
              <c:numCache>
                <c:formatCode>yyyy/m/d</c:formatCode>
                <c:ptCount val="2205"/>
                <c:pt idx="0" c:formatCode="yyyy/m/d">
                  <c:v>42734</c:v>
                </c:pt>
                <c:pt idx="1" c:formatCode="yyyy/m/d">
                  <c:v>42738</c:v>
                </c:pt>
                <c:pt idx="2" c:formatCode="yyyy/m/d">
                  <c:v>42739</c:v>
                </c:pt>
                <c:pt idx="3" c:formatCode="yyyy/m/d">
                  <c:v>42740</c:v>
                </c:pt>
                <c:pt idx="4" c:formatCode="yyyy/m/d">
                  <c:v>42741</c:v>
                </c:pt>
                <c:pt idx="5" c:formatCode="yyyy/m/d">
                  <c:v>42744</c:v>
                </c:pt>
                <c:pt idx="6" c:formatCode="yyyy/m/d">
                  <c:v>42745</c:v>
                </c:pt>
                <c:pt idx="7" c:formatCode="yyyy/m/d">
                  <c:v>42746</c:v>
                </c:pt>
                <c:pt idx="8" c:formatCode="yyyy/m/d">
                  <c:v>42747</c:v>
                </c:pt>
                <c:pt idx="9" c:formatCode="yyyy/m/d">
                  <c:v>42748</c:v>
                </c:pt>
                <c:pt idx="10" c:formatCode="yyyy/m/d">
                  <c:v>42751</c:v>
                </c:pt>
                <c:pt idx="11" c:formatCode="yyyy/m/d">
                  <c:v>42752</c:v>
                </c:pt>
                <c:pt idx="12" c:formatCode="yyyy/m/d">
                  <c:v>42753</c:v>
                </c:pt>
                <c:pt idx="13" c:formatCode="yyyy/m/d">
                  <c:v>42754</c:v>
                </c:pt>
                <c:pt idx="14" c:formatCode="yyyy/m/d">
                  <c:v>42755</c:v>
                </c:pt>
                <c:pt idx="15" c:formatCode="yyyy/m/d">
                  <c:v>42758</c:v>
                </c:pt>
                <c:pt idx="16" c:formatCode="yyyy/m/d">
                  <c:v>42759</c:v>
                </c:pt>
                <c:pt idx="17" c:formatCode="yyyy/m/d">
                  <c:v>42760</c:v>
                </c:pt>
                <c:pt idx="18" c:formatCode="yyyy/m/d">
                  <c:v>42761</c:v>
                </c:pt>
                <c:pt idx="19" c:formatCode="yyyy/m/d">
                  <c:v>42769</c:v>
                </c:pt>
                <c:pt idx="20" c:formatCode="yyyy/m/d">
                  <c:v>42772</c:v>
                </c:pt>
                <c:pt idx="21" c:formatCode="yyyy/m/d">
                  <c:v>42773</c:v>
                </c:pt>
                <c:pt idx="22" c:formatCode="yyyy/m/d">
                  <c:v>42774</c:v>
                </c:pt>
                <c:pt idx="23" c:formatCode="yyyy/m/d">
                  <c:v>42775</c:v>
                </c:pt>
                <c:pt idx="24" c:formatCode="yyyy/m/d">
                  <c:v>42776</c:v>
                </c:pt>
                <c:pt idx="25" c:formatCode="yyyy/m/d">
                  <c:v>42779</c:v>
                </c:pt>
                <c:pt idx="26" c:formatCode="yyyy/m/d">
                  <c:v>42780</c:v>
                </c:pt>
                <c:pt idx="27" c:formatCode="yyyy/m/d">
                  <c:v>42781</c:v>
                </c:pt>
                <c:pt idx="28" c:formatCode="yyyy/m/d">
                  <c:v>42782</c:v>
                </c:pt>
                <c:pt idx="29" c:formatCode="yyyy/m/d">
                  <c:v>42783</c:v>
                </c:pt>
                <c:pt idx="30" c:formatCode="yyyy/m/d">
                  <c:v>42786</c:v>
                </c:pt>
                <c:pt idx="31" c:formatCode="yyyy/m/d">
                  <c:v>42787</c:v>
                </c:pt>
                <c:pt idx="32" c:formatCode="yyyy/m/d">
                  <c:v>42788</c:v>
                </c:pt>
                <c:pt idx="33" c:formatCode="yyyy/m/d">
                  <c:v>42789</c:v>
                </c:pt>
                <c:pt idx="34" c:formatCode="yyyy/m/d">
                  <c:v>42790</c:v>
                </c:pt>
                <c:pt idx="35" c:formatCode="yyyy/m/d">
                  <c:v>42793</c:v>
                </c:pt>
                <c:pt idx="36" c:formatCode="yyyy/m/d">
                  <c:v>42794</c:v>
                </c:pt>
                <c:pt idx="37" c:formatCode="yyyy/m/d">
                  <c:v>42795</c:v>
                </c:pt>
                <c:pt idx="38" c:formatCode="yyyy/m/d">
                  <c:v>42796</c:v>
                </c:pt>
                <c:pt idx="39" c:formatCode="yyyy/m/d">
                  <c:v>42797</c:v>
                </c:pt>
                <c:pt idx="40" c:formatCode="yyyy/m/d">
                  <c:v>42800</c:v>
                </c:pt>
                <c:pt idx="41" c:formatCode="yyyy/m/d">
                  <c:v>42801</c:v>
                </c:pt>
                <c:pt idx="42" c:formatCode="yyyy/m/d">
                  <c:v>42802</c:v>
                </c:pt>
                <c:pt idx="43" c:formatCode="yyyy/m/d">
                  <c:v>42803</c:v>
                </c:pt>
                <c:pt idx="44" c:formatCode="yyyy/m/d">
                  <c:v>42804</c:v>
                </c:pt>
                <c:pt idx="45" c:formatCode="yyyy/m/d">
                  <c:v>42807</c:v>
                </c:pt>
                <c:pt idx="46" c:formatCode="yyyy/m/d">
                  <c:v>42808</c:v>
                </c:pt>
                <c:pt idx="47" c:formatCode="yyyy/m/d">
                  <c:v>42809</c:v>
                </c:pt>
                <c:pt idx="48" c:formatCode="yyyy/m/d">
                  <c:v>42810</c:v>
                </c:pt>
                <c:pt idx="49" c:formatCode="yyyy/m/d">
                  <c:v>42811</c:v>
                </c:pt>
                <c:pt idx="50" c:formatCode="yyyy/m/d">
                  <c:v>42814</c:v>
                </c:pt>
                <c:pt idx="51" c:formatCode="yyyy/m/d">
                  <c:v>42815</c:v>
                </c:pt>
                <c:pt idx="52" c:formatCode="yyyy/m/d">
                  <c:v>42816</c:v>
                </c:pt>
                <c:pt idx="53" c:formatCode="yyyy/m/d">
                  <c:v>42817</c:v>
                </c:pt>
                <c:pt idx="54" c:formatCode="yyyy/m/d">
                  <c:v>42818</c:v>
                </c:pt>
                <c:pt idx="55" c:formatCode="yyyy/m/d">
                  <c:v>42821</c:v>
                </c:pt>
                <c:pt idx="56" c:formatCode="yyyy/m/d">
                  <c:v>42822</c:v>
                </c:pt>
                <c:pt idx="57" c:formatCode="yyyy/m/d">
                  <c:v>42823</c:v>
                </c:pt>
                <c:pt idx="58" c:formatCode="yyyy/m/d">
                  <c:v>42824</c:v>
                </c:pt>
                <c:pt idx="59" c:formatCode="yyyy/m/d">
                  <c:v>42825</c:v>
                </c:pt>
                <c:pt idx="60" c:formatCode="yyyy/m/d">
                  <c:v>42830</c:v>
                </c:pt>
                <c:pt idx="61" c:formatCode="yyyy/m/d">
                  <c:v>42831</c:v>
                </c:pt>
                <c:pt idx="62" c:formatCode="yyyy/m/d">
                  <c:v>42832</c:v>
                </c:pt>
                <c:pt idx="63" c:formatCode="yyyy/m/d">
                  <c:v>42835</c:v>
                </c:pt>
                <c:pt idx="64" c:formatCode="yyyy/m/d">
                  <c:v>42836</c:v>
                </c:pt>
                <c:pt idx="65" c:formatCode="yyyy/m/d">
                  <c:v>42837</c:v>
                </c:pt>
                <c:pt idx="66" c:formatCode="yyyy/m/d">
                  <c:v>42838</c:v>
                </c:pt>
                <c:pt idx="67" c:formatCode="yyyy/m/d">
                  <c:v>42839</c:v>
                </c:pt>
                <c:pt idx="68" c:formatCode="yyyy/m/d">
                  <c:v>42842</c:v>
                </c:pt>
                <c:pt idx="69" c:formatCode="yyyy/m/d">
                  <c:v>42843</c:v>
                </c:pt>
                <c:pt idx="70" c:formatCode="yyyy/m/d">
                  <c:v>42844</c:v>
                </c:pt>
                <c:pt idx="71" c:formatCode="yyyy/m/d">
                  <c:v>42845</c:v>
                </c:pt>
                <c:pt idx="72" c:formatCode="yyyy/m/d">
                  <c:v>42846</c:v>
                </c:pt>
                <c:pt idx="73" c:formatCode="yyyy/m/d">
                  <c:v>42849</c:v>
                </c:pt>
                <c:pt idx="74" c:formatCode="yyyy/m/d">
                  <c:v>42850</c:v>
                </c:pt>
                <c:pt idx="75" c:formatCode="yyyy/m/d">
                  <c:v>42851</c:v>
                </c:pt>
                <c:pt idx="76" c:formatCode="yyyy/m/d">
                  <c:v>42852</c:v>
                </c:pt>
                <c:pt idx="77" c:formatCode="yyyy/m/d">
                  <c:v>42853</c:v>
                </c:pt>
                <c:pt idx="78" c:formatCode="yyyy/m/d">
                  <c:v>42857</c:v>
                </c:pt>
                <c:pt idx="79" c:formatCode="yyyy/m/d">
                  <c:v>42858</c:v>
                </c:pt>
                <c:pt idx="80" c:formatCode="yyyy/m/d">
                  <c:v>42859</c:v>
                </c:pt>
                <c:pt idx="81" c:formatCode="yyyy/m/d">
                  <c:v>42860</c:v>
                </c:pt>
                <c:pt idx="82" c:formatCode="yyyy/m/d">
                  <c:v>42863</c:v>
                </c:pt>
                <c:pt idx="83" c:formatCode="yyyy/m/d">
                  <c:v>42864</c:v>
                </c:pt>
                <c:pt idx="84" c:formatCode="yyyy/m/d">
                  <c:v>42865</c:v>
                </c:pt>
                <c:pt idx="85" c:formatCode="yyyy/m/d">
                  <c:v>42866</c:v>
                </c:pt>
                <c:pt idx="86" c:formatCode="yyyy/m/d">
                  <c:v>42867</c:v>
                </c:pt>
                <c:pt idx="87" c:formatCode="yyyy/m/d">
                  <c:v>42870</c:v>
                </c:pt>
                <c:pt idx="88" c:formatCode="yyyy/m/d">
                  <c:v>42871</c:v>
                </c:pt>
                <c:pt idx="89" c:formatCode="yyyy/m/d">
                  <c:v>42872</c:v>
                </c:pt>
                <c:pt idx="90" c:formatCode="yyyy/m/d">
                  <c:v>42873</c:v>
                </c:pt>
                <c:pt idx="91" c:formatCode="yyyy/m/d">
                  <c:v>42874</c:v>
                </c:pt>
                <c:pt idx="92" c:formatCode="yyyy/m/d">
                  <c:v>42877</c:v>
                </c:pt>
                <c:pt idx="93" c:formatCode="yyyy/m/d">
                  <c:v>42878</c:v>
                </c:pt>
                <c:pt idx="94" c:formatCode="yyyy/m/d">
                  <c:v>42879</c:v>
                </c:pt>
                <c:pt idx="95" c:formatCode="yyyy/m/d">
                  <c:v>42880</c:v>
                </c:pt>
                <c:pt idx="96" c:formatCode="yyyy/m/d">
                  <c:v>42881</c:v>
                </c:pt>
                <c:pt idx="97" c:formatCode="yyyy/m/d">
                  <c:v>42886</c:v>
                </c:pt>
                <c:pt idx="98" c:formatCode="yyyy/m/d">
                  <c:v>42887</c:v>
                </c:pt>
                <c:pt idx="99" c:formatCode="yyyy/m/d">
                  <c:v>42888</c:v>
                </c:pt>
                <c:pt idx="100" c:formatCode="yyyy/m/d">
                  <c:v>42891</c:v>
                </c:pt>
                <c:pt idx="101" c:formatCode="yyyy/m/d">
                  <c:v>42892</c:v>
                </c:pt>
                <c:pt idx="102" c:formatCode="yyyy/m/d">
                  <c:v>42893</c:v>
                </c:pt>
                <c:pt idx="103" c:formatCode="yyyy/m/d">
                  <c:v>42894</c:v>
                </c:pt>
                <c:pt idx="104" c:formatCode="yyyy/m/d">
                  <c:v>42895</c:v>
                </c:pt>
                <c:pt idx="105" c:formatCode="yyyy/m/d">
                  <c:v>42898</c:v>
                </c:pt>
                <c:pt idx="106" c:formatCode="yyyy/m/d">
                  <c:v>42899</c:v>
                </c:pt>
                <c:pt idx="107" c:formatCode="yyyy/m/d">
                  <c:v>42900</c:v>
                </c:pt>
                <c:pt idx="108" c:formatCode="yyyy/m/d">
                  <c:v>42901</c:v>
                </c:pt>
                <c:pt idx="109" c:formatCode="yyyy/m/d">
                  <c:v>42902</c:v>
                </c:pt>
                <c:pt idx="110" c:formatCode="yyyy/m/d">
                  <c:v>42905</c:v>
                </c:pt>
                <c:pt idx="111" c:formatCode="yyyy/m/d">
                  <c:v>42906</c:v>
                </c:pt>
                <c:pt idx="112" c:formatCode="yyyy/m/d">
                  <c:v>42907</c:v>
                </c:pt>
                <c:pt idx="113" c:formatCode="yyyy/m/d">
                  <c:v>42908</c:v>
                </c:pt>
                <c:pt idx="114" c:formatCode="yyyy/m/d">
                  <c:v>42909</c:v>
                </c:pt>
                <c:pt idx="115" c:formatCode="yyyy/m/d">
                  <c:v>42912</c:v>
                </c:pt>
                <c:pt idx="116" c:formatCode="yyyy/m/d">
                  <c:v>42913</c:v>
                </c:pt>
                <c:pt idx="117" c:formatCode="yyyy/m/d">
                  <c:v>42914</c:v>
                </c:pt>
                <c:pt idx="118" c:formatCode="yyyy/m/d">
                  <c:v>42915</c:v>
                </c:pt>
                <c:pt idx="119" c:formatCode="yyyy/m/d">
                  <c:v>42916</c:v>
                </c:pt>
                <c:pt idx="120" c:formatCode="yyyy/m/d">
                  <c:v>42919</c:v>
                </c:pt>
                <c:pt idx="121" c:formatCode="yyyy/m/d">
                  <c:v>42920</c:v>
                </c:pt>
                <c:pt idx="122" c:formatCode="yyyy/m/d">
                  <c:v>42921</c:v>
                </c:pt>
                <c:pt idx="123" c:formatCode="yyyy/m/d">
                  <c:v>42922</c:v>
                </c:pt>
                <c:pt idx="124" c:formatCode="yyyy/m/d">
                  <c:v>42923</c:v>
                </c:pt>
                <c:pt idx="125" c:formatCode="yyyy/m/d">
                  <c:v>42926</c:v>
                </c:pt>
                <c:pt idx="126" c:formatCode="yyyy/m/d">
                  <c:v>42927</c:v>
                </c:pt>
                <c:pt idx="127" c:formatCode="yyyy/m/d">
                  <c:v>42928</c:v>
                </c:pt>
                <c:pt idx="128" c:formatCode="yyyy/m/d">
                  <c:v>42929</c:v>
                </c:pt>
                <c:pt idx="129" c:formatCode="yyyy/m/d">
                  <c:v>42930</c:v>
                </c:pt>
                <c:pt idx="130" c:formatCode="yyyy/m/d">
                  <c:v>42933</c:v>
                </c:pt>
                <c:pt idx="131" c:formatCode="yyyy/m/d">
                  <c:v>42934</c:v>
                </c:pt>
                <c:pt idx="132" c:formatCode="yyyy/m/d">
                  <c:v>42935</c:v>
                </c:pt>
                <c:pt idx="133" c:formatCode="yyyy/m/d">
                  <c:v>42936</c:v>
                </c:pt>
                <c:pt idx="134" c:formatCode="yyyy/m/d">
                  <c:v>42937</c:v>
                </c:pt>
                <c:pt idx="135" c:formatCode="yyyy/m/d">
                  <c:v>42940</c:v>
                </c:pt>
                <c:pt idx="136" c:formatCode="yyyy/m/d">
                  <c:v>42941</c:v>
                </c:pt>
                <c:pt idx="137" c:formatCode="yyyy/m/d">
                  <c:v>42942</c:v>
                </c:pt>
                <c:pt idx="138" c:formatCode="yyyy/m/d">
                  <c:v>42943</c:v>
                </c:pt>
                <c:pt idx="139" c:formatCode="yyyy/m/d">
                  <c:v>42944</c:v>
                </c:pt>
                <c:pt idx="140" c:formatCode="yyyy/m/d">
                  <c:v>42947</c:v>
                </c:pt>
                <c:pt idx="141" c:formatCode="yyyy/m/d">
                  <c:v>42948</c:v>
                </c:pt>
                <c:pt idx="142" c:formatCode="yyyy/m/d">
                  <c:v>42949</c:v>
                </c:pt>
                <c:pt idx="143" c:formatCode="yyyy/m/d">
                  <c:v>42950</c:v>
                </c:pt>
                <c:pt idx="144" c:formatCode="yyyy/m/d">
                  <c:v>42951</c:v>
                </c:pt>
                <c:pt idx="145" c:formatCode="yyyy/m/d">
                  <c:v>42954</c:v>
                </c:pt>
                <c:pt idx="146" c:formatCode="yyyy/m/d">
                  <c:v>42955</c:v>
                </c:pt>
                <c:pt idx="147" c:formatCode="yyyy/m/d">
                  <c:v>42956</c:v>
                </c:pt>
                <c:pt idx="148" c:formatCode="yyyy/m/d">
                  <c:v>42957</c:v>
                </c:pt>
                <c:pt idx="149" c:formatCode="yyyy/m/d">
                  <c:v>42958</c:v>
                </c:pt>
                <c:pt idx="150" c:formatCode="yyyy/m/d">
                  <c:v>42961</c:v>
                </c:pt>
                <c:pt idx="151" c:formatCode="yyyy/m/d">
                  <c:v>42962</c:v>
                </c:pt>
                <c:pt idx="152" c:formatCode="yyyy/m/d">
                  <c:v>42963</c:v>
                </c:pt>
                <c:pt idx="153" c:formatCode="yyyy/m/d">
                  <c:v>42964</c:v>
                </c:pt>
                <c:pt idx="154" c:formatCode="yyyy/m/d">
                  <c:v>42965</c:v>
                </c:pt>
                <c:pt idx="155" c:formatCode="yyyy/m/d">
                  <c:v>42968</c:v>
                </c:pt>
                <c:pt idx="156" c:formatCode="yyyy/m/d">
                  <c:v>42969</c:v>
                </c:pt>
                <c:pt idx="157" c:formatCode="yyyy/m/d">
                  <c:v>42970</c:v>
                </c:pt>
                <c:pt idx="158" c:formatCode="yyyy/m/d">
                  <c:v>42971</c:v>
                </c:pt>
                <c:pt idx="159" c:formatCode="yyyy/m/d">
                  <c:v>42972</c:v>
                </c:pt>
                <c:pt idx="160" c:formatCode="yyyy/m/d">
                  <c:v>42975</c:v>
                </c:pt>
                <c:pt idx="161" c:formatCode="yyyy/m/d">
                  <c:v>42976</c:v>
                </c:pt>
                <c:pt idx="162" c:formatCode="yyyy/m/d">
                  <c:v>42977</c:v>
                </c:pt>
                <c:pt idx="163" c:formatCode="yyyy/m/d">
                  <c:v>42978</c:v>
                </c:pt>
                <c:pt idx="164" c:formatCode="yyyy/m/d">
                  <c:v>42979</c:v>
                </c:pt>
                <c:pt idx="165" c:formatCode="yyyy/m/d">
                  <c:v>42982</c:v>
                </c:pt>
                <c:pt idx="166" c:formatCode="yyyy/m/d">
                  <c:v>42983</c:v>
                </c:pt>
                <c:pt idx="167" c:formatCode="yyyy/m/d">
                  <c:v>42984</c:v>
                </c:pt>
                <c:pt idx="168" c:formatCode="yyyy/m/d">
                  <c:v>42985</c:v>
                </c:pt>
                <c:pt idx="169" c:formatCode="yyyy/m/d">
                  <c:v>42986</c:v>
                </c:pt>
                <c:pt idx="170" c:formatCode="yyyy/m/d">
                  <c:v>42989</c:v>
                </c:pt>
                <c:pt idx="171" c:formatCode="yyyy/m/d">
                  <c:v>42990</c:v>
                </c:pt>
                <c:pt idx="172" c:formatCode="yyyy/m/d">
                  <c:v>42991</c:v>
                </c:pt>
                <c:pt idx="173" c:formatCode="yyyy/m/d">
                  <c:v>42992</c:v>
                </c:pt>
                <c:pt idx="174" c:formatCode="yyyy/m/d">
                  <c:v>42993</c:v>
                </c:pt>
                <c:pt idx="175" c:formatCode="yyyy/m/d">
                  <c:v>42996</c:v>
                </c:pt>
                <c:pt idx="176" c:formatCode="yyyy/m/d">
                  <c:v>42997</c:v>
                </c:pt>
                <c:pt idx="177" c:formatCode="yyyy/m/d">
                  <c:v>42998</c:v>
                </c:pt>
                <c:pt idx="178" c:formatCode="yyyy/m/d">
                  <c:v>42999</c:v>
                </c:pt>
                <c:pt idx="179" c:formatCode="yyyy/m/d">
                  <c:v>43000</c:v>
                </c:pt>
                <c:pt idx="180" c:formatCode="yyyy/m/d">
                  <c:v>43003</c:v>
                </c:pt>
                <c:pt idx="181" c:formatCode="yyyy/m/d">
                  <c:v>43004</c:v>
                </c:pt>
                <c:pt idx="182" c:formatCode="yyyy/m/d">
                  <c:v>43005</c:v>
                </c:pt>
                <c:pt idx="183" c:formatCode="yyyy/m/d">
                  <c:v>43006</c:v>
                </c:pt>
                <c:pt idx="184" c:formatCode="yyyy/m/d">
                  <c:v>43007</c:v>
                </c:pt>
                <c:pt idx="185" c:formatCode="yyyy/m/d">
                  <c:v>43017</c:v>
                </c:pt>
                <c:pt idx="186" c:formatCode="yyyy/m/d">
                  <c:v>43018</c:v>
                </c:pt>
                <c:pt idx="187" c:formatCode="yyyy/m/d">
                  <c:v>43019</c:v>
                </c:pt>
                <c:pt idx="188" c:formatCode="yyyy/m/d">
                  <c:v>43020</c:v>
                </c:pt>
                <c:pt idx="189" c:formatCode="yyyy/m/d">
                  <c:v>43021</c:v>
                </c:pt>
                <c:pt idx="190" c:formatCode="yyyy/m/d">
                  <c:v>43024</c:v>
                </c:pt>
                <c:pt idx="191" c:formatCode="yyyy/m/d">
                  <c:v>43025</c:v>
                </c:pt>
                <c:pt idx="192" c:formatCode="yyyy/m/d">
                  <c:v>43026</c:v>
                </c:pt>
                <c:pt idx="193" c:formatCode="yyyy/m/d">
                  <c:v>43027</c:v>
                </c:pt>
                <c:pt idx="194" c:formatCode="yyyy/m/d">
                  <c:v>43028</c:v>
                </c:pt>
                <c:pt idx="195" c:formatCode="yyyy/m/d">
                  <c:v>43031</c:v>
                </c:pt>
                <c:pt idx="196" c:formatCode="yyyy/m/d">
                  <c:v>43032</c:v>
                </c:pt>
                <c:pt idx="197" c:formatCode="yyyy/m/d">
                  <c:v>43033</c:v>
                </c:pt>
                <c:pt idx="198" c:formatCode="yyyy/m/d">
                  <c:v>43034</c:v>
                </c:pt>
                <c:pt idx="199" c:formatCode="yyyy/m/d">
                  <c:v>43035</c:v>
                </c:pt>
                <c:pt idx="200" c:formatCode="yyyy/m/d">
                  <c:v>43038</c:v>
                </c:pt>
                <c:pt idx="201" c:formatCode="yyyy/m/d">
                  <c:v>43039</c:v>
                </c:pt>
                <c:pt idx="202" c:formatCode="yyyy/m/d">
                  <c:v>43040</c:v>
                </c:pt>
                <c:pt idx="203" c:formatCode="yyyy/m/d">
                  <c:v>43041</c:v>
                </c:pt>
                <c:pt idx="204" c:formatCode="yyyy/m/d">
                  <c:v>43042</c:v>
                </c:pt>
                <c:pt idx="205" c:formatCode="yyyy/m/d">
                  <c:v>43045</c:v>
                </c:pt>
                <c:pt idx="206" c:formatCode="yyyy/m/d">
                  <c:v>43046</c:v>
                </c:pt>
                <c:pt idx="207" c:formatCode="yyyy/m/d">
                  <c:v>43047</c:v>
                </c:pt>
                <c:pt idx="208" c:formatCode="yyyy/m/d">
                  <c:v>43048</c:v>
                </c:pt>
                <c:pt idx="209" c:formatCode="yyyy/m/d">
                  <c:v>43049</c:v>
                </c:pt>
                <c:pt idx="210" c:formatCode="yyyy/m/d">
                  <c:v>43052</c:v>
                </c:pt>
                <c:pt idx="211" c:formatCode="yyyy/m/d">
                  <c:v>43053</c:v>
                </c:pt>
                <c:pt idx="212" c:formatCode="yyyy/m/d">
                  <c:v>43054</c:v>
                </c:pt>
                <c:pt idx="213" c:formatCode="yyyy/m/d">
                  <c:v>43055</c:v>
                </c:pt>
                <c:pt idx="214" c:formatCode="yyyy/m/d">
                  <c:v>43056</c:v>
                </c:pt>
                <c:pt idx="215" c:formatCode="yyyy/m/d">
                  <c:v>43059</c:v>
                </c:pt>
                <c:pt idx="216" c:formatCode="yyyy/m/d">
                  <c:v>43060</c:v>
                </c:pt>
                <c:pt idx="217" c:formatCode="yyyy/m/d">
                  <c:v>43061</c:v>
                </c:pt>
                <c:pt idx="218" c:formatCode="yyyy/m/d">
                  <c:v>43062</c:v>
                </c:pt>
                <c:pt idx="219" c:formatCode="yyyy/m/d">
                  <c:v>43063</c:v>
                </c:pt>
                <c:pt idx="220" c:formatCode="yyyy/m/d">
                  <c:v>43066</c:v>
                </c:pt>
                <c:pt idx="221" c:formatCode="yyyy/m/d">
                  <c:v>43067</c:v>
                </c:pt>
                <c:pt idx="222" c:formatCode="yyyy/m/d">
                  <c:v>43068</c:v>
                </c:pt>
                <c:pt idx="223" c:formatCode="yyyy/m/d">
                  <c:v>43069</c:v>
                </c:pt>
                <c:pt idx="224" c:formatCode="yyyy/m/d">
                  <c:v>43070</c:v>
                </c:pt>
                <c:pt idx="225" c:formatCode="yyyy/m/d">
                  <c:v>43073</c:v>
                </c:pt>
                <c:pt idx="226" c:formatCode="yyyy/m/d">
                  <c:v>43074</c:v>
                </c:pt>
                <c:pt idx="227" c:formatCode="yyyy/m/d">
                  <c:v>43075</c:v>
                </c:pt>
                <c:pt idx="228" c:formatCode="yyyy/m/d">
                  <c:v>43076</c:v>
                </c:pt>
                <c:pt idx="229" c:formatCode="yyyy/m/d">
                  <c:v>43077</c:v>
                </c:pt>
                <c:pt idx="230" c:formatCode="yyyy/m/d">
                  <c:v>43080</c:v>
                </c:pt>
                <c:pt idx="231" c:formatCode="yyyy/m/d">
                  <c:v>43081</c:v>
                </c:pt>
                <c:pt idx="232" c:formatCode="yyyy/m/d">
                  <c:v>43082</c:v>
                </c:pt>
                <c:pt idx="233" c:formatCode="yyyy/m/d">
                  <c:v>43083</c:v>
                </c:pt>
                <c:pt idx="234" c:formatCode="yyyy/m/d">
                  <c:v>43084</c:v>
                </c:pt>
                <c:pt idx="235" c:formatCode="yyyy/m/d">
                  <c:v>43087</c:v>
                </c:pt>
                <c:pt idx="236" c:formatCode="yyyy/m/d">
                  <c:v>43088</c:v>
                </c:pt>
                <c:pt idx="237" c:formatCode="yyyy/m/d">
                  <c:v>43089</c:v>
                </c:pt>
                <c:pt idx="238" c:formatCode="yyyy/m/d">
                  <c:v>43090</c:v>
                </c:pt>
                <c:pt idx="239" c:formatCode="yyyy/m/d">
                  <c:v>43091</c:v>
                </c:pt>
                <c:pt idx="240" c:formatCode="yyyy/m/d">
                  <c:v>43094</c:v>
                </c:pt>
                <c:pt idx="241" c:formatCode="yyyy/m/d">
                  <c:v>43095</c:v>
                </c:pt>
                <c:pt idx="242" c:formatCode="yyyy/m/d">
                  <c:v>43096</c:v>
                </c:pt>
                <c:pt idx="243" c:formatCode="yyyy/m/d">
                  <c:v>43097</c:v>
                </c:pt>
                <c:pt idx="244" c:formatCode="yyyy/m/d">
                  <c:v>43098</c:v>
                </c:pt>
                <c:pt idx="245" c:formatCode="yyyy/m/d">
                  <c:v>43102</c:v>
                </c:pt>
                <c:pt idx="246" c:formatCode="yyyy/m/d">
                  <c:v>43103</c:v>
                </c:pt>
                <c:pt idx="247" c:formatCode="yyyy/m/d">
                  <c:v>43104</c:v>
                </c:pt>
                <c:pt idx="248" c:formatCode="yyyy/m/d">
                  <c:v>43105</c:v>
                </c:pt>
                <c:pt idx="249" c:formatCode="yyyy/m/d">
                  <c:v>43108</c:v>
                </c:pt>
                <c:pt idx="250" c:formatCode="yyyy/m/d">
                  <c:v>43109</c:v>
                </c:pt>
                <c:pt idx="251" c:formatCode="yyyy/m/d">
                  <c:v>43110</c:v>
                </c:pt>
                <c:pt idx="252" c:formatCode="yyyy/m/d">
                  <c:v>43111</c:v>
                </c:pt>
                <c:pt idx="253" c:formatCode="yyyy/m/d">
                  <c:v>43112</c:v>
                </c:pt>
                <c:pt idx="254" c:formatCode="yyyy/m/d">
                  <c:v>43115</c:v>
                </c:pt>
                <c:pt idx="255" c:formatCode="yyyy/m/d">
                  <c:v>43116</c:v>
                </c:pt>
                <c:pt idx="256" c:formatCode="yyyy/m/d">
                  <c:v>43117</c:v>
                </c:pt>
                <c:pt idx="257" c:formatCode="yyyy/m/d">
                  <c:v>43118</c:v>
                </c:pt>
                <c:pt idx="258" c:formatCode="yyyy/m/d">
                  <c:v>43119</c:v>
                </c:pt>
                <c:pt idx="259" c:formatCode="yyyy/m/d">
                  <c:v>43122</c:v>
                </c:pt>
                <c:pt idx="260" c:formatCode="yyyy/m/d">
                  <c:v>43123</c:v>
                </c:pt>
                <c:pt idx="261" c:formatCode="yyyy/m/d">
                  <c:v>43124</c:v>
                </c:pt>
                <c:pt idx="262" c:formatCode="yyyy/m/d">
                  <c:v>43125</c:v>
                </c:pt>
                <c:pt idx="263" c:formatCode="yyyy/m/d">
                  <c:v>43126</c:v>
                </c:pt>
                <c:pt idx="264" c:formatCode="yyyy/m/d">
                  <c:v>43129</c:v>
                </c:pt>
                <c:pt idx="265" c:formatCode="yyyy/m/d">
                  <c:v>43130</c:v>
                </c:pt>
                <c:pt idx="266" c:formatCode="yyyy/m/d">
                  <c:v>43131</c:v>
                </c:pt>
                <c:pt idx="267" c:formatCode="yyyy/m/d">
                  <c:v>43132</c:v>
                </c:pt>
                <c:pt idx="268" c:formatCode="yyyy/m/d">
                  <c:v>43133</c:v>
                </c:pt>
                <c:pt idx="269" c:formatCode="yyyy/m/d">
                  <c:v>43136</c:v>
                </c:pt>
                <c:pt idx="270" c:formatCode="yyyy/m/d">
                  <c:v>43137</c:v>
                </c:pt>
                <c:pt idx="271" c:formatCode="yyyy/m/d">
                  <c:v>43138</c:v>
                </c:pt>
                <c:pt idx="272" c:formatCode="yyyy/m/d">
                  <c:v>43139</c:v>
                </c:pt>
                <c:pt idx="273" c:formatCode="yyyy/m/d">
                  <c:v>43140</c:v>
                </c:pt>
                <c:pt idx="274" c:formatCode="yyyy/m/d">
                  <c:v>43143</c:v>
                </c:pt>
                <c:pt idx="275" c:formatCode="yyyy/m/d">
                  <c:v>43144</c:v>
                </c:pt>
                <c:pt idx="276" c:formatCode="yyyy/m/d">
                  <c:v>43145</c:v>
                </c:pt>
                <c:pt idx="277" c:formatCode="yyyy/m/d">
                  <c:v>43153</c:v>
                </c:pt>
                <c:pt idx="278" c:formatCode="yyyy/m/d">
                  <c:v>43154</c:v>
                </c:pt>
                <c:pt idx="279" c:formatCode="yyyy/m/d">
                  <c:v>43157</c:v>
                </c:pt>
                <c:pt idx="280" c:formatCode="yyyy/m/d">
                  <c:v>43158</c:v>
                </c:pt>
                <c:pt idx="281" c:formatCode="yyyy/m/d">
                  <c:v>43159</c:v>
                </c:pt>
                <c:pt idx="282" c:formatCode="yyyy/m/d">
                  <c:v>43160</c:v>
                </c:pt>
                <c:pt idx="283" c:formatCode="yyyy/m/d">
                  <c:v>43161</c:v>
                </c:pt>
                <c:pt idx="284" c:formatCode="yyyy/m/d">
                  <c:v>43164</c:v>
                </c:pt>
                <c:pt idx="285" c:formatCode="yyyy/m/d">
                  <c:v>43165</c:v>
                </c:pt>
                <c:pt idx="286" c:formatCode="yyyy/m/d">
                  <c:v>43166</c:v>
                </c:pt>
                <c:pt idx="287" c:formatCode="yyyy/m/d">
                  <c:v>43167</c:v>
                </c:pt>
                <c:pt idx="288" c:formatCode="yyyy/m/d">
                  <c:v>43168</c:v>
                </c:pt>
                <c:pt idx="289" c:formatCode="yyyy/m/d">
                  <c:v>43171</c:v>
                </c:pt>
                <c:pt idx="290" c:formatCode="yyyy/m/d">
                  <c:v>43172</c:v>
                </c:pt>
                <c:pt idx="291" c:formatCode="yyyy/m/d">
                  <c:v>43173</c:v>
                </c:pt>
                <c:pt idx="292" c:formatCode="yyyy/m/d">
                  <c:v>43174</c:v>
                </c:pt>
                <c:pt idx="293" c:formatCode="yyyy/m/d">
                  <c:v>43175</c:v>
                </c:pt>
                <c:pt idx="294" c:formatCode="yyyy/m/d">
                  <c:v>43178</c:v>
                </c:pt>
                <c:pt idx="295" c:formatCode="yyyy/m/d">
                  <c:v>43179</c:v>
                </c:pt>
                <c:pt idx="296" c:formatCode="yyyy/m/d">
                  <c:v>43180</c:v>
                </c:pt>
                <c:pt idx="297" c:formatCode="yyyy/m/d">
                  <c:v>43181</c:v>
                </c:pt>
                <c:pt idx="298" c:formatCode="yyyy/m/d">
                  <c:v>43182</c:v>
                </c:pt>
                <c:pt idx="299" c:formatCode="yyyy/m/d">
                  <c:v>43185</c:v>
                </c:pt>
                <c:pt idx="300" c:formatCode="yyyy/m/d">
                  <c:v>43186</c:v>
                </c:pt>
                <c:pt idx="301" c:formatCode="yyyy/m/d">
                  <c:v>43187</c:v>
                </c:pt>
                <c:pt idx="302" c:formatCode="yyyy/m/d">
                  <c:v>43188</c:v>
                </c:pt>
                <c:pt idx="303" c:formatCode="yyyy/m/d">
                  <c:v>43189</c:v>
                </c:pt>
                <c:pt idx="304" c:formatCode="yyyy/m/d">
                  <c:v>43192</c:v>
                </c:pt>
                <c:pt idx="305" c:formatCode="yyyy/m/d">
                  <c:v>43193</c:v>
                </c:pt>
                <c:pt idx="306" c:formatCode="yyyy/m/d">
                  <c:v>43194</c:v>
                </c:pt>
                <c:pt idx="307" c:formatCode="yyyy/m/d">
                  <c:v>43199</c:v>
                </c:pt>
                <c:pt idx="308" c:formatCode="yyyy/m/d">
                  <c:v>43200</c:v>
                </c:pt>
                <c:pt idx="309" c:formatCode="yyyy/m/d">
                  <c:v>43201</c:v>
                </c:pt>
                <c:pt idx="310" c:formatCode="yyyy/m/d">
                  <c:v>43202</c:v>
                </c:pt>
                <c:pt idx="311" c:formatCode="yyyy/m/d">
                  <c:v>43203</c:v>
                </c:pt>
                <c:pt idx="312" c:formatCode="yyyy/m/d">
                  <c:v>43206</c:v>
                </c:pt>
                <c:pt idx="313" c:formatCode="yyyy/m/d">
                  <c:v>43207</c:v>
                </c:pt>
                <c:pt idx="314" c:formatCode="yyyy/m/d">
                  <c:v>43208</c:v>
                </c:pt>
                <c:pt idx="315" c:formatCode="yyyy/m/d">
                  <c:v>43209</c:v>
                </c:pt>
                <c:pt idx="316" c:formatCode="yyyy/m/d">
                  <c:v>43210</c:v>
                </c:pt>
                <c:pt idx="317" c:formatCode="yyyy/m/d">
                  <c:v>43213</c:v>
                </c:pt>
                <c:pt idx="318" c:formatCode="yyyy/m/d">
                  <c:v>43214</c:v>
                </c:pt>
                <c:pt idx="319" c:formatCode="yyyy/m/d">
                  <c:v>43215</c:v>
                </c:pt>
                <c:pt idx="320" c:formatCode="yyyy/m/d">
                  <c:v>43216</c:v>
                </c:pt>
                <c:pt idx="321" c:formatCode="yyyy/m/d">
                  <c:v>43217</c:v>
                </c:pt>
                <c:pt idx="322" c:formatCode="yyyy/m/d">
                  <c:v>43222</c:v>
                </c:pt>
                <c:pt idx="323" c:formatCode="yyyy/m/d">
                  <c:v>43223</c:v>
                </c:pt>
                <c:pt idx="324" c:formatCode="yyyy/m/d">
                  <c:v>43224</c:v>
                </c:pt>
                <c:pt idx="325" c:formatCode="yyyy/m/d">
                  <c:v>43227</c:v>
                </c:pt>
                <c:pt idx="326" c:formatCode="yyyy/m/d">
                  <c:v>43228</c:v>
                </c:pt>
                <c:pt idx="327" c:formatCode="yyyy/m/d">
                  <c:v>43229</c:v>
                </c:pt>
                <c:pt idx="328" c:formatCode="yyyy/m/d">
                  <c:v>43230</c:v>
                </c:pt>
                <c:pt idx="329" c:formatCode="yyyy/m/d">
                  <c:v>43231</c:v>
                </c:pt>
                <c:pt idx="330" c:formatCode="yyyy/m/d">
                  <c:v>43234</c:v>
                </c:pt>
                <c:pt idx="331" c:formatCode="yyyy/m/d">
                  <c:v>43235</c:v>
                </c:pt>
                <c:pt idx="332" c:formatCode="yyyy/m/d">
                  <c:v>43236</c:v>
                </c:pt>
                <c:pt idx="333" c:formatCode="yyyy/m/d">
                  <c:v>43237</c:v>
                </c:pt>
                <c:pt idx="334" c:formatCode="yyyy/m/d">
                  <c:v>43238</c:v>
                </c:pt>
                <c:pt idx="335" c:formatCode="yyyy/m/d">
                  <c:v>43241</c:v>
                </c:pt>
                <c:pt idx="336" c:formatCode="yyyy/m/d">
                  <c:v>43242</c:v>
                </c:pt>
                <c:pt idx="337" c:formatCode="yyyy/m/d">
                  <c:v>43243</c:v>
                </c:pt>
                <c:pt idx="338" c:formatCode="yyyy/m/d">
                  <c:v>43244</c:v>
                </c:pt>
                <c:pt idx="339" c:formatCode="yyyy/m/d">
                  <c:v>43245</c:v>
                </c:pt>
                <c:pt idx="340" c:formatCode="yyyy/m/d">
                  <c:v>43248</c:v>
                </c:pt>
                <c:pt idx="341" c:formatCode="yyyy/m/d">
                  <c:v>43249</c:v>
                </c:pt>
                <c:pt idx="342" c:formatCode="yyyy/m/d">
                  <c:v>43250</c:v>
                </c:pt>
                <c:pt idx="343" c:formatCode="yyyy/m/d">
                  <c:v>43251</c:v>
                </c:pt>
                <c:pt idx="344" c:formatCode="yyyy/m/d">
                  <c:v>43252</c:v>
                </c:pt>
                <c:pt idx="345" c:formatCode="yyyy/m/d">
                  <c:v>43255</c:v>
                </c:pt>
                <c:pt idx="346" c:formatCode="yyyy/m/d">
                  <c:v>43256</c:v>
                </c:pt>
                <c:pt idx="347" c:formatCode="yyyy/m/d">
                  <c:v>43257</c:v>
                </c:pt>
                <c:pt idx="348" c:formatCode="yyyy/m/d">
                  <c:v>43258</c:v>
                </c:pt>
                <c:pt idx="349" c:formatCode="yyyy/m/d">
                  <c:v>43259</c:v>
                </c:pt>
                <c:pt idx="350" c:formatCode="yyyy/m/d">
                  <c:v>43262</c:v>
                </c:pt>
                <c:pt idx="351" c:formatCode="yyyy/m/d">
                  <c:v>43263</c:v>
                </c:pt>
                <c:pt idx="352" c:formatCode="yyyy/m/d">
                  <c:v>43264</c:v>
                </c:pt>
                <c:pt idx="353" c:formatCode="yyyy/m/d">
                  <c:v>43265</c:v>
                </c:pt>
                <c:pt idx="354" c:formatCode="yyyy/m/d">
                  <c:v>43266</c:v>
                </c:pt>
                <c:pt idx="355" c:formatCode="yyyy/m/d">
                  <c:v>43270</c:v>
                </c:pt>
                <c:pt idx="356" c:formatCode="yyyy/m/d">
                  <c:v>43271</c:v>
                </c:pt>
                <c:pt idx="357" c:formatCode="yyyy/m/d">
                  <c:v>43272</c:v>
                </c:pt>
                <c:pt idx="358" c:formatCode="yyyy/m/d">
                  <c:v>43273</c:v>
                </c:pt>
                <c:pt idx="359" c:formatCode="yyyy/m/d">
                  <c:v>43276</c:v>
                </c:pt>
                <c:pt idx="360" c:formatCode="yyyy/m/d">
                  <c:v>43277</c:v>
                </c:pt>
                <c:pt idx="361" c:formatCode="yyyy/m/d">
                  <c:v>43278</c:v>
                </c:pt>
                <c:pt idx="362" c:formatCode="yyyy/m/d">
                  <c:v>43279</c:v>
                </c:pt>
                <c:pt idx="363" c:formatCode="yyyy/m/d">
                  <c:v>43280</c:v>
                </c:pt>
                <c:pt idx="364" c:formatCode="yyyy/m/d">
                  <c:v>43283</c:v>
                </c:pt>
                <c:pt idx="365" c:formatCode="yyyy/m/d">
                  <c:v>43284</c:v>
                </c:pt>
                <c:pt idx="366" c:formatCode="yyyy/m/d">
                  <c:v>43285</c:v>
                </c:pt>
                <c:pt idx="367" c:formatCode="yyyy/m/d">
                  <c:v>43286</c:v>
                </c:pt>
                <c:pt idx="368" c:formatCode="yyyy/m/d">
                  <c:v>43287</c:v>
                </c:pt>
                <c:pt idx="369" c:formatCode="yyyy/m/d">
                  <c:v>43290</c:v>
                </c:pt>
                <c:pt idx="370" c:formatCode="yyyy/m/d">
                  <c:v>43291</c:v>
                </c:pt>
                <c:pt idx="371" c:formatCode="yyyy/m/d">
                  <c:v>43292</c:v>
                </c:pt>
                <c:pt idx="372" c:formatCode="yyyy/m/d">
                  <c:v>43293</c:v>
                </c:pt>
                <c:pt idx="373" c:formatCode="yyyy/m/d">
                  <c:v>43294</c:v>
                </c:pt>
                <c:pt idx="374" c:formatCode="yyyy/m/d">
                  <c:v>43297</c:v>
                </c:pt>
                <c:pt idx="375" c:formatCode="yyyy/m/d">
                  <c:v>43298</c:v>
                </c:pt>
                <c:pt idx="376" c:formatCode="yyyy/m/d">
                  <c:v>43299</c:v>
                </c:pt>
                <c:pt idx="377" c:formatCode="yyyy/m/d">
                  <c:v>43300</c:v>
                </c:pt>
                <c:pt idx="378" c:formatCode="yyyy/m/d">
                  <c:v>43301</c:v>
                </c:pt>
                <c:pt idx="379" c:formatCode="yyyy/m/d">
                  <c:v>43304</c:v>
                </c:pt>
                <c:pt idx="380" c:formatCode="yyyy/m/d">
                  <c:v>43305</c:v>
                </c:pt>
                <c:pt idx="381" c:formatCode="yyyy/m/d">
                  <c:v>43306</c:v>
                </c:pt>
                <c:pt idx="382" c:formatCode="yyyy/m/d">
                  <c:v>43307</c:v>
                </c:pt>
                <c:pt idx="383" c:formatCode="yyyy/m/d">
                  <c:v>43308</c:v>
                </c:pt>
                <c:pt idx="384" c:formatCode="yyyy/m/d">
                  <c:v>43311</c:v>
                </c:pt>
                <c:pt idx="385" c:formatCode="yyyy/m/d">
                  <c:v>43312</c:v>
                </c:pt>
                <c:pt idx="386" c:formatCode="yyyy/m/d">
                  <c:v>43313</c:v>
                </c:pt>
                <c:pt idx="387" c:formatCode="yyyy/m/d">
                  <c:v>43314</c:v>
                </c:pt>
                <c:pt idx="388" c:formatCode="yyyy/m/d">
                  <c:v>43315</c:v>
                </c:pt>
                <c:pt idx="389" c:formatCode="yyyy/m/d">
                  <c:v>43318</c:v>
                </c:pt>
                <c:pt idx="390" c:formatCode="yyyy/m/d">
                  <c:v>43319</c:v>
                </c:pt>
                <c:pt idx="391" c:formatCode="yyyy/m/d">
                  <c:v>43320</c:v>
                </c:pt>
                <c:pt idx="392" c:formatCode="yyyy/m/d">
                  <c:v>43321</c:v>
                </c:pt>
                <c:pt idx="393" c:formatCode="yyyy/m/d">
                  <c:v>43322</c:v>
                </c:pt>
                <c:pt idx="394" c:formatCode="yyyy/m/d">
                  <c:v>43325</c:v>
                </c:pt>
                <c:pt idx="395" c:formatCode="yyyy/m/d">
                  <c:v>43326</c:v>
                </c:pt>
                <c:pt idx="396" c:formatCode="yyyy/m/d">
                  <c:v>43327</c:v>
                </c:pt>
                <c:pt idx="397" c:formatCode="yyyy/m/d">
                  <c:v>43328</c:v>
                </c:pt>
                <c:pt idx="398" c:formatCode="yyyy/m/d">
                  <c:v>43329</c:v>
                </c:pt>
                <c:pt idx="399" c:formatCode="yyyy/m/d">
                  <c:v>43332</c:v>
                </c:pt>
                <c:pt idx="400" c:formatCode="yyyy/m/d">
                  <c:v>43333</c:v>
                </c:pt>
                <c:pt idx="401" c:formatCode="yyyy/m/d">
                  <c:v>43334</c:v>
                </c:pt>
                <c:pt idx="402" c:formatCode="yyyy/m/d">
                  <c:v>43335</c:v>
                </c:pt>
                <c:pt idx="403" c:formatCode="yyyy/m/d">
                  <c:v>43336</c:v>
                </c:pt>
                <c:pt idx="404" c:formatCode="yyyy/m/d">
                  <c:v>43339</c:v>
                </c:pt>
                <c:pt idx="405" c:formatCode="yyyy/m/d">
                  <c:v>43340</c:v>
                </c:pt>
                <c:pt idx="406" c:formatCode="yyyy/m/d">
                  <c:v>43341</c:v>
                </c:pt>
                <c:pt idx="407" c:formatCode="yyyy/m/d">
                  <c:v>43342</c:v>
                </c:pt>
                <c:pt idx="408" c:formatCode="yyyy/m/d">
                  <c:v>43343</c:v>
                </c:pt>
                <c:pt idx="409" c:formatCode="yyyy/m/d">
                  <c:v>43346</c:v>
                </c:pt>
                <c:pt idx="410" c:formatCode="yyyy/m/d">
                  <c:v>43347</c:v>
                </c:pt>
                <c:pt idx="411" c:formatCode="yyyy/m/d">
                  <c:v>43348</c:v>
                </c:pt>
                <c:pt idx="412" c:formatCode="yyyy/m/d">
                  <c:v>43349</c:v>
                </c:pt>
                <c:pt idx="413" c:formatCode="yyyy/m/d">
                  <c:v>43350</c:v>
                </c:pt>
                <c:pt idx="414" c:formatCode="yyyy/m/d">
                  <c:v>43353</c:v>
                </c:pt>
                <c:pt idx="415" c:formatCode="yyyy/m/d">
                  <c:v>43354</c:v>
                </c:pt>
                <c:pt idx="416" c:formatCode="yyyy/m/d">
                  <c:v>43355</c:v>
                </c:pt>
                <c:pt idx="417" c:formatCode="yyyy/m/d">
                  <c:v>43356</c:v>
                </c:pt>
                <c:pt idx="418" c:formatCode="yyyy/m/d">
                  <c:v>43357</c:v>
                </c:pt>
                <c:pt idx="419" c:formatCode="yyyy/m/d">
                  <c:v>43360</c:v>
                </c:pt>
                <c:pt idx="420" c:formatCode="yyyy/m/d">
                  <c:v>43361</c:v>
                </c:pt>
                <c:pt idx="421" c:formatCode="yyyy/m/d">
                  <c:v>43362</c:v>
                </c:pt>
                <c:pt idx="422" c:formatCode="yyyy/m/d">
                  <c:v>43363</c:v>
                </c:pt>
                <c:pt idx="423" c:formatCode="yyyy/m/d">
                  <c:v>43364</c:v>
                </c:pt>
                <c:pt idx="424" c:formatCode="yyyy/m/d">
                  <c:v>43368</c:v>
                </c:pt>
                <c:pt idx="425" c:formatCode="yyyy/m/d">
                  <c:v>43369</c:v>
                </c:pt>
                <c:pt idx="426" c:formatCode="yyyy/m/d">
                  <c:v>43370</c:v>
                </c:pt>
                <c:pt idx="427" c:formatCode="yyyy/m/d">
                  <c:v>43371</c:v>
                </c:pt>
                <c:pt idx="428" c:formatCode="yyyy/m/d">
                  <c:v>43381</c:v>
                </c:pt>
                <c:pt idx="429" c:formatCode="yyyy/m/d">
                  <c:v>43382</c:v>
                </c:pt>
                <c:pt idx="430" c:formatCode="yyyy/m/d">
                  <c:v>43383</c:v>
                </c:pt>
                <c:pt idx="431" c:formatCode="yyyy/m/d">
                  <c:v>43384</c:v>
                </c:pt>
                <c:pt idx="432" c:formatCode="yyyy/m/d">
                  <c:v>43385</c:v>
                </c:pt>
                <c:pt idx="433" c:formatCode="yyyy/m/d">
                  <c:v>43388</c:v>
                </c:pt>
                <c:pt idx="434" c:formatCode="yyyy/m/d">
                  <c:v>43389</c:v>
                </c:pt>
                <c:pt idx="435" c:formatCode="yyyy/m/d">
                  <c:v>43390</c:v>
                </c:pt>
                <c:pt idx="436" c:formatCode="yyyy/m/d">
                  <c:v>43391</c:v>
                </c:pt>
                <c:pt idx="437" c:formatCode="yyyy/m/d">
                  <c:v>43392</c:v>
                </c:pt>
                <c:pt idx="438" c:formatCode="yyyy/m/d">
                  <c:v>43395</c:v>
                </c:pt>
                <c:pt idx="439" c:formatCode="yyyy/m/d">
                  <c:v>43396</c:v>
                </c:pt>
                <c:pt idx="440" c:formatCode="yyyy/m/d">
                  <c:v>43397</c:v>
                </c:pt>
                <c:pt idx="441" c:formatCode="yyyy/m/d">
                  <c:v>43398</c:v>
                </c:pt>
                <c:pt idx="442" c:formatCode="yyyy/m/d">
                  <c:v>43399</c:v>
                </c:pt>
                <c:pt idx="443" c:formatCode="yyyy/m/d">
                  <c:v>43402</c:v>
                </c:pt>
                <c:pt idx="444" c:formatCode="yyyy/m/d">
                  <c:v>43403</c:v>
                </c:pt>
                <c:pt idx="445" c:formatCode="yyyy/m/d">
                  <c:v>43404</c:v>
                </c:pt>
                <c:pt idx="446" c:formatCode="yyyy/m/d">
                  <c:v>43405</c:v>
                </c:pt>
                <c:pt idx="447" c:formatCode="yyyy/m/d">
                  <c:v>43406</c:v>
                </c:pt>
                <c:pt idx="448" c:formatCode="yyyy/m/d">
                  <c:v>43409</c:v>
                </c:pt>
                <c:pt idx="449" c:formatCode="yyyy/m/d">
                  <c:v>43410</c:v>
                </c:pt>
                <c:pt idx="450" c:formatCode="yyyy/m/d">
                  <c:v>43411</c:v>
                </c:pt>
                <c:pt idx="451" c:formatCode="yyyy/m/d">
                  <c:v>43412</c:v>
                </c:pt>
                <c:pt idx="452" c:formatCode="yyyy/m/d">
                  <c:v>43413</c:v>
                </c:pt>
                <c:pt idx="453" c:formatCode="yyyy/m/d">
                  <c:v>43416</c:v>
                </c:pt>
                <c:pt idx="454" c:formatCode="yyyy/m/d">
                  <c:v>43417</c:v>
                </c:pt>
                <c:pt idx="455" c:formatCode="yyyy/m/d">
                  <c:v>43418</c:v>
                </c:pt>
                <c:pt idx="456" c:formatCode="yyyy/m/d">
                  <c:v>43419</c:v>
                </c:pt>
                <c:pt idx="457" c:formatCode="yyyy/m/d">
                  <c:v>43420</c:v>
                </c:pt>
                <c:pt idx="458" c:formatCode="yyyy/m/d">
                  <c:v>43423</c:v>
                </c:pt>
                <c:pt idx="459" c:formatCode="yyyy/m/d">
                  <c:v>43424</c:v>
                </c:pt>
                <c:pt idx="460" c:formatCode="yyyy/m/d">
                  <c:v>43425</c:v>
                </c:pt>
                <c:pt idx="461" c:formatCode="yyyy/m/d">
                  <c:v>43426</c:v>
                </c:pt>
                <c:pt idx="462" c:formatCode="yyyy/m/d">
                  <c:v>43427</c:v>
                </c:pt>
                <c:pt idx="463" c:formatCode="yyyy/m/d">
                  <c:v>43430</c:v>
                </c:pt>
                <c:pt idx="464" c:formatCode="yyyy/m/d">
                  <c:v>43431</c:v>
                </c:pt>
                <c:pt idx="465" c:formatCode="yyyy/m/d">
                  <c:v>43432</c:v>
                </c:pt>
                <c:pt idx="466" c:formatCode="yyyy/m/d">
                  <c:v>43433</c:v>
                </c:pt>
                <c:pt idx="467" c:formatCode="yyyy/m/d">
                  <c:v>43434</c:v>
                </c:pt>
                <c:pt idx="468" c:formatCode="yyyy/m/d">
                  <c:v>43437</c:v>
                </c:pt>
                <c:pt idx="469" c:formatCode="yyyy/m/d">
                  <c:v>43438</c:v>
                </c:pt>
                <c:pt idx="470" c:formatCode="yyyy/m/d">
                  <c:v>43439</c:v>
                </c:pt>
                <c:pt idx="471" c:formatCode="yyyy/m/d">
                  <c:v>43440</c:v>
                </c:pt>
                <c:pt idx="472" c:formatCode="yyyy/m/d">
                  <c:v>43441</c:v>
                </c:pt>
                <c:pt idx="473" c:formatCode="yyyy/m/d">
                  <c:v>43444</c:v>
                </c:pt>
                <c:pt idx="474" c:formatCode="yyyy/m/d">
                  <c:v>43445</c:v>
                </c:pt>
                <c:pt idx="475" c:formatCode="yyyy/m/d">
                  <c:v>43446</c:v>
                </c:pt>
                <c:pt idx="476" c:formatCode="yyyy/m/d">
                  <c:v>43447</c:v>
                </c:pt>
                <c:pt idx="477" c:formatCode="yyyy/m/d">
                  <c:v>43448</c:v>
                </c:pt>
                <c:pt idx="478" c:formatCode="yyyy/m/d">
                  <c:v>43451</c:v>
                </c:pt>
                <c:pt idx="479" c:formatCode="yyyy/m/d">
                  <c:v>43452</c:v>
                </c:pt>
                <c:pt idx="480" c:formatCode="yyyy/m/d">
                  <c:v>43453</c:v>
                </c:pt>
                <c:pt idx="481" c:formatCode="yyyy/m/d">
                  <c:v>43454</c:v>
                </c:pt>
                <c:pt idx="482" c:formatCode="yyyy/m/d">
                  <c:v>43455</c:v>
                </c:pt>
                <c:pt idx="483" c:formatCode="yyyy/m/d">
                  <c:v>43458</c:v>
                </c:pt>
                <c:pt idx="484" c:formatCode="yyyy/m/d">
                  <c:v>43459</c:v>
                </c:pt>
                <c:pt idx="485" c:formatCode="yyyy/m/d">
                  <c:v>43460</c:v>
                </c:pt>
                <c:pt idx="486" c:formatCode="yyyy/m/d">
                  <c:v>43461</c:v>
                </c:pt>
                <c:pt idx="487" c:formatCode="yyyy/m/d">
                  <c:v>43462</c:v>
                </c:pt>
                <c:pt idx="488" c:formatCode="yyyy/m/d">
                  <c:v>43467</c:v>
                </c:pt>
                <c:pt idx="489" c:formatCode="yyyy/m/d">
                  <c:v>43468</c:v>
                </c:pt>
                <c:pt idx="490" c:formatCode="yyyy/m/d">
                  <c:v>43469</c:v>
                </c:pt>
                <c:pt idx="491" c:formatCode="yyyy/m/d">
                  <c:v>43472</c:v>
                </c:pt>
                <c:pt idx="492" c:formatCode="yyyy/m/d">
                  <c:v>43473</c:v>
                </c:pt>
                <c:pt idx="493" c:formatCode="yyyy/m/d">
                  <c:v>43474</c:v>
                </c:pt>
                <c:pt idx="494" c:formatCode="yyyy/m/d">
                  <c:v>43475</c:v>
                </c:pt>
                <c:pt idx="495" c:formatCode="yyyy/m/d">
                  <c:v>43476</c:v>
                </c:pt>
                <c:pt idx="496" c:formatCode="yyyy/m/d">
                  <c:v>43479</c:v>
                </c:pt>
                <c:pt idx="497" c:formatCode="yyyy/m/d">
                  <c:v>43480</c:v>
                </c:pt>
                <c:pt idx="498" c:formatCode="yyyy/m/d">
                  <c:v>43481</c:v>
                </c:pt>
                <c:pt idx="499" c:formatCode="yyyy/m/d">
                  <c:v>43482</c:v>
                </c:pt>
                <c:pt idx="500" c:formatCode="yyyy/m/d">
                  <c:v>43483</c:v>
                </c:pt>
                <c:pt idx="501" c:formatCode="yyyy/m/d">
                  <c:v>43486</c:v>
                </c:pt>
                <c:pt idx="502" c:formatCode="yyyy/m/d">
                  <c:v>43487</c:v>
                </c:pt>
                <c:pt idx="503" c:formatCode="yyyy/m/d">
                  <c:v>43488</c:v>
                </c:pt>
                <c:pt idx="504" c:formatCode="yyyy/m/d">
                  <c:v>43489</c:v>
                </c:pt>
                <c:pt idx="505" c:formatCode="yyyy/m/d">
                  <c:v>43490</c:v>
                </c:pt>
                <c:pt idx="506" c:formatCode="yyyy/m/d">
                  <c:v>43493</c:v>
                </c:pt>
                <c:pt idx="507" c:formatCode="yyyy/m/d">
                  <c:v>43494</c:v>
                </c:pt>
                <c:pt idx="508" c:formatCode="yyyy/m/d">
                  <c:v>43495</c:v>
                </c:pt>
                <c:pt idx="509" c:formatCode="yyyy/m/d">
                  <c:v>43496</c:v>
                </c:pt>
                <c:pt idx="510" c:formatCode="yyyy/m/d">
                  <c:v>43497</c:v>
                </c:pt>
                <c:pt idx="511" c:formatCode="yyyy/m/d">
                  <c:v>43507</c:v>
                </c:pt>
                <c:pt idx="512" c:formatCode="yyyy/m/d">
                  <c:v>43508</c:v>
                </c:pt>
                <c:pt idx="513" c:formatCode="yyyy/m/d">
                  <c:v>43509</c:v>
                </c:pt>
                <c:pt idx="514" c:formatCode="yyyy/m/d">
                  <c:v>43510</c:v>
                </c:pt>
                <c:pt idx="515" c:formatCode="yyyy/m/d">
                  <c:v>43511</c:v>
                </c:pt>
                <c:pt idx="516" c:formatCode="yyyy/m/d">
                  <c:v>43514</c:v>
                </c:pt>
                <c:pt idx="517" c:formatCode="yyyy/m/d">
                  <c:v>43515</c:v>
                </c:pt>
                <c:pt idx="518" c:formatCode="yyyy/m/d">
                  <c:v>43516</c:v>
                </c:pt>
                <c:pt idx="519" c:formatCode="yyyy/m/d">
                  <c:v>43517</c:v>
                </c:pt>
                <c:pt idx="520" c:formatCode="yyyy/m/d">
                  <c:v>43518</c:v>
                </c:pt>
                <c:pt idx="521" c:formatCode="yyyy/m/d">
                  <c:v>43521</c:v>
                </c:pt>
                <c:pt idx="522" c:formatCode="yyyy/m/d">
                  <c:v>43522</c:v>
                </c:pt>
                <c:pt idx="523" c:formatCode="yyyy/m/d">
                  <c:v>43523</c:v>
                </c:pt>
                <c:pt idx="524" c:formatCode="yyyy/m/d">
                  <c:v>43524</c:v>
                </c:pt>
                <c:pt idx="525" c:formatCode="yyyy/m/d">
                  <c:v>43525</c:v>
                </c:pt>
                <c:pt idx="526" c:formatCode="yyyy/m/d">
                  <c:v>43528</c:v>
                </c:pt>
                <c:pt idx="527" c:formatCode="yyyy/m/d">
                  <c:v>43529</c:v>
                </c:pt>
                <c:pt idx="528" c:formatCode="yyyy/m/d">
                  <c:v>43530</c:v>
                </c:pt>
                <c:pt idx="529" c:formatCode="yyyy/m/d">
                  <c:v>43531</c:v>
                </c:pt>
                <c:pt idx="530" c:formatCode="yyyy/m/d">
                  <c:v>43532</c:v>
                </c:pt>
                <c:pt idx="531" c:formatCode="yyyy/m/d">
                  <c:v>43535</c:v>
                </c:pt>
                <c:pt idx="532" c:formatCode="yyyy/m/d">
                  <c:v>43536</c:v>
                </c:pt>
                <c:pt idx="533" c:formatCode="yyyy/m/d">
                  <c:v>43537</c:v>
                </c:pt>
                <c:pt idx="534" c:formatCode="yyyy/m/d">
                  <c:v>43538</c:v>
                </c:pt>
                <c:pt idx="535" c:formatCode="yyyy/m/d">
                  <c:v>43539</c:v>
                </c:pt>
                <c:pt idx="536" c:formatCode="yyyy/m/d">
                  <c:v>43542</c:v>
                </c:pt>
                <c:pt idx="537" c:formatCode="yyyy/m/d">
                  <c:v>43543</c:v>
                </c:pt>
                <c:pt idx="538" c:formatCode="yyyy/m/d">
                  <c:v>43544</c:v>
                </c:pt>
                <c:pt idx="539" c:formatCode="yyyy/m/d">
                  <c:v>43545</c:v>
                </c:pt>
                <c:pt idx="540" c:formatCode="yyyy/m/d">
                  <c:v>43546</c:v>
                </c:pt>
                <c:pt idx="541" c:formatCode="yyyy/m/d">
                  <c:v>43549</c:v>
                </c:pt>
                <c:pt idx="542" c:formatCode="yyyy/m/d">
                  <c:v>43550</c:v>
                </c:pt>
                <c:pt idx="543" c:formatCode="yyyy/m/d">
                  <c:v>43551</c:v>
                </c:pt>
                <c:pt idx="544" c:formatCode="yyyy/m/d">
                  <c:v>43552</c:v>
                </c:pt>
                <c:pt idx="545" c:formatCode="yyyy/m/d">
                  <c:v>43553</c:v>
                </c:pt>
                <c:pt idx="546" c:formatCode="yyyy/m/d">
                  <c:v>43556</c:v>
                </c:pt>
                <c:pt idx="547" c:formatCode="yyyy/m/d">
                  <c:v>43557</c:v>
                </c:pt>
                <c:pt idx="548" c:formatCode="yyyy/m/d">
                  <c:v>43558</c:v>
                </c:pt>
                <c:pt idx="549" c:formatCode="yyyy/m/d">
                  <c:v>43559</c:v>
                </c:pt>
                <c:pt idx="550" c:formatCode="yyyy/m/d">
                  <c:v>43563</c:v>
                </c:pt>
                <c:pt idx="551" c:formatCode="yyyy/m/d">
                  <c:v>43564</c:v>
                </c:pt>
                <c:pt idx="552" c:formatCode="yyyy/m/d">
                  <c:v>43565</c:v>
                </c:pt>
                <c:pt idx="553" c:formatCode="yyyy/m/d">
                  <c:v>43566</c:v>
                </c:pt>
                <c:pt idx="554" c:formatCode="yyyy/m/d">
                  <c:v>43567</c:v>
                </c:pt>
                <c:pt idx="555" c:formatCode="yyyy/m/d">
                  <c:v>43570</c:v>
                </c:pt>
                <c:pt idx="556" c:formatCode="yyyy/m/d">
                  <c:v>43571</c:v>
                </c:pt>
                <c:pt idx="557" c:formatCode="yyyy/m/d">
                  <c:v>43572</c:v>
                </c:pt>
                <c:pt idx="558" c:formatCode="yyyy/m/d">
                  <c:v>43573</c:v>
                </c:pt>
                <c:pt idx="559" c:formatCode="yyyy/m/d">
                  <c:v>43574</c:v>
                </c:pt>
                <c:pt idx="560" c:formatCode="yyyy/m/d">
                  <c:v>43577</c:v>
                </c:pt>
                <c:pt idx="561" c:formatCode="yyyy/m/d">
                  <c:v>43578</c:v>
                </c:pt>
                <c:pt idx="562" c:formatCode="yyyy/m/d">
                  <c:v>43579</c:v>
                </c:pt>
                <c:pt idx="563" c:formatCode="yyyy/m/d">
                  <c:v>43580</c:v>
                </c:pt>
                <c:pt idx="564" c:formatCode="yyyy/m/d">
                  <c:v>43581</c:v>
                </c:pt>
                <c:pt idx="565" c:formatCode="yyyy/m/d">
                  <c:v>43584</c:v>
                </c:pt>
                <c:pt idx="566" c:formatCode="yyyy/m/d">
                  <c:v>43585</c:v>
                </c:pt>
                <c:pt idx="567" c:formatCode="yyyy/m/d">
                  <c:v>43591</c:v>
                </c:pt>
                <c:pt idx="568" c:formatCode="yyyy/m/d">
                  <c:v>43592</c:v>
                </c:pt>
                <c:pt idx="569" c:formatCode="yyyy/m/d">
                  <c:v>43593</c:v>
                </c:pt>
                <c:pt idx="570" c:formatCode="yyyy/m/d">
                  <c:v>43594</c:v>
                </c:pt>
                <c:pt idx="571" c:formatCode="yyyy/m/d">
                  <c:v>43595</c:v>
                </c:pt>
                <c:pt idx="572" c:formatCode="yyyy/m/d">
                  <c:v>43598</c:v>
                </c:pt>
                <c:pt idx="573" c:formatCode="yyyy/m/d">
                  <c:v>43599</c:v>
                </c:pt>
                <c:pt idx="574" c:formatCode="yyyy/m/d">
                  <c:v>43600</c:v>
                </c:pt>
                <c:pt idx="575" c:formatCode="yyyy/m/d">
                  <c:v>43601</c:v>
                </c:pt>
                <c:pt idx="576" c:formatCode="yyyy/m/d">
                  <c:v>43602</c:v>
                </c:pt>
                <c:pt idx="577" c:formatCode="yyyy/m/d">
                  <c:v>43605</c:v>
                </c:pt>
                <c:pt idx="578" c:formatCode="yyyy/m/d">
                  <c:v>43606</c:v>
                </c:pt>
                <c:pt idx="579" c:formatCode="yyyy/m/d">
                  <c:v>43607</c:v>
                </c:pt>
                <c:pt idx="580" c:formatCode="yyyy/m/d">
                  <c:v>43608</c:v>
                </c:pt>
                <c:pt idx="581" c:formatCode="yyyy/m/d">
                  <c:v>43609</c:v>
                </c:pt>
                <c:pt idx="582" c:formatCode="yyyy/m/d">
                  <c:v>43612</c:v>
                </c:pt>
                <c:pt idx="583" c:formatCode="yyyy/m/d">
                  <c:v>43613</c:v>
                </c:pt>
                <c:pt idx="584" c:formatCode="yyyy/m/d">
                  <c:v>43614</c:v>
                </c:pt>
                <c:pt idx="585" c:formatCode="yyyy/m/d">
                  <c:v>43615</c:v>
                </c:pt>
                <c:pt idx="586" c:formatCode="yyyy/m/d">
                  <c:v>43616</c:v>
                </c:pt>
                <c:pt idx="587" c:formatCode="yyyy/m/d">
                  <c:v>43619</c:v>
                </c:pt>
                <c:pt idx="588" c:formatCode="yyyy/m/d">
                  <c:v>43620</c:v>
                </c:pt>
                <c:pt idx="589" c:formatCode="yyyy/m/d">
                  <c:v>43621</c:v>
                </c:pt>
                <c:pt idx="590" c:formatCode="yyyy/m/d">
                  <c:v>43622</c:v>
                </c:pt>
                <c:pt idx="591" c:formatCode="yyyy/m/d">
                  <c:v>43626</c:v>
                </c:pt>
                <c:pt idx="592" c:formatCode="yyyy/m/d">
                  <c:v>43627</c:v>
                </c:pt>
                <c:pt idx="593" c:formatCode="yyyy/m/d">
                  <c:v>43628</c:v>
                </c:pt>
                <c:pt idx="594" c:formatCode="yyyy/m/d">
                  <c:v>43629</c:v>
                </c:pt>
                <c:pt idx="595" c:formatCode="yyyy/m/d">
                  <c:v>43630</c:v>
                </c:pt>
                <c:pt idx="596" c:formatCode="yyyy/m/d">
                  <c:v>43633</c:v>
                </c:pt>
                <c:pt idx="597" c:formatCode="yyyy/m/d">
                  <c:v>43634</c:v>
                </c:pt>
                <c:pt idx="598" c:formatCode="yyyy/m/d">
                  <c:v>43635</c:v>
                </c:pt>
                <c:pt idx="599" c:formatCode="yyyy/m/d">
                  <c:v>43636</c:v>
                </c:pt>
                <c:pt idx="600" c:formatCode="yyyy/m/d">
                  <c:v>43637</c:v>
                </c:pt>
                <c:pt idx="601" c:formatCode="yyyy/m/d">
                  <c:v>43640</c:v>
                </c:pt>
                <c:pt idx="602" c:formatCode="yyyy/m/d">
                  <c:v>43641</c:v>
                </c:pt>
                <c:pt idx="603" c:formatCode="yyyy/m/d">
                  <c:v>43642</c:v>
                </c:pt>
                <c:pt idx="604" c:formatCode="yyyy/m/d">
                  <c:v>43643</c:v>
                </c:pt>
                <c:pt idx="605" c:formatCode="yyyy/m/d">
                  <c:v>43644</c:v>
                </c:pt>
                <c:pt idx="606" c:formatCode="yyyy/m/d">
                  <c:v>43647</c:v>
                </c:pt>
                <c:pt idx="607" c:formatCode="yyyy/m/d">
                  <c:v>43648</c:v>
                </c:pt>
                <c:pt idx="608" c:formatCode="yyyy/m/d">
                  <c:v>43649</c:v>
                </c:pt>
                <c:pt idx="609" c:formatCode="yyyy/m/d">
                  <c:v>43650</c:v>
                </c:pt>
                <c:pt idx="610" c:formatCode="yyyy/m/d">
                  <c:v>43651</c:v>
                </c:pt>
                <c:pt idx="611" c:formatCode="yyyy/m/d">
                  <c:v>43654</c:v>
                </c:pt>
                <c:pt idx="612" c:formatCode="yyyy/m/d">
                  <c:v>43655</c:v>
                </c:pt>
                <c:pt idx="613" c:formatCode="yyyy/m/d">
                  <c:v>43656</c:v>
                </c:pt>
                <c:pt idx="614" c:formatCode="yyyy/m/d">
                  <c:v>43657</c:v>
                </c:pt>
                <c:pt idx="615" c:formatCode="yyyy/m/d">
                  <c:v>43658</c:v>
                </c:pt>
                <c:pt idx="616" c:formatCode="yyyy/m/d">
                  <c:v>43661</c:v>
                </c:pt>
                <c:pt idx="617" c:formatCode="yyyy/m/d">
                  <c:v>43662</c:v>
                </c:pt>
                <c:pt idx="618" c:formatCode="yyyy/m/d">
                  <c:v>43663</c:v>
                </c:pt>
                <c:pt idx="619" c:formatCode="yyyy/m/d">
                  <c:v>43664</c:v>
                </c:pt>
                <c:pt idx="620" c:formatCode="yyyy/m/d">
                  <c:v>43665</c:v>
                </c:pt>
                <c:pt idx="621" c:formatCode="yyyy/m/d">
                  <c:v>43668</c:v>
                </c:pt>
                <c:pt idx="622" c:formatCode="yyyy/m/d">
                  <c:v>43669</c:v>
                </c:pt>
                <c:pt idx="623" c:formatCode="yyyy/m/d">
                  <c:v>43670</c:v>
                </c:pt>
                <c:pt idx="624" c:formatCode="yyyy/m/d">
                  <c:v>43671</c:v>
                </c:pt>
                <c:pt idx="625" c:formatCode="yyyy/m/d">
                  <c:v>43672</c:v>
                </c:pt>
                <c:pt idx="626" c:formatCode="yyyy/m/d">
                  <c:v>43675</c:v>
                </c:pt>
                <c:pt idx="627" c:formatCode="yyyy/m/d">
                  <c:v>43676</c:v>
                </c:pt>
                <c:pt idx="628" c:formatCode="yyyy/m/d">
                  <c:v>43677</c:v>
                </c:pt>
                <c:pt idx="629" c:formatCode="yyyy/m/d">
                  <c:v>43678</c:v>
                </c:pt>
                <c:pt idx="630" c:formatCode="yyyy/m/d">
                  <c:v>43679</c:v>
                </c:pt>
                <c:pt idx="631" c:formatCode="yyyy/m/d">
                  <c:v>43682</c:v>
                </c:pt>
                <c:pt idx="632" c:formatCode="yyyy/m/d">
                  <c:v>43683</c:v>
                </c:pt>
                <c:pt idx="633" c:formatCode="yyyy/m/d">
                  <c:v>43684</c:v>
                </c:pt>
                <c:pt idx="634" c:formatCode="yyyy/m/d">
                  <c:v>43685</c:v>
                </c:pt>
                <c:pt idx="635" c:formatCode="yyyy/m/d">
                  <c:v>43686</c:v>
                </c:pt>
                <c:pt idx="636" c:formatCode="yyyy/m/d">
                  <c:v>43689</c:v>
                </c:pt>
                <c:pt idx="637" c:formatCode="yyyy/m/d">
                  <c:v>43690</c:v>
                </c:pt>
                <c:pt idx="638" c:formatCode="yyyy/m/d">
                  <c:v>43691</c:v>
                </c:pt>
                <c:pt idx="639" c:formatCode="yyyy/m/d">
                  <c:v>43692</c:v>
                </c:pt>
                <c:pt idx="640" c:formatCode="yyyy/m/d">
                  <c:v>43693</c:v>
                </c:pt>
                <c:pt idx="641" c:formatCode="yyyy/m/d">
                  <c:v>43696</c:v>
                </c:pt>
                <c:pt idx="642" c:formatCode="yyyy/m/d">
                  <c:v>43697</c:v>
                </c:pt>
                <c:pt idx="643" c:formatCode="yyyy/m/d">
                  <c:v>43698</c:v>
                </c:pt>
                <c:pt idx="644" c:formatCode="yyyy/m/d">
                  <c:v>43699</c:v>
                </c:pt>
                <c:pt idx="645" c:formatCode="yyyy/m/d">
                  <c:v>43700</c:v>
                </c:pt>
                <c:pt idx="646" c:formatCode="yyyy/m/d">
                  <c:v>43703</c:v>
                </c:pt>
                <c:pt idx="647" c:formatCode="yyyy/m/d">
                  <c:v>43704</c:v>
                </c:pt>
                <c:pt idx="648" c:formatCode="yyyy/m/d">
                  <c:v>43705</c:v>
                </c:pt>
                <c:pt idx="649" c:formatCode="yyyy/m/d">
                  <c:v>43706</c:v>
                </c:pt>
                <c:pt idx="650" c:formatCode="yyyy/m/d">
                  <c:v>43707</c:v>
                </c:pt>
                <c:pt idx="651" c:formatCode="yyyy/m/d">
                  <c:v>43710</c:v>
                </c:pt>
                <c:pt idx="652" c:formatCode="yyyy/m/d">
                  <c:v>43711</c:v>
                </c:pt>
                <c:pt idx="653" c:formatCode="yyyy/m/d">
                  <c:v>43712</c:v>
                </c:pt>
                <c:pt idx="654" c:formatCode="yyyy/m/d">
                  <c:v>43713</c:v>
                </c:pt>
                <c:pt idx="655" c:formatCode="yyyy/m/d">
                  <c:v>43714</c:v>
                </c:pt>
                <c:pt idx="656" c:formatCode="yyyy/m/d">
                  <c:v>43717</c:v>
                </c:pt>
                <c:pt idx="657" c:formatCode="yyyy/m/d">
                  <c:v>43718</c:v>
                </c:pt>
                <c:pt idx="658" c:formatCode="yyyy/m/d">
                  <c:v>43719</c:v>
                </c:pt>
                <c:pt idx="659" c:formatCode="yyyy/m/d">
                  <c:v>43720</c:v>
                </c:pt>
                <c:pt idx="660" c:formatCode="yyyy/m/d">
                  <c:v>43724</c:v>
                </c:pt>
                <c:pt idx="661" c:formatCode="yyyy/m/d">
                  <c:v>43725</c:v>
                </c:pt>
                <c:pt idx="662" c:formatCode="yyyy/m/d">
                  <c:v>43726</c:v>
                </c:pt>
                <c:pt idx="663" c:formatCode="yyyy/m/d">
                  <c:v>43727</c:v>
                </c:pt>
                <c:pt idx="664" c:formatCode="yyyy/m/d">
                  <c:v>43728</c:v>
                </c:pt>
                <c:pt idx="665" c:formatCode="yyyy/m/d">
                  <c:v>43731</c:v>
                </c:pt>
                <c:pt idx="666" c:formatCode="yyyy/m/d">
                  <c:v>43732</c:v>
                </c:pt>
                <c:pt idx="667" c:formatCode="yyyy/m/d">
                  <c:v>43733</c:v>
                </c:pt>
                <c:pt idx="668" c:formatCode="yyyy/m/d">
                  <c:v>43734</c:v>
                </c:pt>
                <c:pt idx="669" c:formatCode="yyyy/m/d">
                  <c:v>43735</c:v>
                </c:pt>
                <c:pt idx="670" c:formatCode="yyyy/m/d">
                  <c:v>43738</c:v>
                </c:pt>
                <c:pt idx="671" c:formatCode="yyyy/m/d">
                  <c:v>43746</c:v>
                </c:pt>
                <c:pt idx="672" c:formatCode="yyyy/m/d">
                  <c:v>43747</c:v>
                </c:pt>
                <c:pt idx="673" c:formatCode="yyyy/m/d">
                  <c:v>43748</c:v>
                </c:pt>
                <c:pt idx="674" c:formatCode="yyyy/m/d">
                  <c:v>43749</c:v>
                </c:pt>
                <c:pt idx="675" c:formatCode="yyyy/m/d">
                  <c:v>43752</c:v>
                </c:pt>
                <c:pt idx="676" c:formatCode="yyyy/m/d">
                  <c:v>43753</c:v>
                </c:pt>
                <c:pt idx="677" c:formatCode="yyyy/m/d">
                  <c:v>43754</c:v>
                </c:pt>
                <c:pt idx="678" c:formatCode="yyyy/m/d">
                  <c:v>43755</c:v>
                </c:pt>
                <c:pt idx="679" c:formatCode="yyyy/m/d">
                  <c:v>43756</c:v>
                </c:pt>
                <c:pt idx="680" c:formatCode="yyyy/m/d">
                  <c:v>43759</c:v>
                </c:pt>
                <c:pt idx="681" c:formatCode="yyyy/m/d">
                  <c:v>43760</c:v>
                </c:pt>
                <c:pt idx="682" c:formatCode="yyyy/m/d">
                  <c:v>43761</c:v>
                </c:pt>
                <c:pt idx="683" c:formatCode="yyyy/m/d">
                  <c:v>43762</c:v>
                </c:pt>
                <c:pt idx="684" c:formatCode="yyyy/m/d">
                  <c:v>43763</c:v>
                </c:pt>
                <c:pt idx="685" c:formatCode="yyyy/m/d">
                  <c:v>43766</c:v>
                </c:pt>
                <c:pt idx="686" c:formatCode="yyyy/m/d">
                  <c:v>43767</c:v>
                </c:pt>
                <c:pt idx="687" c:formatCode="yyyy/m/d">
                  <c:v>43768</c:v>
                </c:pt>
                <c:pt idx="688" c:formatCode="yyyy/m/d">
                  <c:v>43769</c:v>
                </c:pt>
                <c:pt idx="689" c:formatCode="yyyy/m/d">
                  <c:v>43770</c:v>
                </c:pt>
                <c:pt idx="690" c:formatCode="yyyy/m/d">
                  <c:v>43773</c:v>
                </c:pt>
                <c:pt idx="691" c:formatCode="yyyy/m/d">
                  <c:v>43774</c:v>
                </c:pt>
                <c:pt idx="692" c:formatCode="yyyy/m/d">
                  <c:v>43775</c:v>
                </c:pt>
                <c:pt idx="693" c:formatCode="yyyy/m/d">
                  <c:v>43776</c:v>
                </c:pt>
                <c:pt idx="694" c:formatCode="yyyy/m/d">
                  <c:v>43777</c:v>
                </c:pt>
                <c:pt idx="695" c:formatCode="yyyy/m/d">
                  <c:v>43780</c:v>
                </c:pt>
                <c:pt idx="696" c:formatCode="yyyy/m/d">
                  <c:v>43781</c:v>
                </c:pt>
                <c:pt idx="697" c:formatCode="yyyy/m/d">
                  <c:v>43782</c:v>
                </c:pt>
                <c:pt idx="698" c:formatCode="yyyy/m/d">
                  <c:v>43783</c:v>
                </c:pt>
                <c:pt idx="699" c:formatCode="yyyy/m/d">
                  <c:v>43784</c:v>
                </c:pt>
                <c:pt idx="700" c:formatCode="yyyy/m/d">
                  <c:v>43787</c:v>
                </c:pt>
                <c:pt idx="701" c:formatCode="yyyy/m/d">
                  <c:v>43788</c:v>
                </c:pt>
                <c:pt idx="702" c:formatCode="yyyy/m/d">
                  <c:v>43789</c:v>
                </c:pt>
                <c:pt idx="703" c:formatCode="yyyy/m/d">
                  <c:v>43790</c:v>
                </c:pt>
                <c:pt idx="704" c:formatCode="yyyy/m/d">
                  <c:v>43791</c:v>
                </c:pt>
                <c:pt idx="705" c:formatCode="yyyy/m/d">
                  <c:v>43794</c:v>
                </c:pt>
                <c:pt idx="706" c:formatCode="yyyy/m/d">
                  <c:v>43795</c:v>
                </c:pt>
                <c:pt idx="707" c:formatCode="yyyy/m/d">
                  <c:v>43796</c:v>
                </c:pt>
                <c:pt idx="708" c:formatCode="yyyy/m/d">
                  <c:v>43797</c:v>
                </c:pt>
                <c:pt idx="709" c:formatCode="yyyy/m/d">
                  <c:v>43798</c:v>
                </c:pt>
                <c:pt idx="710" c:formatCode="yyyy/m/d">
                  <c:v>43801</c:v>
                </c:pt>
                <c:pt idx="711" c:formatCode="yyyy/m/d">
                  <c:v>43802</c:v>
                </c:pt>
                <c:pt idx="712" c:formatCode="yyyy/m/d">
                  <c:v>43803</c:v>
                </c:pt>
                <c:pt idx="713" c:formatCode="yyyy/m/d">
                  <c:v>43804</c:v>
                </c:pt>
                <c:pt idx="714" c:formatCode="yyyy/m/d">
                  <c:v>43805</c:v>
                </c:pt>
                <c:pt idx="715" c:formatCode="yyyy/m/d">
                  <c:v>43808</c:v>
                </c:pt>
                <c:pt idx="716" c:formatCode="yyyy/m/d">
                  <c:v>43809</c:v>
                </c:pt>
                <c:pt idx="717" c:formatCode="yyyy/m/d">
                  <c:v>43810</c:v>
                </c:pt>
                <c:pt idx="718" c:formatCode="yyyy/m/d">
                  <c:v>43811</c:v>
                </c:pt>
                <c:pt idx="719" c:formatCode="yyyy/m/d">
                  <c:v>43812</c:v>
                </c:pt>
                <c:pt idx="720" c:formatCode="yyyy/m/d">
                  <c:v>43815</c:v>
                </c:pt>
                <c:pt idx="721" c:formatCode="yyyy/m/d">
                  <c:v>43816</c:v>
                </c:pt>
                <c:pt idx="722" c:formatCode="yyyy/m/d">
                  <c:v>43817</c:v>
                </c:pt>
                <c:pt idx="723" c:formatCode="yyyy/m/d">
                  <c:v>43818</c:v>
                </c:pt>
                <c:pt idx="724" c:formatCode="yyyy/m/d">
                  <c:v>43819</c:v>
                </c:pt>
                <c:pt idx="725" c:formatCode="yyyy/m/d">
                  <c:v>43822</c:v>
                </c:pt>
                <c:pt idx="726" c:formatCode="yyyy/m/d">
                  <c:v>43823</c:v>
                </c:pt>
                <c:pt idx="727" c:formatCode="yyyy/m/d">
                  <c:v>43824</c:v>
                </c:pt>
                <c:pt idx="728" c:formatCode="yyyy/m/d">
                  <c:v>43825</c:v>
                </c:pt>
                <c:pt idx="729" c:formatCode="yyyy/m/d">
                  <c:v>43826</c:v>
                </c:pt>
                <c:pt idx="730" c:formatCode="yyyy/m/d">
                  <c:v>43829</c:v>
                </c:pt>
                <c:pt idx="731" c:formatCode="yyyy/m/d">
                  <c:v>43830</c:v>
                </c:pt>
                <c:pt idx="732" c:formatCode="yyyy/m/d">
                  <c:v>43832</c:v>
                </c:pt>
                <c:pt idx="733" c:formatCode="yyyy/m/d">
                  <c:v>43833</c:v>
                </c:pt>
                <c:pt idx="734" c:formatCode="yyyy/m/d">
                  <c:v>43836</c:v>
                </c:pt>
                <c:pt idx="735" c:formatCode="yyyy/m/d">
                  <c:v>43837</c:v>
                </c:pt>
                <c:pt idx="736" c:formatCode="yyyy/m/d">
                  <c:v>43838</c:v>
                </c:pt>
                <c:pt idx="737" c:formatCode="yyyy/m/d">
                  <c:v>43839</c:v>
                </c:pt>
                <c:pt idx="738" c:formatCode="yyyy/m/d">
                  <c:v>43840</c:v>
                </c:pt>
                <c:pt idx="739" c:formatCode="yyyy/m/d">
                  <c:v>43843</c:v>
                </c:pt>
                <c:pt idx="740" c:formatCode="yyyy/m/d">
                  <c:v>43844</c:v>
                </c:pt>
                <c:pt idx="741" c:formatCode="yyyy/m/d">
                  <c:v>43845</c:v>
                </c:pt>
                <c:pt idx="742" c:formatCode="yyyy/m/d">
                  <c:v>43846</c:v>
                </c:pt>
                <c:pt idx="743" c:formatCode="yyyy/m/d">
                  <c:v>43847</c:v>
                </c:pt>
                <c:pt idx="744" c:formatCode="yyyy/m/d">
                  <c:v>43850</c:v>
                </c:pt>
                <c:pt idx="745" c:formatCode="yyyy/m/d">
                  <c:v>43851</c:v>
                </c:pt>
                <c:pt idx="746" c:formatCode="yyyy/m/d">
                  <c:v>43852</c:v>
                </c:pt>
                <c:pt idx="747" c:formatCode="yyyy/m/d">
                  <c:v>43853</c:v>
                </c:pt>
                <c:pt idx="748" c:formatCode="yyyy/m/d">
                  <c:v>43864</c:v>
                </c:pt>
                <c:pt idx="749" c:formatCode="yyyy/m/d">
                  <c:v>43865</c:v>
                </c:pt>
                <c:pt idx="750" c:formatCode="yyyy/m/d">
                  <c:v>43866</c:v>
                </c:pt>
                <c:pt idx="751" c:formatCode="yyyy/m/d">
                  <c:v>43867</c:v>
                </c:pt>
                <c:pt idx="752" c:formatCode="yyyy/m/d">
                  <c:v>43868</c:v>
                </c:pt>
                <c:pt idx="753" c:formatCode="yyyy/m/d">
                  <c:v>43871</c:v>
                </c:pt>
                <c:pt idx="754" c:formatCode="yyyy/m/d">
                  <c:v>43872</c:v>
                </c:pt>
                <c:pt idx="755" c:formatCode="yyyy/m/d">
                  <c:v>43873</c:v>
                </c:pt>
                <c:pt idx="756" c:formatCode="yyyy/m/d">
                  <c:v>43874</c:v>
                </c:pt>
                <c:pt idx="757" c:formatCode="yyyy/m/d">
                  <c:v>43875</c:v>
                </c:pt>
                <c:pt idx="758" c:formatCode="yyyy/m/d">
                  <c:v>43878</c:v>
                </c:pt>
                <c:pt idx="759" c:formatCode="yyyy/m/d">
                  <c:v>43879</c:v>
                </c:pt>
                <c:pt idx="760" c:formatCode="yyyy/m/d">
                  <c:v>43880</c:v>
                </c:pt>
                <c:pt idx="761" c:formatCode="yyyy/m/d">
                  <c:v>43881</c:v>
                </c:pt>
                <c:pt idx="762" c:formatCode="yyyy/m/d">
                  <c:v>43882</c:v>
                </c:pt>
                <c:pt idx="763" c:formatCode="yyyy/m/d">
                  <c:v>43885</c:v>
                </c:pt>
                <c:pt idx="764" c:formatCode="yyyy/m/d">
                  <c:v>43886</c:v>
                </c:pt>
                <c:pt idx="765" c:formatCode="yyyy/m/d">
                  <c:v>43887</c:v>
                </c:pt>
                <c:pt idx="766" c:formatCode="yyyy/m/d">
                  <c:v>43888</c:v>
                </c:pt>
                <c:pt idx="767" c:formatCode="yyyy/m/d">
                  <c:v>43889</c:v>
                </c:pt>
                <c:pt idx="768" c:formatCode="yyyy/m/d">
                  <c:v>43892</c:v>
                </c:pt>
                <c:pt idx="769" c:formatCode="yyyy/m/d">
                  <c:v>43893</c:v>
                </c:pt>
                <c:pt idx="770" c:formatCode="yyyy/m/d">
                  <c:v>43894</c:v>
                </c:pt>
                <c:pt idx="771" c:formatCode="yyyy/m/d">
                  <c:v>43895</c:v>
                </c:pt>
                <c:pt idx="772" c:formatCode="yyyy/m/d">
                  <c:v>43896</c:v>
                </c:pt>
                <c:pt idx="773" c:formatCode="yyyy/m/d">
                  <c:v>43899</c:v>
                </c:pt>
                <c:pt idx="774" c:formatCode="yyyy/m/d">
                  <c:v>43900</c:v>
                </c:pt>
                <c:pt idx="775" c:formatCode="yyyy/m/d">
                  <c:v>43901</c:v>
                </c:pt>
                <c:pt idx="776" c:formatCode="yyyy/m/d">
                  <c:v>43902</c:v>
                </c:pt>
                <c:pt idx="777" c:formatCode="yyyy/m/d">
                  <c:v>43903</c:v>
                </c:pt>
                <c:pt idx="778" c:formatCode="yyyy/m/d">
                  <c:v>43906</c:v>
                </c:pt>
                <c:pt idx="779" c:formatCode="yyyy/m/d">
                  <c:v>43907</c:v>
                </c:pt>
                <c:pt idx="780" c:formatCode="yyyy/m/d">
                  <c:v>43908</c:v>
                </c:pt>
                <c:pt idx="781" c:formatCode="yyyy/m/d">
                  <c:v>43909</c:v>
                </c:pt>
                <c:pt idx="782" c:formatCode="yyyy/m/d">
                  <c:v>43910</c:v>
                </c:pt>
                <c:pt idx="783" c:formatCode="yyyy/m/d">
                  <c:v>43913</c:v>
                </c:pt>
                <c:pt idx="784" c:formatCode="yyyy/m/d">
                  <c:v>43914</c:v>
                </c:pt>
                <c:pt idx="785" c:formatCode="yyyy/m/d">
                  <c:v>43915</c:v>
                </c:pt>
                <c:pt idx="786" c:formatCode="yyyy/m/d">
                  <c:v>43916</c:v>
                </c:pt>
                <c:pt idx="787" c:formatCode="yyyy/m/d">
                  <c:v>43917</c:v>
                </c:pt>
                <c:pt idx="788" c:formatCode="yyyy/m/d">
                  <c:v>43920</c:v>
                </c:pt>
                <c:pt idx="789" c:formatCode="yyyy/m/d">
                  <c:v>43921</c:v>
                </c:pt>
                <c:pt idx="790" c:formatCode="yyyy/m/d">
                  <c:v>43922</c:v>
                </c:pt>
                <c:pt idx="791" c:formatCode="yyyy/m/d">
                  <c:v>43923</c:v>
                </c:pt>
                <c:pt idx="792" c:formatCode="yyyy/m/d">
                  <c:v>43924</c:v>
                </c:pt>
                <c:pt idx="793" c:formatCode="yyyy/m/d">
                  <c:v>43928</c:v>
                </c:pt>
                <c:pt idx="794" c:formatCode="yyyy/m/d">
                  <c:v>43929</c:v>
                </c:pt>
                <c:pt idx="795" c:formatCode="yyyy/m/d">
                  <c:v>43930</c:v>
                </c:pt>
                <c:pt idx="796" c:formatCode="yyyy/m/d">
                  <c:v>43931</c:v>
                </c:pt>
                <c:pt idx="797" c:formatCode="yyyy/m/d">
                  <c:v>43934</c:v>
                </c:pt>
                <c:pt idx="798" c:formatCode="yyyy/m/d">
                  <c:v>43935</c:v>
                </c:pt>
                <c:pt idx="799" c:formatCode="yyyy/m/d">
                  <c:v>43936</c:v>
                </c:pt>
                <c:pt idx="800" c:formatCode="yyyy/m/d">
                  <c:v>43937</c:v>
                </c:pt>
                <c:pt idx="801" c:formatCode="yyyy/m/d">
                  <c:v>43938</c:v>
                </c:pt>
                <c:pt idx="802" c:formatCode="yyyy/m/d">
                  <c:v>43941</c:v>
                </c:pt>
                <c:pt idx="803" c:formatCode="yyyy/m/d">
                  <c:v>43942</c:v>
                </c:pt>
                <c:pt idx="804" c:formatCode="yyyy/m/d">
                  <c:v>43943</c:v>
                </c:pt>
                <c:pt idx="805" c:formatCode="yyyy/m/d">
                  <c:v>43944</c:v>
                </c:pt>
                <c:pt idx="806" c:formatCode="yyyy/m/d">
                  <c:v>43945</c:v>
                </c:pt>
                <c:pt idx="807" c:formatCode="yyyy/m/d">
                  <c:v>43948</c:v>
                </c:pt>
                <c:pt idx="808" c:formatCode="yyyy/m/d">
                  <c:v>43949</c:v>
                </c:pt>
                <c:pt idx="809" c:formatCode="yyyy/m/d">
                  <c:v>43950</c:v>
                </c:pt>
                <c:pt idx="810" c:formatCode="yyyy/m/d">
                  <c:v>43951</c:v>
                </c:pt>
                <c:pt idx="811" c:formatCode="yyyy/m/d">
                  <c:v>43957</c:v>
                </c:pt>
                <c:pt idx="812" c:formatCode="yyyy/m/d">
                  <c:v>43958</c:v>
                </c:pt>
                <c:pt idx="813" c:formatCode="yyyy/m/d">
                  <c:v>43959</c:v>
                </c:pt>
                <c:pt idx="814" c:formatCode="yyyy/m/d">
                  <c:v>43962</c:v>
                </c:pt>
                <c:pt idx="815" c:formatCode="yyyy/m/d">
                  <c:v>43963</c:v>
                </c:pt>
                <c:pt idx="816" c:formatCode="yyyy/m/d">
                  <c:v>43964</c:v>
                </c:pt>
                <c:pt idx="817" c:formatCode="yyyy/m/d">
                  <c:v>43965</c:v>
                </c:pt>
                <c:pt idx="818" c:formatCode="yyyy/m/d">
                  <c:v>43966</c:v>
                </c:pt>
                <c:pt idx="819" c:formatCode="yyyy/m/d">
                  <c:v>43969</c:v>
                </c:pt>
                <c:pt idx="820" c:formatCode="yyyy/m/d">
                  <c:v>43970</c:v>
                </c:pt>
                <c:pt idx="821" c:formatCode="yyyy/m/d">
                  <c:v>43971</c:v>
                </c:pt>
                <c:pt idx="822" c:formatCode="yyyy/m/d">
                  <c:v>43972</c:v>
                </c:pt>
                <c:pt idx="823" c:formatCode="yyyy/m/d">
                  <c:v>43973</c:v>
                </c:pt>
                <c:pt idx="824" c:formatCode="yyyy/m/d">
                  <c:v>43976</c:v>
                </c:pt>
                <c:pt idx="825" c:formatCode="yyyy/m/d">
                  <c:v>43977</c:v>
                </c:pt>
                <c:pt idx="826" c:formatCode="yyyy/m/d">
                  <c:v>43978</c:v>
                </c:pt>
                <c:pt idx="827" c:formatCode="yyyy/m/d">
                  <c:v>43979</c:v>
                </c:pt>
                <c:pt idx="828" c:formatCode="yyyy/m/d">
                  <c:v>43980</c:v>
                </c:pt>
                <c:pt idx="829" c:formatCode="yyyy/m/d">
                  <c:v>43983</c:v>
                </c:pt>
                <c:pt idx="830" c:formatCode="yyyy/m/d">
                  <c:v>43984</c:v>
                </c:pt>
                <c:pt idx="831" c:formatCode="yyyy/m/d">
                  <c:v>43985</c:v>
                </c:pt>
                <c:pt idx="832" c:formatCode="yyyy/m/d">
                  <c:v>43986</c:v>
                </c:pt>
                <c:pt idx="833" c:formatCode="yyyy/m/d">
                  <c:v>43987</c:v>
                </c:pt>
                <c:pt idx="834" c:formatCode="yyyy/m/d">
                  <c:v>43990</c:v>
                </c:pt>
                <c:pt idx="835" c:formatCode="yyyy/m/d">
                  <c:v>43991</c:v>
                </c:pt>
                <c:pt idx="836" c:formatCode="yyyy/m/d">
                  <c:v>43992</c:v>
                </c:pt>
                <c:pt idx="837" c:formatCode="yyyy/m/d">
                  <c:v>43993</c:v>
                </c:pt>
                <c:pt idx="838" c:formatCode="yyyy/m/d">
                  <c:v>43994</c:v>
                </c:pt>
                <c:pt idx="839" c:formatCode="yyyy/m/d">
                  <c:v>43997</c:v>
                </c:pt>
                <c:pt idx="840" c:formatCode="yyyy/m/d">
                  <c:v>43998</c:v>
                </c:pt>
                <c:pt idx="841" c:formatCode="yyyy/m/d">
                  <c:v>43999</c:v>
                </c:pt>
                <c:pt idx="842" c:formatCode="yyyy/m/d">
                  <c:v>44000</c:v>
                </c:pt>
                <c:pt idx="843" c:formatCode="yyyy/m/d">
                  <c:v>44001</c:v>
                </c:pt>
                <c:pt idx="844" c:formatCode="yyyy/m/d">
                  <c:v>44004</c:v>
                </c:pt>
                <c:pt idx="845" c:formatCode="yyyy/m/d">
                  <c:v>44005</c:v>
                </c:pt>
                <c:pt idx="846" c:formatCode="yyyy/m/d">
                  <c:v>44006</c:v>
                </c:pt>
                <c:pt idx="847" c:formatCode="yyyy/m/d">
                  <c:v>44011</c:v>
                </c:pt>
                <c:pt idx="848" c:formatCode="yyyy/m/d">
                  <c:v>44012</c:v>
                </c:pt>
                <c:pt idx="849" c:formatCode="yyyy/m/d">
                  <c:v>44013</c:v>
                </c:pt>
                <c:pt idx="850" c:formatCode="yyyy/m/d">
                  <c:v>44014</c:v>
                </c:pt>
                <c:pt idx="851" c:formatCode="yyyy/m/d">
                  <c:v>44015</c:v>
                </c:pt>
                <c:pt idx="852" c:formatCode="yyyy/m/d">
                  <c:v>44018</c:v>
                </c:pt>
                <c:pt idx="853" c:formatCode="yyyy/m/d">
                  <c:v>44019</c:v>
                </c:pt>
                <c:pt idx="854" c:formatCode="yyyy/m/d">
                  <c:v>44020</c:v>
                </c:pt>
                <c:pt idx="855" c:formatCode="yyyy/m/d">
                  <c:v>44021</c:v>
                </c:pt>
                <c:pt idx="856" c:formatCode="yyyy/m/d">
                  <c:v>44022</c:v>
                </c:pt>
                <c:pt idx="857" c:formatCode="yyyy/m/d">
                  <c:v>44025</c:v>
                </c:pt>
                <c:pt idx="858" c:formatCode="yyyy/m/d">
                  <c:v>44026</c:v>
                </c:pt>
                <c:pt idx="859" c:formatCode="yyyy/m/d">
                  <c:v>44027</c:v>
                </c:pt>
                <c:pt idx="860" c:formatCode="yyyy/m/d">
                  <c:v>44028</c:v>
                </c:pt>
                <c:pt idx="861" c:formatCode="yyyy/m/d">
                  <c:v>44029</c:v>
                </c:pt>
                <c:pt idx="862" c:formatCode="yyyy/m/d">
                  <c:v>44032</c:v>
                </c:pt>
                <c:pt idx="863" c:formatCode="yyyy/m/d">
                  <c:v>44033</c:v>
                </c:pt>
                <c:pt idx="864" c:formatCode="yyyy/m/d">
                  <c:v>44034</c:v>
                </c:pt>
                <c:pt idx="865" c:formatCode="yyyy/m/d">
                  <c:v>44035</c:v>
                </c:pt>
                <c:pt idx="866" c:formatCode="yyyy/m/d">
                  <c:v>44036</c:v>
                </c:pt>
                <c:pt idx="867" c:formatCode="yyyy/m/d">
                  <c:v>44039</c:v>
                </c:pt>
                <c:pt idx="868" c:formatCode="yyyy/m/d">
                  <c:v>44040</c:v>
                </c:pt>
                <c:pt idx="869" c:formatCode="yyyy/m/d">
                  <c:v>44041</c:v>
                </c:pt>
                <c:pt idx="870" c:formatCode="yyyy/m/d">
                  <c:v>44042</c:v>
                </c:pt>
                <c:pt idx="871" c:formatCode="yyyy/m/d">
                  <c:v>44043</c:v>
                </c:pt>
                <c:pt idx="872" c:formatCode="yyyy/m/d">
                  <c:v>44046</c:v>
                </c:pt>
                <c:pt idx="873" c:formatCode="yyyy/m/d">
                  <c:v>44047</c:v>
                </c:pt>
                <c:pt idx="874" c:formatCode="yyyy/m/d">
                  <c:v>44048</c:v>
                </c:pt>
                <c:pt idx="875" c:formatCode="yyyy/m/d">
                  <c:v>44049</c:v>
                </c:pt>
                <c:pt idx="876" c:formatCode="yyyy/m/d">
                  <c:v>44050</c:v>
                </c:pt>
                <c:pt idx="877" c:formatCode="yyyy/m/d">
                  <c:v>44053</c:v>
                </c:pt>
                <c:pt idx="878" c:formatCode="yyyy/m/d">
                  <c:v>44054</c:v>
                </c:pt>
                <c:pt idx="879" c:formatCode="yyyy/m/d">
                  <c:v>44055</c:v>
                </c:pt>
                <c:pt idx="880" c:formatCode="yyyy/m/d">
                  <c:v>44056</c:v>
                </c:pt>
                <c:pt idx="881" c:formatCode="yyyy/m/d">
                  <c:v>44057</c:v>
                </c:pt>
                <c:pt idx="882" c:formatCode="yyyy/m/d">
                  <c:v>44060</c:v>
                </c:pt>
                <c:pt idx="883" c:formatCode="yyyy/m/d">
                  <c:v>44061</c:v>
                </c:pt>
                <c:pt idx="884" c:formatCode="yyyy/m/d">
                  <c:v>44062</c:v>
                </c:pt>
                <c:pt idx="885" c:formatCode="yyyy/m/d">
                  <c:v>44063</c:v>
                </c:pt>
                <c:pt idx="886" c:formatCode="yyyy/m/d">
                  <c:v>44064</c:v>
                </c:pt>
                <c:pt idx="887" c:formatCode="yyyy/m/d">
                  <c:v>44067</c:v>
                </c:pt>
                <c:pt idx="888" c:formatCode="yyyy/m/d">
                  <c:v>44068</c:v>
                </c:pt>
                <c:pt idx="889" c:formatCode="yyyy/m/d">
                  <c:v>44069</c:v>
                </c:pt>
                <c:pt idx="890" c:formatCode="yyyy/m/d">
                  <c:v>44070</c:v>
                </c:pt>
                <c:pt idx="891" c:formatCode="yyyy/m/d">
                  <c:v>44071</c:v>
                </c:pt>
                <c:pt idx="892" c:formatCode="yyyy/m/d">
                  <c:v>44074</c:v>
                </c:pt>
                <c:pt idx="893" c:formatCode="yyyy/m/d">
                  <c:v>44075</c:v>
                </c:pt>
                <c:pt idx="894" c:formatCode="yyyy/m/d">
                  <c:v>44076</c:v>
                </c:pt>
                <c:pt idx="895" c:formatCode="yyyy/m/d">
                  <c:v>44077</c:v>
                </c:pt>
                <c:pt idx="896" c:formatCode="yyyy/m/d">
                  <c:v>44078</c:v>
                </c:pt>
                <c:pt idx="897" c:formatCode="yyyy/m/d">
                  <c:v>44081</c:v>
                </c:pt>
                <c:pt idx="898" c:formatCode="yyyy/m/d">
                  <c:v>44082</c:v>
                </c:pt>
                <c:pt idx="899" c:formatCode="yyyy/m/d">
                  <c:v>44083</c:v>
                </c:pt>
                <c:pt idx="900" c:formatCode="yyyy/m/d">
                  <c:v>44084</c:v>
                </c:pt>
                <c:pt idx="901" c:formatCode="yyyy/m/d">
                  <c:v>44085</c:v>
                </c:pt>
                <c:pt idx="902" c:formatCode="yyyy/m/d">
                  <c:v>44088</c:v>
                </c:pt>
                <c:pt idx="903" c:formatCode="yyyy/m/d">
                  <c:v>44089</c:v>
                </c:pt>
                <c:pt idx="904" c:formatCode="yyyy/m/d">
                  <c:v>44090</c:v>
                </c:pt>
                <c:pt idx="905" c:formatCode="yyyy/m/d">
                  <c:v>44091</c:v>
                </c:pt>
                <c:pt idx="906" c:formatCode="yyyy/m/d">
                  <c:v>44092</c:v>
                </c:pt>
                <c:pt idx="907" c:formatCode="yyyy/m/d">
                  <c:v>44095</c:v>
                </c:pt>
                <c:pt idx="908" c:formatCode="yyyy/m/d">
                  <c:v>44096</c:v>
                </c:pt>
                <c:pt idx="909" c:formatCode="yyyy/m/d">
                  <c:v>44097</c:v>
                </c:pt>
                <c:pt idx="910" c:formatCode="yyyy/m/d">
                  <c:v>44098</c:v>
                </c:pt>
                <c:pt idx="911" c:formatCode="yyyy/m/d">
                  <c:v>44099</c:v>
                </c:pt>
                <c:pt idx="912" c:formatCode="yyyy/m/d">
                  <c:v>44102</c:v>
                </c:pt>
                <c:pt idx="913" c:formatCode="yyyy/m/d">
                  <c:v>44103</c:v>
                </c:pt>
                <c:pt idx="914" c:formatCode="yyyy/m/d">
                  <c:v>44104</c:v>
                </c:pt>
                <c:pt idx="915" c:formatCode="yyyy/m/d">
                  <c:v>44113</c:v>
                </c:pt>
                <c:pt idx="916" c:formatCode="yyyy/m/d">
                  <c:v>44116</c:v>
                </c:pt>
                <c:pt idx="917" c:formatCode="yyyy/m/d">
                  <c:v>44117</c:v>
                </c:pt>
                <c:pt idx="918" c:formatCode="yyyy/m/d">
                  <c:v>44118</c:v>
                </c:pt>
                <c:pt idx="919" c:formatCode="yyyy/m/d">
                  <c:v>44119</c:v>
                </c:pt>
                <c:pt idx="920" c:formatCode="yyyy/m/d">
                  <c:v>44120</c:v>
                </c:pt>
                <c:pt idx="921" c:formatCode="yyyy/m/d">
                  <c:v>44123</c:v>
                </c:pt>
                <c:pt idx="922" c:formatCode="yyyy/m/d">
                  <c:v>44124</c:v>
                </c:pt>
                <c:pt idx="923" c:formatCode="yyyy/m/d">
                  <c:v>44125</c:v>
                </c:pt>
                <c:pt idx="924" c:formatCode="yyyy/m/d">
                  <c:v>44126</c:v>
                </c:pt>
                <c:pt idx="925" c:formatCode="yyyy/m/d">
                  <c:v>44127</c:v>
                </c:pt>
                <c:pt idx="926" c:formatCode="yyyy/m/d">
                  <c:v>44130</c:v>
                </c:pt>
                <c:pt idx="927" c:formatCode="yyyy/m/d">
                  <c:v>44131</c:v>
                </c:pt>
                <c:pt idx="928" c:formatCode="yyyy/m/d">
                  <c:v>44132</c:v>
                </c:pt>
                <c:pt idx="929" c:formatCode="yyyy/m/d">
                  <c:v>44133</c:v>
                </c:pt>
                <c:pt idx="930" c:formatCode="yyyy/m/d">
                  <c:v>44134</c:v>
                </c:pt>
                <c:pt idx="931" c:formatCode="yyyy/m/d">
                  <c:v>44137</c:v>
                </c:pt>
                <c:pt idx="932" c:formatCode="yyyy/m/d">
                  <c:v>44138</c:v>
                </c:pt>
                <c:pt idx="933" c:formatCode="yyyy/m/d">
                  <c:v>44139</c:v>
                </c:pt>
                <c:pt idx="934" c:formatCode="yyyy/m/d">
                  <c:v>44140</c:v>
                </c:pt>
                <c:pt idx="935" c:formatCode="yyyy/m/d">
                  <c:v>44141</c:v>
                </c:pt>
                <c:pt idx="936" c:formatCode="yyyy/m/d">
                  <c:v>44144</c:v>
                </c:pt>
                <c:pt idx="937" c:formatCode="yyyy/m/d">
                  <c:v>44145</c:v>
                </c:pt>
                <c:pt idx="938" c:formatCode="yyyy/m/d">
                  <c:v>44146</c:v>
                </c:pt>
                <c:pt idx="939" c:formatCode="yyyy/m/d">
                  <c:v>44147</c:v>
                </c:pt>
                <c:pt idx="940" c:formatCode="yyyy/m/d">
                  <c:v>44148</c:v>
                </c:pt>
                <c:pt idx="941" c:formatCode="yyyy/m/d">
                  <c:v>44151</c:v>
                </c:pt>
                <c:pt idx="942" c:formatCode="yyyy/m/d">
                  <c:v>44152</c:v>
                </c:pt>
                <c:pt idx="943" c:formatCode="yyyy/m/d">
                  <c:v>44153</c:v>
                </c:pt>
                <c:pt idx="944" c:formatCode="yyyy/m/d">
                  <c:v>44154</c:v>
                </c:pt>
                <c:pt idx="945" c:formatCode="yyyy/m/d">
                  <c:v>44155</c:v>
                </c:pt>
                <c:pt idx="946" c:formatCode="yyyy/m/d">
                  <c:v>44158</c:v>
                </c:pt>
                <c:pt idx="947" c:formatCode="yyyy/m/d">
                  <c:v>44159</c:v>
                </c:pt>
                <c:pt idx="948" c:formatCode="yyyy/m/d">
                  <c:v>44160</c:v>
                </c:pt>
                <c:pt idx="949" c:formatCode="yyyy/m/d">
                  <c:v>44161</c:v>
                </c:pt>
                <c:pt idx="950" c:formatCode="yyyy/m/d">
                  <c:v>44162</c:v>
                </c:pt>
                <c:pt idx="951" c:formatCode="yyyy/m/d">
                  <c:v>44165</c:v>
                </c:pt>
                <c:pt idx="952" c:formatCode="yyyy/m/d">
                  <c:v>44166</c:v>
                </c:pt>
                <c:pt idx="953" c:formatCode="yyyy/m/d">
                  <c:v>44167</c:v>
                </c:pt>
                <c:pt idx="954" c:formatCode="yyyy/m/d">
                  <c:v>44168</c:v>
                </c:pt>
                <c:pt idx="955" c:formatCode="yyyy/m/d">
                  <c:v>44169</c:v>
                </c:pt>
                <c:pt idx="956" c:formatCode="yyyy/m/d">
                  <c:v>44172</c:v>
                </c:pt>
                <c:pt idx="957" c:formatCode="yyyy/m/d">
                  <c:v>44173</c:v>
                </c:pt>
                <c:pt idx="958" c:formatCode="yyyy/m/d">
                  <c:v>44174</c:v>
                </c:pt>
                <c:pt idx="959" c:formatCode="yyyy/m/d">
                  <c:v>44175</c:v>
                </c:pt>
                <c:pt idx="960" c:formatCode="yyyy/m/d">
                  <c:v>44176</c:v>
                </c:pt>
                <c:pt idx="961" c:formatCode="yyyy/m/d">
                  <c:v>44179</c:v>
                </c:pt>
                <c:pt idx="962" c:formatCode="yyyy/m/d">
                  <c:v>44180</c:v>
                </c:pt>
                <c:pt idx="963" c:formatCode="yyyy/m/d">
                  <c:v>44181</c:v>
                </c:pt>
                <c:pt idx="964" c:formatCode="yyyy/m/d">
                  <c:v>44182</c:v>
                </c:pt>
                <c:pt idx="965" c:formatCode="yyyy/m/d">
                  <c:v>44183</c:v>
                </c:pt>
                <c:pt idx="966" c:formatCode="yyyy/m/d">
                  <c:v>44186</c:v>
                </c:pt>
                <c:pt idx="967" c:formatCode="yyyy/m/d">
                  <c:v>44187</c:v>
                </c:pt>
                <c:pt idx="968" c:formatCode="yyyy/m/d">
                  <c:v>44188</c:v>
                </c:pt>
                <c:pt idx="969" c:formatCode="yyyy/m/d">
                  <c:v>44189</c:v>
                </c:pt>
                <c:pt idx="970" c:formatCode="yyyy/m/d">
                  <c:v>44190</c:v>
                </c:pt>
                <c:pt idx="971" c:formatCode="yyyy/m/d">
                  <c:v>44193</c:v>
                </c:pt>
                <c:pt idx="972" c:formatCode="yyyy/m/d">
                  <c:v>44194</c:v>
                </c:pt>
                <c:pt idx="973" c:formatCode="yyyy/m/d">
                  <c:v>44195</c:v>
                </c:pt>
                <c:pt idx="974" c:formatCode="yyyy/m/d">
                  <c:v>44196</c:v>
                </c:pt>
                <c:pt idx="975" c:formatCode="yyyy/m/d">
                  <c:v>44200</c:v>
                </c:pt>
                <c:pt idx="976" c:formatCode="yyyy/m/d">
                  <c:v>44201</c:v>
                </c:pt>
                <c:pt idx="977" c:formatCode="yyyy/m/d">
                  <c:v>44202</c:v>
                </c:pt>
                <c:pt idx="978" c:formatCode="yyyy/m/d">
                  <c:v>44203</c:v>
                </c:pt>
                <c:pt idx="979" c:formatCode="yyyy/m/d">
                  <c:v>44204</c:v>
                </c:pt>
                <c:pt idx="980" c:formatCode="yyyy/m/d">
                  <c:v>44207</c:v>
                </c:pt>
                <c:pt idx="981" c:formatCode="yyyy/m/d">
                  <c:v>44208</c:v>
                </c:pt>
                <c:pt idx="982" c:formatCode="yyyy/m/d">
                  <c:v>44209</c:v>
                </c:pt>
                <c:pt idx="983" c:formatCode="yyyy/m/d">
                  <c:v>44210</c:v>
                </c:pt>
                <c:pt idx="984" c:formatCode="yyyy/m/d">
                  <c:v>44211</c:v>
                </c:pt>
                <c:pt idx="985" c:formatCode="yyyy/m/d">
                  <c:v>44214</c:v>
                </c:pt>
                <c:pt idx="986" c:formatCode="yyyy/m/d">
                  <c:v>44215</c:v>
                </c:pt>
                <c:pt idx="987" c:formatCode="yyyy/m/d">
                  <c:v>44216</c:v>
                </c:pt>
                <c:pt idx="988" c:formatCode="yyyy/m/d">
                  <c:v>44217</c:v>
                </c:pt>
                <c:pt idx="989" c:formatCode="yyyy/m/d">
                  <c:v>44218</c:v>
                </c:pt>
                <c:pt idx="990" c:formatCode="yyyy/m/d">
                  <c:v>44221</c:v>
                </c:pt>
                <c:pt idx="991" c:formatCode="yyyy/m/d">
                  <c:v>44222</c:v>
                </c:pt>
                <c:pt idx="992" c:formatCode="yyyy/m/d">
                  <c:v>44223</c:v>
                </c:pt>
                <c:pt idx="993" c:formatCode="yyyy/m/d">
                  <c:v>44224</c:v>
                </c:pt>
                <c:pt idx="994" c:formatCode="yyyy/m/d">
                  <c:v>44225</c:v>
                </c:pt>
                <c:pt idx="995" c:formatCode="yyyy/m/d">
                  <c:v>44228</c:v>
                </c:pt>
                <c:pt idx="996" c:formatCode="yyyy/m/d">
                  <c:v>44229</c:v>
                </c:pt>
                <c:pt idx="997" c:formatCode="yyyy/m/d">
                  <c:v>44230</c:v>
                </c:pt>
                <c:pt idx="998" c:formatCode="yyyy/m/d">
                  <c:v>44231</c:v>
                </c:pt>
                <c:pt idx="999" c:formatCode="yyyy/m/d">
                  <c:v>44232</c:v>
                </c:pt>
                <c:pt idx="1000" c:formatCode="yyyy/m/d">
                  <c:v>44235</c:v>
                </c:pt>
                <c:pt idx="1001" c:formatCode="yyyy/m/d">
                  <c:v>44236</c:v>
                </c:pt>
                <c:pt idx="1002" c:formatCode="yyyy/m/d">
                  <c:v>44237</c:v>
                </c:pt>
                <c:pt idx="1003" c:formatCode="yyyy/m/d">
                  <c:v>44245</c:v>
                </c:pt>
                <c:pt idx="1004" c:formatCode="yyyy/m/d">
                  <c:v>44246</c:v>
                </c:pt>
                <c:pt idx="1005" c:formatCode="yyyy/m/d">
                  <c:v>44249</c:v>
                </c:pt>
                <c:pt idx="1006" c:formatCode="yyyy/m/d">
                  <c:v>44250</c:v>
                </c:pt>
                <c:pt idx="1007" c:formatCode="yyyy/m/d">
                  <c:v>44251</c:v>
                </c:pt>
                <c:pt idx="1008" c:formatCode="yyyy/m/d">
                  <c:v>44252</c:v>
                </c:pt>
                <c:pt idx="1009" c:formatCode="yyyy/m/d">
                  <c:v>44253</c:v>
                </c:pt>
                <c:pt idx="1010" c:formatCode="yyyy/m/d">
                  <c:v>44256</c:v>
                </c:pt>
                <c:pt idx="1011" c:formatCode="yyyy/m/d">
                  <c:v>44257</c:v>
                </c:pt>
                <c:pt idx="1012" c:formatCode="yyyy/m/d">
                  <c:v>44258</c:v>
                </c:pt>
                <c:pt idx="1013" c:formatCode="yyyy/m/d">
                  <c:v>44259</c:v>
                </c:pt>
                <c:pt idx="1014" c:formatCode="yyyy/m/d">
                  <c:v>44260</c:v>
                </c:pt>
                <c:pt idx="1015" c:formatCode="yyyy/m/d">
                  <c:v>44263</c:v>
                </c:pt>
                <c:pt idx="1016" c:formatCode="yyyy/m/d">
                  <c:v>44264</c:v>
                </c:pt>
                <c:pt idx="1017" c:formatCode="yyyy/m/d">
                  <c:v>44265</c:v>
                </c:pt>
                <c:pt idx="1018" c:formatCode="yyyy/m/d">
                  <c:v>44266</c:v>
                </c:pt>
                <c:pt idx="1019" c:formatCode="yyyy/m/d">
                  <c:v>44267</c:v>
                </c:pt>
                <c:pt idx="1020" c:formatCode="yyyy/m/d">
                  <c:v>44270</c:v>
                </c:pt>
                <c:pt idx="1021" c:formatCode="yyyy/m/d">
                  <c:v>44271</c:v>
                </c:pt>
                <c:pt idx="1022" c:formatCode="yyyy/m/d">
                  <c:v>44272</c:v>
                </c:pt>
                <c:pt idx="1023" c:formatCode="yyyy/m/d">
                  <c:v>44273</c:v>
                </c:pt>
                <c:pt idx="1024" c:formatCode="yyyy/m/d">
                  <c:v>44274</c:v>
                </c:pt>
                <c:pt idx="1025" c:formatCode="yyyy/m/d">
                  <c:v>44277</c:v>
                </c:pt>
                <c:pt idx="1026" c:formatCode="yyyy/m/d">
                  <c:v>44278</c:v>
                </c:pt>
                <c:pt idx="1027" c:formatCode="yyyy/m/d">
                  <c:v>44279</c:v>
                </c:pt>
                <c:pt idx="1028" c:formatCode="yyyy/m/d">
                  <c:v>44280</c:v>
                </c:pt>
                <c:pt idx="1029" c:formatCode="yyyy/m/d">
                  <c:v>44281</c:v>
                </c:pt>
                <c:pt idx="1030" c:formatCode="yyyy/m/d">
                  <c:v>44284</c:v>
                </c:pt>
                <c:pt idx="1031" c:formatCode="yyyy/m/d">
                  <c:v>44285</c:v>
                </c:pt>
                <c:pt idx="1032" c:formatCode="yyyy/m/d">
                  <c:v>44286</c:v>
                </c:pt>
                <c:pt idx="1033" c:formatCode="yyyy/m/d">
                  <c:v>44287</c:v>
                </c:pt>
                <c:pt idx="1034" c:formatCode="yyyy/m/d">
                  <c:v>44288</c:v>
                </c:pt>
                <c:pt idx="1035" c:formatCode="yyyy/m/d">
                  <c:v>44292</c:v>
                </c:pt>
                <c:pt idx="1036" c:formatCode="yyyy/m/d">
                  <c:v>44293</c:v>
                </c:pt>
                <c:pt idx="1037" c:formatCode="yyyy/m/d">
                  <c:v>44294</c:v>
                </c:pt>
                <c:pt idx="1038" c:formatCode="yyyy/m/d">
                  <c:v>44295</c:v>
                </c:pt>
                <c:pt idx="1039" c:formatCode="yyyy/m/d">
                  <c:v>44298</c:v>
                </c:pt>
                <c:pt idx="1040" c:formatCode="yyyy/m/d">
                  <c:v>44299</c:v>
                </c:pt>
                <c:pt idx="1041" c:formatCode="yyyy/m/d">
                  <c:v>44300</c:v>
                </c:pt>
                <c:pt idx="1042" c:formatCode="yyyy/m/d">
                  <c:v>44301</c:v>
                </c:pt>
                <c:pt idx="1043" c:formatCode="yyyy/m/d">
                  <c:v>44302</c:v>
                </c:pt>
                <c:pt idx="1044" c:formatCode="yyyy/m/d">
                  <c:v>44305</c:v>
                </c:pt>
                <c:pt idx="1045" c:formatCode="yyyy/m/d">
                  <c:v>44306</c:v>
                </c:pt>
                <c:pt idx="1046" c:formatCode="yyyy/m/d">
                  <c:v>44307</c:v>
                </c:pt>
                <c:pt idx="1047" c:formatCode="yyyy/m/d">
                  <c:v>44308</c:v>
                </c:pt>
                <c:pt idx="1048" c:formatCode="yyyy/m/d">
                  <c:v>44309</c:v>
                </c:pt>
                <c:pt idx="1049" c:formatCode="yyyy/m/d">
                  <c:v>44312</c:v>
                </c:pt>
                <c:pt idx="1050" c:formatCode="yyyy/m/d">
                  <c:v>44313</c:v>
                </c:pt>
                <c:pt idx="1051" c:formatCode="yyyy/m/d">
                  <c:v>44314</c:v>
                </c:pt>
                <c:pt idx="1052" c:formatCode="yyyy/m/d">
                  <c:v>44315</c:v>
                </c:pt>
                <c:pt idx="1053" c:formatCode="yyyy/m/d">
                  <c:v>44316</c:v>
                </c:pt>
                <c:pt idx="1054" c:formatCode="yyyy/m/d">
                  <c:v>44322</c:v>
                </c:pt>
                <c:pt idx="1055" c:formatCode="yyyy/m/d">
                  <c:v>44323</c:v>
                </c:pt>
                <c:pt idx="1056" c:formatCode="yyyy/m/d">
                  <c:v>44326</c:v>
                </c:pt>
                <c:pt idx="1057" c:formatCode="yyyy/m/d">
                  <c:v>44327</c:v>
                </c:pt>
                <c:pt idx="1058" c:formatCode="yyyy/m/d">
                  <c:v>44328</c:v>
                </c:pt>
                <c:pt idx="1059" c:formatCode="yyyy/m/d">
                  <c:v>44329</c:v>
                </c:pt>
                <c:pt idx="1060" c:formatCode="yyyy/m/d">
                  <c:v>44330</c:v>
                </c:pt>
                <c:pt idx="1061" c:formatCode="yyyy/m/d">
                  <c:v>44333</c:v>
                </c:pt>
                <c:pt idx="1062" c:formatCode="yyyy/m/d">
                  <c:v>44334</c:v>
                </c:pt>
                <c:pt idx="1063" c:formatCode="yyyy/m/d">
                  <c:v>44335</c:v>
                </c:pt>
                <c:pt idx="1064" c:formatCode="yyyy/m/d">
                  <c:v>44336</c:v>
                </c:pt>
                <c:pt idx="1065" c:formatCode="yyyy/m/d">
                  <c:v>44337</c:v>
                </c:pt>
                <c:pt idx="1066" c:formatCode="yyyy/m/d">
                  <c:v>44340</c:v>
                </c:pt>
                <c:pt idx="1067" c:formatCode="yyyy/m/d">
                  <c:v>44341</c:v>
                </c:pt>
                <c:pt idx="1068" c:formatCode="yyyy/m/d">
                  <c:v>44342</c:v>
                </c:pt>
                <c:pt idx="1069" c:formatCode="yyyy/m/d">
                  <c:v>44343</c:v>
                </c:pt>
                <c:pt idx="1070" c:formatCode="yyyy/m/d">
                  <c:v>44344</c:v>
                </c:pt>
                <c:pt idx="1071" c:formatCode="yyyy/m/d">
                  <c:v>44347</c:v>
                </c:pt>
                <c:pt idx="1072" c:formatCode="yyyy/m/d">
                  <c:v>44348</c:v>
                </c:pt>
                <c:pt idx="1073" c:formatCode="yyyy/m/d">
                  <c:v>44349</c:v>
                </c:pt>
                <c:pt idx="1074" c:formatCode="yyyy/m/d">
                  <c:v>44350</c:v>
                </c:pt>
                <c:pt idx="1075" c:formatCode="yyyy/m/d">
                  <c:v>44351</c:v>
                </c:pt>
                <c:pt idx="1076" c:formatCode="yyyy/m/d">
                  <c:v>44354</c:v>
                </c:pt>
                <c:pt idx="1077" c:formatCode="yyyy/m/d">
                  <c:v>44355</c:v>
                </c:pt>
                <c:pt idx="1078" c:formatCode="yyyy/m/d">
                  <c:v>44356</c:v>
                </c:pt>
                <c:pt idx="1079" c:formatCode="yyyy/m/d">
                  <c:v>44357</c:v>
                </c:pt>
                <c:pt idx="1080" c:formatCode="yyyy/m/d">
                  <c:v>44358</c:v>
                </c:pt>
                <c:pt idx="1081" c:formatCode="yyyy/m/d">
                  <c:v>44362</c:v>
                </c:pt>
                <c:pt idx="1082" c:formatCode="yyyy/m/d">
                  <c:v>44363</c:v>
                </c:pt>
                <c:pt idx="1083" c:formatCode="yyyy/m/d">
                  <c:v>44364</c:v>
                </c:pt>
                <c:pt idx="1084" c:formatCode="yyyy/m/d">
                  <c:v>44365</c:v>
                </c:pt>
                <c:pt idx="1085" c:formatCode="yyyy/m/d">
                  <c:v>44368</c:v>
                </c:pt>
                <c:pt idx="1086" c:formatCode="yyyy/m/d">
                  <c:v>44369</c:v>
                </c:pt>
                <c:pt idx="1087" c:formatCode="yyyy/m/d">
                  <c:v>44370</c:v>
                </c:pt>
                <c:pt idx="1088" c:formatCode="yyyy/m/d">
                  <c:v>44371</c:v>
                </c:pt>
                <c:pt idx="1089" c:formatCode="yyyy/m/d">
                  <c:v>44372</c:v>
                </c:pt>
                <c:pt idx="1090" c:formatCode="yyyy/m/d">
                  <c:v>44375</c:v>
                </c:pt>
                <c:pt idx="1091" c:formatCode="yyyy/m/d">
                  <c:v>44376</c:v>
                </c:pt>
                <c:pt idx="1092" c:formatCode="yyyy/m/d">
                  <c:v>44377</c:v>
                </c:pt>
                <c:pt idx="1093" c:formatCode="yyyy/m/d">
                  <c:v>44378</c:v>
                </c:pt>
                <c:pt idx="1094" c:formatCode="yyyy/m/d">
                  <c:v>44379</c:v>
                </c:pt>
                <c:pt idx="1095" c:formatCode="yyyy/m/d">
                  <c:v>44382</c:v>
                </c:pt>
                <c:pt idx="1096" c:formatCode="yyyy/m/d">
                  <c:v>44383</c:v>
                </c:pt>
                <c:pt idx="1097" c:formatCode="yyyy/m/d">
                  <c:v>44384</c:v>
                </c:pt>
                <c:pt idx="1098" c:formatCode="yyyy/m/d">
                  <c:v>44385</c:v>
                </c:pt>
                <c:pt idx="1099" c:formatCode="yyyy/m/d">
                  <c:v>44386</c:v>
                </c:pt>
                <c:pt idx="1100" c:formatCode="yyyy/m/d">
                  <c:v>44389</c:v>
                </c:pt>
                <c:pt idx="1101" c:formatCode="yyyy/m/d">
                  <c:v>44390</c:v>
                </c:pt>
                <c:pt idx="1102" c:formatCode="yyyy/m/d">
                  <c:v>44391</c:v>
                </c:pt>
                <c:pt idx="1103" c:formatCode="yyyy/m/d">
                  <c:v>44392</c:v>
                </c:pt>
                <c:pt idx="1104" c:formatCode="yyyy/m/d">
                  <c:v>44393</c:v>
                </c:pt>
                <c:pt idx="1105" c:formatCode="yyyy/m/d">
                  <c:v>44396</c:v>
                </c:pt>
                <c:pt idx="1106" c:formatCode="yyyy/m/d">
                  <c:v>44397</c:v>
                </c:pt>
                <c:pt idx="1107" c:formatCode="yyyy/m/d">
                  <c:v>44398</c:v>
                </c:pt>
                <c:pt idx="1108" c:formatCode="yyyy/m/d">
                  <c:v>44399</c:v>
                </c:pt>
                <c:pt idx="1109" c:formatCode="yyyy/m/d">
                  <c:v>44400</c:v>
                </c:pt>
                <c:pt idx="1110" c:formatCode="yyyy/m/d">
                  <c:v>44403</c:v>
                </c:pt>
                <c:pt idx="1111" c:formatCode="yyyy/m/d">
                  <c:v>44404</c:v>
                </c:pt>
                <c:pt idx="1112" c:formatCode="yyyy/m/d">
                  <c:v>44405</c:v>
                </c:pt>
                <c:pt idx="1113" c:formatCode="yyyy/m/d">
                  <c:v>44406</c:v>
                </c:pt>
                <c:pt idx="1114" c:formatCode="yyyy/m/d">
                  <c:v>44407</c:v>
                </c:pt>
                <c:pt idx="1115" c:formatCode="yyyy/m/d">
                  <c:v>44410</c:v>
                </c:pt>
                <c:pt idx="1116" c:formatCode="yyyy/m/d">
                  <c:v>44411</c:v>
                </c:pt>
                <c:pt idx="1117" c:formatCode="yyyy/m/d">
                  <c:v>44412</c:v>
                </c:pt>
                <c:pt idx="1118" c:formatCode="yyyy/m/d">
                  <c:v>44413</c:v>
                </c:pt>
                <c:pt idx="1119" c:formatCode="yyyy/m/d">
                  <c:v>44414</c:v>
                </c:pt>
                <c:pt idx="1120" c:formatCode="yyyy/m/d">
                  <c:v>44417</c:v>
                </c:pt>
                <c:pt idx="1121" c:formatCode="yyyy/m/d">
                  <c:v>44418</c:v>
                </c:pt>
                <c:pt idx="1122" c:formatCode="yyyy/m/d">
                  <c:v>44419</c:v>
                </c:pt>
                <c:pt idx="1123" c:formatCode="yyyy/m/d">
                  <c:v>44420</c:v>
                </c:pt>
                <c:pt idx="1124" c:formatCode="yyyy/m/d">
                  <c:v>44421</c:v>
                </c:pt>
                <c:pt idx="1125" c:formatCode="yyyy/m/d">
                  <c:v>44424</c:v>
                </c:pt>
                <c:pt idx="1126" c:formatCode="yyyy/m/d">
                  <c:v>44425</c:v>
                </c:pt>
                <c:pt idx="1127" c:formatCode="yyyy/m/d">
                  <c:v>44426</c:v>
                </c:pt>
                <c:pt idx="1128" c:formatCode="yyyy/m/d">
                  <c:v>44427</c:v>
                </c:pt>
                <c:pt idx="1129" c:formatCode="yyyy/m/d">
                  <c:v>44428</c:v>
                </c:pt>
                <c:pt idx="1130" c:formatCode="yyyy/m/d">
                  <c:v>44431</c:v>
                </c:pt>
                <c:pt idx="1131" c:formatCode="yyyy/m/d">
                  <c:v>44432</c:v>
                </c:pt>
                <c:pt idx="1132" c:formatCode="yyyy/m/d">
                  <c:v>44433</c:v>
                </c:pt>
                <c:pt idx="1133" c:formatCode="yyyy/m/d">
                  <c:v>44434</c:v>
                </c:pt>
                <c:pt idx="1134" c:formatCode="yyyy/m/d">
                  <c:v>44435</c:v>
                </c:pt>
                <c:pt idx="1135" c:formatCode="yyyy/m/d">
                  <c:v>44438</c:v>
                </c:pt>
                <c:pt idx="1136" c:formatCode="yyyy/m/d">
                  <c:v>44439</c:v>
                </c:pt>
                <c:pt idx="1137" c:formatCode="yyyy/m/d">
                  <c:v>44440</c:v>
                </c:pt>
                <c:pt idx="1138" c:formatCode="yyyy/m/d">
                  <c:v>44441</c:v>
                </c:pt>
                <c:pt idx="1139" c:formatCode="yyyy/m/d">
                  <c:v>44442</c:v>
                </c:pt>
                <c:pt idx="1140" c:formatCode="yyyy/m/d">
                  <c:v>44445</c:v>
                </c:pt>
                <c:pt idx="1141" c:formatCode="yyyy/m/d">
                  <c:v>44446</c:v>
                </c:pt>
                <c:pt idx="1142" c:formatCode="yyyy/m/d">
                  <c:v>44447</c:v>
                </c:pt>
                <c:pt idx="1143" c:formatCode="yyyy/m/d">
                  <c:v>44448</c:v>
                </c:pt>
                <c:pt idx="1144" c:formatCode="yyyy/m/d">
                  <c:v>44449</c:v>
                </c:pt>
                <c:pt idx="1145" c:formatCode="yyyy/m/d">
                  <c:v>44452</c:v>
                </c:pt>
                <c:pt idx="1146" c:formatCode="yyyy/m/d">
                  <c:v>44453</c:v>
                </c:pt>
                <c:pt idx="1147" c:formatCode="yyyy/m/d">
                  <c:v>44454</c:v>
                </c:pt>
                <c:pt idx="1148" c:formatCode="yyyy/m/d">
                  <c:v>44455</c:v>
                </c:pt>
                <c:pt idx="1149" c:formatCode="yyyy/m/d">
                  <c:v>44456</c:v>
                </c:pt>
                <c:pt idx="1150" c:formatCode="yyyy/m/d">
                  <c:v>44461</c:v>
                </c:pt>
                <c:pt idx="1151" c:formatCode="yyyy/m/d">
                  <c:v>44462</c:v>
                </c:pt>
                <c:pt idx="1152" c:formatCode="yyyy/m/d">
                  <c:v>44463</c:v>
                </c:pt>
                <c:pt idx="1153" c:formatCode="yyyy/m/d">
                  <c:v>44466</c:v>
                </c:pt>
                <c:pt idx="1154" c:formatCode="yyyy/m/d">
                  <c:v>44467</c:v>
                </c:pt>
                <c:pt idx="1155" c:formatCode="yyyy/m/d">
                  <c:v>44468</c:v>
                </c:pt>
                <c:pt idx="1156" c:formatCode="yyyy/m/d">
                  <c:v>44469</c:v>
                </c:pt>
                <c:pt idx="1157" c:formatCode="yyyy/m/d">
                  <c:v>44477</c:v>
                </c:pt>
                <c:pt idx="1158" c:formatCode="yyyy/m/d">
                  <c:v>44480</c:v>
                </c:pt>
                <c:pt idx="1159" c:formatCode="yyyy/m/d">
                  <c:v>44481</c:v>
                </c:pt>
                <c:pt idx="1160" c:formatCode="yyyy/m/d">
                  <c:v>44482</c:v>
                </c:pt>
                <c:pt idx="1161" c:formatCode="yyyy/m/d">
                  <c:v>44483</c:v>
                </c:pt>
                <c:pt idx="1162" c:formatCode="yyyy/m/d">
                  <c:v>44484</c:v>
                </c:pt>
                <c:pt idx="1163" c:formatCode="yyyy/m/d">
                  <c:v>44487</c:v>
                </c:pt>
                <c:pt idx="1164" c:formatCode="yyyy/m/d">
                  <c:v>44488</c:v>
                </c:pt>
                <c:pt idx="1165" c:formatCode="yyyy/m/d">
                  <c:v>44489</c:v>
                </c:pt>
                <c:pt idx="1166" c:formatCode="yyyy/m/d">
                  <c:v>44490</c:v>
                </c:pt>
                <c:pt idx="1167" c:formatCode="yyyy/m/d">
                  <c:v>44491</c:v>
                </c:pt>
                <c:pt idx="1168" c:formatCode="yyyy/m/d">
                  <c:v>44494</c:v>
                </c:pt>
                <c:pt idx="1169" c:formatCode="yyyy/m/d">
                  <c:v>44495</c:v>
                </c:pt>
                <c:pt idx="1170" c:formatCode="yyyy/m/d">
                  <c:v>44496</c:v>
                </c:pt>
                <c:pt idx="1171" c:formatCode="yyyy/m/d">
                  <c:v>44497</c:v>
                </c:pt>
                <c:pt idx="1172" c:formatCode="yyyy/m/d">
                  <c:v>44498</c:v>
                </c:pt>
                <c:pt idx="1173" c:formatCode="yyyy/m/d">
                  <c:v>44501</c:v>
                </c:pt>
                <c:pt idx="1174" c:formatCode="yyyy/m/d">
                  <c:v>44502</c:v>
                </c:pt>
                <c:pt idx="1175" c:formatCode="yyyy/m/d">
                  <c:v>44503</c:v>
                </c:pt>
                <c:pt idx="1176" c:formatCode="yyyy/m/d">
                  <c:v>44504</c:v>
                </c:pt>
                <c:pt idx="1177" c:formatCode="yyyy/m/d">
                  <c:v>44505</c:v>
                </c:pt>
                <c:pt idx="1178" c:formatCode="yyyy/m/d">
                  <c:v>44508</c:v>
                </c:pt>
                <c:pt idx="1179" c:formatCode="yyyy/m/d">
                  <c:v>44509</c:v>
                </c:pt>
                <c:pt idx="1180" c:formatCode="yyyy/m/d">
                  <c:v>44510</c:v>
                </c:pt>
                <c:pt idx="1181" c:formatCode="yyyy/m/d">
                  <c:v>44511</c:v>
                </c:pt>
                <c:pt idx="1182" c:formatCode="yyyy/m/d">
                  <c:v>44512</c:v>
                </c:pt>
                <c:pt idx="1183" c:formatCode="yyyy/m/d">
                  <c:v>44515</c:v>
                </c:pt>
                <c:pt idx="1184" c:formatCode="yyyy/m/d">
                  <c:v>44516</c:v>
                </c:pt>
                <c:pt idx="1185" c:formatCode="yyyy/m/d">
                  <c:v>44517</c:v>
                </c:pt>
                <c:pt idx="1186" c:formatCode="yyyy/m/d">
                  <c:v>44518</c:v>
                </c:pt>
                <c:pt idx="1187" c:formatCode="yyyy/m/d">
                  <c:v>44519</c:v>
                </c:pt>
                <c:pt idx="1188" c:formatCode="yyyy/m/d">
                  <c:v>44522</c:v>
                </c:pt>
                <c:pt idx="1189" c:formatCode="yyyy/m/d">
                  <c:v>44523</c:v>
                </c:pt>
                <c:pt idx="1190" c:formatCode="yyyy/m/d">
                  <c:v>44524</c:v>
                </c:pt>
                <c:pt idx="1191" c:formatCode="yyyy/m/d">
                  <c:v>44525</c:v>
                </c:pt>
                <c:pt idx="1192" c:formatCode="yyyy/m/d">
                  <c:v>44526</c:v>
                </c:pt>
                <c:pt idx="1193" c:formatCode="yyyy/m/d">
                  <c:v>44529</c:v>
                </c:pt>
                <c:pt idx="1194" c:formatCode="yyyy/m/d">
                  <c:v>44530</c:v>
                </c:pt>
                <c:pt idx="1195" c:formatCode="yyyy/m/d">
                  <c:v>44531</c:v>
                </c:pt>
                <c:pt idx="1196" c:formatCode="yyyy/m/d">
                  <c:v>44532</c:v>
                </c:pt>
                <c:pt idx="1197" c:formatCode="yyyy/m/d">
                  <c:v>44533</c:v>
                </c:pt>
                <c:pt idx="1198" c:formatCode="yyyy/m/d">
                  <c:v>44536</c:v>
                </c:pt>
                <c:pt idx="1199" c:formatCode="yyyy/m/d">
                  <c:v>44537</c:v>
                </c:pt>
                <c:pt idx="1200" c:formatCode="yyyy/m/d">
                  <c:v>44538</c:v>
                </c:pt>
                <c:pt idx="1201" c:formatCode="yyyy/m/d">
                  <c:v>44539</c:v>
                </c:pt>
                <c:pt idx="1202" c:formatCode="yyyy/m/d">
                  <c:v>44540</c:v>
                </c:pt>
                <c:pt idx="1203" c:formatCode="yyyy/m/d">
                  <c:v>44543</c:v>
                </c:pt>
                <c:pt idx="1204" c:formatCode="yyyy/m/d">
                  <c:v>44544</c:v>
                </c:pt>
                <c:pt idx="1205" c:formatCode="yyyy/m/d">
                  <c:v>44545</c:v>
                </c:pt>
                <c:pt idx="1206" c:formatCode="yyyy/m/d">
                  <c:v>44546</c:v>
                </c:pt>
                <c:pt idx="1207" c:formatCode="yyyy/m/d">
                  <c:v>44547</c:v>
                </c:pt>
                <c:pt idx="1208" c:formatCode="yyyy/m/d">
                  <c:v>44550</c:v>
                </c:pt>
                <c:pt idx="1209" c:formatCode="yyyy/m/d">
                  <c:v>44551</c:v>
                </c:pt>
                <c:pt idx="1210" c:formatCode="yyyy/m/d">
                  <c:v>44552</c:v>
                </c:pt>
                <c:pt idx="1211" c:formatCode="yyyy/m/d">
                  <c:v>44553</c:v>
                </c:pt>
                <c:pt idx="1212" c:formatCode="yyyy/m/d">
                  <c:v>44554</c:v>
                </c:pt>
                <c:pt idx="1213" c:formatCode="yyyy/m/d">
                  <c:v>44557</c:v>
                </c:pt>
                <c:pt idx="1214" c:formatCode="yyyy/m/d">
                  <c:v>44558</c:v>
                </c:pt>
                <c:pt idx="1215" c:formatCode="yyyy/m/d">
                  <c:v>44559</c:v>
                </c:pt>
                <c:pt idx="1216" c:formatCode="yyyy/m/d">
                  <c:v>44560</c:v>
                </c:pt>
                <c:pt idx="1217" c:formatCode="yyyy/m/d">
                  <c:v>44561</c:v>
                </c:pt>
                <c:pt idx="1218" c:formatCode="yyyy/m/d">
                  <c:v>44565</c:v>
                </c:pt>
                <c:pt idx="1219" c:formatCode="yyyy/m/d">
                  <c:v>44566</c:v>
                </c:pt>
                <c:pt idx="1220" c:formatCode="yyyy/m/d">
                  <c:v>44567</c:v>
                </c:pt>
                <c:pt idx="1221" c:formatCode="yyyy/m/d">
                  <c:v>44568</c:v>
                </c:pt>
                <c:pt idx="1222" c:formatCode="yyyy/m/d">
                  <c:v>44571</c:v>
                </c:pt>
                <c:pt idx="1223" c:formatCode="yyyy/m/d">
                  <c:v>44572</c:v>
                </c:pt>
                <c:pt idx="1224" c:formatCode="yyyy/m/d">
                  <c:v>44573</c:v>
                </c:pt>
                <c:pt idx="1225" c:formatCode="yyyy/m/d">
                  <c:v>44574</c:v>
                </c:pt>
                <c:pt idx="1226" c:formatCode="yyyy/m/d">
                  <c:v>44575</c:v>
                </c:pt>
                <c:pt idx="1227" c:formatCode="yyyy/m/d">
                  <c:v>44578</c:v>
                </c:pt>
                <c:pt idx="1228" c:formatCode="yyyy/m/d">
                  <c:v>44579</c:v>
                </c:pt>
                <c:pt idx="1229" c:formatCode="yyyy/m/d">
                  <c:v>44580</c:v>
                </c:pt>
                <c:pt idx="1230" c:formatCode="yyyy/m/d">
                  <c:v>44581</c:v>
                </c:pt>
                <c:pt idx="1231" c:formatCode="yyyy/m/d">
                  <c:v>44582</c:v>
                </c:pt>
                <c:pt idx="1232" c:formatCode="yyyy/m/d">
                  <c:v>44585</c:v>
                </c:pt>
                <c:pt idx="1233" c:formatCode="yyyy/m/d">
                  <c:v>44586</c:v>
                </c:pt>
                <c:pt idx="1234" c:formatCode="yyyy/m/d">
                  <c:v>44587</c:v>
                </c:pt>
                <c:pt idx="1235" c:formatCode="yyyy/m/d">
                  <c:v>44588</c:v>
                </c:pt>
                <c:pt idx="1236" c:formatCode="yyyy/m/d">
                  <c:v>44589</c:v>
                </c:pt>
                <c:pt idx="1237" c:formatCode="yyyy/m/d">
                  <c:v>44599</c:v>
                </c:pt>
                <c:pt idx="1238" c:formatCode="yyyy/m/d">
                  <c:v>44600</c:v>
                </c:pt>
                <c:pt idx="1239" c:formatCode="yyyy/m/d">
                  <c:v>44601</c:v>
                </c:pt>
                <c:pt idx="1240" c:formatCode="yyyy/m/d">
                  <c:v>44602</c:v>
                </c:pt>
                <c:pt idx="1241" c:formatCode="yyyy/m/d">
                  <c:v>44603</c:v>
                </c:pt>
                <c:pt idx="1242" c:formatCode="yyyy/m/d">
                  <c:v>44606</c:v>
                </c:pt>
                <c:pt idx="1243" c:formatCode="yyyy/m/d">
                  <c:v>44607</c:v>
                </c:pt>
                <c:pt idx="1244" c:formatCode="yyyy/m/d">
                  <c:v>44608</c:v>
                </c:pt>
                <c:pt idx="1245" c:formatCode="yyyy/m/d">
                  <c:v>44609</c:v>
                </c:pt>
                <c:pt idx="1246" c:formatCode="yyyy/m/d">
                  <c:v>44610</c:v>
                </c:pt>
                <c:pt idx="1247" c:formatCode="yyyy/m/d">
                  <c:v>44613</c:v>
                </c:pt>
                <c:pt idx="1248" c:formatCode="yyyy/m/d">
                  <c:v>44614</c:v>
                </c:pt>
                <c:pt idx="1249" c:formatCode="yyyy/m/d">
                  <c:v>44615</c:v>
                </c:pt>
                <c:pt idx="1250" c:formatCode="yyyy/m/d">
                  <c:v>44616</c:v>
                </c:pt>
                <c:pt idx="1251" c:formatCode="yyyy/m/d">
                  <c:v>44617</c:v>
                </c:pt>
                <c:pt idx="1252" c:formatCode="yyyy/m/d">
                  <c:v>44620</c:v>
                </c:pt>
                <c:pt idx="1253" c:formatCode="yyyy/m/d">
                  <c:v>44621</c:v>
                </c:pt>
                <c:pt idx="1254" c:formatCode="yyyy/m/d">
                  <c:v>44622</c:v>
                </c:pt>
                <c:pt idx="1255" c:formatCode="yyyy/m/d">
                  <c:v>44623</c:v>
                </c:pt>
                <c:pt idx="1256" c:formatCode="yyyy/m/d">
                  <c:v>44624</c:v>
                </c:pt>
                <c:pt idx="1257" c:formatCode="yyyy/m/d">
                  <c:v>44627</c:v>
                </c:pt>
                <c:pt idx="1258" c:formatCode="yyyy/m/d">
                  <c:v>44628</c:v>
                </c:pt>
                <c:pt idx="1259" c:formatCode="yyyy/m/d">
                  <c:v>44629</c:v>
                </c:pt>
                <c:pt idx="1260" c:formatCode="yyyy/m/d">
                  <c:v>44630</c:v>
                </c:pt>
                <c:pt idx="1261" c:formatCode="yyyy/m/d">
                  <c:v>44631</c:v>
                </c:pt>
                <c:pt idx="1262" c:formatCode="yyyy/m/d">
                  <c:v>44634</c:v>
                </c:pt>
                <c:pt idx="1263" c:formatCode="yyyy/m/d">
                  <c:v>44635</c:v>
                </c:pt>
                <c:pt idx="1264" c:formatCode="yyyy/m/d">
                  <c:v>44636</c:v>
                </c:pt>
                <c:pt idx="1265" c:formatCode="yyyy/m/d">
                  <c:v>44637</c:v>
                </c:pt>
                <c:pt idx="1266" c:formatCode="yyyy/m/d">
                  <c:v>44638</c:v>
                </c:pt>
                <c:pt idx="1267" c:formatCode="yyyy/m/d">
                  <c:v>44641</c:v>
                </c:pt>
                <c:pt idx="1268" c:formatCode="yyyy/m/d">
                  <c:v>44642</c:v>
                </c:pt>
                <c:pt idx="1269" c:formatCode="yyyy/m/d">
                  <c:v>44643</c:v>
                </c:pt>
                <c:pt idx="1270" c:formatCode="yyyy/m/d">
                  <c:v>44644</c:v>
                </c:pt>
                <c:pt idx="1271" c:formatCode="yyyy/m/d">
                  <c:v>44645</c:v>
                </c:pt>
                <c:pt idx="1272" c:formatCode="yyyy/m/d">
                  <c:v>44648</c:v>
                </c:pt>
                <c:pt idx="1273" c:formatCode="yyyy/m/d">
                  <c:v>44649</c:v>
                </c:pt>
                <c:pt idx="1274" c:formatCode="yyyy/m/d">
                  <c:v>44650</c:v>
                </c:pt>
                <c:pt idx="1275" c:formatCode="yyyy/m/d">
                  <c:v>44651</c:v>
                </c:pt>
                <c:pt idx="1276" c:formatCode="yyyy/m/d">
                  <c:v>44652</c:v>
                </c:pt>
                <c:pt idx="1277" c:formatCode="yyyy/m/d">
                  <c:v>44657</c:v>
                </c:pt>
                <c:pt idx="1278" c:formatCode="yyyy/m/d">
                  <c:v>44658</c:v>
                </c:pt>
                <c:pt idx="1279" c:formatCode="yyyy/m/d">
                  <c:v>44659</c:v>
                </c:pt>
                <c:pt idx="1280" c:formatCode="yyyy/m/d">
                  <c:v>44662</c:v>
                </c:pt>
                <c:pt idx="1281" c:formatCode="yyyy/m/d">
                  <c:v>44663</c:v>
                </c:pt>
                <c:pt idx="1282" c:formatCode="yyyy/m/d">
                  <c:v>44664</c:v>
                </c:pt>
                <c:pt idx="1283" c:formatCode="yyyy/m/d">
                  <c:v>44665</c:v>
                </c:pt>
                <c:pt idx="1284" c:formatCode="yyyy/m/d">
                  <c:v>44666</c:v>
                </c:pt>
                <c:pt idx="1285" c:formatCode="yyyy/m/d">
                  <c:v>44669</c:v>
                </c:pt>
                <c:pt idx="1286" c:formatCode="yyyy/m/d">
                  <c:v>44670</c:v>
                </c:pt>
                <c:pt idx="1287" c:formatCode="yyyy/m/d">
                  <c:v>44671</c:v>
                </c:pt>
                <c:pt idx="1288" c:formatCode="yyyy/m/d">
                  <c:v>44672</c:v>
                </c:pt>
                <c:pt idx="1289" c:formatCode="yyyy/m/d">
                  <c:v>44673</c:v>
                </c:pt>
                <c:pt idx="1290" c:formatCode="yyyy/m/d">
                  <c:v>44676</c:v>
                </c:pt>
                <c:pt idx="1291" c:formatCode="yyyy/m/d">
                  <c:v>44677</c:v>
                </c:pt>
                <c:pt idx="1292" c:formatCode="yyyy/m/d">
                  <c:v>44678</c:v>
                </c:pt>
                <c:pt idx="1293" c:formatCode="yyyy/m/d">
                  <c:v>44679</c:v>
                </c:pt>
                <c:pt idx="1294" c:formatCode="yyyy/m/d">
                  <c:v>44680</c:v>
                </c:pt>
                <c:pt idx="1295" c:formatCode="yyyy/m/d">
                  <c:v>44686</c:v>
                </c:pt>
                <c:pt idx="1296" c:formatCode="yyyy/m/d">
                  <c:v>44687</c:v>
                </c:pt>
                <c:pt idx="1297" c:formatCode="yyyy/m/d">
                  <c:v>44690</c:v>
                </c:pt>
                <c:pt idx="1298" c:formatCode="yyyy/m/d">
                  <c:v>44691</c:v>
                </c:pt>
                <c:pt idx="1299" c:formatCode="yyyy/m/d">
                  <c:v>44692</c:v>
                </c:pt>
                <c:pt idx="1300" c:formatCode="yyyy/m/d">
                  <c:v>44693</c:v>
                </c:pt>
                <c:pt idx="1301" c:formatCode="yyyy/m/d">
                  <c:v>44694</c:v>
                </c:pt>
                <c:pt idx="1302" c:formatCode="yyyy/m/d">
                  <c:v>44697</c:v>
                </c:pt>
                <c:pt idx="1303" c:formatCode="yyyy/m/d">
                  <c:v>44698</c:v>
                </c:pt>
                <c:pt idx="1304" c:formatCode="yyyy/m/d">
                  <c:v>44699</c:v>
                </c:pt>
                <c:pt idx="1305" c:formatCode="yyyy/m/d">
                  <c:v>44700</c:v>
                </c:pt>
                <c:pt idx="1306" c:formatCode="yyyy/m/d">
                  <c:v>44701</c:v>
                </c:pt>
                <c:pt idx="1307" c:formatCode="yyyy/m/d">
                  <c:v>44704</c:v>
                </c:pt>
                <c:pt idx="1308" c:formatCode="yyyy/m/d">
                  <c:v>44705</c:v>
                </c:pt>
                <c:pt idx="1309" c:formatCode="yyyy/m/d">
                  <c:v>44706</c:v>
                </c:pt>
                <c:pt idx="1310" c:formatCode="yyyy/m/d">
                  <c:v>44707</c:v>
                </c:pt>
                <c:pt idx="1311" c:formatCode="yyyy/m/d">
                  <c:v>44708</c:v>
                </c:pt>
                <c:pt idx="1312" c:formatCode="yyyy/m/d">
                  <c:v>44711</c:v>
                </c:pt>
                <c:pt idx="1313" c:formatCode="yyyy/m/d">
                  <c:v>44712</c:v>
                </c:pt>
                <c:pt idx="1314" c:formatCode="yyyy/m/d">
                  <c:v>44713</c:v>
                </c:pt>
                <c:pt idx="1315" c:formatCode="yyyy/m/d">
                  <c:v>44714</c:v>
                </c:pt>
                <c:pt idx="1316" c:formatCode="yyyy/m/d">
                  <c:v>44718</c:v>
                </c:pt>
                <c:pt idx="1317" c:formatCode="yyyy/m/d">
                  <c:v>44719</c:v>
                </c:pt>
                <c:pt idx="1318" c:formatCode="yyyy/m/d">
                  <c:v>44720</c:v>
                </c:pt>
                <c:pt idx="1319" c:formatCode="yyyy/m/d">
                  <c:v>44721</c:v>
                </c:pt>
                <c:pt idx="1320" c:formatCode="yyyy/m/d">
                  <c:v>44722</c:v>
                </c:pt>
                <c:pt idx="1321" c:formatCode="yyyy/m/d">
                  <c:v>44725</c:v>
                </c:pt>
                <c:pt idx="1322" c:formatCode="yyyy/m/d">
                  <c:v>44726</c:v>
                </c:pt>
                <c:pt idx="1323" c:formatCode="yyyy/m/d">
                  <c:v>44727</c:v>
                </c:pt>
                <c:pt idx="1324" c:formatCode="yyyy/m/d">
                  <c:v>44728</c:v>
                </c:pt>
                <c:pt idx="1325" c:formatCode="yyyy/m/d">
                  <c:v>44729</c:v>
                </c:pt>
                <c:pt idx="1326" c:formatCode="yyyy/m/d">
                  <c:v>44732</c:v>
                </c:pt>
                <c:pt idx="1327" c:formatCode="yyyy/m/d">
                  <c:v>44733</c:v>
                </c:pt>
                <c:pt idx="1328" c:formatCode="yyyy/m/d">
                  <c:v>44734</c:v>
                </c:pt>
                <c:pt idx="1329" c:formatCode="yyyy/m/d">
                  <c:v>44735</c:v>
                </c:pt>
                <c:pt idx="1330" c:formatCode="yyyy/m/d">
                  <c:v>44736</c:v>
                </c:pt>
                <c:pt idx="1331" c:formatCode="yyyy/m/d">
                  <c:v>44739</c:v>
                </c:pt>
                <c:pt idx="1332" c:formatCode="yyyy/m/d">
                  <c:v>44740</c:v>
                </c:pt>
                <c:pt idx="1333" c:formatCode="yyyy/m/d">
                  <c:v>44741</c:v>
                </c:pt>
                <c:pt idx="1334" c:formatCode="yyyy/m/d">
                  <c:v>44742</c:v>
                </c:pt>
                <c:pt idx="1335" c:formatCode="yyyy/m/d">
                  <c:v>44743</c:v>
                </c:pt>
                <c:pt idx="1336" c:formatCode="yyyy/m/d">
                  <c:v>44746</c:v>
                </c:pt>
                <c:pt idx="1337" c:formatCode="yyyy/m/d">
                  <c:v>44747</c:v>
                </c:pt>
                <c:pt idx="1338" c:formatCode="yyyy/m/d">
                  <c:v>44748</c:v>
                </c:pt>
                <c:pt idx="1339" c:formatCode="yyyy/m/d">
                  <c:v>44749</c:v>
                </c:pt>
                <c:pt idx="1340" c:formatCode="yyyy/m/d">
                  <c:v>44750</c:v>
                </c:pt>
                <c:pt idx="1341" c:formatCode="yyyy/m/d">
                  <c:v>44753</c:v>
                </c:pt>
                <c:pt idx="1342" c:formatCode="yyyy/m/d">
                  <c:v>44754</c:v>
                </c:pt>
                <c:pt idx="1343" c:formatCode="yyyy/m/d">
                  <c:v>44755</c:v>
                </c:pt>
                <c:pt idx="1344" c:formatCode="yyyy/m/d">
                  <c:v>44756</c:v>
                </c:pt>
                <c:pt idx="1345" c:formatCode="yyyy/m/d">
                  <c:v>44757</c:v>
                </c:pt>
                <c:pt idx="1346" c:formatCode="yyyy/m/d">
                  <c:v>44760</c:v>
                </c:pt>
                <c:pt idx="1347" c:formatCode="yyyy/m/d">
                  <c:v>44761</c:v>
                </c:pt>
                <c:pt idx="1348" c:formatCode="yyyy/m/d">
                  <c:v>44762</c:v>
                </c:pt>
                <c:pt idx="1349" c:formatCode="yyyy/m/d">
                  <c:v>44763</c:v>
                </c:pt>
                <c:pt idx="1350" c:formatCode="yyyy/m/d">
                  <c:v>44764</c:v>
                </c:pt>
                <c:pt idx="1351" c:formatCode="yyyy/m/d">
                  <c:v>44767</c:v>
                </c:pt>
                <c:pt idx="1352" c:formatCode="yyyy/m/d">
                  <c:v>44768</c:v>
                </c:pt>
                <c:pt idx="1353" c:formatCode="yyyy/m/d">
                  <c:v>44769</c:v>
                </c:pt>
                <c:pt idx="1354" c:formatCode="yyyy/m/d">
                  <c:v>44770</c:v>
                </c:pt>
                <c:pt idx="1355" c:formatCode="yyyy/m/d">
                  <c:v>44771</c:v>
                </c:pt>
                <c:pt idx="1356" c:formatCode="yyyy/m/d">
                  <c:v>44774</c:v>
                </c:pt>
                <c:pt idx="1357" c:formatCode="yyyy/m/d">
                  <c:v>44775</c:v>
                </c:pt>
                <c:pt idx="1358" c:formatCode="yyyy/m/d">
                  <c:v>44776</c:v>
                </c:pt>
                <c:pt idx="1359" c:formatCode="yyyy/m/d">
                  <c:v>44777</c:v>
                </c:pt>
                <c:pt idx="1360" c:formatCode="yyyy/m/d">
                  <c:v>44778</c:v>
                </c:pt>
                <c:pt idx="1361" c:formatCode="yyyy/m/d">
                  <c:v>44781</c:v>
                </c:pt>
                <c:pt idx="1362" c:formatCode="yyyy/m/d">
                  <c:v>44782</c:v>
                </c:pt>
                <c:pt idx="1363" c:formatCode="yyyy/m/d">
                  <c:v>44783</c:v>
                </c:pt>
                <c:pt idx="1364" c:formatCode="yyyy/m/d">
                  <c:v>44784</c:v>
                </c:pt>
                <c:pt idx="1365" c:formatCode="yyyy/m/d">
                  <c:v>44785</c:v>
                </c:pt>
                <c:pt idx="1366" c:formatCode="yyyy/m/d">
                  <c:v>44788</c:v>
                </c:pt>
                <c:pt idx="1367" c:formatCode="yyyy/m/d">
                  <c:v>44789</c:v>
                </c:pt>
                <c:pt idx="1368" c:formatCode="yyyy/m/d">
                  <c:v>44790</c:v>
                </c:pt>
                <c:pt idx="1369" c:formatCode="yyyy/m/d">
                  <c:v>44791</c:v>
                </c:pt>
                <c:pt idx="1370" c:formatCode="yyyy/m/d">
                  <c:v>44792</c:v>
                </c:pt>
                <c:pt idx="1371" c:formatCode="yyyy/m/d">
                  <c:v>44795</c:v>
                </c:pt>
                <c:pt idx="1372" c:formatCode="yyyy/m/d">
                  <c:v>44796</c:v>
                </c:pt>
                <c:pt idx="1373" c:formatCode="yyyy/m/d">
                  <c:v>44797</c:v>
                </c:pt>
                <c:pt idx="1374" c:formatCode="yyyy/m/d">
                  <c:v>44798</c:v>
                </c:pt>
                <c:pt idx="1375" c:formatCode="yyyy/m/d">
                  <c:v>44799</c:v>
                </c:pt>
                <c:pt idx="1376" c:formatCode="yyyy/m/d">
                  <c:v>44802</c:v>
                </c:pt>
                <c:pt idx="1377" c:formatCode="yyyy/m/d">
                  <c:v>44803</c:v>
                </c:pt>
                <c:pt idx="1378" c:formatCode="yyyy/m/d">
                  <c:v>44804</c:v>
                </c:pt>
                <c:pt idx="1379" c:formatCode="yyyy/m/d">
                  <c:v>44805</c:v>
                </c:pt>
                <c:pt idx="1380" c:formatCode="yyyy/m/d">
                  <c:v>44806</c:v>
                </c:pt>
                <c:pt idx="1381" c:formatCode="yyyy/m/d">
                  <c:v>44809</c:v>
                </c:pt>
                <c:pt idx="1382" c:formatCode="yyyy/m/d">
                  <c:v>44810</c:v>
                </c:pt>
                <c:pt idx="1383" c:formatCode="yyyy/m/d">
                  <c:v>44811</c:v>
                </c:pt>
                <c:pt idx="1384" c:formatCode="yyyy/m/d">
                  <c:v>44812</c:v>
                </c:pt>
                <c:pt idx="1385" c:formatCode="yyyy/m/d">
                  <c:v>44813</c:v>
                </c:pt>
                <c:pt idx="1386" c:formatCode="yyyy/m/d">
                  <c:v>44817</c:v>
                </c:pt>
                <c:pt idx="1387" c:formatCode="yyyy/m/d">
                  <c:v>44818</c:v>
                </c:pt>
                <c:pt idx="1388" c:formatCode="yyyy/m/d">
                  <c:v>44819</c:v>
                </c:pt>
                <c:pt idx="1389" c:formatCode="yyyy/m/d">
                  <c:v>44820</c:v>
                </c:pt>
                <c:pt idx="1390" c:formatCode="yyyy/m/d">
                  <c:v>44823</c:v>
                </c:pt>
                <c:pt idx="1391" c:formatCode="yyyy/m/d">
                  <c:v>44824</c:v>
                </c:pt>
                <c:pt idx="1392" c:formatCode="yyyy/m/d">
                  <c:v>44825</c:v>
                </c:pt>
                <c:pt idx="1393" c:formatCode="yyyy/m/d">
                  <c:v>44826</c:v>
                </c:pt>
                <c:pt idx="1394" c:formatCode="yyyy/m/d">
                  <c:v>44827</c:v>
                </c:pt>
                <c:pt idx="1395" c:formatCode="yyyy/m/d">
                  <c:v>44830</c:v>
                </c:pt>
                <c:pt idx="1396" c:formatCode="yyyy/m/d">
                  <c:v>44831</c:v>
                </c:pt>
                <c:pt idx="1397" c:formatCode="yyyy/m/d">
                  <c:v>44832</c:v>
                </c:pt>
                <c:pt idx="1398" c:formatCode="yyyy/m/d">
                  <c:v>44833</c:v>
                </c:pt>
                <c:pt idx="1399" c:formatCode="yyyy/m/d">
                  <c:v>44834</c:v>
                </c:pt>
                <c:pt idx="1400" c:formatCode="yyyy/m/d">
                  <c:v>44844</c:v>
                </c:pt>
                <c:pt idx="1401" c:formatCode="yyyy/m/d">
                  <c:v>44845</c:v>
                </c:pt>
                <c:pt idx="1402" c:formatCode="yyyy/m/d">
                  <c:v>44846</c:v>
                </c:pt>
                <c:pt idx="1403" c:formatCode="yyyy/m/d">
                  <c:v>44847</c:v>
                </c:pt>
                <c:pt idx="1404" c:formatCode="yyyy/m/d">
                  <c:v>44848</c:v>
                </c:pt>
                <c:pt idx="1405" c:formatCode="yyyy/m/d">
                  <c:v>44851</c:v>
                </c:pt>
                <c:pt idx="1406" c:formatCode="yyyy/m/d">
                  <c:v>44852</c:v>
                </c:pt>
                <c:pt idx="1407" c:formatCode="yyyy/m/d">
                  <c:v>44853</c:v>
                </c:pt>
                <c:pt idx="1408" c:formatCode="yyyy/m/d">
                  <c:v>44854</c:v>
                </c:pt>
                <c:pt idx="1409" c:formatCode="yyyy/m/d">
                  <c:v>44855</c:v>
                </c:pt>
                <c:pt idx="1410" c:formatCode="yyyy/m/d">
                  <c:v>44858</c:v>
                </c:pt>
                <c:pt idx="1411" c:formatCode="yyyy/m/d">
                  <c:v>44859</c:v>
                </c:pt>
                <c:pt idx="1412" c:formatCode="yyyy/m/d">
                  <c:v>44860</c:v>
                </c:pt>
                <c:pt idx="1413" c:formatCode="yyyy/m/d">
                  <c:v>44861</c:v>
                </c:pt>
                <c:pt idx="1414" c:formatCode="yyyy/m/d">
                  <c:v>44862</c:v>
                </c:pt>
                <c:pt idx="1415" c:formatCode="yyyy/m/d">
                  <c:v>44865</c:v>
                </c:pt>
                <c:pt idx="1416" c:formatCode="yyyy/m/d">
                  <c:v>44866</c:v>
                </c:pt>
                <c:pt idx="1417" c:formatCode="yyyy/m/d">
                  <c:v>44867</c:v>
                </c:pt>
                <c:pt idx="1418" c:formatCode="yyyy/m/d">
                  <c:v>44868</c:v>
                </c:pt>
                <c:pt idx="1419" c:formatCode="yyyy/m/d">
                  <c:v>44869</c:v>
                </c:pt>
                <c:pt idx="1420" c:formatCode="yyyy/m/d">
                  <c:v>44872</c:v>
                </c:pt>
                <c:pt idx="1421" c:formatCode="yyyy/m/d">
                  <c:v>44873</c:v>
                </c:pt>
                <c:pt idx="1422" c:formatCode="yyyy/m/d">
                  <c:v>44874</c:v>
                </c:pt>
                <c:pt idx="1423" c:formatCode="yyyy/m/d">
                  <c:v>44875</c:v>
                </c:pt>
                <c:pt idx="1424" c:formatCode="yyyy/m/d">
                  <c:v>44876</c:v>
                </c:pt>
                <c:pt idx="1425" c:formatCode="yyyy/m/d">
                  <c:v>44879</c:v>
                </c:pt>
                <c:pt idx="1426" c:formatCode="yyyy/m/d">
                  <c:v>44880</c:v>
                </c:pt>
                <c:pt idx="1427" c:formatCode="yyyy/m/d">
                  <c:v>44881</c:v>
                </c:pt>
                <c:pt idx="1428" c:formatCode="yyyy/m/d">
                  <c:v>44882</c:v>
                </c:pt>
                <c:pt idx="1429" c:formatCode="yyyy/m/d">
                  <c:v>44883</c:v>
                </c:pt>
                <c:pt idx="1430" c:formatCode="yyyy/m/d">
                  <c:v>44886</c:v>
                </c:pt>
                <c:pt idx="1431" c:formatCode="yyyy/m/d">
                  <c:v>44887</c:v>
                </c:pt>
                <c:pt idx="1432" c:formatCode="yyyy/m/d">
                  <c:v>44888</c:v>
                </c:pt>
                <c:pt idx="1433" c:formatCode="yyyy/m/d">
                  <c:v>44889</c:v>
                </c:pt>
                <c:pt idx="1434" c:formatCode="yyyy/m/d">
                  <c:v>44890</c:v>
                </c:pt>
                <c:pt idx="1435" c:formatCode="yyyy/m/d">
                  <c:v>44893</c:v>
                </c:pt>
                <c:pt idx="1436" c:formatCode="yyyy/m/d">
                  <c:v>44894</c:v>
                </c:pt>
                <c:pt idx="1437" c:formatCode="yyyy/m/d">
                  <c:v>44895</c:v>
                </c:pt>
                <c:pt idx="1438" c:formatCode="yyyy/m/d">
                  <c:v>44896</c:v>
                </c:pt>
                <c:pt idx="1439" c:formatCode="yyyy/m/d">
                  <c:v>44897</c:v>
                </c:pt>
                <c:pt idx="1440" c:formatCode="yyyy/m/d">
                  <c:v>44900</c:v>
                </c:pt>
                <c:pt idx="1441" c:formatCode="yyyy/m/d">
                  <c:v>44901</c:v>
                </c:pt>
                <c:pt idx="1442" c:formatCode="yyyy/m/d">
                  <c:v>44902</c:v>
                </c:pt>
                <c:pt idx="1443" c:formatCode="yyyy/m/d">
                  <c:v>44903</c:v>
                </c:pt>
                <c:pt idx="1444" c:formatCode="yyyy/m/d">
                  <c:v>44904</c:v>
                </c:pt>
                <c:pt idx="1445" c:formatCode="yyyy/m/d">
                  <c:v>44907</c:v>
                </c:pt>
                <c:pt idx="1446" c:formatCode="yyyy/m/d">
                  <c:v>44908</c:v>
                </c:pt>
                <c:pt idx="1447" c:formatCode="yyyy/m/d">
                  <c:v>44909</c:v>
                </c:pt>
                <c:pt idx="1448" c:formatCode="yyyy/m/d">
                  <c:v>44910</c:v>
                </c:pt>
                <c:pt idx="1449" c:formatCode="yyyy/m/d">
                  <c:v>44911</c:v>
                </c:pt>
                <c:pt idx="1450" c:formatCode="yyyy/m/d">
                  <c:v>44914</c:v>
                </c:pt>
                <c:pt idx="1451" c:formatCode="yyyy/m/d">
                  <c:v>44915</c:v>
                </c:pt>
                <c:pt idx="1452" c:formatCode="yyyy/m/d">
                  <c:v>44916</c:v>
                </c:pt>
                <c:pt idx="1453" c:formatCode="yyyy/m/d">
                  <c:v>44917</c:v>
                </c:pt>
                <c:pt idx="1454" c:formatCode="yyyy/m/d">
                  <c:v>44918</c:v>
                </c:pt>
                <c:pt idx="1455" c:formatCode="yyyy/m/d">
                  <c:v>44921</c:v>
                </c:pt>
                <c:pt idx="1456" c:formatCode="yyyy/m/d">
                  <c:v>44922</c:v>
                </c:pt>
                <c:pt idx="1457" c:formatCode="yyyy/m/d">
                  <c:v>44923</c:v>
                </c:pt>
                <c:pt idx="1458" c:formatCode="yyyy/m/d">
                  <c:v>44924</c:v>
                </c:pt>
                <c:pt idx="1459" c:formatCode="yyyy/m/d">
                  <c:v>44925</c:v>
                </c:pt>
                <c:pt idx="1460" c:formatCode="yyyy/m/d">
                  <c:v>44929</c:v>
                </c:pt>
                <c:pt idx="1461" c:formatCode="yyyy/m/d">
                  <c:v>44930</c:v>
                </c:pt>
                <c:pt idx="1462" c:formatCode="yyyy/m/d">
                  <c:v>44931</c:v>
                </c:pt>
                <c:pt idx="1463" c:formatCode="yyyy/m/d">
                  <c:v>44932</c:v>
                </c:pt>
                <c:pt idx="1464" c:formatCode="yyyy/m/d">
                  <c:v>44935</c:v>
                </c:pt>
                <c:pt idx="1465" c:formatCode="yyyy/m/d">
                  <c:v>44936</c:v>
                </c:pt>
                <c:pt idx="1466" c:formatCode="yyyy/m/d">
                  <c:v>44937</c:v>
                </c:pt>
                <c:pt idx="1467" c:formatCode="yyyy/m/d">
                  <c:v>44938</c:v>
                </c:pt>
                <c:pt idx="1468" c:formatCode="yyyy/m/d">
                  <c:v>44939</c:v>
                </c:pt>
                <c:pt idx="1469" c:formatCode="yyyy/m/d">
                  <c:v>44942</c:v>
                </c:pt>
                <c:pt idx="1470" c:formatCode="yyyy/m/d">
                  <c:v>44943</c:v>
                </c:pt>
                <c:pt idx="1471" c:formatCode="yyyy/m/d">
                  <c:v>44944</c:v>
                </c:pt>
                <c:pt idx="1472" c:formatCode="yyyy/m/d">
                  <c:v>44945</c:v>
                </c:pt>
                <c:pt idx="1473" c:formatCode="yyyy/m/d">
                  <c:v>44946</c:v>
                </c:pt>
                <c:pt idx="1474" c:formatCode="yyyy/m/d">
                  <c:v>44956</c:v>
                </c:pt>
                <c:pt idx="1475" c:formatCode="yyyy/m/d">
                  <c:v>44957</c:v>
                </c:pt>
                <c:pt idx="1476" c:formatCode="yyyy/m/d">
                  <c:v>44958</c:v>
                </c:pt>
                <c:pt idx="1477" c:formatCode="yyyy/m/d">
                  <c:v>44959</c:v>
                </c:pt>
                <c:pt idx="1478" c:formatCode="yyyy/m/d">
                  <c:v>44960</c:v>
                </c:pt>
                <c:pt idx="1479" c:formatCode="yyyy/m/d">
                  <c:v>44963</c:v>
                </c:pt>
                <c:pt idx="1480" c:formatCode="yyyy/m/d">
                  <c:v>44964</c:v>
                </c:pt>
                <c:pt idx="1481" c:formatCode="yyyy/m/d">
                  <c:v>44965</c:v>
                </c:pt>
                <c:pt idx="1482" c:formatCode="yyyy/m/d">
                  <c:v>44966</c:v>
                </c:pt>
                <c:pt idx="1483" c:formatCode="yyyy/m/d">
                  <c:v>44967</c:v>
                </c:pt>
                <c:pt idx="1484" c:formatCode="yyyy/m/d">
                  <c:v>44970</c:v>
                </c:pt>
                <c:pt idx="1485" c:formatCode="yyyy/m/d">
                  <c:v>44971</c:v>
                </c:pt>
                <c:pt idx="1486" c:formatCode="yyyy/m/d">
                  <c:v>44972</c:v>
                </c:pt>
                <c:pt idx="1487" c:formatCode="yyyy/m/d">
                  <c:v>44973</c:v>
                </c:pt>
                <c:pt idx="1488" c:formatCode="yyyy/m/d">
                  <c:v>44974</c:v>
                </c:pt>
                <c:pt idx="1489" c:formatCode="yyyy/m/d">
                  <c:v>44977</c:v>
                </c:pt>
                <c:pt idx="1490" c:formatCode="yyyy/m/d">
                  <c:v>44978</c:v>
                </c:pt>
                <c:pt idx="1491" c:formatCode="yyyy/m/d">
                  <c:v>44979</c:v>
                </c:pt>
                <c:pt idx="1492" c:formatCode="yyyy/m/d">
                  <c:v>44980</c:v>
                </c:pt>
                <c:pt idx="1493" c:formatCode="yyyy/m/d">
                  <c:v>44981</c:v>
                </c:pt>
                <c:pt idx="1494" c:formatCode="yyyy/m/d">
                  <c:v>44984</c:v>
                </c:pt>
                <c:pt idx="1495" c:formatCode="yyyy/m/d">
                  <c:v>44985</c:v>
                </c:pt>
                <c:pt idx="1496" c:formatCode="yyyy/m/d">
                  <c:v>44986</c:v>
                </c:pt>
                <c:pt idx="1497" c:formatCode="yyyy/m/d">
                  <c:v>44987</c:v>
                </c:pt>
                <c:pt idx="1498" c:formatCode="yyyy/m/d">
                  <c:v>44988</c:v>
                </c:pt>
                <c:pt idx="1499" c:formatCode="yyyy/m/d">
                  <c:v>44991</c:v>
                </c:pt>
                <c:pt idx="1500" c:formatCode="yyyy/m/d">
                  <c:v>44992</c:v>
                </c:pt>
                <c:pt idx="1501" c:formatCode="yyyy/m/d">
                  <c:v>44993</c:v>
                </c:pt>
                <c:pt idx="1502" c:formatCode="yyyy/m/d">
                  <c:v>44994</c:v>
                </c:pt>
                <c:pt idx="1503" c:formatCode="yyyy/m/d">
                  <c:v>44995</c:v>
                </c:pt>
                <c:pt idx="1504" c:formatCode="yyyy/m/d">
                  <c:v>44998</c:v>
                </c:pt>
                <c:pt idx="1505" c:formatCode="yyyy/m/d">
                  <c:v>44999</c:v>
                </c:pt>
                <c:pt idx="1506" c:formatCode="yyyy/m/d">
                  <c:v>45000</c:v>
                </c:pt>
                <c:pt idx="1507" c:formatCode="yyyy/m/d">
                  <c:v>45001</c:v>
                </c:pt>
                <c:pt idx="1508" c:formatCode="yyyy/m/d">
                  <c:v>45002</c:v>
                </c:pt>
                <c:pt idx="1509" c:formatCode="yyyy/m/d">
                  <c:v>45005</c:v>
                </c:pt>
                <c:pt idx="1510" c:formatCode="yyyy/m/d">
                  <c:v>45006</c:v>
                </c:pt>
                <c:pt idx="1511" c:formatCode="yyyy/m/d">
                  <c:v>45007</c:v>
                </c:pt>
                <c:pt idx="1512" c:formatCode="yyyy/m/d">
                  <c:v>45008</c:v>
                </c:pt>
                <c:pt idx="1513" c:formatCode="yyyy/m/d">
                  <c:v>45009</c:v>
                </c:pt>
                <c:pt idx="1514" c:formatCode="yyyy/m/d">
                  <c:v>45012</c:v>
                </c:pt>
                <c:pt idx="1515" c:formatCode="yyyy/m/d">
                  <c:v>45013</c:v>
                </c:pt>
                <c:pt idx="1516" c:formatCode="yyyy/m/d">
                  <c:v>45014</c:v>
                </c:pt>
                <c:pt idx="1517" c:formatCode="yyyy/m/d">
                  <c:v>45015</c:v>
                </c:pt>
                <c:pt idx="1518" c:formatCode="yyyy/m/d">
                  <c:v>45016</c:v>
                </c:pt>
                <c:pt idx="1519" c:formatCode="yyyy/m/d">
                  <c:v>45019</c:v>
                </c:pt>
                <c:pt idx="1520" c:formatCode="yyyy/m/d">
                  <c:v>45020</c:v>
                </c:pt>
                <c:pt idx="1521" c:formatCode="yyyy/m/d">
                  <c:v>45022</c:v>
                </c:pt>
                <c:pt idx="1522" c:formatCode="yyyy/m/d">
                  <c:v>45023</c:v>
                </c:pt>
                <c:pt idx="1523" c:formatCode="yyyy/m/d">
                  <c:v>45026</c:v>
                </c:pt>
                <c:pt idx="1524" c:formatCode="yyyy/m/d">
                  <c:v>45027</c:v>
                </c:pt>
                <c:pt idx="1525" c:formatCode="yyyy/m/d">
                  <c:v>45028</c:v>
                </c:pt>
                <c:pt idx="1526" c:formatCode="yyyy/m/d">
                  <c:v>45029</c:v>
                </c:pt>
                <c:pt idx="1527" c:formatCode="yyyy/m/d">
                  <c:v>45030</c:v>
                </c:pt>
                <c:pt idx="1528" c:formatCode="yyyy/m/d">
                  <c:v>45033</c:v>
                </c:pt>
                <c:pt idx="1529" c:formatCode="yyyy/m/d">
                  <c:v>45034</c:v>
                </c:pt>
                <c:pt idx="1530" c:formatCode="yyyy/m/d">
                  <c:v>45035</c:v>
                </c:pt>
                <c:pt idx="1531" c:formatCode="yyyy/m/d">
                  <c:v>45036</c:v>
                </c:pt>
                <c:pt idx="1532" c:formatCode="yyyy/m/d">
                  <c:v>45037</c:v>
                </c:pt>
                <c:pt idx="1533" c:formatCode="yyyy/m/d">
                  <c:v>45040</c:v>
                </c:pt>
                <c:pt idx="1534" c:formatCode="yyyy/m/d">
                  <c:v>45041</c:v>
                </c:pt>
                <c:pt idx="1535" c:formatCode="yyyy/m/d">
                  <c:v>45042</c:v>
                </c:pt>
                <c:pt idx="1536" c:formatCode="yyyy/m/d">
                  <c:v>45043</c:v>
                </c:pt>
                <c:pt idx="1537" c:formatCode="yyyy/m/d">
                  <c:v>45044</c:v>
                </c:pt>
                <c:pt idx="1538" c:formatCode="yyyy/m/d">
                  <c:v>45050</c:v>
                </c:pt>
                <c:pt idx="1539" c:formatCode="yyyy/m/d">
                  <c:v>45051</c:v>
                </c:pt>
                <c:pt idx="1540" c:formatCode="yyyy/m/d">
                  <c:v>45054</c:v>
                </c:pt>
                <c:pt idx="1541" c:formatCode="yyyy/m/d">
                  <c:v>45055</c:v>
                </c:pt>
                <c:pt idx="1542" c:formatCode="yyyy/m/d">
                  <c:v>45056</c:v>
                </c:pt>
                <c:pt idx="1543" c:formatCode="yyyy/m/d">
                  <c:v>45057</c:v>
                </c:pt>
                <c:pt idx="1544" c:formatCode="yyyy/m/d">
                  <c:v>45058</c:v>
                </c:pt>
                <c:pt idx="1545" c:formatCode="yyyy/m/d">
                  <c:v>45061</c:v>
                </c:pt>
                <c:pt idx="1546" c:formatCode="yyyy/m/d">
                  <c:v>45062</c:v>
                </c:pt>
                <c:pt idx="1547" c:formatCode="yyyy/m/d">
                  <c:v>45063</c:v>
                </c:pt>
                <c:pt idx="1548" c:formatCode="yyyy/m/d">
                  <c:v>45064</c:v>
                </c:pt>
                <c:pt idx="1549" c:formatCode="yyyy/m/d">
                  <c:v>45065</c:v>
                </c:pt>
                <c:pt idx="1550" c:formatCode="yyyy/m/d">
                  <c:v>45068</c:v>
                </c:pt>
                <c:pt idx="1551" c:formatCode="yyyy/m/d">
                  <c:v>45069</c:v>
                </c:pt>
                <c:pt idx="1552" c:formatCode="yyyy/m/d">
                  <c:v>45070</c:v>
                </c:pt>
                <c:pt idx="1553" c:formatCode="yyyy/m/d">
                  <c:v>45071</c:v>
                </c:pt>
                <c:pt idx="1554" c:formatCode="yyyy/m/d">
                  <c:v>45072</c:v>
                </c:pt>
                <c:pt idx="1555" c:formatCode="yyyy/m/d">
                  <c:v>45075</c:v>
                </c:pt>
                <c:pt idx="1556" c:formatCode="yyyy/m/d">
                  <c:v>45076</c:v>
                </c:pt>
                <c:pt idx="1557" c:formatCode="yyyy/m/d">
                  <c:v>45077</c:v>
                </c:pt>
                <c:pt idx="1558" c:formatCode="yyyy/m/d">
                  <c:v>45078</c:v>
                </c:pt>
                <c:pt idx="1559" c:formatCode="yyyy/m/d">
                  <c:v>45079</c:v>
                </c:pt>
                <c:pt idx="1560" c:formatCode="yyyy/m/d">
                  <c:v>45082</c:v>
                </c:pt>
                <c:pt idx="1561" c:formatCode="yyyy/m/d">
                  <c:v>45083</c:v>
                </c:pt>
                <c:pt idx="1562" c:formatCode="yyyy/m/d">
                  <c:v>45084</c:v>
                </c:pt>
                <c:pt idx="1563" c:formatCode="yyyy/m/d">
                  <c:v>45085</c:v>
                </c:pt>
                <c:pt idx="1564" c:formatCode="yyyy/m/d">
                  <c:v>45086</c:v>
                </c:pt>
                <c:pt idx="1565" c:formatCode="yyyy/m/d">
                  <c:v>45089</c:v>
                </c:pt>
                <c:pt idx="1566" c:formatCode="yyyy/m/d">
                  <c:v>45090</c:v>
                </c:pt>
                <c:pt idx="1567" c:formatCode="yyyy/m/d">
                  <c:v>45091</c:v>
                </c:pt>
                <c:pt idx="1568" c:formatCode="yyyy/m/d">
                  <c:v>45092</c:v>
                </c:pt>
                <c:pt idx="1569" c:formatCode="yyyy/m/d">
                  <c:v>45093</c:v>
                </c:pt>
                <c:pt idx="1570" c:formatCode="yyyy/m/d">
                  <c:v>45096</c:v>
                </c:pt>
                <c:pt idx="1571" c:formatCode="yyyy/m/d">
                  <c:v>45097</c:v>
                </c:pt>
                <c:pt idx="1572" c:formatCode="yyyy/m/d">
                  <c:v>45098</c:v>
                </c:pt>
                <c:pt idx="1573" c:formatCode="yyyy/m/d">
                  <c:v>45103</c:v>
                </c:pt>
                <c:pt idx="1574" c:formatCode="yyyy/m/d">
                  <c:v>45104</c:v>
                </c:pt>
                <c:pt idx="1575" c:formatCode="yyyy/m/d">
                  <c:v>45105</c:v>
                </c:pt>
                <c:pt idx="1576" c:formatCode="yyyy/m/d">
                  <c:v>45106</c:v>
                </c:pt>
                <c:pt idx="1577" c:formatCode="yyyy/m/d">
                  <c:v>45107</c:v>
                </c:pt>
                <c:pt idx="1578" c:formatCode="yyyy/m/d">
                  <c:v>45110</c:v>
                </c:pt>
                <c:pt idx="1579" c:formatCode="yyyy/m/d">
                  <c:v>45111</c:v>
                </c:pt>
                <c:pt idx="1580" c:formatCode="yyyy/m/d">
                  <c:v>45112</c:v>
                </c:pt>
                <c:pt idx="1581" c:formatCode="yyyy/m/d">
                  <c:v>45113</c:v>
                </c:pt>
                <c:pt idx="1582" c:formatCode="yyyy/m/d">
                  <c:v>45114</c:v>
                </c:pt>
                <c:pt idx="1583" c:formatCode="yyyy/m/d">
                  <c:v>45117</c:v>
                </c:pt>
                <c:pt idx="1584" c:formatCode="yyyy/m/d">
                  <c:v>45118</c:v>
                </c:pt>
                <c:pt idx="1585" c:formatCode="yyyy/m/d">
                  <c:v>45119</c:v>
                </c:pt>
                <c:pt idx="1586" c:formatCode="yyyy/m/d">
                  <c:v>45120</c:v>
                </c:pt>
                <c:pt idx="1587" c:formatCode="yyyy/m/d">
                  <c:v>45121</c:v>
                </c:pt>
                <c:pt idx="1588" c:formatCode="yyyy/m/d">
                  <c:v>45124</c:v>
                </c:pt>
                <c:pt idx="1589" c:formatCode="yyyy/m/d">
                  <c:v>45125</c:v>
                </c:pt>
                <c:pt idx="1590" c:formatCode="yyyy/m/d">
                  <c:v>45126</c:v>
                </c:pt>
                <c:pt idx="1591" c:formatCode="yyyy/m/d">
                  <c:v>45127</c:v>
                </c:pt>
                <c:pt idx="1592" c:formatCode="yyyy/m/d">
                  <c:v>45128</c:v>
                </c:pt>
                <c:pt idx="1593" c:formatCode="yyyy/m/d">
                  <c:v>45131</c:v>
                </c:pt>
                <c:pt idx="1594" c:formatCode="yyyy/m/d">
                  <c:v>45132</c:v>
                </c:pt>
                <c:pt idx="1595" c:formatCode="yyyy/m/d">
                  <c:v>45133</c:v>
                </c:pt>
                <c:pt idx="1596" c:formatCode="yyyy/m/d">
                  <c:v>45134</c:v>
                </c:pt>
                <c:pt idx="1597" c:formatCode="yyyy/m/d">
                  <c:v>45135</c:v>
                </c:pt>
                <c:pt idx="1598" c:formatCode="yyyy/m/d">
                  <c:v>45138</c:v>
                </c:pt>
                <c:pt idx="1599" c:formatCode="yyyy/m/d">
                  <c:v>45139</c:v>
                </c:pt>
                <c:pt idx="1600" c:formatCode="yyyy/m/d">
                  <c:v>45140</c:v>
                </c:pt>
                <c:pt idx="1601" c:formatCode="yyyy/m/d">
                  <c:v>45141</c:v>
                </c:pt>
                <c:pt idx="1602" c:formatCode="yyyy/m/d">
                  <c:v>45142</c:v>
                </c:pt>
                <c:pt idx="1603" c:formatCode="yyyy/m/d">
                  <c:v>45145</c:v>
                </c:pt>
                <c:pt idx="1604" c:formatCode="yyyy/m/d">
                  <c:v>45146</c:v>
                </c:pt>
                <c:pt idx="1605" c:formatCode="yyyy/m/d">
                  <c:v>45147</c:v>
                </c:pt>
                <c:pt idx="1606" c:formatCode="yyyy/m/d">
                  <c:v>45148</c:v>
                </c:pt>
                <c:pt idx="1607" c:formatCode="yyyy/m/d">
                  <c:v>45149</c:v>
                </c:pt>
                <c:pt idx="1608" c:formatCode="yyyy/m/d">
                  <c:v>45152</c:v>
                </c:pt>
                <c:pt idx="1609" c:formatCode="yyyy/m/d">
                  <c:v>45153</c:v>
                </c:pt>
                <c:pt idx="1610" c:formatCode="yyyy/m/d">
                  <c:v>45154</c:v>
                </c:pt>
                <c:pt idx="1611" c:formatCode="yyyy/m/d">
                  <c:v>45155</c:v>
                </c:pt>
                <c:pt idx="1612" c:formatCode="yyyy/m/d">
                  <c:v>45156</c:v>
                </c:pt>
                <c:pt idx="1613" c:formatCode="yyyy/m/d">
                  <c:v>45159</c:v>
                </c:pt>
                <c:pt idx="1614" c:formatCode="yyyy/m/d">
                  <c:v>45160</c:v>
                </c:pt>
                <c:pt idx="1615" c:formatCode="yyyy/m/d">
                  <c:v>45161</c:v>
                </c:pt>
                <c:pt idx="1616" c:formatCode="yyyy/m/d">
                  <c:v>45162</c:v>
                </c:pt>
                <c:pt idx="1617" c:formatCode="yyyy/m/d">
                  <c:v>45163</c:v>
                </c:pt>
                <c:pt idx="1618" c:formatCode="yyyy/m/d">
                  <c:v>45166</c:v>
                </c:pt>
                <c:pt idx="1619" c:formatCode="yyyy/m/d">
                  <c:v>45167</c:v>
                </c:pt>
                <c:pt idx="1620" c:formatCode="yyyy/m/d">
                  <c:v>45168</c:v>
                </c:pt>
                <c:pt idx="1621" c:formatCode="yyyy/m/d">
                  <c:v>45169</c:v>
                </c:pt>
                <c:pt idx="1622" c:formatCode="yyyy/m/d">
                  <c:v>45170</c:v>
                </c:pt>
                <c:pt idx="1623" c:formatCode="yyyy/m/d">
                  <c:v>45173</c:v>
                </c:pt>
                <c:pt idx="1624" c:formatCode="yyyy/m/d">
                  <c:v>45174</c:v>
                </c:pt>
                <c:pt idx="1625" c:formatCode="yyyy/m/d">
                  <c:v>45175</c:v>
                </c:pt>
                <c:pt idx="1626" c:formatCode="yyyy/m/d">
                  <c:v>45176</c:v>
                </c:pt>
                <c:pt idx="1627" c:formatCode="yyyy/m/d">
                  <c:v>45177</c:v>
                </c:pt>
                <c:pt idx="1628" c:formatCode="yyyy/m/d">
                  <c:v>45180</c:v>
                </c:pt>
                <c:pt idx="1629" c:formatCode="yyyy/m/d">
                  <c:v>45181</c:v>
                </c:pt>
                <c:pt idx="1630" c:formatCode="yyyy/m/d">
                  <c:v>45182</c:v>
                </c:pt>
                <c:pt idx="1631" c:formatCode="yyyy/m/d">
                  <c:v>45183</c:v>
                </c:pt>
                <c:pt idx="1632" c:formatCode="yyyy/m/d">
                  <c:v>45184</c:v>
                </c:pt>
                <c:pt idx="1633" c:formatCode="yyyy/m/d">
                  <c:v>45187</c:v>
                </c:pt>
                <c:pt idx="1634" c:formatCode="yyyy/m/d">
                  <c:v>45188</c:v>
                </c:pt>
                <c:pt idx="1635" c:formatCode="yyyy/m/d">
                  <c:v>45189</c:v>
                </c:pt>
                <c:pt idx="1636" c:formatCode="yyyy/m/d">
                  <c:v>45190</c:v>
                </c:pt>
                <c:pt idx="1637" c:formatCode="yyyy/m/d">
                  <c:v>45191</c:v>
                </c:pt>
                <c:pt idx="1638" c:formatCode="yyyy/m/d">
                  <c:v>45194</c:v>
                </c:pt>
                <c:pt idx="1639" c:formatCode="yyyy/m/d">
                  <c:v>45195</c:v>
                </c:pt>
                <c:pt idx="1640" c:formatCode="yyyy/m/d">
                  <c:v>45196</c:v>
                </c:pt>
                <c:pt idx="1641" c:formatCode="yyyy/m/d">
                  <c:v>45197</c:v>
                </c:pt>
                <c:pt idx="1642" c:formatCode="yyyy/m/d">
                  <c:v>45208</c:v>
                </c:pt>
                <c:pt idx="1643" c:formatCode="yyyy/m/d">
                  <c:v>45209</c:v>
                </c:pt>
                <c:pt idx="1644" c:formatCode="yyyy/m/d">
                  <c:v>45210</c:v>
                </c:pt>
                <c:pt idx="1645" c:formatCode="yyyy/m/d">
                  <c:v>45211</c:v>
                </c:pt>
                <c:pt idx="1646" c:formatCode="yyyy/m/d">
                  <c:v>45212</c:v>
                </c:pt>
                <c:pt idx="1647" c:formatCode="yyyy/m/d">
                  <c:v>45215</c:v>
                </c:pt>
                <c:pt idx="1648" c:formatCode="yyyy/m/d">
                  <c:v>45216</c:v>
                </c:pt>
                <c:pt idx="1649" c:formatCode="yyyy/m/d">
                  <c:v>45217</c:v>
                </c:pt>
                <c:pt idx="1650" c:formatCode="yyyy/m/d">
                  <c:v>45218</c:v>
                </c:pt>
                <c:pt idx="1651" c:formatCode="yyyy/m/d">
                  <c:v>45219</c:v>
                </c:pt>
                <c:pt idx="1652" c:formatCode="yyyy/m/d">
                  <c:v>45222</c:v>
                </c:pt>
                <c:pt idx="1653" c:formatCode="yyyy/m/d">
                  <c:v>45223</c:v>
                </c:pt>
                <c:pt idx="1654" c:formatCode="yyyy/m/d">
                  <c:v>45224</c:v>
                </c:pt>
                <c:pt idx="1655" c:formatCode="yyyy/m/d">
                  <c:v>45225</c:v>
                </c:pt>
                <c:pt idx="1656" c:formatCode="yyyy/m/d">
                  <c:v>45226</c:v>
                </c:pt>
                <c:pt idx="1657" c:formatCode="yyyy/m/d">
                  <c:v>45229</c:v>
                </c:pt>
                <c:pt idx="1658" c:formatCode="yyyy/m/d">
                  <c:v>45230</c:v>
                </c:pt>
                <c:pt idx="1659" c:formatCode="yyyy/m/d">
                  <c:v>45231</c:v>
                </c:pt>
                <c:pt idx="1660" c:formatCode="yyyy/m/d">
                  <c:v>45232</c:v>
                </c:pt>
                <c:pt idx="1661" c:formatCode="yyyy/m/d">
                  <c:v>45233</c:v>
                </c:pt>
                <c:pt idx="1662" c:formatCode="yyyy/m/d">
                  <c:v>45236</c:v>
                </c:pt>
                <c:pt idx="1663" c:formatCode="yyyy/m/d">
                  <c:v>45237</c:v>
                </c:pt>
                <c:pt idx="1664" c:formatCode="yyyy/m/d">
                  <c:v>45238</c:v>
                </c:pt>
                <c:pt idx="1665" c:formatCode="yyyy/m/d">
                  <c:v>45239</c:v>
                </c:pt>
                <c:pt idx="1666" c:formatCode="yyyy/m/d">
                  <c:v>45240</c:v>
                </c:pt>
                <c:pt idx="1667" c:formatCode="yyyy/m/d">
                  <c:v>45243</c:v>
                </c:pt>
                <c:pt idx="1668" c:formatCode="yyyy/m/d">
                  <c:v>45244</c:v>
                </c:pt>
                <c:pt idx="1669" c:formatCode="yyyy/m/d">
                  <c:v>45245</c:v>
                </c:pt>
                <c:pt idx="1670" c:formatCode="yyyy/m/d">
                  <c:v>45246</c:v>
                </c:pt>
                <c:pt idx="1671" c:formatCode="yyyy/m/d">
                  <c:v>45247</c:v>
                </c:pt>
                <c:pt idx="1672" c:formatCode="yyyy/m/d">
                  <c:v>45250</c:v>
                </c:pt>
                <c:pt idx="1673" c:formatCode="yyyy/m/d">
                  <c:v>45251</c:v>
                </c:pt>
                <c:pt idx="1674" c:formatCode="yyyy/m/d">
                  <c:v>45252</c:v>
                </c:pt>
                <c:pt idx="1675" c:formatCode="yyyy/m/d">
                  <c:v>45253</c:v>
                </c:pt>
                <c:pt idx="1676" c:formatCode="yyyy/m/d">
                  <c:v>45254</c:v>
                </c:pt>
                <c:pt idx="1677" c:formatCode="yyyy/m/d">
                  <c:v>45257</c:v>
                </c:pt>
                <c:pt idx="1678" c:formatCode="yyyy/m/d">
                  <c:v>45258</c:v>
                </c:pt>
                <c:pt idx="1679" c:formatCode="yyyy/m/d">
                  <c:v>45259</c:v>
                </c:pt>
                <c:pt idx="1680" c:formatCode="yyyy/m/d">
                  <c:v>45260</c:v>
                </c:pt>
                <c:pt idx="1681" c:formatCode="yyyy/m/d">
                  <c:v>45261</c:v>
                </c:pt>
                <c:pt idx="1682" c:formatCode="yyyy/m/d">
                  <c:v>45264</c:v>
                </c:pt>
                <c:pt idx="1683" c:formatCode="yyyy/m/d">
                  <c:v>45265</c:v>
                </c:pt>
                <c:pt idx="1684" c:formatCode="yyyy/m/d">
                  <c:v>45266</c:v>
                </c:pt>
                <c:pt idx="1685" c:formatCode="yyyy/m/d">
                  <c:v>45267</c:v>
                </c:pt>
                <c:pt idx="1686" c:formatCode="yyyy/m/d">
                  <c:v>45268</c:v>
                </c:pt>
                <c:pt idx="1687" c:formatCode="yyyy/m/d">
                  <c:v>45271</c:v>
                </c:pt>
                <c:pt idx="1688" c:formatCode="yyyy/m/d">
                  <c:v>45272</c:v>
                </c:pt>
                <c:pt idx="1689" c:formatCode="yyyy/m/d">
                  <c:v>45273</c:v>
                </c:pt>
                <c:pt idx="1690" c:formatCode="yyyy/m/d">
                  <c:v>45274</c:v>
                </c:pt>
                <c:pt idx="1691" c:formatCode="yyyy/m/d">
                  <c:v>45275</c:v>
                </c:pt>
                <c:pt idx="1692" c:formatCode="yyyy/m/d">
                  <c:v>45278</c:v>
                </c:pt>
                <c:pt idx="1693" c:formatCode="yyyy/m/d">
                  <c:v>45279</c:v>
                </c:pt>
                <c:pt idx="1694" c:formatCode="yyyy/m/d">
                  <c:v>45280</c:v>
                </c:pt>
                <c:pt idx="1695" c:formatCode="yyyy/m/d">
                  <c:v>45281</c:v>
                </c:pt>
                <c:pt idx="1696" c:formatCode="yyyy/m/d">
                  <c:v>45282</c:v>
                </c:pt>
                <c:pt idx="1697" c:formatCode="yyyy/m/d">
                  <c:v>45285</c:v>
                </c:pt>
                <c:pt idx="1698" c:formatCode="yyyy/m/d">
                  <c:v>45286</c:v>
                </c:pt>
                <c:pt idx="1699" c:formatCode="yyyy/m/d">
                  <c:v>45287</c:v>
                </c:pt>
                <c:pt idx="1700" c:formatCode="yyyy/m/d">
                  <c:v>45288</c:v>
                </c:pt>
                <c:pt idx="1701" c:formatCode="yyyy/m/d">
                  <c:v>45289</c:v>
                </c:pt>
                <c:pt idx="1702" c:formatCode="yyyy/m/d">
                  <c:v>45293</c:v>
                </c:pt>
                <c:pt idx="1703" c:formatCode="yyyy/m/d">
                  <c:v>45294</c:v>
                </c:pt>
                <c:pt idx="1704" c:formatCode="yyyy/m/d">
                  <c:v>45295</c:v>
                </c:pt>
                <c:pt idx="1705" c:formatCode="yyyy/m/d">
                  <c:v>45296</c:v>
                </c:pt>
                <c:pt idx="1706" c:formatCode="yyyy/m/d">
                  <c:v>45299</c:v>
                </c:pt>
                <c:pt idx="1707" c:formatCode="yyyy/m/d">
                  <c:v>45300</c:v>
                </c:pt>
                <c:pt idx="1708" c:formatCode="yyyy/m/d">
                  <c:v>45301</c:v>
                </c:pt>
                <c:pt idx="1709" c:formatCode="yyyy/m/d">
                  <c:v>45302</c:v>
                </c:pt>
                <c:pt idx="1710" c:formatCode="yyyy/m/d">
                  <c:v>45303</c:v>
                </c:pt>
                <c:pt idx="1711" c:formatCode="yyyy/m/d">
                  <c:v>45306</c:v>
                </c:pt>
                <c:pt idx="1712" c:formatCode="yyyy/m/d">
                  <c:v>45307</c:v>
                </c:pt>
                <c:pt idx="1713" c:formatCode="yyyy/m/d">
                  <c:v>45308</c:v>
                </c:pt>
                <c:pt idx="1714" c:formatCode="yyyy/m/d">
                  <c:v>45309</c:v>
                </c:pt>
                <c:pt idx="1715" c:formatCode="yyyy/m/d">
                  <c:v>45310</c:v>
                </c:pt>
                <c:pt idx="1716" c:formatCode="yyyy/m/d">
                  <c:v>45313</c:v>
                </c:pt>
                <c:pt idx="1717" c:formatCode="yyyy/m/d">
                  <c:v>45314</c:v>
                </c:pt>
                <c:pt idx="1718" c:formatCode="yyyy/m/d">
                  <c:v>45315</c:v>
                </c:pt>
                <c:pt idx="1719" c:formatCode="yyyy/m/d">
                  <c:v>45316</c:v>
                </c:pt>
                <c:pt idx="1720" c:formatCode="yyyy/m/d">
                  <c:v>45317</c:v>
                </c:pt>
                <c:pt idx="1721" c:formatCode="yyyy/m/d">
                  <c:v>45320</c:v>
                </c:pt>
                <c:pt idx="1722" c:formatCode="yyyy/m/d">
                  <c:v>45321</c:v>
                </c:pt>
                <c:pt idx="1723" c:formatCode="yyyy/m/d">
                  <c:v>45322</c:v>
                </c:pt>
                <c:pt idx="1724" c:formatCode="yyyy/m/d">
                  <c:v>45323</c:v>
                </c:pt>
                <c:pt idx="1725" c:formatCode="yyyy/m/d">
                  <c:v>45324</c:v>
                </c:pt>
                <c:pt idx="1726" c:formatCode="yyyy/m/d">
                  <c:v>45327</c:v>
                </c:pt>
                <c:pt idx="1727" c:formatCode="yyyy/m/d">
                  <c:v>45328</c:v>
                </c:pt>
                <c:pt idx="1728" c:formatCode="yyyy/m/d">
                  <c:v>45329</c:v>
                </c:pt>
                <c:pt idx="1729" c:formatCode="yyyy/m/d">
                  <c:v>45330</c:v>
                </c:pt>
                <c:pt idx="1730" c:formatCode="yyyy/m/d">
                  <c:v>45341</c:v>
                </c:pt>
                <c:pt idx="1731" c:formatCode="yyyy/m/d">
                  <c:v>45342</c:v>
                </c:pt>
                <c:pt idx="1732" c:formatCode="yyyy/m/d">
                  <c:v>45343</c:v>
                </c:pt>
                <c:pt idx="1733" c:formatCode="yyyy/m/d">
                  <c:v>45344</c:v>
                </c:pt>
                <c:pt idx="1734" c:formatCode="yyyy/m/d">
                  <c:v>45345</c:v>
                </c:pt>
                <c:pt idx="1735" c:formatCode="yyyy/m/d">
                  <c:v>45348</c:v>
                </c:pt>
                <c:pt idx="1736" c:formatCode="yyyy/m/d">
                  <c:v>45349</c:v>
                </c:pt>
                <c:pt idx="1737" c:formatCode="yyyy/m/d">
                  <c:v>45350</c:v>
                </c:pt>
                <c:pt idx="1738" c:formatCode="yyyy/m/d">
                  <c:v>45351</c:v>
                </c:pt>
                <c:pt idx="1739" c:formatCode="yyyy/m/d">
                  <c:v>45352</c:v>
                </c:pt>
                <c:pt idx="1740" c:formatCode="yyyy/m/d">
                  <c:v>45355</c:v>
                </c:pt>
                <c:pt idx="1741" c:formatCode="yyyy/m/d">
                  <c:v>45356</c:v>
                </c:pt>
                <c:pt idx="1742" c:formatCode="yyyy/m/d">
                  <c:v>45357</c:v>
                </c:pt>
                <c:pt idx="1743" c:formatCode="yyyy/m/d">
                  <c:v>45358</c:v>
                </c:pt>
                <c:pt idx="1744" c:formatCode="yyyy/m/d">
                  <c:v>45359</c:v>
                </c:pt>
                <c:pt idx="1745" c:formatCode="yyyy/m/d">
                  <c:v>45362</c:v>
                </c:pt>
                <c:pt idx="1746" c:formatCode="yyyy/m/d">
                  <c:v>45363</c:v>
                </c:pt>
                <c:pt idx="1747" c:formatCode="yyyy/m/d">
                  <c:v>45364</c:v>
                </c:pt>
                <c:pt idx="1748" c:formatCode="yyyy/m/d">
                  <c:v>45365</c:v>
                </c:pt>
                <c:pt idx="1749" c:formatCode="yyyy/m/d">
                  <c:v>45366</c:v>
                </c:pt>
                <c:pt idx="1750" c:formatCode="yyyy/m/d">
                  <c:v>45369</c:v>
                </c:pt>
                <c:pt idx="1751" c:formatCode="yyyy/m/d">
                  <c:v>45370</c:v>
                </c:pt>
                <c:pt idx="1752" c:formatCode="yyyy/m/d">
                  <c:v>45371</c:v>
                </c:pt>
                <c:pt idx="1753" c:formatCode="yyyy/m/d">
                  <c:v>45372</c:v>
                </c:pt>
                <c:pt idx="1754" c:formatCode="yyyy/m/d">
                  <c:v>45373</c:v>
                </c:pt>
                <c:pt idx="1755" c:formatCode="yyyy/m/d">
                  <c:v>45376</c:v>
                </c:pt>
                <c:pt idx="1756" c:formatCode="yyyy/m/d">
                  <c:v>45377</c:v>
                </c:pt>
                <c:pt idx="1757" c:formatCode="yyyy/m/d">
                  <c:v>45378</c:v>
                </c:pt>
                <c:pt idx="1758" c:formatCode="yyyy/m/d">
                  <c:v>45379</c:v>
                </c:pt>
                <c:pt idx="1759" c:formatCode="yyyy/m/d">
                  <c:v>45380</c:v>
                </c:pt>
                <c:pt idx="1760" c:formatCode="yyyy/m/d">
                  <c:v>45383</c:v>
                </c:pt>
                <c:pt idx="1761" c:formatCode="yyyy/m/d">
                  <c:v>45384</c:v>
                </c:pt>
                <c:pt idx="1762" c:formatCode="yyyy/m/d">
                  <c:v>45385</c:v>
                </c:pt>
                <c:pt idx="1763" c:formatCode="yyyy/m/d">
                  <c:v>45390</c:v>
                </c:pt>
                <c:pt idx="1764" c:formatCode="yyyy/m/d">
                  <c:v>45391</c:v>
                </c:pt>
                <c:pt idx="1765" c:formatCode="yyyy/m/d">
                  <c:v>45392</c:v>
                </c:pt>
                <c:pt idx="1766" c:formatCode="yyyy/m/d">
                  <c:v>45393</c:v>
                </c:pt>
                <c:pt idx="1767" c:formatCode="yyyy/m/d">
                  <c:v>45394</c:v>
                </c:pt>
                <c:pt idx="1768" c:formatCode="yyyy/m/d">
                  <c:v>45397</c:v>
                </c:pt>
                <c:pt idx="1769" c:formatCode="yyyy/m/d">
                  <c:v>45398</c:v>
                </c:pt>
                <c:pt idx="1770" c:formatCode="yyyy/m/d">
                  <c:v>45399</c:v>
                </c:pt>
                <c:pt idx="1771" c:formatCode="yyyy/m/d">
                  <c:v>45400</c:v>
                </c:pt>
                <c:pt idx="1772" c:formatCode="yyyy/m/d">
                  <c:v>45401</c:v>
                </c:pt>
                <c:pt idx="1773" c:formatCode="yyyy/m/d">
                  <c:v>45404</c:v>
                </c:pt>
                <c:pt idx="1774" c:formatCode="yyyy/m/d">
                  <c:v>45405</c:v>
                </c:pt>
                <c:pt idx="1775" c:formatCode="yyyy/m/d">
                  <c:v>45406</c:v>
                </c:pt>
                <c:pt idx="1776" c:formatCode="yyyy/m/d">
                  <c:v>45407</c:v>
                </c:pt>
                <c:pt idx="1777" c:formatCode="yyyy/m/d">
                  <c:v>45408</c:v>
                </c:pt>
                <c:pt idx="1778" c:formatCode="yyyy/m/d">
                  <c:v>45411</c:v>
                </c:pt>
                <c:pt idx="1779" c:formatCode="yyyy/m/d">
                  <c:v>45412</c:v>
                </c:pt>
                <c:pt idx="1780" c:formatCode="yyyy/m/d">
                  <c:v>45418</c:v>
                </c:pt>
                <c:pt idx="1781" c:formatCode="yyyy/m/d">
                  <c:v>45419</c:v>
                </c:pt>
                <c:pt idx="1782" c:formatCode="yyyy/m/d">
                  <c:v>45420</c:v>
                </c:pt>
                <c:pt idx="1783" c:formatCode="yyyy/m/d">
                  <c:v>45421</c:v>
                </c:pt>
                <c:pt idx="1784" c:formatCode="yyyy/m/d">
                  <c:v>45422</c:v>
                </c:pt>
                <c:pt idx="1785" c:formatCode="yyyy/m/d">
                  <c:v>45425</c:v>
                </c:pt>
                <c:pt idx="1786" c:formatCode="yyyy/m/d">
                  <c:v>45426</c:v>
                </c:pt>
                <c:pt idx="1787" c:formatCode="yyyy/m/d">
                  <c:v>45427</c:v>
                </c:pt>
                <c:pt idx="1788" c:formatCode="yyyy/m/d">
                  <c:v>45428</c:v>
                </c:pt>
                <c:pt idx="1789" c:formatCode="yyyy/m/d">
                  <c:v>45429</c:v>
                </c:pt>
                <c:pt idx="1790" c:formatCode="yyyy/m/d">
                  <c:v>45432</c:v>
                </c:pt>
                <c:pt idx="1791" c:formatCode="yyyy/m/d">
                  <c:v>45433</c:v>
                </c:pt>
                <c:pt idx="1792" c:formatCode="yyyy/m/d">
                  <c:v>45434</c:v>
                </c:pt>
                <c:pt idx="1793" c:formatCode="yyyy/m/d">
                  <c:v>45435</c:v>
                </c:pt>
                <c:pt idx="1794" c:formatCode="yyyy/m/d">
                  <c:v>45436</c:v>
                </c:pt>
                <c:pt idx="1795" c:formatCode="yyyy/m/d">
                  <c:v>45439</c:v>
                </c:pt>
                <c:pt idx="1796" c:formatCode="yyyy/m/d">
                  <c:v>45440</c:v>
                </c:pt>
                <c:pt idx="1797" c:formatCode="yyyy/m/d">
                  <c:v>45441</c:v>
                </c:pt>
                <c:pt idx="1798" c:formatCode="yyyy/m/d">
                  <c:v>45442</c:v>
                </c:pt>
                <c:pt idx="1799" c:formatCode="yyyy/m/d">
                  <c:v>45443</c:v>
                </c:pt>
                <c:pt idx="1800" c:formatCode="yyyy/m/d">
                  <c:v>45446</c:v>
                </c:pt>
                <c:pt idx="1801" c:formatCode="yyyy/m/d">
                  <c:v>45447</c:v>
                </c:pt>
                <c:pt idx="1802" c:formatCode="yyyy/m/d">
                  <c:v>45448</c:v>
                </c:pt>
                <c:pt idx="1803" c:formatCode="yyyy/m/d">
                  <c:v>45449</c:v>
                </c:pt>
                <c:pt idx="1804" c:formatCode="yyyy/m/d">
                  <c:v>45450</c:v>
                </c:pt>
                <c:pt idx="1805" c:formatCode="yyyy/m/d">
                  <c:v>45454</c:v>
                </c:pt>
                <c:pt idx="1806" c:formatCode="yyyy/m/d">
                  <c:v>45455</c:v>
                </c:pt>
                <c:pt idx="1807" c:formatCode="yyyy/m/d">
                  <c:v>45456</c:v>
                </c:pt>
                <c:pt idx="1808" c:formatCode="yyyy/m/d">
                  <c:v>45457</c:v>
                </c:pt>
                <c:pt idx="1809" c:formatCode="yyyy/m/d">
                  <c:v>45460</c:v>
                </c:pt>
                <c:pt idx="1810" c:formatCode="yyyy/m/d">
                  <c:v>45461</c:v>
                </c:pt>
                <c:pt idx="1811" c:formatCode="yyyy/m/d">
                  <c:v>45462</c:v>
                </c:pt>
                <c:pt idx="1812" c:formatCode="yyyy/m/d">
                  <c:v>45463</c:v>
                </c:pt>
                <c:pt idx="1813" c:formatCode="yyyy/m/d">
                  <c:v>45464</c:v>
                </c:pt>
                <c:pt idx="1814" c:formatCode="yyyy/m/d">
                  <c:v>45467</c:v>
                </c:pt>
                <c:pt idx="1815" c:formatCode="yyyy/m/d">
                  <c:v>45468</c:v>
                </c:pt>
                <c:pt idx="1816" c:formatCode="yyyy/m/d">
                  <c:v>45469</c:v>
                </c:pt>
                <c:pt idx="1817" c:formatCode="yyyy/m/d">
                  <c:v>45470</c:v>
                </c:pt>
                <c:pt idx="1818" c:formatCode="yyyy/m/d">
                  <c:v>45471</c:v>
                </c:pt>
                <c:pt idx="1819" c:formatCode="yyyy/m/d">
                  <c:v>45474</c:v>
                </c:pt>
                <c:pt idx="1820" c:formatCode="yyyy/m/d">
                  <c:v>45475</c:v>
                </c:pt>
                <c:pt idx="1821" c:formatCode="yyyy/m/d">
                  <c:v>45476</c:v>
                </c:pt>
                <c:pt idx="1822" c:formatCode="yyyy/m/d">
                  <c:v>45477</c:v>
                </c:pt>
                <c:pt idx="1823" c:formatCode="yyyy/m/d">
                  <c:v>45478</c:v>
                </c:pt>
                <c:pt idx="1824" c:formatCode="yyyy/m/d">
                  <c:v>45481</c:v>
                </c:pt>
                <c:pt idx="1825" c:formatCode="yyyy/m/d">
                  <c:v>45482</c:v>
                </c:pt>
                <c:pt idx="1826" c:formatCode="yyyy/m/d">
                  <c:v>45483</c:v>
                </c:pt>
                <c:pt idx="1827" c:formatCode="yyyy/m/d">
                  <c:v>45484</c:v>
                </c:pt>
                <c:pt idx="1828" c:formatCode="yyyy/m/d">
                  <c:v>45485</c:v>
                </c:pt>
                <c:pt idx="1829" c:formatCode="yyyy/m/d">
                  <c:v>45488</c:v>
                </c:pt>
                <c:pt idx="1830" c:formatCode="yyyy/m/d">
                  <c:v>45489</c:v>
                </c:pt>
                <c:pt idx="1831" c:formatCode="yyyy/m/d">
                  <c:v>45490</c:v>
                </c:pt>
                <c:pt idx="1832" c:formatCode="yyyy/m/d">
                  <c:v>45491</c:v>
                </c:pt>
                <c:pt idx="1833" c:formatCode="yyyy/m/d">
                  <c:v>45492</c:v>
                </c:pt>
                <c:pt idx="1834" c:formatCode="yyyy/m/d">
                  <c:v>45495</c:v>
                </c:pt>
                <c:pt idx="1835" c:formatCode="yyyy/m/d">
                  <c:v>45496</c:v>
                </c:pt>
                <c:pt idx="1836" c:formatCode="yyyy/m/d">
                  <c:v>45497</c:v>
                </c:pt>
                <c:pt idx="1837" c:formatCode="yyyy/m/d">
                  <c:v>45498</c:v>
                </c:pt>
                <c:pt idx="1838" c:formatCode="yyyy/m/d">
                  <c:v>45499</c:v>
                </c:pt>
                <c:pt idx="1839" c:formatCode="yyyy/m/d">
                  <c:v>45502</c:v>
                </c:pt>
                <c:pt idx="1840" c:formatCode="yyyy/m/d">
                  <c:v>45503</c:v>
                </c:pt>
                <c:pt idx="1841" c:formatCode="yyyy/m/d">
                  <c:v>45504</c:v>
                </c:pt>
                <c:pt idx="1842" c:formatCode="yyyy/m/d">
                  <c:v>45505</c:v>
                </c:pt>
                <c:pt idx="1843" c:formatCode="yyyy/m/d">
                  <c:v>45506</c:v>
                </c:pt>
                <c:pt idx="1844" c:formatCode="yyyy/m/d">
                  <c:v>45509</c:v>
                </c:pt>
                <c:pt idx="1845" c:formatCode="yyyy/m/d">
                  <c:v>45510</c:v>
                </c:pt>
                <c:pt idx="1846" c:formatCode="yyyy/m/d">
                  <c:v>45511</c:v>
                </c:pt>
                <c:pt idx="1847" c:formatCode="yyyy/m/d">
                  <c:v>45512</c:v>
                </c:pt>
                <c:pt idx="1848" c:formatCode="yyyy/m/d">
                  <c:v>45513</c:v>
                </c:pt>
                <c:pt idx="1849" c:formatCode="yyyy/m/d">
                  <c:v>45516</c:v>
                </c:pt>
                <c:pt idx="1850" c:formatCode="yyyy/m/d">
                  <c:v>45517</c:v>
                </c:pt>
                <c:pt idx="1851" c:formatCode="yyyy/m/d">
                  <c:v>45518</c:v>
                </c:pt>
                <c:pt idx="1852" c:formatCode="yyyy/m/d">
                  <c:v>45519</c:v>
                </c:pt>
                <c:pt idx="1853" c:formatCode="yyyy/m/d">
                  <c:v>45520</c:v>
                </c:pt>
                <c:pt idx="1854" c:formatCode="yyyy/m/d">
                  <c:v>45523</c:v>
                </c:pt>
                <c:pt idx="1855" c:formatCode="yyyy/m/d">
                  <c:v>45524</c:v>
                </c:pt>
                <c:pt idx="1856" c:formatCode="yyyy/m/d">
                  <c:v>45525</c:v>
                </c:pt>
                <c:pt idx="1857" c:formatCode="yyyy/m/d">
                  <c:v>45526</c:v>
                </c:pt>
                <c:pt idx="1858" c:formatCode="yyyy/m/d">
                  <c:v>45527</c:v>
                </c:pt>
                <c:pt idx="1859" c:formatCode="yyyy/m/d">
                  <c:v>45530</c:v>
                </c:pt>
                <c:pt idx="1860" c:formatCode="yyyy/m/d">
                  <c:v>45531</c:v>
                </c:pt>
                <c:pt idx="1861" c:formatCode="yyyy/m/d">
                  <c:v>45532</c:v>
                </c:pt>
                <c:pt idx="1862" c:formatCode="yyyy/m/d">
                  <c:v>45533</c:v>
                </c:pt>
                <c:pt idx="1863" c:formatCode="yyyy/m/d">
                  <c:v>45534</c:v>
                </c:pt>
                <c:pt idx="1864" c:formatCode="yyyy/m/d">
                  <c:v>45537</c:v>
                </c:pt>
                <c:pt idx="1865" c:formatCode="yyyy/m/d">
                  <c:v>45538</c:v>
                </c:pt>
                <c:pt idx="1866" c:formatCode="yyyy/m/d">
                  <c:v>45539</c:v>
                </c:pt>
                <c:pt idx="1867" c:formatCode="yyyy/m/d">
                  <c:v>45540</c:v>
                </c:pt>
                <c:pt idx="1868" c:formatCode="yyyy/m/d">
                  <c:v>45541</c:v>
                </c:pt>
                <c:pt idx="1869" c:formatCode="yyyy/m/d">
                  <c:v>45544</c:v>
                </c:pt>
                <c:pt idx="1870" c:formatCode="yyyy/m/d">
                  <c:v>45545</c:v>
                </c:pt>
                <c:pt idx="1871" c:formatCode="yyyy/m/d">
                  <c:v>45546</c:v>
                </c:pt>
                <c:pt idx="1872" c:formatCode="yyyy/m/d">
                  <c:v>45547</c:v>
                </c:pt>
                <c:pt idx="1873" c:formatCode="yyyy/m/d">
                  <c:v>45548</c:v>
                </c:pt>
                <c:pt idx="1874" c:formatCode="yyyy/m/d">
                  <c:v>45553</c:v>
                </c:pt>
                <c:pt idx="1875" c:formatCode="yyyy/m/d">
                  <c:v>45554</c:v>
                </c:pt>
                <c:pt idx="1876" c:formatCode="yyyy/m/d">
                  <c:v>45555</c:v>
                </c:pt>
                <c:pt idx="1877" c:formatCode="yyyy/m/d">
                  <c:v>45558</c:v>
                </c:pt>
                <c:pt idx="1878" c:formatCode="yyyy/m/d">
                  <c:v>45559</c:v>
                </c:pt>
                <c:pt idx="1879" c:formatCode="yyyy/m/d">
                  <c:v>45560</c:v>
                </c:pt>
                <c:pt idx="1880" c:formatCode="yyyy/m/d">
                  <c:v>45561</c:v>
                </c:pt>
                <c:pt idx="1881" c:formatCode="yyyy/m/d">
                  <c:v>45562</c:v>
                </c:pt>
                <c:pt idx="1882" c:formatCode="yyyy/m/d">
                  <c:v>45565</c:v>
                </c:pt>
                <c:pt idx="1883" c:formatCode="yyyy/m/d">
                  <c:v>45573</c:v>
                </c:pt>
                <c:pt idx="1884" c:formatCode="yyyy/m/d">
                  <c:v>45574</c:v>
                </c:pt>
                <c:pt idx="1885" c:formatCode="yyyy/m/d">
                  <c:v>45575</c:v>
                </c:pt>
                <c:pt idx="1886" c:formatCode="yyyy/m/d">
                  <c:v>45576</c:v>
                </c:pt>
                <c:pt idx="1887" c:formatCode="yyyy/m/d">
                  <c:v>45579</c:v>
                </c:pt>
                <c:pt idx="1888" c:formatCode="yyyy/m/d">
                  <c:v>45580</c:v>
                </c:pt>
                <c:pt idx="1889" c:formatCode="yyyy/m/d">
                  <c:v>45581</c:v>
                </c:pt>
                <c:pt idx="1890" c:formatCode="yyyy/m/d">
                  <c:v>45582</c:v>
                </c:pt>
                <c:pt idx="1891" c:formatCode="yyyy/m/d">
                  <c:v>45583</c:v>
                </c:pt>
                <c:pt idx="1892" c:formatCode="yyyy/m/d">
                  <c:v>45586</c:v>
                </c:pt>
                <c:pt idx="1893" c:formatCode="yyyy/m/d">
                  <c:v>45587</c:v>
                </c:pt>
                <c:pt idx="1894" c:formatCode="yyyy/m/d">
                  <c:v>45588</c:v>
                </c:pt>
                <c:pt idx="1895" c:formatCode="yyyy/m/d">
                  <c:v>45589</c:v>
                </c:pt>
                <c:pt idx="1896" c:formatCode="yyyy/m/d">
                  <c:v>45590</c:v>
                </c:pt>
                <c:pt idx="1897" c:formatCode="yyyy/m/d">
                  <c:v>45593</c:v>
                </c:pt>
                <c:pt idx="1898" c:formatCode="yyyy/m/d">
                  <c:v>45594</c:v>
                </c:pt>
                <c:pt idx="1899" c:formatCode="yyyy/m/d">
                  <c:v>45595</c:v>
                </c:pt>
                <c:pt idx="1900" c:formatCode="yyyy/m/d">
                  <c:v>45596</c:v>
                </c:pt>
                <c:pt idx="1901" c:formatCode="yyyy/m/d">
                  <c:v>45597</c:v>
                </c:pt>
                <c:pt idx="1902" c:formatCode="yyyy/m/d">
                  <c:v>45600</c:v>
                </c:pt>
                <c:pt idx="1903" c:formatCode="yyyy/m/d">
                  <c:v>45601</c:v>
                </c:pt>
                <c:pt idx="1904" c:formatCode="yyyy/m/d">
                  <c:v>45602</c:v>
                </c:pt>
                <c:pt idx="1905" c:formatCode="yyyy/m/d">
                  <c:v>45603</c:v>
                </c:pt>
                <c:pt idx="1906" c:formatCode="yyyy/m/d">
                  <c:v>45604</c:v>
                </c:pt>
                <c:pt idx="1907" c:formatCode="yyyy/m/d">
                  <c:v>45607</c:v>
                </c:pt>
                <c:pt idx="1908" c:formatCode="yyyy/m/d">
                  <c:v>45608</c:v>
                </c:pt>
                <c:pt idx="1909" c:formatCode="yyyy/m/d">
                  <c:v>45609</c:v>
                </c:pt>
                <c:pt idx="1910" c:formatCode="yyyy/m/d">
                  <c:v>45610</c:v>
                </c:pt>
                <c:pt idx="1911" c:formatCode="yyyy/m/d">
                  <c:v>45611</c:v>
                </c:pt>
                <c:pt idx="1912" c:formatCode="yyyy/m/d">
                  <c:v>45614</c:v>
                </c:pt>
                <c:pt idx="1913" c:formatCode="yyyy/m/d">
                  <c:v>45615</c:v>
                </c:pt>
                <c:pt idx="1914" c:formatCode="yyyy/m/d">
                  <c:v>45616</c:v>
                </c:pt>
                <c:pt idx="1915" c:formatCode="yyyy/m/d">
                  <c:v>45617</c:v>
                </c:pt>
                <c:pt idx="1916" c:formatCode="yyyy/m/d">
                  <c:v>45618</c:v>
                </c:pt>
                <c:pt idx="1917" c:formatCode="yyyy/m/d">
                  <c:v>45621</c:v>
                </c:pt>
                <c:pt idx="1918" c:formatCode="yyyy/m/d">
                  <c:v>45622</c:v>
                </c:pt>
                <c:pt idx="1919" c:formatCode="yyyy/m/d">
                  <c:v>45623</c:v>
                </c:pt>
                <c:pt idx="1920" c:formatCode="yyyy/m/d">
                  <c:v>45624</c:v>
                </c:pt>
                <c:pt idx="1921" c:formatCode="yyyy/m/d">
                  <c:v>45625</c:v>
                </c:pt>
                <c:pt idx="1922" c:formatCode="yyyy/m/d">
                  <c:v>45628</c:v>
                </c:pt>
                <c:pt idx="1923" c:formatCode="yyyy/m/d">
                  <c:v>45629</c:v>
                </c:pt>
                <c:pt idx="1924" c:formatCode="yyyy/m/d">
                  <c:v>45630</c:v>
                </c:pt>
                <c:pt idx="1925" c:formatCode="yyyy/m/d">
                  <c:v>45631</c:v>
                </c:pt>
                <c:pt idx="1926" c:formatCode="yyyy/m/d">
                  <c:v>45632</c:v>
                </c:pt>
                <c:pt idx="1927" c:formatCode="yyyy/m/d">
                  <c:v>45635</c:v>
                </c:pt>
                <c:pt idx="1928" c:formatCode="yyyy/m/d">
                  <c:v>45636</c:v>
                </c:pt>
                <c:pt idx="1929" c:formatCode="yyyy/m/d">
                  <c:v>45637</c:v>
                </c:pt>
                <c:pt idx="1930" c:formatCode="yyyy/m/d">
                  <c:v>45638</c:v>
                </c:pt>
                <c:pt idx="1931" c:formatCode="yyyy/m/d">
                  <c:v>45639</c:v>
                </c:pt>
                <c:pt idx="1932" c:formatCode="yyyy/m/d">
                  <c:v>45642</c:v>
                </c:pt>
                <c:pt idx="1933" c:formatCode="yyyy/m/d">
                  <c:v>45643</c:v>
                </c:pt>
                <c:pt idx="1934" c:formatCode="yyyy/m/d">
                  <c:v>45644</c:v>
                </c:pt>
                <c:pt idx="1935" c:formatCode="yyyy/m/d">
                  <c:v>45645</c:v>
                </c:pt>
                <c:pt idx="1936" c:formatCode="yyyy/m/d">
                  <c:v>45646</c:v>
                </c:pt>
                <c:pt idx="1937" c:formatCode="yyyy/m/d">
                  <c:v>45649</c:v>
                </c:pt>
                <c:pt idx="1938" c:formatCode="yyyy/m/d">
                  <c:v>45650</c:v>
                </c:pt>
                <c:pt idx="1939" c:formatCode="yyyy/m/d">
                  <c:v>45651</c:v>
                </c:pt>
                <c:pt idx="1940" c:formatCode="yyyy/m/d">
                  <c:v>45652</c:v>
                </c:pt>
                <c:pt idx="1941" c:formatCode="yyyy/m/d">
                  <c:v>45653</c:v>
                </c:pt>
                <c:pt idx="1942" c:formatCode="yyyy/m/d">
                  <c:v>45656</c:v>
                </c:pt>
                <c:pt idx="1943" c:formatCode="yyyy/m/d">
                  <c:v>45657</c:v>
                </c:pt>
                <c:pt idx="1944" c:formatCode="yyyy/m/d">
                  <c:v>45659</c:v>
                </c:pt>
                <c:pt idx="1945" c:formatCode="yyyy/m/d">
                  <c:v>45660</c:v>
                </c:pt>
                <c:pt idx="1946" c:formatCode="yyyy/m/d">
                  <c:v>45663</c:v>
                </c:pt>
                <c:pt idx="1947" c:formatCode="yyyy/m/d">
                  <c:v>45664</c:v>
                </c:pt>
                <c:pt idx="1948" c:formatCode="yyyy/m/d">
                  <c:v>45665</c:v>
                </c:pt>
                <c:pt idx="1949" c:formatCode="yyyy/m/d">
                  <c:v>45666</c:v>
                </c:pt>
                <c:pt idx="1950" c:formatCode="yyyy/m/d">
                  <c:v>45667</c:v>
                </c:pt>
                <c:pt idx="1951" c:formatCode="yyyy/m/d">
                  <c:v>45670</c:v>
                </c:pt>
                <c:pt idx="1952" c:formatCode="yyyy/m/d">
                  <c:v>45671</c:v>
                </c:pt>
                <c:pt idx="1953" c:formatCode="yyyy/m/d">
                  <c:v>45672</c:v>
                </c:pt>
                <c:pt idx="1954" c:formatCode="yyyy/m/d">
                  <c:v>45673</c:v>
                </c:pt>
                <c:pt idx="1955" c:formatCode="yyyy/m/d">
                  <c:v>45674</c:v>
                </c:pt>
                <c:pt idx="1956" c:formatCode="yyyy/m/d">
                  <c:v>45677</c:v>
                </c:pt>
                <c:pt idx="1957" c:formatCode="yyyy/m/d">
                  <c:v>45678</c:v>
                </c:pt>
                <c:pt idx="1958" c:formatCode="yyyy/m/d">
                  <c:v>45679</c:v>
                </c:pt>
                <c:pt idx="1959" c:formatCode="yyyy/m/d">
                  <c:v>45680</c:v>
                </c:pt>
                <c:pt idx="1960" c:formatCode="yyyy/m/d">
                  <c:v>45681</c:v>
                </c:pt>
                <c:pt idx="1961" c:formatCode="yyyy/m/d">
                  <c:v>45684</c:v>
                </c:pt>
                <c:pt idx="1962" c:formatCode="yyyy/m/d">
                  <c:v>45693</c:v>
                </c:pt>
                <c:pt idx="1963" c:formatCode="yyyy/m/d">
                  <c:v>45694</c:v>
                </c:pt>
                <c:pt idx="1964" c:formatCode="yyyy/m/d">
                  <c:v>45695</c:v>
                </c:pt>
                <c:pt idx="1965" c:formatCode="yyyy/m/d">
                  <c:v>45698</c:v>
                </c:pt>
                <c:pt idx="1966" c:formatCode="yyyy/m/d">
                  <c:v>45699</c:v>
                </c:pt>
                <c:pt idx="1967" c:formatCode="yyyy/m/d">
                  <c:v>45700</c:v>
                </c:pt>
                <c:pt idx="1968" c:formatCode="yyyy/m/d">
                  <c:v>45701</c:v>
                </c:pt>
                <c:pt idx="1969" c:formatCode="yyyy/m/d">
                  <c:v>45702</c:v>
                </c:pt>
                <c:pt idx="1970" c:formatCode="yyyy/m/d">
                  <c:v>45705</c:v>
                </c:pt>
                <c:pt idx="1971" c:formatCode="yyyy/m/d">
                  <c:v>45706</c:v>
                </c:pt>
                <c:pt idx="1972" c:formatCode="yyyy/m/d">
                  <c:v>45707</c:v>
                </c:pt>
                <c:pt idx="1973" c:formatCode="yyyy/m/d">
                  <c:v>45708</c:v>
                </c:pt>
                <c:pt idx="1974" c:formatCode="yyyy/m/d">
                  <c:v>45709</c:v>
                </c:pt>
                <c:pt idx="1975" c:formatCode="yyyy/m/d">
                  <c:v>45712</c:v>
                </c:pt>
                <c:pt idx="1976" c:formatCode="yyyy/m/d">
                  <c:v>45713</c:v>
                </c:pt>
                <c:pt idx="1977" c:formatCode="yyyy/m/d">
                  <c:v>45714</c:v>
                </c:pt>
                <c:pt idx="1978" c:formatCode="yyyy/m/d">
                  <c:v>45715</c:v>
                </c:pt>
                <c:pt idx="1979" c:formatCode="yyyy/m/d">
                  <c:v>45716</c:v>
                </c:pt>
                <c:pt idx="1980" c:formatCode="yyyy/m/d">
                  <c:v>45719</c:v>
                </c:pt>
                <c:pt idx="1981" c:formatCode="yyyy/m/d">
                  <c:v>45720</c:v>
                </c:pt>
                <c:pt idx="1982" c:formatCode="yyyy/m/d">
                  <c:v>45721</c:v>
                </c:pt>
                <c:pt idx="1983" c:formatCode="yyyy/m/d">
                  <c:v>45722</c:v>
                </c:pt>
                <c:pt idx="1984" c:formatCode="yyyy/m/d">
                  <c:v>45723</c:v>
                </c:pt>
                <c:pt idx="1985" c:formatCode="yyyy/m/d">
                  <c:v>45726</c:v>
                </c:pt>
                <c:pt idx="1986" c:formatCode="yyyy/m/d">
                  <c:v>45727</c:v>
                </c:pt>
                <c:pt idx="1987" c:formatCode="yyyy/m/d">
                  <c:v>45728</c:v>
                </c:pt>
                <c:pt idx="1988" c:formatCode="yyyy/m/d">
                  <c:v>45729</c:v>
                </c:pt>
                <c:pt idx="1989" c:formatCode="yyyy/m/d">
                  <c:v>45730</c:v>
                </c:pt>
                <c:pt idx="1990" c:formatCode="yyyy/m/d">
                  <c:v>45733</c:v>
                </c:pt>
                <c:pt idx="1991" c:formatCode="yyyy/m/d">
                  <c:v>45734</c:v>
                </c:pt>
                <c:pt idx="1992" c:formatCode="yyyy/m/d">
                  <c:v>45735</c:v>
                </c:pt>
                <c:pt idx="1993" c:formatCode="yyyy/m/d">
                  <c:v>45736</c:v>
                </c:pt>
                <c:pt idx="1994" c:formatCode="yyyy/m/d">
                  <c:v>45737</c:v>
                </c:pt>
                <c:pt idx="1995" c:formatCode="yyyy/m/d">
                  <c:v>45740</c:v>
                </c:pt>
                <c:pt idx="1996" c:formatCode="yyyy/m/d">
                  <c:v>45741</c:v>
                </c:pt>
                <c:pt idx="1997" c:formatCode="yyyy/m/d">
                  <c:v>45742</c:v>
                </c:pt>
                <c:pt idx="1998" c:formatCode="yyyy/m/d">
                  <c:v>45743</c:v>
                </c:pt>
                <c:pt idx="1999" c:formatCode="yyyy/m/d">
                  <c:v>45744</c:v>
                </c:pt>
                <c:pt idx="2000" c:formatCode="yyyy/m/d">
                  <c:v>45747</c:v>
                </c:pt>
                <c:pt idx="2001" c:formatCode="yyyy/m/d">
                  <c:v>45748</c:v>
                </c:pt>
                <c:pt idx="2002" c:formatCode="yyyy/m/d">
                  <c:v>45749</c:v>
                </c:pt>
                <c:pt idx="2003" c:formatCode="yyyy/m/d">
                  <c:v>45750</c:v>
                </c:pt>
                <c:pt idx="2004" c:formatCode="yyyy/m/d">
                  <c:v>45754</c:v>
                </c:pt>
                <c:pt idx="2005" c:formatCode="yyyy/m/d">
                  <c:v>45755</c:v>
                </c:pt>
                <c:pt idx="2006" c:formatCode="yyyy/m/d">
                  <c:v>45756</c:v>
                </c:pt>
                <c:pt idx="2007" c:formatCode="yyyy/m/d">
                  <c:v>45757</c:v>
                </c:pt>
                <c:pt idx="2008" c:formatCode="yyyy/m/d">
                  <c:v>45758</c:v>
                </c:pt>
                <c:pt idx="2009" c:formatCode="yyyy/m/d">
                  <c:v>45761</c:v>
                </c:pt>
                <c:pt idx="2010" c:formatCode="yyyy/m/d">
                  <c:v>45762</c:v>
                </c:pt>
                <c:pt idx="2011" c:formatCode="yyyy/m/d">
                  <c:v>45763</c:v>
                </c:pt>
                <c:pt idx="2012" c:formatCode="yyyy/m/d">
                  <c:v>45764</c:v>
                </c:pt>
                <c:pt idx="2013" c:formatCode="yyyy/m/d">
                  <c:v>45765</c:v>
                </c:pt>
                <c:pt idx="2014" c:formatCode="yyyy/m/d">
                  <c:v>45768</c:v>
                </c:pt>
                <c:pt idx="2015" c:formatCode="yyyy/m/d">
                  <c:v>45769</c:v>
                </c:pt>
                <c:pt idx="2016" c:formatCode="yyyy/m/d">
                  <c:v>45770</c:v>
                </c:pt>
                <c:pt idx="2017" c:formatCode="yyyy/m/d">
                  <c:v>45771</c:v>
                </c:pt>
                <c:pt idx="2018" c:formatCode="yyyy/m/d">
                  <c:v>45772</c:v>
                </c:pt>
                <c:pt idx="2019" c:formatCode="yyyy/m/d">
                  <c:v>45775</c:v>
                </c:pt>
                <c:pt idx="2020" c:formatCode="yyyy/m/d">
                  <c:v>45776</c:v>
                </c:pt>
                <c:pt idx="2021" c:formatCode="yyyy/m/d">
                  <c:v>45777</c:v>
                </c:pt>
                <c:pt idx="2022" c:formatCode="yyyy/m/d">
                  <c:v>45783</c:v>
                </c:pt>
                <c:pt idx="2023" c:formatCode="yyyy/m/d">
                  <c:v>45784</c:v>
                </c:pt>
                <c:pt idx="2024" c:formatCode="yyyy/m/d">
                  <c:v>45785</c:v>
                </c:pt>
                <c:pt idx="2025" c:formatCode="yyyy/m/d">
                  <c:v>45786</c:v>
                </c:pt>
                <c:pt idx="2026" c:formatCode="yyyy/m/d">
                  <c:v>45789</c:v>
                </c:pt>
                <c:pt idx="2027" c:formatCode="yyyy/m/d">
                  <c:v>45790</c:v>
                </c:pt>
                <c:pt idx="2028" c:formatCode="yyyy/m/d">
                  <c:v>45791</c:v>
                </c:pt>
                <c:pt idx="2029" c:formatCode="yyyy/m/d">
                  <c:v>45792</c:v>
                </c:pt>
                <c:pt idx="2030" c:formatCode="yyyy/m/d">
                  <c:v>45793</c:v>
                </c:pt>
                <c:pt idx="2031" c:formatCode="yyyy/m/d">
                  <c:v>45796</c:v>
                </c:pt>
                <c:pt idx="2032" c:formatCode="yyyy/m/d">
                  <c:v>45797</c:v>
                </c:pt>
                <c:pt idx="2033" c:formatCode="yyyy/m/d">
                  <c:v>45798</c:v>
                </c:pt>
                <c:pt idx="2034" c:formatCode="yyyy/m/d">
                  <c:v>45799</c:v>
                </c:pt>
                <c:pt idx="2035" c:formatCode="yyyy/m/d">
                  <c:v>45800</c:v>
                </c:pt>
                <c:pt idx="2036" c:formatCode="yyyy/m/d">
                  <c:v>45803</c:v>
                </c:pt>
                <c:pt idx="2037" c:formatCode="yyyy/m/d">
                  <c:v>45804</c:v>
                </c:pt>
                <c:pt idx="2038" c:formatCode="yyyy/m/d">
                  <c:v>45805</c:v>
                </c:pt>
                <c:pt idx="2039" c:formatCode="yyyy/m/d">
                  <c:v>45806</c:v>
                </c:pt>
                <c:pt idx="2040" c:formatCode="yyyy/m/d">
                  <c:v>45807</c:v>
                </c:pt>
                <c:pt idx="2041" c:formatCode="yyyy/m/d">
                  <c:v>45811</c:v>
                </c:pt>
                <c:pt idx="2042" c:formatCode="yyyy/m/d">
                  <c:v>45812</c:v>
                </c:pt>
                <c:pt idx="2043" c:formatCode="yyyy/m/d">
                  <c:v>45813</c:v>
                </c:pt>
                <c:pt idx="2044" c:formatCode="yyyy/m/d">
                  <c:v>45814</c:v>
                </c:pt>
                <c:pt idx="2045" c:formatCode="yyyy/m/d">
                  <c:v>45817</c:v>
                </c:pt>
                <c:pt idx="2046" c:formatCode="yyyy/m/d">
                  <c:v>45818</c:v>
                </c:pt>
                <c:pt idx="2047" c:formatCode="yyyy/m/d">
                  <c:v>45819</c:v>
                </c:pt>
                <c:pt idx="2048" c:formatCode="yyyy/m/d">
                  <c:v>45820</c:v>
                </c:pt>
                <c:pt idx="2049" c:formatCode="yyyy/m/d">
                  <c:v>45821</c:v>
                </c:pt>
                <c:pt idx="2050" c:formatCode="yyyy/m/d">
                  <c:v>45824</c:v>
                </c:pt>
                <c:pt idx="2051" c:formatCode="yyyy/m/d">
                  <c:v>45825</c:v>
                </c:pt>
                <c:pt idx="2052" c:formatCode="yyyy/m/d">
                  <c:v>45826</c:v>
                </c:pt>
                <c:pt idx="2053" c:formatCode="yyyy/m/d">
                  <c:v>45827</c:v>
                </c:pt>
                <c:pt idx="2054" c:formatCode="yyyy/m/d">
                  <c:v>45828</c:v>
                </c:pt>
                <c:pt idx="2055" c:formatCode="yyyy/m/d">
                  <c:v>45831</c:v>
                </c:pt>
                <c:pt idx="2056" c:formatCode="yyyy/m/d">
                  <c:v>45832</c:v>
                </c:pt>
                <c:pt idx="2057" c:formatCode="yyyy/m/d">
                  <c:v>45833</c:v>
                </c:pt>
                <c:pt idx="2058" c:formatCode="yyyy/m/d">
                  <c:v>45834</c:v>
                </c:pt>
                <c:pt idx="2059" c:formatCode="yyyy/m/d">
                  <c:v>45835</c:v>
                </c:pt>
                <c:pt idx="2060" c:formatCode="yyyy/m/d">
                  <c:v>45838</c:v>
                </c:pt>
                <c:pt idx="2061" c:formatCode="yyyy/m/d">
                  <c:v>45839</c:v>
                </c:pt>
                <c:pt idx="2062" c:formatCode="yyyy/m/d">
                  <c:v>45840</c:v>
                </c:pt>
                <c:pt idx="2063" c:formatCode="yyyy/m/d">
                  <c:v>45841</c:v>
                </c:pt>
                <c:pt idx="2064" c:formatCode="yyyy/m/d">
                  <c:v>45842</c:v>
                </c:pt>
                <c:pt idx="2065" c:formatCode="yyyy/m/d">
                  <c:v>45845</c:v>
                </c:pt>
                <c:pt idx="2066" c:formatCode="yyyy/m/d">
                  <c:v>45846</c:v>
                </c:pt>
                <c:pt idx="2067" c:formatCode="yyyy/m/d">
                  <c:v>45847</c:v>
                </c:pt>
                <c:pt idx="2068" c:formatCode="yyyy/m/d">
                  <c:v>45848</c:v>
                </c:pt>
                <c:pt idx="2069" c:formatCode="yyyy/m/d">
                  <c:v>45849</c:v>
                </c:pt>
                <c:pt idx="2070" c:formatCode="yyyy/m/d">
                  <c:v>45852</c:v>
                </c:pt>
                <c:pt idx="2071" c:formatCode="yyyy/m/d">
                  <c:v>45853</c:v>
                </c:pt>
                <c:pt idx="2072" c:formatCode="yyyy/m/d">
                  <c:v>45854</c:v>
                </c:pt>
                <c:pt idx="2073" c:formatCode="yyyy/m/d">
                  <c:v>45855</c:v>
                </c:pt>
                <c:pt idx="2074" c:formatCode="yyyy/m/d">
                  <c:v>45856</c:v>
                </c:pt>
                <c:pt idx="2075" c:formatCode="yyyy/m/d">
                  <c:v>45859</c:v>
                </c:pt>
                <c:pt idx="2076" c:formatCode="yyyy/m/d">
                  <c:v>45860</c:v>
                </c:pt>
                <c:pt idx="2077" c:formatCode="yyyy/m/d">
                  <c:v>45861</c:v>
                </c:pt>
                <c:pt idx="2078" c:formatCode="yyyy/m/d">
                  <c:v>45862</c:v>
                </c:pt>
                <c:pt idx="2079" c:formatCode="yyyy/m/d">
                  <c:v>45863</c:v>
                </c:pt>
                <c:pt idx="2080" c:formatCode="yyyy/m/d">
                  <c:v>45866</c:v>
                </c:pt>
                <c:pt idx="2081" c:formatCode="yyyy/m/d">
                  <c:v>45867</c:v>
                </c:pt>
                <c:pt idx="2082" c:formatCode="yyyy/m/d">
                  <c:v>45868</c:v>
                </c:pt>
                <c:pt idx="2083" c:formatCode="yyyy/m/d">
                  <c:v>45869</c:v>
                </c:pt>
                <c:pt idx="2084" c:formatCode="yyyy/m/d">
                  <c:v>45870</c:v>
                </c:pt>
                <c:pt idx="2085" c:formatCode="yyyy/m/d">
                  <c:v>45873</c:v>
                </c:pt>
                <c:pt idx="2086" c:formatCode="yyyy/m/d">
                  <c:v>45874</c:v>
                </c:pt>
                <c:pt idx="2087" c:formatCode="yyyy/m/d">
                  <c:v>45875</c:v>
                </c:pt>
                <c:pt idx="2088" c:formatCode="yyyy/m/d">
                  <c:v>45876</c:v>
                </c:pt>
                <c:pt idx="2089" c:formatCode="yyyy/m/d">
                  <c:v>45877</c:v>
                </c:pt>
                <c:pt idx="2090" c:formatCode="yyyy/m/d">
                  <c:v>45880</c:v>
                </c:pt>
                <c:pt idx="2091" c:formatCode="yyyy/m/d">
                  <c:v>45881</c:v>
                </c:pt>
                <c:pt idx="2092" c:formatCode="yyyy/m/d">
                  <c:v>45882</c:v>
                </c:pt>
                <c:pt idx="2093" c:formatCode="yyyy/m/d">
                  <c:v>45883</c:v>
                </c:pt>
                <c:pt idx="2094" c:formatCode="yyyy/m/d">
                  <c:v>45884</c:v>
                </c:pt>
                <c:pt idx="2095" c:formatCode="yyyy/m/d">
                  <c:v>45887</c:v>
                </c:pt>
                <c:pt idx="2096" c:formatCode="yyyy/m/d">
                  <c:v>45888</c:v>
                </c:pt>
                <c:pt idx="2097" c:formatCode="yyyy/m/d">
                  <c:v>45889</c:v>
                </c:pt>
                <c:pt idx="2098" c:formatCode="yyyy/m/d">
                  <c:v>45890</c:v>
                </c:pt>
                <c:pt idx="2099" c:formatCode="yyyy/m/d">
                  <c:v>45891</c:v>
                </c:pt>
                <c:pt idx="2100" c:formatCode="yyyy/m/d">
                  <c:v>45894</c:v>
                </c:pt>
                <c:pt idx="2101" c:formatCode="yyyy/m/d">
                  <c:v>45895</c:v>
                </c:pt>
                <c:pt idx="2102" c:formatCode="yyyy/m/d">
                  <c:v>45896</c:v>
                </c:pt>
                <c:pt idx="2103" c:formatCode="yyyy/m/d">
                  <c:v>45897</c:v>
                </c:pt>
                <c:pt idx="2104" c:formatCode="yyyy/m/d">
                  <c:v>45898</c:v>
                </c:pt>
                <c:pt idx="2105" c:formatCode="yyyy/m/d">
                  <c:v>45901</c:v>
                </c:pt>
                <c:pt idx="2106" c:formatCode="yyyy/m/d">
                  <c:v>45902</c:v>
                </c:pt>
                <c:pt idx="2107" c:formatCode="yyyy/m/d">
                  <c:v>45903</c:v>
                </c:pt>
                <c:pt idx="2108" c:formatCode="yyyy/m/d">
                  <c:v>45904</c:v>
                </c:pt>
                <c:pt idx="2109" c:formatCode="yyyy/m/d">
                  <c:v>45905</c:v>
                </c:pt>
                <c:pt idx="2110" c:formatCode="yyyy/m/d">
                  <c:v>45908</c:v>
                </c:pt>
                <c:pt idx="2111" c:formatCode="yyyy/m/d">
                  <c:v>45909</c:v>
                </c:pt>
                <c:pt idx="2112" c:formatCode="yyyy/m/d">
                  <c:v>45910</c:v>
                </c:pt>
                <c:pt idx="2113" c:formatCode="yyyy/m/d">
                  <c:v>45911</c:v>
                </c:pt>
                <c:pt idx="2114" c:formatCode="yyyy/m/d">
                  <c:v>45912</c:v>
                </c:pt>
                <c:pt idx="2115" c:formatCode="yyyy/m/d">
                  <c:v>45915</c:v>
                </c:pt>
                <c:pt idx="2116" c:formatCode="yyyy/m/d">
                  <c:v>45916</c:v>
                </c:pt>
                <c:pt idx="2117" c:formatCode="yyyy/m/d">
                  <c:v>45917</c:v>
                </c:pt>
                <c:pt idx="2118" c:formatCode="yyyy/m/d">
                  <c:v>45918</c:v>
                </c:pt>
                <c:pt idx="2119" c:formatCode="yyyy/m/d">
                  <c:v>45919</c:v>
                </c:pt>
                <c:pt idx="2120" c:formatCode="yyyy/m/d">
                  <c:v>45922</c:v>
                </c:pt>
                <c:pt idx="2121" c:formatCode="yyyy/m/d">
                  <c:v>45923</c:v>
                </c:pt>
                <c:pt idx="2122" c:formatCode="yyyy/m/d">
                  <c:v>45924</c:v>
                </c:pt>
                <c:pt idx="2123" c:formatCode="yyyy/m/d">
                  <c:v>45925</c:v>
                </c:pt>
                <c:pt idx="2124" c:formatCode="yyyy/m/d">
                  <c:v>45926</c:v>
                </c:pt>
                <c:pt idx="2125" c:formatCode="yyyy/m/d">
                  <c:v>45929</c:v>
                </c:pt>
                <c:pt idx="2126" c:formatCode="yyyy/m/d">
                  <c:v>45930</c:v>
                </c:pt>
                <c:pt idx="2127" c:formatCode="yyyy/m/d">
                  <c:v>45939</c:v>
                </c:pt>
                <c:pt idx="2128" c:formatCode="yyyy/m/d">
                  <c:v>45940</c:v>
                </c:pt>
                <c:pt idx="2129" c:formatCode="yyyy/m/d">
                  <c:v>45943</c:v>
                </c:pt>
                <c:pt idx="2130" c:formatCode="yyyy/m/d">
                  <c:v>45944</c:v>
                </c:pt>
                <c:pt idx="2131" c:formatCode="yyyy/m/d">
                  <c:v>45945</c:v>
                </c:pt>
                <c:pt idx="2132" c:formatCode="yyyy/m/d">
                  <c:v>45946</c:v>
                </c:pt>
                <c:pt idx="2133" c:formatCode="yyyy/m/d">
                  <c:v>45947</c:v>
                </c:pt>
                <c:pt idx="2134" c:formatCode="yyyy/m/d">
                  <c:v>45950</c:v>
                </c:pt>
                <c:pt idx="2135" c:formatCode="yyyy/m/d">
                  <c:v>45951</c:v>
                </c:pt>
                <c:pt idx="2136" c:formatCode="yyyy/m/d">
                  <c:v>45952</c:v>
                </c:pt>
                <c:pt idx="2137" c:formatCode="yyyy/m/d">
                  <c:v>45953</c:v>
                </c:pt>
                <c:pt idx="2138" c:formatCode="yyyy/m/d">
                  <c:v>45954</c:v>
                </c:pt>
                <c:pt idx="2139" c:formatCode="yyyy/m/d">
                  <c:v>45957</c:v>
                </c:pt>
                <c:pt idx="2140" c:formatCode="yyyy/m/d">
                  <c:v>45958</c:v>
                </c:pt>
                <c:pt idx="2141" c:formatCode="yyyy/m/d">
                  <c:v>45959</c:v>
                </c:pt>
                <c:pt idx="2142" c:formatCode="yyyy/m/d">
                  <c:v>45960</c:v>
                </c:pt>
                <c:pt idx="2143" c:formatCode="yyyy/m/d">
                  <c:v>45961</c:v>
                </c:pt>
                <c:pt idx="2144" c:formatCode="yyyy/m/d">
                  <c:v>45964</c:v>
                </c:pt>
                <c:pt idx="2145" c:formatCode="yyyy/m/d">
                  <c:v>45965</c:v>
                </c:pt>
                <c:pt idx="2146" c:formatCode="yyyy/m/d">
                  <c:v>45966</c:v>
                </c:pt>
                <c:pt idx="2147" c:formatCode="yyyy/m/d">
                  <c:v>45967</c:v>
                </c:pt>
                <c:pt idx="2148" c:formatCode="yyyy/m/d">
                  <c:v>45968</c:v>
                </c:pt>
                <c:pt idx="2149" c:formatCode="yyyy/m/d">
                  <c:v>45971</c:v>
                </c:pt>
                <c:pt idx="2150" c:formatCode="yyyy/m/d">
                  <c:v>45972</c:v>
                </c:pt>
                <c:pt idx="2151" c:formatCode="yyyy/m/d">
                  <c:v>45973</c:v>
                </c:pt>
                <c:pt idx="2152" c:formatCode="yyyy/m/d">
                  <c:v>45974</c:v>
                </c:pt>
                <c:pt idx="2153" c:formatCode="yyyy/m/d">
                  <c:v>45975</c:v>
                </c:pt>
                <c:pt idx="2154" c:formatCode="yyyy/m/d">
                  <c:v>45978</c:v>
                </c:pt>
                <c:pt idx="2155" c:formatCode="yyyy/m/d">
                  <c:v>45979</c:v>
                </c:pt>
                <c:pt idx="2156" c:formatCode="yyyy/m/d">
                  <c:v>45980</c:v>
                </c:pt>
                <c:pt idx="2157" c:formatCode="yyyy/m/d">
                  <c:v>45981</c:v>
                </c:pt>
                <c:pt idx="2158" c:formatCode="yyyy/m/d">
                  <c:v>45982</c:v>
                </c:pt>
                <c:pt idx="2159" c:formatCode="yyyy/m/d">
                  <c:v>45985</c:v>
                </c:pt>
                <c:pt idx="2160" c:formatCode="yyyy/m/d">
                  <c:v>45986</c:v>
                </c:pt>
                <c:pt idx="2161" c:formatCode="yyyy/m/d">
                  <c:v>45987</c:v>
                </c:pt>
                <c:pt idx="2162" c:formatCode="yyyy/m/d">
                  <c:v>45988</c:v>
                </c:pt>
                <c:pt idx="2163" c:formatCode="yyyy/m/d">
                  <c:v>45989</c:v>
                </c:pt>
                <c:pt idx="2164" c:formatCode="yyyy/m/d">
                  <c:v>45992</c:v>
                </c:pt>
                <c:pt idx="2165" c:formatCode="yyyy/m/d">
                  <c:v>45993</c:v>
                </c:pt>
                <c:pt idx="2166" c:formatCode="yyyy/m/d">
                  <c:v>45994</c:v>
                </c:pt>
                <c:pt idx="2167" c:formatCode="yyyy/m/d">
                  <c:v>45995</c:v>
                </c:pt>
                <c:pt idx="2168" c:formatCode="yyyy/m/d">
                  <c:v>45996</c:v>
                </c:pt>
                <c:pt idx="2169" c:formatCode="yyyy/m/d">
                  <c:v>45999</c:v>
                </c:pt>
                <c:pt idx="2170" c:formatCode="yyyy/m/d">
                  <c:v>46000</c:v>
                </c:pt>
                <c:pt idx="2171" c:formatCode="yyyy/m/d">
                  <c:v>46001</c:v>
                </c:pt>
                <c:pt idx="2172" c:formatCode="yyyy/m/d">
                  <c:v>46002</c:v>
                </c:pt>
                <c:pt idx="2173" c:formatCode="yyyy/m/d">
                  <c:v>46003</c:v>
                </c:pt>
                <c:pt idx="2174" c:formatCode="yyyy/m/d">
                  <c:v>46006</c:v>
                </c:pt>
                <c:pt idx="2175" c:formatCode="yyyy/m/d">
                  <c:v>46007</c:v>
                </c:pt>
                <c:pt idx="2176" c:formatCode="yyyy/m/d">
                  <c:v>46008</c:v>
                </c:pt>
                <c:pt idx="2177" c:formatCode="yyyy/m/d">
                  <c:v>46009</c:v>
                </c:pt>
                <c:pt idx="2178" c:formatCode="yyyy/m/d">
                  <c:v>46010</c:v>
                </c:pt>
                <c:pt idx="2179" c:formatCode="yyyy/m/d">
                  <c:v>46013</c:v>
                </c:pt>
                <c:pt idx="2180" c:formatCode="yyyy/m/d">
                  <c:v>46014</c:v>
                </c:pt>
                <c:pt idx="2181" c:formatCode="yyyy/m/d">
                  <c:v>46015</c:v>
                </c:pt>
                <c:pt idx="2182" c:formatCode="yyyy/m/d">
                  <c:v>46016</c:v>
                </c:pt>
                <c:pt idx="2183" c:formatCode="yyyy/m/d">
                  <c:v>46017</c:v>
                </c:pt>
                <c:pt idx="2184" c:formatCode="yyyy/m/d">
                  <c:v>46020</c:v>
                </c:pt>
                <c:pt idx="2185" c:formatCode="yyyy/m/d">
                  <c:v>46021</c:v>
                </c:pt>
                <c:pt idx="2186" c:formatCode="yyyy/m/d">
                  <c:v>46022</c:v>
                </c:pt>
                <c:pt idx="2187" c:formatCode="yyyy/m/d">
                  <c:v>46027</c:v>
                </c:pt>
                <c:pt idx="2188" c:formatCode="yyyy/m/d">
                  <c:v>46028</c:v>
                </c:pt>
                <c:pt idx="2189" c:formatCode="yyyy/m/d">
                  <c:v>46029</c:v>
                </c:pt>
                <c:pt idx="2190" c:formatCode="yyyy/m/d">
                  <c:v>46030</c:v>
                </c:pt>
                <c:pt idx="2191" c:formatCode="yyyy/m/d">
                  <c:v>46031</c:v>
                </c:pt>
                <c:pt idx="2192" c:formatCode="yyyy/m/d">
                  <c:v>46034</c:v>
                </c:pt>
                <c:pt idx="2193" c:formatCode="yyyy/m/d">
                  <c:v>46035</c:v>
                </c:pt>
                <c:pt idx="2194" c:formatCode="yyyy/m/d">
                  <c:v>46036</c:v>
                </c:pt>
                <c:pt idx="2195" c:formatCode="yyyy/m/d">
                  <c:v>46037</c:v>
                </c:pt>
                <c:pt idx="2196" c:formatCode="yyyy/m/d">
                  <c:v>46038</c:v>
                </c:pt>
                <c:pt idx="2197" c:formatCode="yyyy/m/d">
                  <c:v>46041</c:v>
                </c:pt>
                <c:pt idx="2198" c:formatCode="yyyy/m/d">
                  <c:v>46042</c:v>
                </c:pt>
                <c:pt idx="2199" c:formatCode="yyyy/m/d">
                  <c:v>46043</c:v>
                </c:pt>
                <c:pt idx="2200" c:formatCode="yyyy/m/d">
                  <c:v>46044</c:v>
                </c:pt>
                <c:pt idx="2201" c:formatCode="yyyy/m/d">
                  <c:v>46045</c:v>
                </c:pt>
                <c:pt idx="2202" c:formatCode="yyyy/m/d">
                  <c:v>46048</c:v>
                </c:pt>
                <c:pt idx="2203" c:formatCode="yyyy/m/d">
                  <c:v>46049</c:v>
                </c:pt>
                <c:pt idx="2204" c:formatCode="yyyy/m/d">
                  <c:v>46050</c:v>
                </c:pt>
              </c:numCache>
            </c:numRef>
          </c:cat>
          <c:val>
            <c:numRef>
              <c:f>Sheet1!$O$2:$O$2206</c:f>
              <c:numCache>
                <c:formatCode>General</c:formatCode>
                <c:ptCount val="2205"/>
                <c:pt idx="0">
                  <c:v>0.011233568191528</c:v>
                </c:pt>
                <c:pt idx="1">
                  <c:v>0.015502989292144</c:v>
                </c:pt>
                <c:pt idx="2">
                  <c:v>0.093301475048064</c:v>
                </c:pt>
                <c:pt idx="3">
                  <c:v>0.19889998435974</c:v>
                </c:pt>
                <c:pt idx="4">
                  <c:v>0.270514726638793</c:v>
                </c:pt>
                <c:pt idx="5">
                  <c:v>0.336617052555083</c:v>
                </c:pt>
                <c:pt idx="6">
                  <c:v>0.41597408056259</c:v>
                </c:pt>
                <c:pt idx="7">
                  <c:v>0.471852958202361</c:v>
                </c:pt>
                <c:pt idx="8">
                  <c:v>0.535964846611022</c:v>
                </c:pt>
                <c:pt idx="9">
                  <c:v>0.563583016395568</c:v>
                </c:pt>
                <c:pt idx="10">
                  <c:v>0.786071896553039</c:v>
                </c:pt>
                <c:pt idx="11">
                  <c:v>0.928754270076751</c:v>
                </c:pt>
                <c:pt idx="12">
                  <c:v>1.15334671735764</c:v>
                </c:pt>
                <c:pt idx="13">
                  <c:v>1.40781736373901</c:v>
                </c:pt>
                <c:pt idx="14">
                  <c:v>1.63313102722168</c:v>
                </c:pt>
                <c:pt idx="15">
                  <c:v>1.82132506370544</c:v>
                </c:pt>
                <c:pt idx="16">
                  <c:v>2.02696365118027</c:v>
                </c:pt>
                <c:pt idx="17">
                  <c:v>2.20243340730667</c:v>
                </c:pt>
                <c:pt idx="18">
                  <c:v>2.36471277475357</c:v>
                </c:pt>
                <c:pt idx="19">
                  <c:v>2.61649531126022</c:v>
                </c:pt>
                <c:pt idx="20">
                  <c:v>2.86999744176865</c:v>
                </c:pt>
                <c:pt idx="21">
                  <c:v>3.19554203748703</c:v>
                </c:pt>
                <c:pt idx="22">
                  <c:v>3.48678779602051</c:v>
                </c:pt>
                <c:pt idx="23">
                  <c:v>3.74524056911468</c:v>
                </c:pt>
                <c:pt idx="24">
                  <c:v>4.04970186948776</c:v>
                </c:pt>
                <c:pt idx="25">
                  <c:v>4.3446552157402</c:v>
                </c:pt>
                <c:pt idx="26">
                  <c:v>4.64864504337311</c:v>
                </c:pt>
                <c:pt idx="27">
                  <c:v>4.96867299079895</c:v>
                </c:pt>
                <c:pt idx="28">
                  <c:v>5.31318908929825</c:v>
                </c:pt>
                <c:pt idx="29">
                  <c:v>5.64788240194321</c:v>
                </c:pt>
                <c:pt idx="30">
                  <c:v>5.9436667561531</c:v>
                </c:pt>
                <c:pt idx="31">
                  <c:v>6.19762361049652</c:v>
                </c:pt>
                <c:pt idx="32">
                  <c:v>6.40464890003204</c:v>
                </c:pt>
                <c:pt idx="33">
                  <c:v>6.56550925970077</c:v>
                </c:pt>
                <c:pt idx="34">
                  <c:v>6.69321382045746</c:v>
                </c:pt>
                <c:pt idx="35">
                  <c:v>6.79800498485565</c:v>
                </c:pt>
                <c:pt idx="36">
                  <c:v>6.91088324785232</c:v>
                </c:pt>
                <c:pt idx="37">
                  <c:v>7.00146919488907</c:v>
                </c:pt>
                <c:pt idx="38">
                  <c:v>7.10834038257599</c:v>
                </c:pt>
                <c:pt idx="39">
                  <c:v>7.21514594554901</c:v>
                </c:pt>
                <c:pt idx="40">
                  <c:v>7.31485474109649</c:v>
                </c:pt>
                <c:pt idx="41">
                  <c:v>7.43662744760513</c:v>
                </c:pt>
                <c:pt idx="42">
                  <c:v>7.56665128469467</c:v>
                </c:pt>
                <c:pt idx="43">
                  <c:v>7.74282681941986</c:v>
                </c:pt>
                <c:pt idx="44">
                  <c:v>7.8881202340126</c:v>
                </c:pt>
                <c:pt idx="45">
                  <c:v>8.06113159656524</c:v>
                </c:pt>
                <c:pt idx="46">
                  <c:v>8.24641543626785</c:v>
                </c:pt>
                <c:pt idx="47">
                  <c:v>8.45187002420425</c:v>
                </c:pt>
                <c:pt idx="48">
                  <c:v>8.70943963527679</c:v>
                </c:pt>
                <c:pt idx="49">
                  <c:v>8.96562373638153</c:v>
                </c:pt>
                <c:pt idx="50">
                  <c:v>9.27004367113113</c:v>
                </c:pt>
                <c:pt idx="51">
                  <c:v>9.57186216115951</c:v>
                </c:pt>
                <c:pt idx="52">
                  <c:v>9.8657504916191</c:v>
                </c:pt>
                <c:pt idx="53">
                  <c:v>10.141935646534</c:v>
                </c:pt>
                <c:pt idx="54">
                  <c:v>10.4311715364456</c:v>
                </c:pt>
                <c:pt idx="55">
                  <c:v>10.7296407222748</c:v>
                </c:pt>
                <c:pt idx="56">
                  <c:v>10.9849659204483</c:v>
                </c:pt>
                <c:pt idx="57">
                  <c:v>11.1992390751839</c:v>
                </c:pt>
                <c:pt idx="58">
                  <c:v>11.3168876171112</c:v>
                </c:pt>
                <c:pt idx="59">
                  <c:v>11.4347202777863</c:v>
                </c:pt>
                <c:pt idx="60">
                  <c:v>11.5107569098473</c:v>
                </c:pt>
                <c:pt idx="61">
                  <c:v>11.6388908028603</c:v>
                </c:pt>
                <c:pt idx="62">
                  <c:v>11.754716694355</c:v>
                </c:pt>
                <c:pt idx="63">
                  <c:v>11.9095458388329</c:v>
                </c:pt>
                <c:pt idx="64">
                  <c:v>12.1040423512459</c:v>
                </c:pt>
                <c:pt idx="65">
                  <c:v>12.259285569191</c:v>
                </c:pt>
                <c:pt idx="66">
                  <c:v>12.440339922905</c:v>
                </c:pt>
                <c:pt idx="67">
                  <c:v>12.579919219017</c:v>
                </c:pt>
                <c:pt idx="68">
                  <c:v>12.6630998253822</c:v>
                </c:pt>
                <c:pt idx="69">
                  <c:v>12.7567300200462</c:v>
                </c:pt>
                <c:pt idx="70">
                  <c:v>12.7838488817215</c:v>
                </c:pt>
                <c:pt idx="71">
                  <c:v>12.8605799674988</c:v>
                </c:pt>
                <c:pt idx="72">
                  <c:v>12.8713940382004</c:v>
                </c:pt>
                <c:pt idx="73">
                  <c:v>12.8004945516586</c:v>
                </c:pt>
                <c:pt idx="74">
                  <c:v>12.7106981277466</c:v>
                </c:pt>
                <c:pt idx="75">
                  <c:v>12.5917663574219</c:v>
                </c:pt>
                <c:pt idx="76">
                  <c:v>12.4345663785934</c:v>
                </c:pt>
                <c:pt idx="77">
                  <c:v>12.3011552095413</c:v>
                </c:pt>
                <c:pt idx="78">
                  <c:v>12.1337851285934</c:v>
                </c:pt>
                <c:pt idx="79">
                  <c:v>11.9481601715088</c:v>
                </c:pt>
                <c:pt idx="80">
                  <c:v>11.8035510778427</c:v>
                </c:pt>
                <c:pt idx="81">
                  <c:v>11.6662635803222</c:v>
                </c:pt>
                <c:pt idx="82">
                  <c:v>11.5226899385452</c:v>
                </c:pt>
                <c:pt idx="83">
                  <c:v>11.3443205356598</c:v>
                </c:pt>
                <c:pt idx="84">
                  <c:v>11.218098282814</c:v>
                </c:pt>
                <c:pt idx="85">
                  <c:v>11.0881313085556</c:v>
                </c:pt>
                <c:pt idx="86">
                  <c:v>11.043341755867</c:v>
                </c:pt>
                <c:pt idx="87">
                  <c:v>11.0903910398483</c:v>
                </c:pt>
                <c:pt idx="88">
                  <c:v>11.1564285159111</c:v>
                </c:pt>
                <c:pt idx="89">
                  <c:v>11.1812704801559</c:v>
                </c:pt>
                <c:pt idx="90">
                  <c:v>11.2506734132767</c:v>
                </c:pt>
                <c:pt idx="91">
                  <c:v>11.3456683158874</c:v>
                </c:pt>
                <c:pt idx="92">
                  <c:v>11.5040110945701</c:v>
                </c:pt>
                <c:pt idx="93">
                  <c:v>11.7408019900322</c:v>
                </c:pt>
                <c:pt idx="94">
                  <c:v>11.9552104473114</c:v>
                </c:pt>
                <c:pt idx="95">
                  <c:v>12.1858606338501</c:v>
                </c:pt>
                <c:pt idx="96">
                  <c:v>12.437802195549</c:v>
                </c:pt>
                <c:pt idx="97">
                  <c:v>12.6431114077568</c:v>
                </c:pt>
                <c:pt idx="98">
                  <c:v>13.0220808982849</c:v>
                </c:pt>
                <c:pt idx="99">
                  <c:v>13.38165807724</c:v>
                </c:pt>
                <c:pt idx="100">
                  <c:v>13.7429329752922</c:v>
                </c:pt>
                <c:pt idx="101">
                  <c:v>14.1007552742958</c:v>
                </c:pt>
                <c:pt idx="102">
                  <c:v>14.4181895256042</c:v>
                </c:pt>
                <c:pt idx="103">
                  <c:v>14.7615277767181</c:v>
                </c:pt>
                <c:pt idx="104">
                  <c:v>15.119766831398</c:v>
                </c:pt>
                <c:pt idx="105">
                  <c:v>15.5168128013611</c:v>
                </c:pt>
                <c:pt idx="106">
                  <c:v>15.7685106396675</c:v>
                </c:pt>
                <c:pt idx="107">
                  <c:v>15.9363561868667</c:v>
                </c:pt>
                <c:pt idx="108">
                  <c:v>16.1165584921837</c:v>
                </c:pt>
                <c:pt idx="109">
                  <c:v>16.3062576651573</c:v>
                </c:pt>
                <c:pt idx="110">
                  <c:v>16.4442168474197</c:v>
                </c:pt>
                <c:pt idx="111">
                  <c:v>16.5826423764229</c:v>
                </c:pt>
                <c:pt idx="112">
                  <c:v>16.7225915193558</c:v>
                </c:pt>
                <c:pt idx="113">
                  <c:v>16.8450288176536</c:v>
                </c:pt>
                <c:pt idx="114">
                  <c:v>16.943388402462</c:v>
                </c:pt>
                <c:pt idx="115">
                  <c:v>17.0647152662277</c:v>
                </c:pt>
                <c:pt idx="116">
                  <c:v>17.1845031380653</c:v>
                </c:pt>
                <c:pt idx="117">
                  <c:v>17.343336045742</c:v>
                </c:pt>
                <c:pt idx="118">
                  <c:v>17.5156767368316</c:v>
                </c:pt>
                <c:pt idx="119">
                  <c:v>17.6763312220573</c:v>
                </c:pt>
                <c:pt idx="120">
                  <c:v>17.8329274654388</c:v>
                </c:pt>
                <c:pt idx="121">
                  <c:v>18.0213497877121</c:v>
                </c:pt>
                <c:pt idx="122">
                  <c:v>18.1468315720558</c:v>
                </c:pt>
                <c:pt idx="123">
                  <c:v>18.2274981737137</c:v>
                </c:pt>
                <c:pt idx="124">
                  <c:v>18.3125682473183</c:v>
                </c:pt>
                <c:pt idx="125">
                  <c:v>18.4022879600525</c:v>
                </c:pt>
                <c:pt idx="126">
                  <c:v>18.5471413731575</c:v>
                </c:pt>
                <c:pt idx="127">
                  <c:v>18.6169818639755</c:v>
                </c:pt>
                <c:pt idx="128">
                  <c:v>18.7598279714584</c:v>
                </c:pt>
                <c:pt idx="129">
                  <c:v>18.8749455809593</c:v>
                </c:pt>
                <c:pt idx="130">
                  <c:v>19.1381693482399</c:v>
                </c:pt>
                <c:pt idx="131">
                  <c:v>19.3403434157371</c:v>
                </c:pt>
                <c:pt idx="132">
                  <c:v>19.6493759155273</c:v>
                </c:pt>
                <c:pt idx="133">
                  <c:v>19.9343202114105</c:v>
                </c:pt>
                <c:pt idx="134">
                  <c:v>20.1854010820389</c:v>
                </c:pt>
                <c:pt idx="135">
                  <c:v>20.4106206893921</c:v>
                </c:pt>
                <c:pt idx="136">
                  <c:v>20.6100388169288</c:v>
                </c:pt>
                <c:pt idx="137">
                  <c:v>20.8765711188316</c:v>
                </c:pt>
                <c:pt idx="138">
                  <c:v>21.0949817895889</c:v>
                </c:pt>
                <c:pt idx="139">
                  <c:v>21.3397817611694</c:v>
                </c:pt>
                <c:pt idx="140">
                  <c:v>21.641096830368</c:v>
                </c:pt>
                <c:pt idx="141">
                  <c:v>21.9041858911514</c:v>
                </c:pt>
                <c:pt idx="142">
                  <c:v>22.17334151268</c:v>
                </c:pt>
                <c:pt idx="143">
                  <c:v>22.4365936517715</c:v>
                </c:pt>
                <c:pt idx="144">
                  <c:v>22.5945513248443</c:v>
                </c:pt>
                <c:pt idx="145">
                  <c:v>22.8064024448395</c:v>
                </c:pt>
                <c:pt idx="146">
                  <c:v>23.0101408958435</c:v>
                </c:pt>
                <c:pt idx="147">
                  <c:v>23.189857006073</c:v>
                </c:pt>
                <c:pt idx="148">
                  <c:v>23.4247525930404</c:v>
                </c:pt>
                <c:pt idx="149">
                  <c:v>23.5902872681618</c:v>
                </c:pt>
                <c:pt idx="150">
                  <c:v>23.6747046113014</c:v>
                </c:pt>
                <c:pt idx="151">
                  <c:v>23.7253586649895</c:v>
                </c:pt>
                <c:pt idx="152">
                  <c:v>23.6879133582115</c:v>
                </c:pt>
                <c:pt idx="153">
                  <c:v>23.6768433451652</c:v>
                </c:pt>
                <c:pt idx="154">
                  <c:v>23.700374007225</c:v>
                </c:pt>
                <c:pt idx="155">
                  <c:v>23.7649385333061</c:v>
                </c:pt>
                <c:pt idx="156">
                  <c:v>23.8406321406364</c:v>
                </c:pt>
                <c:pt idx="157">
                  <c:v>23.8556176424026</c:v>
                </c:pt>
                <c:pt idx="158">
                  <c:v>23.9159283638</c:v>
                </c:pt>
                <c:pt idx="159">
                  <c:v>23.9834808111191</c:v>
                </c:pt>
                <c:pt idx="160">
                  <c:v>24.0868705511093</c:v>
                </c:pt>
                <c:pt idx="161">
                  <c:v>24.1616198420524</c:v>
                </c:pt>
                <c:pt idx="162">
                  <c:v>24.2488433718681</c:v>
                </c:pt>
                <c:pt idx="163">
                  <c:v>24.3863043189049</c:v>
                </c:pt>
                <c:pt idx="164">
                  <c:v>24.5587204098701</c:v>
                </c:pt>
                <c:pt idx="165">
                  <c:v>24.7522857785225</c:v>
                </c:pt>
                <c:pt idx="166">
                  <c:v>24.9355129599571</c:v>
                </c:pt>
                <c:pt idx="167">
                  <c:v>25.1535056829452</c:v>
                </c:pt>
                <c:pt idx="168">
                  <c:v>25.3946277499199</c:v>
                </c:pt>
                <c:pt idx="169">
                  <c:v>25.6492065191269</c:v>
                </c:pt>
                <c:pt idx="170">
                  <c:v>25.9698483943939</c:v>
                </c:pt>
                <c:pt idx="171">
                  <c:v>26.2736317515373</c:v>
                </c:pt>
                <c:pt idx="172">
                  <c:v>26.6497675776482</c:v>
                </c:pt>
                <c:pt idx="173">
                  <c:v>27.0152947306633</c:v>
                </c:pt>
                <c:pt idx="174">
                  <c:v>27.3219828009605</c:v>
                </c:pt>
                <c:pt idx="175">
                  <c:v>27.6477273106575</c:v>
                </c:pt>
                <c:pt idx="176">
                  <c:v>27.9444918036461</c:v>
                </c:pt>
                <c:pt idx="177">
                  <c:v>28.2697612047195</c:v>
                </c:pt>
                <c:pt idx="178">
                  <c:v>28.5499067306518</c:v>
                </c:pt>
                <c:pt idx="179">
                  <c:v>28.8659406900406</c:v>
                </c:pt>
                <c:pt idx="180">
                  <c:v>29.123862862587</c:v>
                </c:pt>
                <c:pt idx="181">
                  <c:v>29.4409155845642</c:v>
                </c:pt>
                <c:pt idx="182">
                  <c:v>29.7646224498749</c:v>
                </c:pt>
                <c:pt idx="183">
                  <c:v>30.0527052879333</c:v>
                </c:pt>
                <c:pt idx="184">
                  <c:v>30.3352053165436</c:v>
                </c:pt>
                <c:pt idx="185">
                  <c:v>30.6026074886322</c:v>
                </c:pt>
                <c:pt idx="186">
                  <c:v>30.8079887628555</c:v>
                </c:pt>
                <c:pt idx="187">
                  <c:v>31.0008987188339</c:v>
                </c:pt>
                <c:pt idx="188">
                  <c:v>31.1925258040428</c:v>
                </c:pt>
                <c:pt idx="189">
                  <c:v>31.354424893856</c:v>
                </c:pt>
                <c:pt idx="190">
                  <c:v>31.485212624073</c:v>
                </c:pt>
                <c:pt idx="191">
                  <c:v>31.5940389633179</c:v>
                </c:pt>
                <c:pt idx="192">
                  <c:v>31.6730898618698</c:v>
                </c:pt>
                <c:pt idx="193">
                  <c:v>31.8059837818146</c:v>
                </c:pt>
                <c:pt idx="194">
                  <c:v>32.003801882267</c:v>
                </c:pt>
                <c:pt idx="195">
                  <c:v>32.1678144931793</c:v>
                </c:pt>
                <c:pt idx="196">
                  <c:v>32.3457828164101</c:v>
                </c:pt>
                <c:pt idx="197">
                  <c:v>32.5024294257164</c:v>
                </c:pt>
                <c:pt idx="198">
                  <c:v>32.7084063887596</c:v>
                </c:pt>
                <c:pt idx="199">
                  <c:v>32.8828081488609</c:v>
                </c:pt>
                <c:pt idx="200">
                  <c:v>33.0068151950836</c:v>
                </c:pt>
                <c:pt idx="201">
                  <c:v>33.1631120443344</c:v>
                </c:pt>
                <c:pt idx="202">
                  <c:v>33.361275434494</c:v>
                </c:pt>
                <c:pt idx="203">
                  <c:v>33.5423548221588</c:v>
                </c:pt>
                <c:pt idx="204">
                  <c:v>33.7208869457245</c:v>
                </c:pt>
                <c:pt idx="205">
                  <c:v>33.8848303556442</c:v>
                </c:pt>
                <c:pt idx="206">
                  <c:v>34.0841735601425</c:v>
                </c:pt>
                <c:pt idx="207">
                  <c:v>34.2703593969345</c:v>
                </c:pt>
                <c:pt idx="208">
                  <c:v>34.4516882300377</c:v>
                </c:pt>
                <c:pt idx="209">
                  <c:v>34.6229822039604</c:v>
                </c:pt>
                <c:pt idx="210">
                  <c:v>34.7908718585968</c:v>
                </c:pt>
                <c:pt idx="211">
                  <c:v>34.9330831766128</c:v>
                </c:pt>
                <c:pt idx="212">
                  <c:v>35.0592138171196</c:v>
                </c:pt>
                <c:pt idx="213">
                  <c:v>35.1467463970184</c:v>
                </c:pt>
                <c:pt idx="214">
                  <c:v>35.2344381809234</c:v>
                </c:pt>
                <c:pt idx="215">
                  <c:v>35.3729448318481</c:v>
                </c:pt>
                <c:pt idx="216">
                  <c:v>35.583347082138</c:v>
                </c:pt>
                <c:pt idx="217">
                  <c:v>35.7280878424644</c:v>
                </c:pt>
                <c:pt idx="218">
                  <c:v>35.8464814424515</c:v>
                </c:pt>
                <c:pt idx="219">
                  <c:v>35.9097865819931</c:v>
                </c:pt>
                <c:pt idx="220">
                  <c:v>35.935960829258</c:v>
                </c:pt>
                <c:pt idx="221">
                  <c:v>35.9282465577125</c:v>
                </c:pt>
                <c:pt idx="222">
                  <c:v>35.9380820393562</c:v>
                </c:pt>
                <c:pt idx="223">
                  <c:v>35.9558551311493</c:v>
                </c:pt>
                <c:pt idx="224">
                  <c:v>35.9687558412552</c:v>
                </c:pt>
                <c:pt idx="225">
                  <c:v>36.0522817969322</c:v>
                </c:pt>
                <c:pt idx="226">
                  <c:v>36.3063790202141</c:v>
                </c:pt>
                <c:pt idx="227">
                  <c:v>36.5238799452782</c:v>
                </c:pt>
                <c:pt idx="228">
                  <c:v>36.7409350275993</c:v>
                </c:pt>
                <c:pt idx="229">
                  <c:v>36.8696491122246</c:v>
                </c:pt>
                <c:pt idx="230">
                  <c:v>36.9736874103546</c:v>
                </c:pt>
                <c:pt idx="231">
                  <c:v>37.0852619409561</c:v>
                </c:pt>
                <c:pt idx="232">
                  <c:v>37.2192826271057</c:v>
                </c:pt>
                <c:pt idx="233">
                  <c:v>37.3503177165985</c:v>
                </c:pt>
                <c:pt idx="234">
                  <c:v>37.3753326535225</c:v>
                </c:pt>
                <c:pt idx="235">
                  <c:v>37.4140998125076</c:v>
                </c:pt>
                <c:pt idx="236">
                  <c:v>37.3966724872589</c:v>
                </c:pt>
                <c:pt idx="237">
                  <c:v>37.461723446846</c:v>
                </c:pt>
                <c:pt idx="238">
                  <c:v>37.5817002654075</c:v>
                </c:pt>
                <c:pt idx="239">
                  <c:v>37.7022494077682</c:v>
                </c:pt>
                <c:pt idx="240">
                  <c:v>37.9021400213241</c:v>
                </c:pt>
                <c:pt idx="241">
                  <c:v>38.0750099420547</c:v>
                </c:pt>
                <c:pt idx="242">
                  <c:v>38.2254225611687</c:v>
                </c:pt>
                <c:pt idx="243">
                  <c:v>38.3255377411842</c:v>
                </c:pt>
                <c:pt idx="244">
                  <c:v>38.386900126934</c:v>
                </c:pt>
                <c:pt idx="245">
                  <c:v>38.4847104549408</c:v>
                </c:pt>
                <c:pt idx="246">
                  <c:v>38.4800636768341</c:v>
                </c:pt>
                <c:pt idx="247">
                  <c:v>38.5099776983261</c:v>
                </c:pt>
                <c:pt idx="248">
                  <c:v>38.5037122964859</c:v>
                </c:pt>
                <c:pt idx="249">
                  <c:v>38.4953536987305</c:v>
                </c:pt>
                <c:pt idx="250">
                  <c:v>38.5208745598793</c:v>
                </c:pt>
                <c:pt idx="251">
                  <c:v>38.5933143496513</c:v>
                </c:pt>
                <c:pt idx="252">
                  <c:v>38.7162658572197</c:v>
                </c:pt>
                <c:pt idx="253">
                  <c:v>38.9108296632767</c:v>
                </c:pt>
                <c:pt idx="254">
                  <c:v>39.0983867645264</c:v>
                </c:pt>
                <c:pt idx="255">
                  <c:v>39.2869009971619</c:v>
                </c:pt>
                <c:pt idx="256">
                  <c:v>39.395238339901</c:v>
                </c:pt>
                <c:pt idx="257">
                  <c:v>39.5023667812347</c:v>
                </c:pt>
                <c:pt idx="258">
                  <c:v>39.6300644874573</c:v>
                </c:pt>
                <c:pt idx="259">
                  <c:v>39.7562457323074</c:v>
                </c:pt>
                <c:pt idx="260">
                  <c:v>39.896541416645</c:v>
                </c:pt>
                <c:pt idx="261">
                  <c:v>40.0380690693855</c:v>
                </c:pt>
                <c:pt idx="262">
                  <c:v>40.1556396484375</c:v>
                </c:pt>
                <c:pt idx="263">
                  <c:v>40.3137503862381</c:v>
                </c:pt>
                <c:pt idx="264">
                  <c:v>40.4899671077728</c:v>
                </c:pt>
                <c:pt idx="265">
                  <c:v>40.6518948674202</c:v>
                </c:pt>
                <c:pt idx="266">
                  <c:v>40.8557180166244</c:v>
                </c:pt>
                <c:pt idx="267">
                  <c:v>41.1111378669739</c:v>
                </c:pt>
                <c:pt idx="268">
                  <c:v>41.5056287646293</c:v>
                </c:pt>
                <c:pt idx="269">
                  <c:v>41.89809435606</c:v>
                </c:pt>
                <c:pt idx="270">
                  <c:v>42.5058977007866</c:v>
                </c:pt>
                <c:pt idx="271">
                  <c:v>43.1193123459816</c:v>
                </c:pt>
                <c:pt idx="272">
                  <c:v>43.6367939710617</c:v>
                </c:pt>
                <c:pt idx="273">
                  <c:v>44.1594449877739</c:v>
                </c:pt>
                <c:pt idx="274">
                  <c:v>44.6414067149162</c:v>
                </c:pt>
                <c:pt idx="275">
                  <c:v>45.0952604413032</c:v>
                </c:pt>
                <c:pt idx="276">
                  <c:v>45.503095805645</c:v>
                </c:pt>
                <c:pt idx="277">
                  <c:v>45.8554837703705</c:v>
                </c:pt>
                <c:pt idx="278">
                  <c:v>46.0140826106071</c:v>
                </c:pt>
                <c:pt idx="279">
                  <c:v>46.226826608181</c:v>
                </c:pt>
                <c:pt idx="280">
                  <c:v>46.4310548305511</c:v>
                </c:pt>
                <c:pt idx="281">
                  <c:v>46.6202303171158</c:v>
                </c:pt>
                <c:pt idx="282">
                  <c:v>46.8026714324951</c:v>
                </c:pt>
                <c:pt idx="283">
                  <c:v>46.9161398410797</c:v>
                </c:pt>
                <c:pt idx="284">
                  <c:v>46.9734885692596</c:v>
                </c:pt>
                <c:pt idx="285">
                  <c:v>47.080141723156</c:v>
                </c:pt>
                <c:pt idx="286">
                  <c:v>47.1882359981537</c:v>
                </c:pt>
                <c:pt idx="287">
                  <c:v>47.3161662817001</c:v>
                </c:pt>
                <c:pt idx="288">
                  <c:v>47.4559541344642</c:v>
                </c:pt>
                <c:pt idx="289">
                  <c:v>47.6304134726524</c:v>
                </c:pt>
                <c:pt idx="290">
                  <c:v>47.8150618076324</c:v>
                </c:pt>
                <c:pt idx="291">
                  <c:v>48.0204392671585</c:v>
                </c:pt>
                <c:pt idx="292">
                  <c:v>48.2449270486832</c:v>
                </c:pt>
                <c:pt idx="293">
                  <c:v>48.5055233836174</c:v>
                </c:pt>
                <c:pt idx="294">
                  <c:v>48.7652054429054</c:v>
                </c:pt>
                <c:pt idx="295">
                  <c:v>48.9664250612259</c:v>
                </c:pt>
                <c:pt idx="296">
                  <c:v>49.1810032129288</c:v>
                </c:pt>
                <c:pt idx="297">
                  <c:v>49.3899956941604</c:v>
                </c:pt>
                <c:pt idx="298">
                  <c:v>49.7598000764847</c:v>
                </c:pt>
                <c:pt idx="299">
                  <c:v>50.0888078212738</c:v>
                </c:pt>
                <c:pt idx="300">
                  <c:v>50.3728723526001</c:v>
                </c:pt>
                <c:pt idx="301">
                  <c:v>50.609314084053</c:v>
                </c:pt>
                <c:pt idx="302">
                  <c:v>50.7986189126968</c:v>
                </c:pt>
                <c:pt idx="303">
                  <c:v>50.9710859060287</c:v>
                </c:pt>
                <c:pt idx="304">
                  <c:v>51.145593047142</c:v>
                </c:pt>
                <c:pt idx="305">
                  <c:v>51.3097236156463</c:v>
                </c:pt>
                <c:pt idx="306">
                  <c:v>51.4410406351089</c:v>
                </c:pt>
                <c:pt idx="307">
                  <c:v>51.6139213442802</c:v>
                </c:pt>
                <c:pt idx="308">
                  <c:v>51.7491825819015</c:v>
                </c:pt>
                <c:pt idx="309">
                  <c:v>51.9281784892082</c:v>
                </c:pt>
                <c:pt idx="310">
                  <c:v>52.1075409054756</c:v>
                </c:pt>
                <c:pt idx="311">
                  <c:v>52.2641872763634</c:v>
                </c:pt>
                <c:pt idx="312">
                  <c:v>52.4525117874145</c:v>
                </c:pt>
                <c:pt idx="313">
                  <c:v>52.6606584787369</c:v>
                </c:pt>
                <c:pt idx="314">
                  <c:v>52.907653927803</c:v>
                </c:pt>
                <c:pt idx="315">
                  <c:v>53.0711629390716</c:v>
                </c:pt>
                <c:pt idx="316">
                  <c:v>53.2641012072563</c:v>
                </c:pt>
                <c:pt idx="317">
                  <c:v>53.3926575779915</c:v>
                </c:pt>
                <c:pt idx="318">
                  <c:v>53.5613181591034</c:v>
                </c:pt>
                <c:pt idx="319">
                  <c:v>53.7381852865219</c:v>
                </c:pt>
                <c:pt idx="320">
                  <c:v>53.9204260110855</c:v>
                </c:pt>
                <c:pt idx="321">
                  <c:v>54.056198477745</c:v>
                </c:pt>
                <c:pt idx="322">
                  <c:v>54.2123599648476</c:v>
                </c:pt>
                <c:pt idx="323">
                  <c:v>54.434959590435</c:v>
                </c:pt>
                <c:pt idx="324">
                  <c:v>54.6536702513695</c:v>
                </c:pt>
                <c:pt idx="325">
                  <c:v>54.9461733102798</c:v>
                </c:pt>
                <c:pt idx="326">
                  <c:v>55.2230226993561</c:v>
                </c:pt>
                <c:pt idx="327">
                  <c:v>55.4945163726806</c:v>
                </c:pt>
                <c:pt idx="328">
                  <c:v>55.7561571002006</c:v>
                </c:pt>
                <c:pt idx="329">
                  <c:v>55.9712690711021</c:v>
                </c:pt>
                <c:pt idx="330">
                  <c:v>56.1542180776596</c:v>
                </c:pt>
                <c:pt idx="331">
                  <c:v>56.3571037054062</c:v>
                </c:pt>
                <c:pt idx="332">
                  <c:v>56.5559544563293</c:v>
                </c:pt>
                <c:pt idx="333">
                  <c:v>56.749974668026</c:v>
                </c:pt>
                <c:pt idx="334">
                  <c:v>56.9635497927666</c:v>
                </c:pt>
                <c:pt idx="335">
                  <c:v>57.2289556860924</c:v>
                </c:pt>
                <c:pt idx="336">
                  <c:v>57.4918016195297</c:v>
                </c:pt>
                <c:pt idx="337">
                  <c:v>57.7983632087707</c:v>
                </c:pt>
                <c:pt idx="338">
                  <c:v>58.091148018837</c:v>
                </c:pt>
                <c:pt idx="339">
                  <c:v>58.3632662296295</c:v>
                </c:pt>
                <c:pt idx="340">
                  <c:v>58.5727486014366</c:v>
                </c:pt>
                <c:pt idx="341">
                  <c:v>58.7430073618889</c:v>
                </c:pt>
                <c:pt idx="342">
                  <c:v>58.8869521617889</c:v>
                </c:pt>
                <c:pt idx="343">
                  <c:v>58.975169301033</c:v>
                </c:pt>
                <c:pt idx="344">
                  <c:v>59.0353650450706</c:v>
                </c:pt>
                <c:pt idx="345">
                  <c:v>58.9983808398247</c:v>
                </c:pt>
                <c:pt idx="346">
                  <c:v>59.0115049481392</c:v>
                </c:pt>
                <c:pt idx="347">
                  <c:v>59.0605667829513</c:v>
                </c:pt>
                <c:pt idx="348">
                  <c:v>59.0995606184006</c:v>
                </c:pt>
                <c:pt idx="349">
                  <c:v>59.1547908782959</c:v>
                </c:pt>
                <c:pt idx="350">
                  <c:v>59.226585149765</c:v>
                </c:pt>
                <c:pt idx="351">
                  <c:v>59.3074514865875</c:v>
                </c:pt>
                <c:pt idx="352">
                  <c:v>59.3876302242279</c:v>
                </c:pt>
                <c:pt idx="353">
                  <c:v>59.4759353995323</c:v>
                </c:pt>
                <c:pt idx="354">
                  <c:v>59.6231095194816</c:v>
                </c:pt>
                <c:pt idx="355">
                  <c:v>59.9320814013481</c:v>
                </c:pt>
                <c:pt idx="356">
                  <c:v>60.2387297749519</c:v>
                </c:pt>
                <c:pt idx="357">
                  <c:v>60.5746173262596</c:v>
                </c:pt>
                <c:pt idx="358">
                  <c:v>60.8826687932014</c:v>
                </c:pt>
                <c:pt idx="359">
                  <c:v>61.1919978260994</c:v>
                </c:pt>
                <c:pt idx="360">
                  <c:v>61.4610556364059</c:v>
                </c:pt>
                <c:pt idx="361">
                  <c:v>61.7095192670822</c:v>
                </c:pt>
                <c:pt idx="362">
                  <c:v>62.0136138796806</c:v>
                </c:pt>
                <c:pt idx="363">
                  <c:v>62.2191573381424</c:v>
                </c:pt>
                <c:pt idx="364">
                  <c:v>62.3529278039932</c:v>
                </c:pt>
                <c:pt idx="365">
                  <c:v>62.4647980928421</c:v>
                </c:pt>
                <c:pt idx="366">
                  <c:v>62.5697145462036</c:v>
                </c:pt>
                <c:pt idx="367">
                  <c:v>62.6397072076797</c:v>
                </c:pt>
                <c:pt idx="368">
                  <c:v>62.6889165043831</c:v>
                </c:pt>
                <c:pt idx="369">
                  <c:v>62.6987279653549</c:v>
                </c:pt>
                <c:pt idx="370">
                  <c:v>62.7313396930694</c:v>
                </c:pt>
                <c:pt idx="371">
                  <c:v>62.8660566806793</c:v>
                </c:pt>
                <c:pt idx="372">
                  <c:v>62.9910674095154</c:v>
                </c:pt>
                <c:pt idx="373">
                  <c:v>63.0966590046882</c:v>
                </c:pt>
                <c:pt idx="374">
                  <c:v>63.1947039365768</c:v>
                </c:pt>
                <c:pt idx="375">
                  <c:v>63.2818938493728</c:v>
                </c:pt>
                <c:pt idx="376">
                  <c:v>63.3617041707039</c:v>
                </c:pt>
                <c:pt idx="377">
                  <c:v>63.4153807163238</c:v>
                </c:pt>
                <c:pt idx="378">
                  <c:v>63.4385665655136</c:v>
                </c:pt>
                <c:pt idx="379">
                  <c:v>63.4695611596107</c:v>
                </c:pt>
                <c:pt idx="380">
                  <c:v>63.4809689521789</c:v>
                </c:pt>
                <c:pt idx="381">
                  <c:v>63.4934205412865</c:v>
                </c:pt>
                <c:pt idx="382">
                  <c:v>63.5200108289718</c:v>
                </c:pt>
                <c:pt idx="383">
                  <c:v>63.5684008598327</c:v>
                </c:pt>
                <c:pt idx="384">
                  <c:v>63.6332903504372</c:v>
                </c:pt>
                <c:pt idx="385">
                  <c:v>63.6649982333183</c:v>
                </c:pt>
                <c:pt idx="386">
                  <c:v>63.7344841957092</c:v>
                </c:pt>
                <c:pt idx="387">
                  <c:v>63.8433551192283</c:v>
                </c:pt>
                <c:pt idx="388">
                  <c:v>63.9135141968727</c:v>
                </c:pt>
                <c:pt idx="389">
                  <c:v>64.0428755879402</c:v>
                </c:pt>
                <c:pt idx="390">
                  <c:v>64.2054542899132</c:v>
                </c:pt>
                <c:pt idx="391">
                  <c:v>64.3943442702293</c:v>
                </c:pt>
                <c:pt idx="392">
                  <c:v>64.5567337274551</c:v>
                </c:pt>
                <c:pt idx="393">
                  <c:v>64.7064818739891</c:v>
                </c:pt>
                <c:pt idx="394">
                  <c:v>64.7749288678169</c:v>
                </c:pt>
                <c:pt idx="395">
                  <c:v>64.886165857315</c:v>
                </c:pt>
                <c:pt idx="396">
                  <c:v>65.0036408901214</c:v>
                </c:pt>
                <c:pt idx="397">
                  <c:v>65.0801513195038</c:v>
                </c:pt>
                <c:pt idx="398">
                  <c:v>65.1819046139717</c:v>
                </c:pt>
                <c:pt idx="399">
                  <c:v>65.1816508173942</c:v>
                </c:pt>
                <c:pt idx="400">
                  <c:v>65.2377600073814</c:v>
                </c:pt>
                <c:pt idx="401">
                  <c:v>65.3567624688148</c:v>
                </c:pt>
                <c:pt idx="402">
                  <c:v>65.4562997817993</c:v>
                </c:pt>
                <c:pt idx="403">
                  <c:v>65.5565389990806</c:v>
                </c:pt>
                <c:pt idx="404">
                  <c:v>65.6353525519371</c:v>
                </c:pt>
                <c:pt idx="405">
                  <c:v>65.7428838014603</c:v>
                </c:pt>
                <c:pt idx="406">
                  <c:v>65.8866455554962</c:v>
                </c:pt>
                <c:pt idx="407">
                  <c:v>66.0015028715134</c:v>
                </c:pt>
                <c:pt idx="408">
                  <c:v>66.0223630070686</c:v>
                </c:pt>
                <c:pt idx="409">
                  <c:v>66.0611972212791</c:v>
                </c:pt>
                <c:pt idx="410">
                  <c:v>66.0673185586929</c:v>
                </c:pt>
                <c:pt idx="411">
                  <c:v>66.0266646146774</c:v>
                </c:pt>
                <c:pt idx="412">
                  <c:v>66.0547867417336</c:v>
                </c:pt>
                <c:pt idx="413">
                  <c:v>66.0738354921341</c:v>
                </c:pt>
                <c:pt idx="414">
                  <c:v>66.0825471282005</c:v>
                </c:pt>
                <c:pt idx="415">
                  <c:v>66.0539967417717</c:v>
                </c:pt>
                <c:pt idx="416">
                  <c:v>66.0580922365189</c:v>
                </c:pt>
                <c:pt idx="417">
                  <c:v>66.1594893336296</c:v>
                </c:pt>
                <c:pt idx="418">
                  <c:v>66.3049998283386</c:v>
                </c:pt>
                <c:pt idx="419">
                  <c:v>66.4664487838745</c:v>
                </c:pt>
                <c:pt idx="420">
                  <c:v>66.6001907587051</c:v>
                </c:pt>
                <c:pt idx="421">
                  <c:v>66.7220433950424</c:v>
                </c:pt>
                <c:pt idx="422">
                  <c:v>66.8475466370583</c:v>
                </c:pt>
                <c:pt idx="423">
                  <c:v>66.9388201236725</c:v>
                </c:pt>
                <c:pt idx="424">
                  <c:v>67.0195950269699</c:v>
                </c:pt>
                <c:pt idx="425">
                  <c:v>67.1503276824951</c:v>
                </c:pt>
                <c:pt idx="426">
                  <c:v>67.2321282625198</c:v>
                </c:pt>
                <c:pt idx="427">
                  <c:v>67.3316853046417</c:v>
                </c:pt>
                <c:pt idx="428">
                  <c:v>67.4387406110764</c:v>
                </c:pt>
                <c:pt idx="429">
                  <c:v>67.5620229244232</c:v>
                </c:pt>
                <c:pt idx="430">
                  <c:v>67.6880390644073</c:v>
                </c:pt>
                <c:pt idx="431">
                  <c:v>67.8926138281822</c:v>
                </c:pt>
                <c:pt idx="432">
                  <c:v>68.2443967461586</c:v>
                </c:pt>
                <c:pt idx="433">
                  <c:v>68.59898853302</c:v>
                </c:pt>
                <c:pt idx="434">
                  <c:v>68.9892003536224</c:v>
                </c:pt>
                <c:pt idx="435">
                  <c:v>69.3530039191246</c:v>
                </c:pt>
                <c:pt idx="436">
                  <c:v>69.7684113383293</c:v>
                </c:pt>
                <c:pt idx="437">
                  <c:v>70.1596633791924</c:v>
                </c:pt>
                <c:pt idx="438">
                  <c:v>70.481310069561</c:v>
                </c:pt>
                <c:pt idx="439">
                  <c:v>70.7978971004486</c:v>
                </c:pt>
                <c:pt idx="440">
                  <c:v>71.0639671087265</c:v>
                </c:pt>
                <c:pt idx="441">
                  <c:v>71.4007308483124</c:v>
                </c:pt>
                <c:pt idx="442">
                  <c:v>71.6463510990143</c:v>
                </c:pt>
                <c:pt idx="443">
                  <c:v>71.8914674520493</c:v>
                </c:pt>
                <c:pt idx="444">
                  <c:v>72.1463595628738</c:v>
                </c:pt>
                <c:pt idx="445">
                  <c:v>72.3785499334335</c:v>
                </c:pt>
                <c:pt idx="446">
                  <c:v>72.5800598859787</c:v>
                </c:pt>
                <c:pt idx="447">
                  <c:v>72.7613101601601</c:v>
                </c:pt>
                <c:pt idx="448">
                  <c:v>72.9792322516441</c:v>
                </c:pt>
                <c:pt idx="449">
                  <c:v>73.1547632217407</c:v>
                </c:pt>
                <c:pt idx="450">
                  <c:v>73.3627319335937</c:v>
                </c:pt>
                <c:pt idx="451">
                  <c:v>73.5871868729591</c:v>
                </c:pt>
                <c:pt idx="452">
                  <c:v>73.7734606266022</c:v>
                </c:pt>
                <c:pt idx="453">
                  <c:v>74.0220988988876</c:v>
                </c:pt>
                <c:pt idx="454">
                  <c:v>74.2709606289864</c:v>
                </c:pt>
                <c:pt idx="455">
                  <c:v>74.5356406569481</c:v>
                </c:pt>
                <c:pt idx="456">
                  <c:v>74.8568108677864</c:v>
                </c:pt>
                <c:pt idx="457">
                  <c:v>75.1961035132408</c:v>
                </c:pt>
                <c:pt idx="458">
                  <c:v>75.4229100942612</c:v>
                </c:pt>
                <c:pt idx="459">
                  <c:v>75.6951409578323</c:v>
                </c:pt>
                <c:pt idx="460">
                  <c:v>75.9315047264099</c:v>
                </c:pt>
                <c:pt idx="461">
                  <c:v>76.1124396324158</c:v>
                </c:pt>
                <c:pt idx="462">
                  <c:v>76.294196844101</c:v>
                </c:pt>
                <c:pt idx="463">
                  <c:v>76.4216710925102</c:v>
                </c:pt>
                <c:pt idx="464">
                  <c:v>76.5243448019028</c:v>
                </c:pt>
                <c:pt idx="465">
                  <c:v>76.5920087695122</c:v>
                </c:pt>
                <c:pt idx="466">
                  <c:v>76.6555827856064</c:v>
                </c:pt>
                <c:pt idx="467">
                  <c:v>76.7413920760155</c:v>
                </c:pt>
                <c:pt idx="468">
                  <c:v>76.8447422385216</c:v>
                </c:pt>
                <c:pt idx="469">
                  <c:v>77.0669049620628</c:v>
                </c:pt>
                <c:pt idx="470">
                  <c:v>77.1935136914253</c:v>
                </c:pt>
                <c:pt idx="471">
                  <c:v>77.339074909687</c:v>
                </c:pt>
                <c:pt idx="472">
                  <c:v>77.4899709820747</c:v>
                </c:pt>
                <c:pt idx="473">
                  <c:v>77.597036421299</c:v>
                </c:pt>
                <c:pt idx="474">
                  <c:v>77.740906059742</c:v>
                </c:pt>
                <c:pt idx="475">
                  <c:v>77.8713880777359</c:v>
                </c:pt>
                <c:pt idx="476">
                  <c:v>78.0037066936493</c:v>
                </c:pt>
                <c:pt idx="477">
                  <c:v>78.1208983063698</c:v>
                </c:pt>
                <c:pt idx="478">
                  <c:v>78.2963505983353</c:v>
                </c:pt>
                <c:pt idx="479">
                  <c:v>78.4423353672028</c:v>
                </c:pt>
                <c:pt idx="480">
                  <c:v>78.6090644598007</c:v>
                </c:pt>
                <c:pt idx="481">
                  <c:v>78.7954065799713</c:v>
                </c:pt>
                <c:pt idx="482">
                  <c:v>78.9438761472702</c:v>
                </c:pt>
                <c:pt idx="483">
                  <c:v>79.0978190302849</c:v>
                </c:pt>
                <c:pt idx="484">
                  <c:v>79.2565737366676</c:v>
                </c:pt>
                <c:pt idx="485">
                  <c:v>79.4631794095039</c:v>
                </c:pt>
                <c:pt idx="486">
                  <c:v>79.6460990905762</c:v>
                </c:pt>
                <c:pt idx="487">
                  <c:v>79.8290879130363</c:v>
                </c:pt>
                <c:pt idx="488">
                  <c:v>80.0661907792091</c:v>
                </c:pt>
                <c:pt idx="489">
                  <c:v>80.3117704987526</c:v>
                </c:pt>
                <c:pt idx="490">
                  <c:v>80.6094763875008</c:v>
                </c:pt>
                <c:pt idx="491">
                  <c:v>80.9073750376701</c:v>
                </c:pt>
                <c:pt idx="492">
                  <c:v>81.222295820713</c:v>
                </c:pt>
                <c:pt idx="493">
                  <c:v>81.5343675017357</c:v>
                </c:pt>
                <c:pt idx="494">
                  <c:v>81.8152738213539</c:v>
                </c:pt>
                <c:pt idx="495">
                  <c:v>82.0731326937675</c:v>
                </c:pt>
                <c:pt idx="496">
                  <c:v>82.2912591099739</c:v>
                </c:pt>
                <c:pt idx="497">
                  <c:v>82.4839524626732</c:v>
                </c:pt>
                <c:pt idx="498">
                  <c:v>82.6638041138649</c:v>
                </c:pt>
                <c:pt idx="499">
                  <c:v>82.8375629782677</c:v>
                </c:pt>
                <c:pt idx="500">
                  <c:v>82.8898075222969</c:v>
                </c:pt>
                <c:pt idx="501">
                  <c:v>82.9036784172058</c:v>
                </c:pt>
                <c:pt idx="502">
                  <c:v>82.9499318003654</c:v>
                </c:pt>
                <c:pt idx="503">
                  <c:v>83.0133467912674</c:v>
                </c:pt>
                <c:pt idx="504">
                  <c:v>83.0712444782257</c:v>
                </c:pt>
                <c:pt idx="505">
                  <c:v>83.1040781736374</c:v>
                </c:pt>
                <c:pt idx="506">
                  <c:v>83.0931856632233</c:v>
                </c:pt>
                <c:pt idx="507">
                  <c:v>83.0358504056931</c:v>
                </c:pt>
                <c:pt idx="508">
                  <c:v>83.0123082399368</c:v>
                </c:pt>
                <c:pt idx="509">
                  <c:v>83.0650475621223</c:v>
                </c:pt>
                <c:pt idx="510">
                  <c:v>83.1479439139366</c:v>
                </c:pt>
                <c:pt idx="511">
                  <c:v>83.2150273919106</c:v>
                </c:pt>
                <c:pt idx="512">
                  <c:v>83.2046033740044</c:v>
                </c:pt>
                <c:pt idx="513">
                  <c:v>83.1722865700722</c:v>
                </c:pt>
                <c:pt idx="514">
                  <c:v>83.1442684531212</c:v>
                </c:pt>
                <c:pt idx="515">
                  <c:v>83.1258561015129</c:v>
                </c:pt>
                <c:pt idx="516">
                  <c:v>83.1529179811478</c:v>
                </c:pt>
                <c:pt idx="517">
                  <c:v>83.1903300285339</c:v>
                </c:pt>
                <c:pt idx="518">
                  <c:v>83.2586838006973</c:v>
                </c:pt>
                <c:pt idx="519">
                  <c:v>83.3412314653396</c:v>
                </c:pt>
                <c:pt idx="520">
                  <c:v>83.4767012000084</c:v>
                </c:pt>
                <c:pt idx="521">
                  <c:v>83.6071095466614</c:v>
                </c:pt>
                <c:pt idx="522">
                  <c:v>83.7931064367294</c:v>
                </c:pt>
                <c:pt idx="523">
                  <c:v>83.9891815781593</c:v>
                </c:pt>
                <c:pt idx="524">
                  <c:v>84.1415333151817</c:v>
                </c:pt>
                <c:pt idx="525">
                  <c:v>84.3059403896332</c:v>
                </c:pt>
                <c:pt idx="526">
                  <c:v>84.467310488224</c:v>
                </c:pt>
                <c:pt idx="527">
                  <c:v>84.6515292525291</c:v>
                </c:pt>
                <c:pt idx="528">
                  <c:v>84.8452777266502</c:v>
                </c:pt>
                <c:pt idx="529">
                  <c:v>85.0676023364067</c:v>
                </c:pt>
                <c:pt idx="530">
                  <c:v>85.364383161068</c:v>
                </c:pt>
                <c:pt idx="531">
                  <c:v>85.6610035300255</c:v>
                </c:pt>
                <c:pt idx="532">
                  <c:v>85.9828780293465</c:v>
                </c:pt>
                <c:pt idx="533">
                  <c:v>86.2694068551064</c:v>
                </c:pt>
                <c:pt idx="534">
                  <c:v>86.4880141615868</c:v>
                </c:pt>
                <c:pt idx="535">
                  <c:v>86.6874979734421</c:v>
                </c:pt>
                <c:pt idx="536">
                  <c:v>86.8319365978241</c:v>
                </c:pt>
                <c:pt idx="537">
                  <c:v>87.0105490088463</c:v>
                </c:pt>
                <c:pt idx="538">
                  <c:v>87.2103759050369</c:v>
                </c:pt>
                <c:pt idx="539">
                  <c:v>87.4307832717896</c:v>
                </c:pt>
                <c:pt idx="540">
                  <c:v>87.6524952054024</c:v>
                </c:pt>
                <c:pt idx="541">
                  <c:v>87.8492141962051</c:v>
                </c:pt>
                <c:pt idx="542">
                  <c:v>88.0158851146698</c:v>
                </c:pt>
                <c:pt idx="543">
                  <c:v>88.2292491197586</c:v>
                </c:pt>
                <c:pt idx="544">
                  <c:v>88.4144390821457</c:v>
                </c:pt>
                <c:pt idx="545">
                  <c:v>88.6642248630524</c:v>
                </c:pt>
                <c:pt idx="546">
                  <c:v>88.9338701963425</c:v>
                </c:pt>
                <c:pt idx="547">
                  <c:v>89.24054646492</c:v>
                </c:pt>
                <c:pt idx="548">
                  <c:v>89.5431326627731</c:v>
                </c:pt>
                <c:pt idx="549">
                  <c:v>89.834134221077</c:v>
                </c:pt>
                <c:pt idx="550">
                  <c:v>90.1461117267609</c:v>
                </c:pt>
                <c:pt idx="551">
                  <c:v>90.4323644042015</c:v>
                </c:pt>
                <c:pt idx="552">
                  <c:v>90.683756172657</c:v>
                </c:pt>
                <c:pt idx="553">
                  <c:v>90.9040233492851</c:v>
                </c:pt>
                <c:pt idx="554">
                  <c:v>91.1170105338097</c:v>
                </c:pt>
                <c:pt idx="555">
                  <c:v>91.3507561087608</c:v>
                </c:pt>
                <c:pt idx="556">
                  <c:v>91.6509360074997</c:v>
                </c:pt>
                <c:pt idx="557">
                  <c:v>91.962917983532</c:v>
                </c:pt>
                <c:pt idx="558">
                  <c:v>92.2551586031914</c:v>
                </c:pt>
                <c:pt idx="559">
                  <c:v>92.549988090992</c:v>
                </c:pt>
                <c:pt idx="560">
                  <c:v>92.8587124943733</c:v>
                </c:pt>
                <c:pt idx="561">
                  <c:v>93.2122533917427</c:v>
                </c:pt>
                <c:pt idx="562">
                  <c:v>93.5582517981529</c:v>
                </c:pt>
                <c:pt idx="563">
                  <c:v>93.8784132599831</c:v>
                </c:pt>
                <c:pt idx="564">
                  <c:v>94.172959446907</c:v>
                </c:pt>
                <c:pt idx="565">
                  <c:v>94.3579058647156</c:v>
                </c:pt>
                <c:pt idx="566">
                  <c:v>94.5377126932144</c:v>
                </c:pt>
                <c:pt idx="567">
                  <c:v>94.708419919014</c:v>
                </c:pt>
                <c:pt idx="568">
                  <c:v>94.8805657029152</c:v>
                </c:pt>
                <c:pt idx="569">
                  <c:v>95.0338329672813</c:v>
                </c:pt>
                <c:pt idx="570">
                  <c:v>95.0993845462799</c:v>
                </c:pt>
                <c:pt idx="571">
                  <c:v>95.212203502655</c:v>
                </c:pt>
                <c:pt idx="572">
                  <c:v>95.359602689743</c:v>
                </c:pt>
                <c:pt idx="573">
                  <c:v>95.4596706032753</c:v>
                </c:pt>
                <c:pt idx="574">
                  <c:v>95.6837794184685</c:v>
                </c:pt>
                <c:pt idx="575">
                  <c:v>95.902114212513</c:v>
                </c:pt>
                <c:pt idx="576">
                  <c:v>96.0318736433983</c:v>
                </c:pt>
                <c:pt idx="577">
                  <c:v>96.0833929777145</c:v>
                </c:pt>
                <c:pt idx="578">
                  <c:v>96.1856125593185</c:v>
                </c:pt>
                <c:pt idx="579">
                  <c:v>96.3369065523148</c:v>
                </c:pt>
                <c:pt idx="580">
                  <c:v>96.4716192483902</c:v>
                </c:pt>
                <c:pt idx="581">
                  <c:v>96.5769107341766</c:v>
                </c:pt>
                <c:pt idx="582">
                  <c:v>96.6577482819557</c:v>
                </c:pt>
                <c:pt idx="583">
                  <c:v>96.8121241927147</c:v>
                </c:pt>
                <c:pt idx="584">
                  <c:v>96.9758031964302</c:v>
                </c:pt>
                <c:pt idx="585">
                  <c:v>97.1355499625206</c:v>
                </c:pt>
                <c:pt idx="586">
                  <c:v>97.3061990141869</c:v>
                </c:pt>
                <c:pt idx="587">
                  <c:v>97.4589732289314</c:v>
                </c:pt>
                <c:pt idx="588">
                  <c:v>97.5971785783768</c:v>
                </c:pt>
                <c:pt idx="589">
                  <c:v>97.77556848526</c:v>
                </c:pt>
                <c:pt idx="590">
                  <c:v>97.9867766499519</c:v>
                </c:pt>
                <c:pt idx="591">
                  <c:v>98.1593164801598</c:v>
                </c:pt>
                <c:pt idx="592">
                  <c:v>98.3621971011162</c:v>
                </c:pt>
                <c:pt idx="593">
                  <c:v>98.6234727501869</c:v>
                </c:pt>
                <c:pt idx="594">
                  <c:v>98.8926014900208</c:v>
                </c:pt>
                <c:pt idx="595">
                  <c:v>99.1121128797531</c:v>
                </c:pt>
                <c:pt idx="596">
                  <c:v>99.2972853183746</c:v>
                </c:pt>
                <c:pt idx="597">
                  <c:v>99.4900105595589</c:v>
                </c:pt>
                <c:pt idx="598">
                  <c:v>99.6936174035072</c:v>
                </c:pt>
                <c:pt idx="599">
                  <c:v>99.912148475647</c:v>
                </c:pt>
                <c:pt idx="600">
                  <c:v>100.152272820473</c:v>
                </c:pt>
                <c:pt idx="601">
                  <c:v>100.412800550461</c:v>
                </c:pt>
                <c:pt idx="602">
                  <c:v>100.666395843029</c:v>
                </c:pt>
                <c:pt idx="603">
                  <c:v>100.855779051781</c:v>
                </c:pt>
                <c:pt idx="604">
                  <c:v>101.078662216663</c:v>
                </c:pt>
                <c:pt idx="605">
                  <c:v>101.273350477219</c:v>
                </c:pt>
                <c:pt idx="606">
                  <c:v>101.491672933102</c:v>
                </c:pt>
                <c:pt idx="607">
                  <c:v>101.695963442326</c:v>
                </c:pt>
                <c:pt idx="608">
                  <c:v>101.888941764832</c:v>
                </c:pt>
                <c:pt idx="609">
                  <c:v>102.063365936279</c:v>
                </c:pt>
                <c:pt idx="610">
                  <c:v>102.217285037041</c:v>
                </c:pt>
                <c:pt idx="611">
                  <c:v>102.344468295574</c:v>
                </c:pt>
                <c:pt idx="612">
                  <c:v>102.452817738056</c:v>
                </c:pt>
                <c:pt idx="613">
                  <c:v>102.546459615231</c:v>
                </c:pt>
                <c:pt idx="614">
                  <c:v>102.612853169441</c:v>
                </c:pt>
                <c:pt idx="615">
                  <c:v>102.673856317997</c:v>
                </c:pt>
                <c:pt idx="616">
                  <c:v>102.774195551872</c:v>
                </c:pt>
                <c:pt idx="617">
                  <c:v>102.870073914528</c:v>
                </c:pt>
                <c:pt idx="618">
                  <c:v>103.000430285931</c:v>
                </c:pt>
                <c:pt idx="619">
                  <c:v>103.162594735622</c:v>
                </c:pt>
                <c:pt idx="620">
                  <c:v>103.262831687927</c:v>
                </c:pt>
                <c:pt idx="621">
                  <c:v>103.375024735928</c:v>
                </c:pt>
                <c:pt idx="622">
                  <c:v>103.437643349171</c:v>
                </c:pt>
                <c:pt idx="623">
                  <c:v>103.472998380661</c:v>
                </c:pt>
                <c:pt idx="624">
                  <c:v>103.514967441559</c:v>
                </c:pt>
                <c:pt idx="625">
                  <c:v>103.574992358685</c:v>
                </c:pt>
                <c:pt idx="626">
                  <c:v>103.64647603035</c:v>
                </c:pt>
                <c:pt idx="627">
                  <c:v>103.69109749794</c:v>
                </c:pt>
                <c:pt idx="628">
                  <c:v>103.74916189909</c:v>
                </c:pt>
                <c:pt idx="629">
                  <c:v>103.838081777096</c:v>
                </c:pt>
                <c:pt idx="630">
                  <c:v>103.986833095551</c:v>
                </c:pt>
                <c:pt idx="631">
                  <c:v>104.150341629982</c:v>
                </c:pt>
                <c:pt idx="632">
                  <c:v>104.352103769779</c:v>
                </c:pt>
                <c:pt idx="633">
                  <c:v>104.559445440769</c:v>
                </c:pt>
                <c:pt idx="634">
                  <c:v>104.756095409393</c:v>
                </c:pt>
                <c:pt idx="635">
                  <c:v>104.922352552414</c:v>
                </c:pt>
                <c:pt idx="636">
                  <c:v>105.060741186142</c:v>
                </c:pt>
                <c:pt idx="637">
                  <c:v>105.258905231953</c:v>
                </c:pt>
                <c:pt idx="638">
                  <c:v>105.426144421101</c:v>
                </c:pt>
                <c:pt idx="639">
                  <c:v>105.630752384663</c:v>
                </c:pt>
                <c:pt idx="640">
                  <c:v>105.776161491871</c:v>
                </c:pt>
                <c:pt idx="641">
                  <c:v>105.887709081173</c:v>
                </c:pt>
                <c:pt idx="642">
                  <c:v>105.992350041866</c:v>
                </c:pt>
                <c:pt idx="643">
                  <c:v>106.067886352539</c:v>
                </c:pt>
                <c:pt idx="644">
                  <c:v>106.159355342388</c:v>
                </c:pt>
                <c:pt idx="645">
                  <c:v>106.201870560646</c:v>
                </c:pt>
                <c:pt idx="646">
                  <c:v>106.320695519447</c:v>
                </c:pt>
                <c:pt idx="647">
                  <c:v>106.424057364464</c:v>
                </c:pt>
                <c:pt idx="648">
                  <c:v>106.589862585068</c:v>
                </c:pt>
                <c:pt idx="649">
                  <c:v>106.742373228073</c:v>
                </c:pt>
                <c:pt idx="650">
                  <c:v>106.900450050831</c:v>
                </c:pt>
                <c:pt idx="651">
                  <c:v>107.065057277679</c:v>
                </c:pt>
                <c:pt idx="652">
                  <c:v>107.270191788673</c:v>
                </c:pt>
                <c:pt idx="653">
                  <c:v>107.489857912064</c:v>
                </c:pt>
                <c:pt idx="654">
                  <c:v>107.746101498604</c:v>
                </c:pt>
                <c:pt idx="655">
                  <c:v>107.991104185581</c:v>
                </c:pt>
                <c:pt idx="656">
                  <c:v>108.306240260601</c:v>
                </c:pt>
                <c:pt idx="657">
                  <c:v>108.645287632942</c:v>
                </c:pt>
                <c:pt idx="658">
                  <c:v>108.971054315567</c:v>
                </c:pt>
                <c:pt idx="659">
                  <c:v>109.301386833191</c:v>
                </c:pt>
                <c:pt idx="660">
                  <c:v>109.651781916618</c:v>
                </c:pt>
                <c:pt idx="661">
                  <c:v>109.996039032936</c:v>
                </c:pt>
                <c:pt idx="662">
                  <c:v>110.344127476215</c:v>
                </c:pt>
                <c:pt idx="663">
                  <c:v>110.715873658657</c:v>
                </c:pt>
                <c:pt idx="664">
                  <c:v>111.086988627911</c:v>
                </c:pt>
                <c:pt idx="665">
                  <c:v>111.423632442951</c:v>
                </c:pt>
                <c:pt idx="666">
                  <c:v>111.7790158391</c:v>
                </c:pt>
                <c:pt idx="667">
                  <c:v>112.098414957523</c:v>
                </c:pt>
                <c:pt idx="668">
                  <c:v>112.365017652512</c:v>
                </c:pt>
                <c:pt idx="669">
                  <c:v>112.607391953468</c:v>
                </c:pt>
                <c:pt idx="670">
                  <c:v>112.818556189537</c:v>
                </c:pt>
                <c:pt idx="671">
                  <c:v>113.021866202354</c:v>
                </c:pt>
                <c:pt idx="672">
                  <c:v>113.236296415329</c:v>
                </c:pt>
                <c:pt idx="673">
                  <c:v>113.443571925163</c:v>
                </c:pt>
                <c:pt idx="674">
                  <c:v>113.633778691292</c:v>
                </c:pt>
                <c:pt idx="675">
                  <c:v>113.846236646175</c:v>
                </c:pt>
                <c:pt idx="676">
                  <c:v>114.020306408405</c:v>
                </c:pt>
                <c:pt idx="677">
                  <c:v>114.1645835042</c:v>
                </c:pt>
                <c:pt idx="678">
                  <c:v>114.271078765392</c:v>
                </c:pt>
                <c:pt idx="679">
                  <c:v>114.382966458797</c:v>
                </c:pt>
                <c:pt idx="680">
                  <c:v>114.459343492985</c:v>
                </c:pt>
                <c:pt idx="681">
                  <c:v>114.497362136841</c:v>
                </c:pt>
                <c:pt idx="682">
                  <c:v>114.559933960438</c:v>
                </c:pt>
                <c:pt idx="683">
                  <c:v>114.608604609966</c:v>
                </c:pt>
                <c:pt idx="684">
                  <c:v>114.710672140121</c:v>
                </c:pt>
                <c:pt idx="685">
                  <c:v>114.886595010757</c:v>
                </c:pt>
                <c:pt idx="686">
                  <c:v>115.095765531063</c:v>
                </c:pt>
                <c:pt idx="687">
                  <c:v>115.335648536682</c:v>
                </c:pt>
                <c:pt idx="688">
                  <c:v>115.54242169857</c:v>
                </c:pt>
                <c:pt idx="689">
                  <c:v>115.721130490303</c:v>
                </c:pt>
                <c:pt idx="690">
                  <c:v>115.925233304501</c:v>
                </c:pt>
                <c:pt idx="691">
                  <c:v>116.14288020134</c:v>
                </c:pt>
                <c:pt idx="692">
                  <c:v>116.332385838032</c:v>
                </c:pt>
                <c:pt idx="693">
                  <c:v>116.521166622639</c:v>
                </c:pt>
                <c:pt idx="694">
                  <c:v>116.659296452999</c:v>
                </c:pt>
                <c:pt idx="695">
                  <c:v>116.742948710918</c:v>
                </c:pt>
                <c:pt idx="696">
                  <c:v>116.866526067257</c:v>
                </c:pt>
                <c:pt idx="697">
                  <c:v>116.971792757511</c:v>
                </c:pt>
                <c:pt idx="698">
                  <c:v>117.061094582081</c:v>
                </c:pt>
                <c:pt idx="699">
                  <c:v>117.083480477333</c:v>
                </c:pt>
                <c:pt idx="700">
                  <c:v>117.116888523102</c:v>
                </c:pt>
                <c:pt idx="701">
                  <c:v>117.154573380947</c:v>
                </c:pt>
                <c:pt idx="702">
                  <c:v>117.194261610508</c:v>
                </c:pt>
                <c:pt idx="703">
                  <c:v>117.227692127228</c:v>
                </c:pt>
                <c:pt idx="704">
                  <c:v>117.253519177437</c:v>
                </c:pt>
                <c:pt idx="705">
                  <c:v>117.345892727375</c:v>
                </c:pt>
                <c:pt idx="706">
                  <c:v>117.417846262455</c:v>
                </c:pt>
                <c:pt idx="707">
                  <c:v>117.477748990059</c:v>
                </c:pt>
                <c:pt idx="708">
                  <c:v>117.51973348856</c:v>
                </c:pt>
                <c:pt idx="709">
                  <c:v>117.60052293539</c:v>
                </c:pt>
                <c:pt idx="710">
                  <c:v>117.662887096405</c:v>
                </c:pt>
                <c:pt idx="711">
                  <c:v>117.726834416389</c:v>
                </c:pt>
                <c:pt idx="712">
                  <c:v>117.785846292973</c:v>
                </c:pt>
                <c:pt idx="713">
                  <c:v>117.838316082954</c:v>
                </c:pt>
                <c:pt idx="714">
                  <c:v>117.893342375755</c:v>
                </c:pt>
                <c:pt idx="715">
                  <c:v>117.988644242287</c:v>
                </c:pt>
                <c:pt idx="716">
                  <c:v>118.13545525074</c:v>
                </c:pt>
                <c:pt idx="717">
                  <c:v>118.27851498127</c:v>
                </c:pt>
                <c:pt idx="718">
                  <c:v>118.450627863407</c:v>
                </c:pt>
                <c:pt idx="719">
                  <c:v>118.581695318222</c:v>
                </c:pt>
                <c:pt idx="720">
                  <c:v>118.727335214615</c:v>
                </c:pt>
                <c:pt idx="721">
                  <c:v>118.878172874451</c:v>
                </c:pt>
                <c:pt idx="722">
                  <c:v>119.039200246334</c:v>
                </c:pt>
                <c:pt idx="723">
                  <c:v>119.196065485477</c:v>
                </c:pt>
                <c:pt idx="724">
                  <c:v>119.334645748138</c:v>
                </c:pt>
                <c:pt idx="725">
                  <c:v>119.437504827976</c:v>
                </c:pt>
                <c:pt idx="726">
                  <c:v>119.506338119507</c:v>
                </c:pt>
                <c:pt idx="727">
                  <c:v>119.608738005161</c:v>
                </c:pt>
                <c:pt idx="728">
                  <c:v>119.72315710783</c:v>
                </c:pt>
                <c:pt idx="729">
                  <c:v>119.857245862484</c:v>
                </c:pt>
                <c:pt idx="730">
                  <c:v>119.937598526478</c:v>
                </c:pt>
                <c:pt idx="731">
                  <c:v>119.951085329056</c:v>
                </c:pt>
                <c:pt idx="732">
                  <c:v>119.949506402016</c:v>
                </c:pt>
                <c:pt idx="733">
                  <c:v>119.955269873142</c:v>
                </c:pt>
                <c:pt idx="734">
                  <c:v>120.002564847469</c:v>
                </c:pt>
                <c:pt idx="735">
                  <c:v>120.033303141594</c:v>
                </c:pt>
                <c:pt idx="736">
                  <c:v>120.080656468868</c:v>
                </c:pt>
                <c:pt idx="737">
                  <c:v>120.068553388119</c:v>
                </c:pt>
                <c:pt idx="738">
                  <c:v>120.021298348904</c:v>
                </c:pt>
                <c:pt idx="739">
                  <c:v>119.919007360935</c:v>
                </c:pt>
                <c:pt idx="740">
                  <c:v>119.811513364315</c:v>
                </c:pt>
                <c:pt idx="741">
                  <c:v>119.703039228916</c:v>
                </c:pt>
                <c:pt idx="742">
                  <c:v>119.575764238834</c:v>
                </c:pt>
                <c:pt idx="743">
                  <c:v>119.424694240093</c:v>
                </c:pt>
                <c:pt idx="744">
                  <c:v>119.22287863493</c:v>
                </c:pt>
                <c:pt idx="745">
                  <c:v>119.060434281826</c:v>
                </c:pt>
                <c:pt idx="746">
                  <c:v>118.908247888088</c:v>
                </c:pt>
                <c:pt idx="747">
                  <c:v>118.875498592854</c:v>
                </c:pt>
                <c:pt idx="748">
                  <c:v>118.830499947071</c:v>
                </c:pt>
                <c:pt idx="749">
                  <c:v>118.966165781021</c:v>
                </c:pt>
                <c:pt idx="750">
                  <c:v>119.209029495716</c:v>
                </c:pt>
                <c:pt idx="751">
                  <c:v>119.48354691267</c:v>
                </c:pt>
                <c:pt idx="752">
                  <c:v>119.802242100239</c:v>
                </c:pt>
                <c:pt idx="753">
                  <c:v>120.080766499043</c:v>
                </c:pt>
                <c:pt idx="754">
                  <c:v>120.284075021744</c:v>
                </c:pt>
                <c:pt idx="755">
                  <c:v>120.565061151981</c:v>
                </c:pt>
                <c:pt idx="756">
                  <c:v>120.811418175697</c:v>
                </c:pt>
                <c:pt idx="757">
                  <c:v>121.074832320213</c:v>
                </c:pt>
                <c:pt idx="758">
                  <c:v>121.405051350594</c:v>
                </c:pt>
                <c:pt idx="759">
                  <c:v>121.749756515026</c:v>
                </c:pt>
                <c:pt idx="760">
                  <c:v>122.03040856123</c:v>
                </c:pt>
                <c:pt idx="761">
                  <c:v>122.29230594635</c:v>
                </c:pt>
                <c:pt idx="762">
                  <c:v>122.596227288246</c:v>
                </c:pt>
                <c:pt idx="763">
                  <c:v>122.96179831028</c:v>
                </c:pt>
                <c:pt idx="764">
                  <c:v>123.368017554283</c:v>
                </c:pt>
                <c:pt idx="765">
                  <c:v>123.69105887413</c:v>
                </c:pt>
                <c:pt idx="766">
                  <c:v>124.025817573071</c:v>
                </c:pt>
                <c:pt idx="767">
                  <c:v>124.353522241116</c:v>
                </c:pt>
                <c:pt idx="768">
                  <c:v>124.753382980824</c:v>
                </c:pt>
                <c:pt idx="769">
                  <c:v>125.137493133545</c:v>
                </c:pt>
                <c:pt idx="770">
                  <c:v>125.542584180832</c:v>
                </c:pt>
                <c:pt idx="771">
                  <c:v>125.908096671104</c:v>
                </c:pt>
                <c:pt idx="772">
                  <c:v>126.230991125107</c:v>
                </c:pt>
                <c:pt idx="773">
                  <c:v>126.493198633194</c:v>
                </c:pt>
                <c:pt idx="774">
                  <c:v>126.789538860321</c:v>
                </c:pt>
                <c:pt idx="775">
                  <c:v>127.048870563507</c:v>
                </c:pt>
                <c:pt idx="776">
                  <c:v>127.363777279854</c:v>
                </c:pt>
                <c:pt idx="777">
                  <c:v>127.698802947998</c:v>
                </c:pt>
                <c:pt idx="778">
                  <c:v>127.964585721493</c:v>
                </c:pt>
                <c:pt idx="779">
                  <c:v>128.221706390381</c:v>
                </c:pt>
                <c:pt idx="780">
                  <c:v>128.460349678993</c:v>
                </c:pt>
                <c:pt idx="781">
                  <c:v>128.722611188889</c:v>
                </c:pt>
                <c:pt idx="782">
                  <c:v>128.984053134918</c:v>
                </c:pt>
                <c:pt idx="783">
                  <c:v>129.215895473957</c:v>
                </c:pt>
                <c:pt idx="784">
                  <c:v>129.40864354372</c:v>
                </c:pt>
                <c:pt idx="785">
                  <c:v>129.612357020378</c:v>
                </c:pt>
                <c:pt idx="786">
                  <c:v>129.81320142746</c:v>
                </c:pt>
                <c:pt idx="787">
                  <c:v>129.965997815132</c:v>
                </c:pt>
                <c:pt idx="788">
                  <c:v>130.148537397385</c:v>
                </c:pt>
                <c:pt idx="789">
                  <c:v>130.362873733044</c:v>
                </c:pt>
                <c:pt idx="790">
                  <c:v>130.57251060009</c:v>
                </c:pt>
                <c:pt idx="791">
                  <c:v>130.747656166553</c:v>
                </c:pt>
                <c:pt idx="792">
                  <c:v>130.934025168419</c:v>
                </c:pt>
                <c:pt idx="793">
                  <c:v>131.141769230366</c:v>
                </c:pt>
                <c:pt idx="794">
                  <c:v>131.328258931637</c:v>
                </c:pt>
                <c:pt idx="795">
                  <c:v>131.531353652477</c:v>
                </c:pt>
                <c:pt idx="796">
                  <c:v>131.761386692524</c:v>
                </c:pt>
                <c:pt idx="797">
                  <c:v>132.019309818745</c:v>
                </c:pt>
                <c:pt idx="798">
                  <c:v>132.234719097614</c:v>
                </c:pt>
                <c:pt idx="799">
                  <c:v>132.450076639652</c:v>
                </c:pt>
                <c:pt idx="800">
                  <c:v>132.672835171223</c:v>
                </c:pt>
                <c:pt idx="801">
                  <c:v>132.846605479717</c:v>
                </c:pt>
                <c:pt idx="802">
                  <c:v>133.071384608746</c:v>
                </c:pt>
                <c:pt idx="803">
                  <c:v>133.324620306492</c:v>
                </c:pt>
                <c:pt idx="804">
                  <c:v>133.620465219021</c:v>
                </c:pt>
                <c:pt idx="805">
                  <c:v>133.857601583004</c:v>
                </c:pt>
                <c:pt idx="806">
                  <c:v>134.071710884571</c:v>
                </c:pt>
                <c:pt idx="807">
                  <c:v>134.241059243679</c:v>
                </c:pt>
                <c:pt idx="808">
                  <c:v>134.348628103733</c:v>
                </c:pt>
                <c:pt idx="809">
                  <c:v>134.448056936264</c:v>
                </c:pt>
                <c:pt idx="810">
                  <c:v>134.542241096497</c:v>
                </c:pt>
                <c:pt idx="811">
                  <c:v>134.670226156712</c:v>
                </c:pt>
                <c:pt idx="812">
                  <c:v>134.823144137859</c:v>
                </c:pt>
                <c:pt idx="813">
                  <c:v>134.974391877651</c:v>
                </c:pt>
                <c:pt idx="814">
                  <c:v>135.137652277946</c:v>
                </c:pt>
                <c:pt idx="815">
                  <c:v>135.307030379772</c:v>
                </c:pt>
                <c:pt idx="816">
                  <c:v>135.510466814041</c:v>
                </c:pt>
                <c:pt idx="817">
                  <c:v>135.712708950043</c:v>
                </c:pt>
                <c:pt idx="818">
                  <c:v>135.924379229546</c:v>
                </c:pt>
                <c:pt idx="819">
                  <c:v>136.083155751228</c:v>
                </c:pt>
                <c:pt idx="820">
                  <c:v>136.265666842461</c:v>
                </c:pt>
                <c:pt idx="821">
                  <c:v>136.402380466461</c:v>
                </c:pt>
                <c:pt idx="822">
                  <c:v>136.566286802292</c:v>
                </c:pt>
                <c:pt idx="823">
                  <c:v>136.801987349987</c:v>
                </c:pt>
                <c:pt idx="824">
                  <c:v>137.016060888767</c:v>
                </c:pt>
                <c:pt idx="825">
                  <c:v>137.268708348274</c:v>
                </c:pt>
                <c:pt idx="826">
                  <c:v>137.463615655899</c:v>
                </c:pt>
                <c:pt idx="827">
                  <c:v>137.636416375637</c:v>
                </c:pt>
                <c:pt idx="828">
                  <c:v>137.766242623329</c:v>
                </c:pt>
                <c:pt idx="829">
                  <c:v>137.859392404556</c:v>
                </c:pt>
                <c:pt idx="830">
                  <c:v>137.976344347</c:v>
                </c:pt>
                <c:pt idx="831">
                  <c:v>138.15640771389</c:v>
                </c:pt>
                <c:pt idx="832">
                  <c:v>138.282530605793</c:v>
                </c:pt>
                <c:pt idx="833">
                  <c:v>138.360792756081</c:v>
                </c:pt>
                <c:pt idx="834">
                  <c:v>138.415022015572</c:v>
                </c:pt>
                <c:pt idx="835">
                  <c:v>138.411814212799</c:v>
                </c:pt>
                <c:pt idx="836">
                  <c:v>138.378132224083</c:v>
                </c:pt>
                <c:pt idx="837">
                  <c:v>138.310094833374</c:v>
                </c:pt>
                <c:pt idx="838">
                  <c:v>138.252284169197</c:v>
                </c:pt>
                <c:pt idx="839">
                  <c:v>138.270775020123</c:v>
                </c:pt>
                <c:pt idx="840">
                  <c:v>138.362297356129</c:v>
                </c:pt>
                <c:pt idx="841">
                  <c:v>138.461173653603</c:v>
                </c:pt>
                <c:pt idx="842">
                  <c:v>138.562952101231</c:v>
                </c:pt>
                <c:pt idx="843">
                  <c:v>138.636014163494</c:v>
                </c:pt>
                <c:pt idx="844">
                  <c:v>138.731549084187</c:v>
                </c:pt>
                <c:pt idx="845">
                  <c:v>138.823336780071</c:v>
                </c:pt>
                <c:pt idx="846">
                  <c:v>138.95295548439</c:v>
                </c:pt>
                <c:pt idx="847">
                  <c:v>139.102344036102</c:v>
                </c:pt>
                <c:pt idx="848">
                  <c:v>139.265860915184</c:v>
                </c:pt>
                <c:pt idx="849">
                  <c:v>139.404734015465</c:v>
                </c:pt>
                <c:pt idx="850">
                  <c:v>139.545793414116</c:v>
                </c:pt>
                <c:pt idx="851">
                  <c:v>139.68338394165</c:v>
                </c:pt>
                <c:pt idx="852">
                  <c:v>139.84354943037</c:v>
                </c:pt>
                <c:pt idx="853">
                  <c:v>140.029913902283</c:v>
                </c:pt>
                <c:pt idx="854">
                  <c:v>140.254042625427</c:v>
                </c:pt>
                <c:pt idx="855">
                  <c:v>140.510796308517</c:v>
                </c:pt>
                <c:pt idx="856">
                  <c:v>140.770771980286</c:v>
                </c:pt>
                <c:pt idx="857">
                  <c:v>141.076797604561</c:v>
                </c:pt>
                <c:pt idx="858">
                  <c:v>141.363093852997</c:v>
                </c:pt>
                <c:pt idx="859">
                  <c:v>141.584883749485</c:v>
                </c:pt>
                <c:pt idx="860">
                  <c:v>141.742405712605</c:v>
                </c:pt>
                <c:pt idx="861">
                  <c:v>141.925347089767</c:v>
                </c:pt>
                <c:pt idx="862">
                  <c:v>142.115773022175</c:v>
                </c:pt>
                <c:pt idx="863">
                  <c:v>142.279467880726</c:v>
                </c:pt>
                <c:pt idx="864">
                  <c:v>142.508733570576</c:v>
                </c:pt>
                <c:pt idx="865">
                  <c:v>142.740168333054</c:v>
                </c:pt>
                <c:pt idx="866">
                  <c:v>142.906522572041</c:v>
                </c:pt>
                <c:pt idx="867">
                  <c:v>143.063881218433</c:v>
                </c:pt>
                <c:pt idx="868">
                  <c:v>143.247107803822</c:v>
                </c:pt>
                <c:pt idx="869">
                  <c:v>143.544236004353</c:v>
                </c:pt>
                <c:pt idx="870">
                  <c:v>143.84472733736</c:v>
                </c:pt>
                <c:pt idx="871">
                  <c:v>144.165883481503</c:v>
                </c:pt>
                <c:pt idx="872">
                  <c:v>144.505480051041</c:v>
                </c:pt>
                <c:pt idx="873">
                  <c:v>144.835729420185</c:v>
                </c:pt>
                <c:pt idx="874">
                  <c:v>145.206274390221</c:v>
                </c:pt>
                <c:pt idx="875">
                  <c:v>145.581751227379</c:v>
                </c:pt>
                <c:pt idx="876">
                  <c:v>145.94826734066</c:v>
                </c:pt>
                <c:pt idx="877">
                  <c:v>146.294781208038</c:v>
                </c:pt>
                <c:pt idx="878">
                  <c:v>146.640861868858</c:v>
                </c:pt>
                <c:pt idx="879">
                  <c:v>146.988908290863</c:v>
                </c:pt>
                <c:pt idx="880">
                  <c:v>147.357307195663</c:v>
                </c:pt>
                <c:pt idx="881">
                  <c:v>147.725650310516</c:v>
                </c:pt>
                <c:pt idx="882">
                  <c:v>148.102297782898</c:v>
                </c:pt>
                <c:pt idx="883">
                  <c:v>148.466611862183</c:v>
                </c:pt>
                <c:pt idx="884">
                  <c:v>148.807117819786</c:v>
                </c:pt>
                <c:pt idx="885">
                  <c:v>149.120506644249</c:v>
                </c:pt>
                <c:pt idx="886">
                  <c:v>149.383726716042</c:v>
                </c:pt>
                <c:pt idx="887">
                  <c:v>149.605760812759</c:v>
                </c:pt>
                <c:pt idx="888">
                  <c:v>149.778860926628</c:v>
                </c:pt>
                <c:pt idx="889">
                  <c:v>149.872206747532</c:v>
                </c:pt>
                <c:pt idx="890">
                  <c:v>149.979408979416</c:v>
                </c:pt>
                <c:pt idx="891">
                  <c:v>150.090025365353</c:v>
                </c:pt>
                <c:pt idx="892">
                  <c:v>150.243552923203</c:v>
                </c:pt>
                <c:pt idx="893">
                  <c:v>150.382658481598</c:v>
                </c:pt>
                <c:pt idx="894">
                  <c:v>150.527568876743</c:v>
                </c:pt>
                <c:pt idx="895">
                  <c:v>150.594470083714</c:v>
                </c:pt>
                <c:pt idx="896">
                  <c:v>150.616137623787</c:v>
                </c:pt>
                <c:pt idx="897">
                  <c:v>150.623607575893</c:v>
                </c:pt>
                <c:pt idx="898">
                  <c:v>150.67817145586</c:v>
                </c:pt>
                <c:pt idx="899">
                  <c:v>150.726151525974</c:v>
                </c:pt>
                <c:pt idx="900">
                  <c:v>150.774033546448</c:v>
                </c:pt>
                <c:pt idx="901">
                  <c:v>150.746212601662</c:v>
                </c:pt>
                <c:pt idx="902">
                  <c:v>150.781652629375</c:v>
                </c:pt>
                <c:pt idx="903">
                  <c:v>150.826106190681</c:v>
                </c:pt>
                <c:pt idx="904">
                  <c:v>150.787566304207</c:v>
                </c:pt>
                <c:pt idx="905">
                  <c:v>150.777865767479</c:v>
                </c:pt>
                <c:pt idx="906">
                  <c:v>150.723985314369</c:v>
                </c:pt>
                <c:pt idx="907">
                  <c:v>150.690895676613</c:v>
                </c:pt>
                <c:pt idx="908">
                  <c:v>150.657409667969</c:v>
                </c:pt>
                <c:pt idx="909">
                  <c:v>150.633098363876</c:v>
                </c:pt>
                <c:pt idx="910">
                  <c:v>150.652573823929</c:v>
                </c:pt>
                <c:pt idx="911">
                  <c:v>150.643239140511</c:v>
                </c:pt>
                <c:pt idx="912">
                  <c:v>150.600111961365</c:v>
                </c:pt>
                <c:pt idx="913">
                  <c:v>150.547653913498</c:v>
                </c:pt>
                <c:pt idx="914">
                  <c:v>150.490553379059</c:v>
                </c:pt>
                <c:pt idx="915">
                  <c:v>150.545705378056</c:v>
                </c:pt>
                <c:pt idx="916">
                  <c:v>150.66217237711</c:v>
                </c:pt>
                <c:pt idx="917">
                  <c:v>150.826987624168</c:v>
                </c:pt>
                <c:pt idx="918">
                  <c:v>150.994700849056</c:v>
                </c:pt>
                <c:pt idx="919">
                  <c:v>151.157466232777</c:v>
                </c:pt>
                <c:pt idx="920">
                  <c:v>151.343780875206</c:v>
                </c:pt>
                <c:pt idx="921">
                  <c:v>151.570826292038</c:v>
                </c:pt>
                <c:pt idx="922">
                  <c:v>151.808193147182</c:v>
                </c:pt>
                <c:pt idx="923">
                  <c:v>152.007195055485</c:v>
                </c:pt>
                <c:pt idx="924">
                  <c:v>152.205434024334</c:v>
                </c:pt>
                <c:pt idx="925">
                  <c:v>152.415955305099</c:v>
                </c:pt>
                <c:pt idx="926">
                  <c:v>152.619146585464</c:v>
                </c:pt>
                <c:pt idx="927">
                  <c:v>152.796602964401</c:v>
                </c:pt>
                <c:pt idx="928">
                  <c:v>153.020693600178</c:v>
                </c:pt>
                <c:pt idx="929">
                  <c:v>153.220539987087</c:v>
                </c:pt>
                <c:pt idx="930">
                  <c:v>153.377628624439</c:v>
                </c:pt>
                <c:pt idx="931">
                  <c:v>153.565500855446</c:v>
                </c:pt>
                <c:pt idx="932">
                  <c:v>153.77894705534</c:v>
                </c:pt>
                <c:pt idx="933">
                  <c:v>153.979164302349</c:v>
                </c:pt>
                <c:pt idx="934">
                  <c:v>154.275247871876</c:v>
                </c:pt>
                <c:pt idx="935">
                  <c:v>154.497053086758</c:v>
                </c:pt>
                <c:pt idx="936">
                  <c:v>154.775087058544</c:v>
                </c:pt>
                <c:pt idx="937">
                  <c:v>155.00740814209</c:v>
                </c:pt>
                <c:pt idx="938">
                  <c:v>155.211683273315</c:v>
                </c:pt>
                <c:pt idx="939">
                  <c:v>155.380188107491</c:v>
                </c:pt>
                <c:pt idx="940">
                  <c:v>155.514536201954</c:v>
                </c:pt>
                <c:pt idx="941">
                  <c:v>155.654031515121</c:v>
                </c:pt>
                <c:pt idx="942">
                  <c:v>155.798022866249</c:v>
                </c:pt>
                <c:pt idx="943">
                  <c:v>155.988668262959</c:v>
                </c:pt>
                <c:pt idx="944">
                  <c:v>156.147793054581</c:v>
                </c:pt>
                <c:pt idx="945">
                  <c:v>156.335237562656</c:v>
                </c:pt>
                <c:pt idx="946">
                  <c:v>156.481354117393</c:v>
                </c:pt>
                <c:pt idx="947">
                  <c:v>156.638791501522</c:v>
                </c:pt>
                <c:pt idx="948">
                  <c:v>156.75865238905</c:v>
                </c:pt>
                <c:pt idx="949">
                  <c:v>156.905792891979</c:v>
                </c:pt>
                <c:pt idx="950">
                  <c:v>157.018782317638</c:v>
                </c:pt>
                <c:pt idx="951">
                  <c:v>157.12567949295</c:v>
                </c:pt>
                <c:pt idx="952">
                  <c:v>157.264613330364</c:v>
                </c:pt>
                <c:pt idx="953">
                  <c:v>157.398800492287</c:v>
                </c:pt>
                <c:pt idx="954">
                  <c:v>157.506714582443</c:v>
                </c:pt>
                <c:pt idx="955">
                  <c:v>157.60068655014</c:v>
                </c:pt>
                <c:pt idx="956">
                  <c:v>157.717833817005</c:v>
                </c:pt>
                <c:pt idx="957">
                  <c:v>157.860297739506</c:v>
                </c:pt>
                <c:pt idx="958">
                  <c:v>158.029602348804</c:v>
                </c:pt>
                <c:pt idx="959">
                  <c:v>158.188006103039</c:v>
                </c:pt>
                <c:pt idx="960">
                  <c:v>158.358346045017</c:v>
                </c:pt>
                <c:pt idx="961">
                  <c:v>158.519520223141</c:v>
                </c:pt>
                <c:pt idx="962">
                  <c:v>158.669089198112</c:v>
                </c:pt>
                <c:pt idx="963">
                  <c:v>158.871500074863</c:v>
                </c:pt>
                <c:pt idx="964">
                  <c:v>159.045936644077</c:v>
                </c:pt>
                <c:pt idx="965">
                  <c:v>159.22657006979</c:v>
                </c:pt>
                <c:pt idx="966">
                  <c:v>159.428241074085</c:v>
                </c:pt>
                <c:pt idx="967">
                  <c:v>159.592729628086</c:v>
                </c:pt>
                <c:pt idx="968">
                  <c:v>159.778724968433</c:v>
                </c:pt>
                <c:pt idx="969">
                  <c:v>159.967114627361</c:v>
                </c:pt>
                <c:pt idx="970">
                  <c:v>160.12257540226</c:v>
                </c:pt>
                <c:pt idx="971">
                  <c:v>160.339587330818</c:v>
                </c:pt>
                <c:pt idx="972">
                  <c:v>160.504877328873</c:v>
                </c:pt>
                <c:pt idx="973">
                  <c:v>160.721016943455</c:v>
                </c:pt>
                <c:pt idx="974">
                  <c:v>160.899162828922</c:v>
                </c:pt>
                <c:pt idx="975">
                  <c:v>161.09123891592</c:v>
                </c:pt>
                <c:pt idx="976">
                  <c:v>161.266316652298</c:v>
                </c:pt>
                <c:pt idx="977">
                  <c:v>161.475953876972</c:v>
                </c:pt>
                <c:pt idx="978">
                  <c:v>161.681300163269</c:v>
                </c:pt>
                <c:pt idx="979">
                  <c:v>161.855478525162</c:v>
                </c:pt>
                <c:pt idx="980">
                  <c:v>161.971646726131</c:v>
                </c:pt>
                <c:pt idx="981">
                  <c:v>162.092870295048</c:v>
                </c:pt>
                <c:pt idx="982">
                  <c:v>162.249637961388</c:v>
                </c:pt>
                <c:pt idx="983">
                  <c:v>162.421826124191</c:v>
                </c:pt>
                <c:pt idx="984">
                  <c:v>162.524892985821</c:v>
                </c:pt>
                <c:pt idx="985">
                  <c:v>162.62848842144</c:v>
                </c:pt>
                <c:pt idx="986">
                  <c:v>162.677653670311</c:v>
                </c:pt>
                <c:pt idx="987">
                  <c:v>162.793126344681</c:v>
                </c:pt>
                <c:pt idx="988">
                  <c:v>162.909829676151</c:v>
                </c:pt>
                <c:pt idx="989">
                  <c:v>163.073445320129</c:v>
                </c:pt>
                <c:pt idx="990">
                  <c:v>163.250636100769</c:v>
                </c:pt>
                <c:pt idx="991">
                  <c:v>163.35283446312</c:v>
                </c:pt>
                <c:pt idx="992">
                  <c:v>163.414276063442</c:v>
                </c:pt>
                <c:pt idx="993">
                  <c:v>163.449243485928</c:v>
                </c:pt>
                <c:pt idx="994">
                  <c:v>163.548637509346</c:v>
                </c:pt>
                <c:pt idx="995">
                  <c:v>163.659747123718</c:v>
                </c:pt>
                <c:pt idx="996">
                  <c:v>163.761590659618</c:v>
                </c:pt>
                <c:pt idx="997">
                  <c:v>163.916680037975</c:v>
                </c:pt>
                <c:pt idx="998">
                  <c:v>164.188352406025</c:v>
                </c:pt>
                <c:pt idx="999">
                  <c:v>164.383002340794</c:v>
                </c:pt>
                <c:pt idx="1000">
                  <c:v>164.58845436573</c:v>
                </c:pt>
                <c:pt idx="1001">
                  <c:v>164.804557919502</c:v>
                </c:pt>
                <c:pt idx="1002">
                  <c:v>164.983516275883</c:v>
                </c:pt>
                <c:pt idx="1003">
                  <c:v>165.124300003052</c:v>
                </c:pt>
                <c:pt idx="1004">
                  <c:v>165.266102671623</c:v>
                </c:pt>
                <c:pt idx="1005">
                  <c:v>165.420794129372</c:v>
                </c:pt>
                <c:pt idx="1006">
                  <c:v>165.600622534752</c:v>
                </c:pt>
                <c:pt idx="1007">
                  <c:v>165.736153542995</c:v>
                </c:pt>
                <c:pt idx="1008">
                  <c:v>165.899702787399</c:v>
                </c:pt>
                <c:pt idx="1009">
                  <c:v>166.001398384571</c:v>
                </c:pt>
                <c:pt idx="1010">
                  <c:v>166.126330435276</c:v>
                </c:pt>
                <c:pt idx="1011">
                  <c:v>166.21538412571</c:v>
                </c:pt>
                <c:pt idx="1012">
                  <c:v>166.344389915466</c:v>
                </c:pt>
                <c:pt idx="1013">
                  <c:v>166.468787908554</c:v>
                </c:pt>
                <c:pt idx="1014">
                  <c:v>166.573615670204</c:v>
                </c:pt>
                <c:pt idx="1015">
                  <c:v>166.682410597801</c:v>
                </c:pt>
                <c:pt idx="1016">
                  <c:v>166.801283121109</c:v>
                </c:pt>
                <c:pt idx="1017">
                  <c:v>166.924640476704</c:v>
                </c:pt>
                <c:pt idx="1018">
                  <c:v>167.029499173164</c:v>
                </c:pt>
                <c:pt idx="1019">
                  <c:v>167.115371823311</c:v>
                </c:pt>
                <c:pt idx="1020">
                  <c:v>167.256166338921</c:v>
                </c:pt>
                <c:pt idx="1021">
                  <c:v>167.420315980911</c:v>
                </c:pt>
                <c:pt idx="1022">
                  <c:v>167.612458050251</c:v>
                </c:pt>
                <c:pt idx="1023">
                  <c:v>167.815591871738</c:v>
                </c:pt>
                <c:pt idx="1024">
                  <c:v>167.98532885313</c:v>
                </c:pt>
                <c:pt idx="1025">
                  <c:v>168.174024045467</c:v>
                </c:pt>
                <c:pt idx="1026">
                  <c:v>168.357830703259</c:v>
                </c:pt>
                <c:pt idx="1027">
                  <c:v>168.554302513599</c:v>
                </c:pt>
                <c:pt idx="1028">
                  <c:v>168.734816431999</c:v>
                </c:pt>
                <c:pt idx="1029">
                  <c:v>168.918145298958</c:v>
                </c:pt>
                <c:pt idx="1030">
                  <c:v>169.130335271358</c:v>
                </c:pt>
                <c:pt idx="1031">
                  <c:v>169.348192989826</c:v>
                </c:pt>
                <c:pt idx="1032">
                  <c:v>169.577208995819</c:v>
                </c:pt>
                <c:pt idx="1033">
                  <c:v>169.809524595737</c:v>
                </c:pt>
                <c:pt idx="1034">
                  <c:v>169.994591057301</c:v>
                </c:pt>
                <c:pt idx="1035">
                  <c:v>170.152505397797</c:v>
                </c:pt>
                <c:pt idx="1036">
                  <c:v>170.308879673481</c:v>
                </c:pt>
                <c:pt idx="1037">
                  <c:v>170.418700158596</c:v>
                </c:pt>
                <c:pt idx="1038">
                  <c:v>170.522599577904</c:v>
                </c:pt>
                <c:pt idx="1039">
                  <c:v>170.671434521675</c:v>
                </c:pt>
                <c:pt idx="1040">
                  <c:v>170.794146955013</c:v>
                </c:pt>
                <c:pt idx="1041">
                  <c:v>170.920512259007</c:v>
                </c:pt>
                <c:pt idx="1042">
                  <c:v>170.980206906796</c:v>
                </c:pt>
                <c:pt idx="1043">
                  <c:v>171.05698299408</c:v>
                </c:pt>
                <c:pt idx="1044">
                  <c:v>171.164678752422</c:v>
                </c:pt>
                <c:pt idx="1045">
                  <c:v>171.226598262787</c:v>
                </c:pt>
                <c:pt idx="1046">
                  <c:v>171.25977563858</c:v>
                </c:pt>
                <c:pt idx="1047">
                  <c:v>171.311558008194</c:v>
                </c:pt>
                <c:pt idx="1048">
                  <c:v>171.335356712341</c:v>
                </c:pt>
                <c:pt idx="1049">
                  <c:v>171.335778534412</c:v>
                </c:pt>
                <c:pt idx="1050">
                  <c:v>171.318859755993</c:v>
                </c:pt>
                <c:pt idx="1051">
                  <c:v>171.24565166235</c:v>
                </c:pt>
                <c:pt idx="1052">
                  <c:v>171.138105332851</c:v>
                </c:pt>
                <c:pt idx="1053">
                  <c:v>171.005141079426</c:v>
                </c:pt>
                <c:pt idx="1054">
                  <c:v>170.897879302502</c:v>
                </c:pt>
                <c:pt idx="1055">
                  <c:v>170.885120332241</c:v>
                </c:pt>
                <c:pt idx="1056">
                  <c:v>170.95308971405</c:v>
                </c:pt>
                <c:pt idx="1057">
                  <c:v>171.003013193607</c:v>
                </c:pt>
                <c:pt idx="1058">
                  <c:v>171.059005975723</c:v>
                </c:pt>
                <c:pt idx="1059">
                  <c:v>171.12827205658</c:v>
                </c:pt>
                <c:pt idx="1060">
                  <c:v>171.217785835266</c:v>
                </c:pt>
                <c:pt idx="1061">
                  <c:v>171.299192607403</c:v>
                </c:pt>
                <c:pt idx="1062">
                  <c:v>171.4046484828</c:v>
                </c:pt>
                <c:pt idx="1063">
                  <c:v>171.495917022228</c:v>
                </c:pt>
                <c:pt idx="1064">
                  <c:v>171.562008798122</c:v>
                </c:pt>
                <c:pt idx="1065">
                  <c:v>171.643004894257</c:v>
                </c:pt>
                <c:pt idx="1066">
                  <c:v>171.708537518978</c:v>
                </c:pt>
                <c:pt idx="1067">
                  <c:v>171.774218857288</c:v>
                </c:pt>
                <c:pt idx="1068">
                  <c:v>171.903354287148</c:v>
                </c:pt>
                <c:pt idx="1069">
                  <c:v>172.007379055023</c:v>
                </c:pt>
                <c:pt idx="1070">
                  <c:v>172.107002317905</c:v>
                </c:pt>
                <c:pt idx="1071">
                  <c:v>172.245444834232</c:v>
                </c:pt>
                <c:pt idx="1072">
                  <c:v>172.38386875391</c:v>
                </c:pt>
                <c:pt idx="1073">
                  <c:v>172.541930437088</c:v>
                </c:pt>
                <c:pt idx="1074">
                  <c:v>172.682963132858</c:v>
                </c:pt>
                <c:pt idx="1075">
                  <c:v>172.783377587795</c:v>
                </c:pt>
                <c:pt idx="1076">
                  <c:v>172.850659966469</c:v>
                </c:pt>
                <c:pt idx="1077">
                  <c:v>172.904626190662</c:v>
                </c:pt>
                <c:pt idx="1078">
                  <c:v>172.952743053436</c:v>
                </c:pt>
                <c:pt idx="1079">
                  <c:v>172.988688588142</c:v>
                </c:pt>
                <c:pt idx="1080">
                  <c:v>173.018448710442</c:v>
                </c:pt>
                <c:pt idx="1081">
                  <c:v>173.041277050972</c:v>
                </c:pt>
                <c:pt idx="1082">
                  <c:v>173.113086223602</c:v>
                </c:pt>
                <c:pt idx="1083">
                  <c:v>173.199841916561</c:v>
                </c:pt>
                <c:pt idx="1084">
                  <c:v>173.276921927929</c:v>
                </c:pt>
                <c:pt idx="1085">
                  <c:v>173.369535028934</c:v>
                </c:pt>
                <c:pt idx="1086">
                  <c:v>173.414551436901</c:v>
                </c:pt>
                <c:pt idx="1087">
                  <c:v>173.439590752125</c:v>
                </c:pt>
                <c:pt idx="1088">
                  <c:v>173.398903787136</c:v>
                </c:pt>
                <c:pt idx="1089">
                  <c:v>173.361427247524</c:v>
                </c:pt>
                <c:pt idx="1090">
                  <c:v>173.37536239624</c:v>
                </c:pt>
                <c:pt idx="1091">
                  <c:v>173.424353897572</c:v>
                </c:pt>
                <c:pt idx="1092">
                  <c:v>173.537156403065</c:v>
                </c:pt>
                <c:pt idx="1093">
                  <c:v>173.618438005447</c:v>
                </c:pt>
                <c:pt idx="1094">
                  <c:v>173.646014094353</c:v>
                </c:pt>
                <c:pt idx="1095">
                  <c:v>173.665854692459</c:v>
                </c:pt>
                <c:pt idx="1096">
                  <c:v>173.687879860401</c:v>
                </c:pt>
                <c:pt idx="1097">
                  <c:v>173.658383309841</c:v>
                </c:pt>
                <c:pt idx="1098">
                  <c:v>173.650798618793</c:v>
                </c:pt>
                <c:pt idx="1099">
                  <c:v>173.625052392483</c:v>
                </c:pt>
                <c:pt idx="1100">
                  <c:v>173.625639379025</c:v>
                </c:pt>
                <c:pt idx="1101">
                  <c:v>173.615057766438</c:v>
                </c:pt>
                <c:pt idx="1102">
                  <c:v>173.608427941799</c:v>
                </c:pt>
                <c:pt idx="1103">
                  <c:v>173.591266095638</c:v>
                </c:pt>
                <c:pt idx="1104">
                  <c:v>173.652483105659</c:v>
                </c:pt>
                <c:pt idx="1105">
                  <c:v>173.696786999702</c:v>
                </c:pt>
                <c:pt idx="1106">
                  <c:v>173.786284446716</c:v>
                </c:pt>
                <c:pt idx="1107">
                  <c:v>173.915248215199</c:v>
                </c:pt>
                <c:pt idx="1108">
                  <c:v>174.047131836414</c:v>
                </c:pt>
                <c:pt idx="1109">
                  <c:v>174.162130534649</c:v>
                </c:pt>
                <c:pt idx="1110">
                  <c:v>174.205668330193</c:v>
                </c:pt>
                <c:pt idx="1111">
                  <c:v>174.293645739555</c:v>
                </c:pt>
                <c:pt idx="1112">
                  <c:v>174.317899346352</c:v>
                </c:pt>
                <c:pt idx="1113">
                  <c:v>174.423025369644</c:v>
                </c:pt>
                <c:pt idx="1114">
                  <c:v>174.545438110828</c:v>
                </c:pt>
                <c:pt idx="1115">
                  <c:v>174.645342350006</c:v>
                </c:pt>
                <c:pt idx="1116">
                  <c:v>174.717868685722</c:v>
                </c:pt>
                <c:pt idx="1117">
                  <c:v>174.908032715321</c:v>
                </c:pt>
                <c:pt idx="1118">
                  <c:v>175.010529100895</c:v>
                </c:pt>
                <c:pt idx="1119">
                  <c:v>175.167857646942</c:v>
                </c:pt>
                <c:pt idx="1120">
                  <c:v>175.335514187813</c:v>
                </c:pt>
                <c:pt idx="1121">
                  <c:v>175.523416638374</c:v>
                </c:pt>
                <c:pt idx="1122">
                  <c:v>175.761059880257</c:v>
                </c:pt>
                <c:pt idx="1123">
                  <c:v>176.012177586555</c:v>
                </c:pt>
                <c:pt idx="1124">
                  <c:v>176.238083422184</c:v>
                </c:pt>
                <c:pt idx="1125">
                  <c:v>176.467104613781</c:v>
                </c:pt>
                <c:pt idx="1126">
                  <c:v>176.636059701443</c:v>
                </c:pt>
                <c:pt idx="1127">
                  <c:v>176.780284523964</c:v>
                </c:pt>
                <c:pt idx="1128">
                  <c:v>176.951830863953</c:v>
                </c:pt>
                <c:pt idx="1129">
                  <c:v>177.112706363201</c:v>
                </c:pt>
                <c:pt idx="1130">
                  <c:v>177.302815794945</c:v>
                </c:pt>
                <c:pt idx="1131">
                  <c:v>177.530313551426</c:v>
                </c:pt>
                <c:pt idx="1132">
                  <c:v>177.755166471004</c:v>
                </c:pt>
                <c:pt idx="1133">
                  <c:v>177.965396285057</c:v>
                </c:pt>
                <c:pt idx="1134">
                  <c:v>178.189736664295</c:v>
                </c:pt>
                <c:pt idx="1135">
                  <c:v>178.454242289066</c:v>
                </c:pt>
                <c:pt idx="1136">
                  <c:v>178.669907689095</c:v>
                </c:pt>
                <c:pt idx="1137">
                  <c:v>178.867361545563</c:v>
                </c:pt>
                <c:pt idx="1138">
                  <c:v>179.11031126976</c:v>
                </c:pt>
                <c:pt idx="1139">
                  <c:v>179.318212985992</c:v>
                </c:pt>
                <c:pt idx="1140">
                  <c:v>179.591377139091</c:v>
                </c:pt>
                <c:pt idx="1141">
                  <c:v>179.852626144886</c:v>
                </c:pt>
                <c:pt idx="1142">
                  <c:v>180.099080264568</c:v>
                </c:pt>
                <c:pt idx="1143">
                  <c:v>180.284392297268</c:v>
                </c:pt>
                <c:pt idx="1144">
                  <c:v>180.432598292828</c:v>
                </c:pt>
                <c:pt idx="1145">
                  <c:v>180.552144169807</c:v>
                </c:pt>
                <c:pt idx="1146">
                  <c:v>180.707769811153</c:v>
                </c:pt>
                <c:pt idx="1147">
                  <c:v>180.866434633732</c:v>
                </c:pt>
                <c:pt idx="1148">
                  <c:v>180.906834661961</c:v>
                </c:pt>
                <c:pt idx="1149">
                  <c:v>180.957503795624</c:v>
                </c:pt>
                <c:pt idx="1150">
                  <c:v>181.023284852505</c:v>
                </c:pt>
                <c:pt idx="1151">
                  <c:v>181.115979909897</c:v>
                </c:pt>
                <c:pt idx="1152">
                  <c:v>181.159814417362</c:v>
                </c:pt>
                <c:pt idx="1153">
                  <c:v>181.184465765953</c:v>
                </c:pt>
                <c:pt idx="1154">
                  <c:v>181.18796056509</c:v>
                </c:pt>
                <c:pt idx="1155">
                  <c:v>181.195093631744</c:v>
                </c:pt>
                <c:pt idx="1156">
                  <c:v>181.202063441277</c:v>
                </c:pt>
                <c:pt idx="1157">
                  <c:v>181.181081414223</c:v>
                </c:pt>
                <c:pt idx="1158">
                  <c:v>181.136071324348</c:v>
                </c:pt>
                <c:pt idx="1159">
                  <c:v>181.098175406456</c:v>
                </c:pt>
                <c:pt idx="1160">
                  <c:v>181.048499584198</c:v>
                </c:pt>
                <c:pt idx="1161">
                  <c:v>181.01652276516</c:v>
                </c:pt>
                <c:pt idx="1162">
                  <c:v>180.956115961075</c:v>
                </c:pt>
                <c:pt idx="1163">
                  <c:v>180.920350670815</c:v>
                </c:pt>
                <c:pt idx="1164">
                  <c:v>180.941650688648</c:v>
                </c:pt>
                <c:pt idx="1165">
                  <c:v>180.973516702652</c:v>
                </c:pt>
                <c:pt idx="1166">
                  <c:v>181.000482141972</c:v>
                </c:pt>
                <c:pt idx="1167">
                  <c:v>181.00740480423</c:v>
                </c:pt>
                <c:pt idx="1168">
                  <c:v>181.045831739902</c:v>
                </c:pt>
                <c:pt idx="1169">
                  <c:v>181.03981000185</c:v>
                </c:pt>
                <c:pt idx="1170">
                  <c:v>181.06214928627</c:v>
                </c:pt>
                <c:pt idx="1171">
                  <c:v>181.044129371643</c:v>
                </c:pt>
                <c:pt idx="1172">
                  <c:v>181.044884383678</c:v>
                </c:pt>
                <c:pt idx="1173">
                  <c:v>181.051667094231</c:v>
                </c:pt>
                <c:pt idx="1174">
                  <c:v>181.100876748562</c:v>
                </c:pt>
                <c:pt idx="1175">
                  <c:v>181.064793407917</c:v>
                </c:pt>
                <c:pt idx="1176">
                  <c:v>181.097505927086</c:v>
                </c:pt>
                <c:pt idx="1177">
                  <c:v>181.12270539999</c:v>
                </c:pt>
                <c:pt idx="1178">
                  <c:v>181.173327445984</c:v>
                </c:pt>
                <c:pt idx="1179">
                  <c:v>181.194893717766</c:v>
                </c:pt>
                <c:pt idx="1180">
                  <c:v>181.242653608322</c:v>
                </c:pt>
                <c:pt idx="1181">
                  <c:v>181.313569784164</c:v>
                </c:pt>
                <c:pt idx="1182">
                  <c:v>181.363502144814</c:v>
                </c:pt>
                <c:pt idx="1183">
                  <c:v>181.402636289597</c:v>
                </c:pt>
                <c:pt idx="1184">
                  <c:v>181.446743786335</c:v>
                </c:pt>
                <c:pt idx="1185">
                  <c:v>181.486909925938</c:v>
                </c:pt>
                <c:pt idx="1186">
                  <c:v>181.544472575188</c:v>
                </c:pt>
                <c:pt idx="1187">
                  <c:v>181.599472165108</c:v>
                </c:pt>
                <c:pt idx="1188">
                  <c:v>181.780639827251</c:v>
                </c:pt>
                <c:pt idx="1189">
                  <c:v>181.977296113968</c:v>
                </c:pt>
                <c:pt idx="1190">
                  <c:v>182.192225337028</c:v>
                </c:pt>
                <c:pt idx="1191">
                  <c:v>182.346383810043</c:v>
                </c:pt>
                <c:pt idx="1192">
                  <c:v>182.494548499584</c:v>
                </c:pt>
                <c:pt idx="1193">
                  <c:v>182.679827272892</c:v>
                </c:pt>
                <c:pt idx="1194">
                  <c:v>182.875827491283</c:v>
                </c:pt>
                <c:pt idx="1195">
                  <c:v>183.088535606861</c:v>
                </c:pt>
                <c:pt idx="1196">
                  <c:v>183.294564247131</c:v>
                </c:pt>
                <c:pt idx="1197">
                  <c:v>183.474120736122</c:v>
                </c:pt>
                <c:pt idx="1198">
                  <c:v>183.678333759308</c:v>
                </c:pt>
                <c:pt idx="1199">
                  <c:v>183.837961196899</c:v>
                </c:pt>
                <c:pt idx="1200">
                  <c:v>183.994454979897</c:v>
                </c:pt>
                <c:pt idx="1201">
                  <c:v>184.264428853989</c:v>
                </c:pt>
                <c:pt idx="1202">
                  <c:v>184.533881485462</c:v>
                </c:pt>
                <c:pt idx="1203">
                  <c:v>184.830299377441</c:v>
                </c:pt>
                <c:pt idx="1204">
                  <c:v>185.104758501053</c:v>
                </c:pt>
                <c:pt idx="1205">
                  <c:v>185.374983310699</c:v>
                </c:pt>
                <c:pt idx="1206">
                  <c:v>185.669866859913</c:v>
                </c:pt>
                <c:pt idx="1207">
                  <c:v>185.934808194637</c:v>
                </c:pt>
                <c:pt idx="1208">
                  <c:v>186.171831905842</c:v>
                </c:pt>
                <c:pt idx="1209">
                  <c:v>186.430624306202</c:v>
                </c:pt>
                <c:pt idx="1210">
                  <c:v>186.724666595459</c:v>
                </c:pt>
                <c:pt idx="1211">
                  <c:v>187.034265398979</c:v>
                </c:pt>
                <c:pt idx="1212">
                  <c:v>187.258487343788</c:v>
                </c:pt>
                <c:pt idx="1213">
                  <c:v>187.491003870964</c:v>
                </c:pt>
                <c:pt idx="1214">
                  <c:v>187.74479842186</c:v>
                </c:pt>
                <c:pt idx="1215">
                  <c:v>188.034648418426</c:v>
                </c:pt>
                <c:pt idx="1216">
                  <c:v>188.351120948791</c:v>
                </c:pt>
                <c:pt idx="1217">
                  <c:v>188.675948560238</c:v>
                </c:pt>
                <c:pt idx="1218">
                  <c:v>189.012392818928</c:v>
                </c:pt>
                <c:pt idx="1219">
                  <c:v>189.261450707912</c:v>
                </c:pt>
                <c:pt idx="1220">
                  <c:v>189.537695109844</c:v>
                </c:pt>
                <c:pt idx="1221">
                  <c:v>189.801554739475</c:v>
                </c:pt>
                <c:pt idx="1222">
                  <c:v>190.041633486748</c:v>
                </c:pt>
                <c:pt idx="1223">
                  <c:v>190.268755197525</c:v>
                </c:pt>
                <c:pt idx="1224">
                  <c:v>190.531309008598</c:v>
                </c:pt>
                <c:pt idx="1225">
                  <c:v>190.768280088901</c:v>
                </c:pt>
                <c:pt idx="1226">
                  <c:v>191.059480190277</c:v>
                </c:pt>
                <c:pt idx="1227">
                  <c:v>191.326078355312</c:v>
                </c:pt>
                <c:pt idx="1228">
                  <c:v>191.582605302334</c:v>
                </c:pt>
                <c:pt idx="1229">
                  <c:v>191.79675245285</c:v>
                </c:pt>
                <c:pt idx="1230">
                  <c:v>192.008977591991</c:v>
                </c:pt>
                <c:pt idx="1231">
                  <c:v>192.189245402813</c:v>
                </c:pt>
                <c:pt idx="1232">
                  <c:v>192.346544802189</c:v>
                </c:pt>
                <c:pt idx="1233">
                  <c:v>192.469977378845</c:v>
                </c:pt>
                <c:pt idx="1234">
                  <c:v>192.510717451572</c:v>
                </c:pt>
                <c:pt idx="1235">
                  <c:v>192.513657569885</c:v>
                </c:pt>
                <c:pt idx="1236">
                  <c:v>192.534083008766</c:v>
                </c:pt>
                <c:pt idx="1237">
                  <c:v>192.529613018036</c:v>
                </c:pt>
                <c:pt idx="1238">
                  <c:v>192.561941027641</c:v>
                </c:pt>
                <c:pt idx="1239">
                  <c:v>192.59662425518</c:v>
                </c:pt>
                <c:pt idx="1240">
                  <c:v>192.669754087925</c:v>
                </c:pt>
                <c:pt idx="1241">
                  <c:v>192.754320979118</c:v>
                </c:pt>
                <c:pt idx="1242">
                  <c:v>192.87667375803</c:v>
                </c:pt>
                <c:pt idx="1243">
                  <c:v>192.889853537083</c:v>
                </c:pt>
                <c:pt idx="1244">
                  <c:v>192.876197993755</c:v>
                </c:pt>
                <c:pt idx="1245">
                  <c:v>192.839338958263</c:v>
                </c:pt>
                <c:pt idx="1246">
                  <c:v>192.781755626202</c:v>
                </c:pt>
                <c:pt idx="1247">
                  <c:v>192.748080432415</c:v>
                </c:pt>
                <c:pt idx="1248">
                  <c:v>192.718550622463</c:v>
                </c:pt>
                <c:pt idx="1249">
                  <c:v>192.694069325924</c:v>
                </c:pt>
                <c:pt idx="1250">
                  <c:v>192.730602502823</c:v>
                </c:pt>
                <c:pt idx="1251">
                  <c:v>192.678382873535</c:v>
                </c:pt>
                <c:pt idx="1252">
                  <c:v>192.617003321648</c:v>
                </c:pt>
                <c:pt idx="1253">
                  <c:v>192.558128476143</c:v>
                </c:pt>
                <c:pt idx="1254">
                  <c:v>192.561959445477</c:v>
                </c:pt>
                <c:pt idx="1255">
                  <c:v>192.603352248669</c:v>
                </c:pt>
                <c:pt idx="1256">
                  <c:v>192.608120501041</c:v>
                </c:pt>
                <c:pt idx="1257">
                  <c:v>192.627004623413</c:v>
                </c:pt>
                <c:pt idx="1258">
                  <c:v>192.617356419563</c:v>
                </c:pt>
                <c:pt idx="1259">
                  <c:v>192.638713181019</c:v>
                </c:pt>
                <c:pt idx="1260">
                  <c:v>192.641678154469</c:v>
                </c:pt>
                <c:pt idx="1261">
                  <c:v>192.633825719357</c:v>
                </c:pt>
                <c:pt idx="1262">
                  <c:v>192.660951018333</c:v>
                </c:pt>
                <c:pt idx="1263">
                  <c:v>192.703006267548</c:v>
                </c:pt>
                <c:pt idx="1264">
                  <c:v>192.821166157722</c:v>
                </c:pt>
                <c:pt idx="1265">
                  <c:v>192.967833399773</c:v>
                </c:pt>
                <c:pt idx="1266">
                  <c:v>193.119261443615</c:v>
                </c:pt>
                <c:pt idx="1267">
                  <c:v>193.318573415279</c:v>
                </c:pt>
                <c:pt idx="1268">
                  <c:v>193.520568430424</c:v>
                </c:pt>
                <c:pt idx="1269">
                  <c:v>193.715597271919</c:v>
                </c:pt>
                <c:pt idx="1270">
                  <c:v>193.904676675796</c:v>
                </c:pt>
                <c:pt idx="1271">
                  <c:v>194.050630331039</c:v>
                </c:pt>
                <c:pt idx="1272">
                  <c:v>194.223066866398</c:v>
                </c:pt>
                <c:pt idx="1273">
                  <c:v>194.416453897953</c:v>
                </c:pt>
                <c:pt idx="1274">
                  <c:v>194.615910947323</c:v>
                </c:pt>
                <c:pt idx="1275">
                  <c:v>194.830789983273</c:v>
                </c:pt>
                <c:pt idx="1276">
                  <c:v>195.026871442795</c:v>
                </c:pt>
                <c:pt idx="1277">
                  <c:v>195.232600092888</c:v>
                </c:pt>
                <c:pt idx="1278">
                  <c:v>195.432208418846</c:v>
                </c:pt>
                <c:pt idx="1279">
                  <c:v>195.684143543243</c:v>
                </c:pt>
                <c:pt idx="1280">
                  <c:v>195.932238519192</c:v>
                </c:pt>
                <c:pt idx="1281">
                  <c:v>196.142713487148</c:v>
                </c:pt>
                <c:pt idx="1282">
                  <c:v>196.334880948067</c:v>
                </c:pt>
                <c:pt idx="1283">
                  <c:v>196.578443646431</c:v>
                </c:pt>
                <c:pt idx="1284">
                  <c:v>196.824712157249</c:v>
                </c:pt>
                <c:pt idx="1285">
                  <c:v>197.008402645588</c:v>
                </c:pt>
                <c:pt idx="1286">
                  <c:v>197.2068349123</c:v>
                </c:pt>
                <c:pt idx="1287">
                  <c:v>197.442046523094</c:v>
                </c:pt>
                <c:pt idx="1288">
                  <c:v>197.655348062515</c:v>
                </c:pt>
                <c:pt idx="1289">
                  <c:v>197.897715508938</c:v>
                </c:pt>
                <c:pt idx="1290">
                  <c:v>198.236873924732</c:v>
                </c:pt>
                <c:pt idx="1291">
                  <c:v>198.602358162403</c:v>
                </c:pt>
                <c:pt idx="1292">
                  <c:v>198.847734868526</c:v>
                </c:pt>
                <c:pt idx="1293">
                  <c:v>199.162433564663</c:v>
                </c:pt>
                <c:pt idx="1294">
                  <c:v>199.429279029369</c:v>
                </c:pt>
                <c:pt idx="1295">
                  <c:v>199.735247313976</c:v>
                </c:pt>
                <c:pt idx="1296">
                  <c:v>200.090428948402</c:v>
                </c:pt>
                <c:pt idx="1297">
                  <c:v>200.438240885735</c:v>
                </c:pt>
                <c:pt idx="1298">
                  <c:v>200.750014424324</c:v>
                </c:pt>
                <c:pt idx="1299">
                  <c:v>200.988433480263</c:v>
                </c:pt>
                <c:pt idx="1300">
                  <c:v>201.226079404354</c:v>
                </c:pt>
                <c:pt idx="1301">
                  <c:v>201.504988849163</c:v>
                </c:pt>
                <c:pt idx="1302">
                  <c:v>201.761283695698</c:v>
                </c:pt>
                <c:pt idx="1303">
                  <c:v>201.999247848988</c:v>
                </c:pt>
                <c:pt idx="1304">
                  <c:v>202.188592731953</c:v>
                </c:pt>
                <c:pt idx="1305">
                  <c:v>202.320669472218</c:v>
                </c:pt>
                <c:pt idx="1306">
                  <c:v>202.468662142754</c:v>
                </c:pt>
                <c:pt idx="1307">
                  <c:v>202.621984302998</c:v>
                </c:pt>
                <c:pt idx="1308">
                  <c:v>202.758271992207</c:v>
                </c:pt>
                <c:pt idx="1309">
                  <c:v>202.892270326614</c:v>
                </c:pt>
                <c:pt idx="1310">
                  <c:v>203.031810045242</c:v>
                </c:pt>
                <c:pt idx="1311">
                  <c:v>203.207703769207</c:v>
                </c:pt>
                <c:pt idx="1312">
                  <c:v>203.399031162262</c:v>
                </c:pt>
                <c:pt idx="1313">
                  <c:v>203.604522526264</c:v>
                </c:pt>
                <c:pt idx="1314">
                  <c:v>203.746577084064</c:v>
                </c:pt>
                <c:pt idx="1315">
                  <c:v>203.88751065731</c:v>
                </c:pt>
                <c:pt idx="1316">
                  <c:v>204.01571393013</c:v>
                </c:pt>
                <c:pt idx="1317">
                  <c:v>204.143597960472</c:v>
                </c:pt>
                <c:pt idx="1318">
                  <c:v>204.280912399292</c:v>
                </c:pt>
                <c:pt idx="1319">
                  <c:v>204.411380469799</c:v>
                </c:pt>
                <c:pt idx="1320">
                  <c:v>204.570041835308</c:v>
                </c:pt>
                <c:pt idx="1321">
                  <c:v>204.691827476025</c:v>
                </c:pt>
                <c:pt idx="1322">
                  <c:v>204.844585239887</c:v>
                </c:pt>
                <c:pt idx="1323">
                  <c:v>204.997739970684</c:v>
                </c:pt>
                <c:pt idx="1324">
                  <c:v>205.166505813599</c:v>
                </c:pt>
                <c:pt idx="1325">
                  <c:v>205.326932132244</c:v>
                </c:pt>
                <c:pt idx="1326">
                  <c:v>205.454473435879</c:v>
                </c:pt>
                <c:pt idx="1327">
                  <c:v>205.533016264439</c:v>
                </c:pt>
                <c:pt idx="1328">
                  <c:v>205.650541961193</c:v>
                </c:pt>
                <c:pt idx="1329">
                  <c:v>205.776926577091</c:v>
                </c:pt>
                <c:pt idx="1330">
                  <c:v>205.921599328518</c:v>
                </c:pt>
                <c:pt idx="1331">
                  <c:v>206.115103363991</c:v>
                </c:pt>
                <c:pt idx="1332">
                  <c:v>206.306417524815</c:v>
                </c:pt>
                <c:pt idx="1333">
                  <c:v>206.372509539127</c:v>
                </c:pt>
                <c:pt idx="1334">
                  <c:v>206.426559746265</c:v>
                </c:pt>
                <c:pt idx="1335">
                  <c:v>206.475317001343</c:v>
                </c:pt>
                <c:pt idx="1336">
                  <c:v>206.49234944582</c:v>
                </c:pt>
                <c:pt idx="1337">
                  <c:v>206.559597373009</c:v>
                </c:pt>
                <c:pt idx="1338">
                  <c:v>206.648473441601</c:v>
                </c:pt>
                <c:pt idx="1339">
                  <c:v>206.71159017086</c:v>
                </c:pt>
                <c:pt idx="1340">
                  <c:v>206.795131742954</c:v>
                </c:pt>
                <c:pt idx="1341">
                  <c:v>206.804127275944</c:v>
                </c:pt>
                <c:pt idx="1342">
                  <c:v>206.811589121819</c:v>
                </c:pt>
                <c:pt idx="1343">
                  <c:v>206.818902015686</c:v>
                </c:pt>
                <c:pt idx="1344">
                  <c:v>206.868007004261</c:v>
                </c:pt>
                <c:pt idx="1345">
                  <c:v>206.921190977097</c:v>
                </c:pt>
                <c:pt idx="1346">
                  <c:v>206.989763319492</c:v>
                </c:pt>
                <c:pt idx="1347">
                  <c:v>207.062895357609</c:v>
                </c:pt>
                <c:pt idx="1348">
                  <c:v>207.139406919479</c:v>
                </c:pt>
                <c:pt idx="1349">
                  <c:v>207.206121981144</c:v>
                </c:pt>
                <c:pt idx="1350">
                  <c:v>207.279744386673</c:v>
                </c:pt>
                <c:pt idx="1351">
                  <c:v>207.31714451313</c:v>
                </c:pt>
                <c:pt idx="1352">
                  <c:v>207.362140417099</c:v>
                </c:pt>
                <c:pt idx="1353">
                  <c:v>207.494880735874</c:v>
                </c:pt>
                <c:pt idx="1354">
                  <c:v>207.69424778223</c:v>
                </c:pt>
                <c:pt idx="1355">
                  <c:v>207.913370490074</c:v>
                </c:pt>
                <c:pt idx="1356">
                  <c:v>208.127167105675</c:v>
                </c:pt>
                <c:pt idx="1357">
                  <c:v>208.375033676624</c:v>
                </c:pt>
                <c:pt idx="1358">
                  <c:v>208.60519939661</c:v>
                </c:pt>
                <c:pt idx="1359">
                  <c:v>208.88928347826</c:v>
                </c:pt>
                <c:pt idx="1360">
                  <c:v>209.144698441029</c:v>
                </c:pt>
                <c:pt idx="1361">
                  <c:v>209.424703061581</c:v>
                </c:pt>
                <c:pt idx="1362">
                  <c:v>209.684434354305</c:v>
                </c:pt>
                <c:pt idx="1363">
                  <c:v>209.868666052818</c:v>
                </c:pt>
                <c:pt idx="1364">
                  <c:v>210.098120689392</c:v>
                </c:pt>
                <c:pt idx="1365">
                  <c:v>210.321157574654</c:v>
                </c:pt>
                <c:pt idx="1366">
                  <c:v>210.609860181808</c:v>
                </c:pt>
                <c:pt idx="1367">
                  <c:v>210.93793785572</c:v>
                </c:pt>
                <c:pt idx="1368">
                  <c:v>211.320886909962</c:v>
                </c:pt>
                <c:pt idx="1369">
                  <c:v>211.68647557497</c:v>
                </c:pt>
                <c:pt idx="1370">
                  <c:v>212.030382514</c:v>
                </c:pt>
                <c:pt idx="1371">
                  <c:v>212.367516517639</c:v>
                </c:pt>
                <c:pt idx="1372">
                  <c:v>212.69917345047</c:v>
                </c:pt>
                <c:pt idx="1373">
                  <c:v>212.991722404957</c:v>
                </c:pt>
                <c:pt idx="1374">
                  <c:v>213.246083319187</c:v>
                </c:pt>
                <c:pt idx="1375">
                  <c:v>213.398638188839</c:v>
                </c:pt>
                <c:pt idx="1376">
                  <c:v>213.549438476562</c:v>
                </c:pt>
                <c:pt idx="1377">
                  <c:v>213.755452394485</c:v>
                </c:pt>
                <c:pt idx="1378">
                  <c:v>213.90194106102</c:v>
                </c:pt>
                <c:pt idx="1379">
                  <c:v>214.060115635395</c:v>
                </c:pt>
                <c:pt idx="1380">
                  <c:v>214.221686065197</c:v>
                </c:pt>
                <c:pt idx="1381">
                  <c:v>214.404385268688</c:v>
                </c:pt>
                <c:pt idx="1382">
                  <c:v>214.622421443462</c:v>
                </c:pt>
                <c:pt idx="1383">
                  <c:v>214.853665173054</c:v>
                </c:pt>
                <c:pt idx="1384">
                  <c:v>215.042106032371</c:v>
                </c:pt>
                <c:pt idx="1385">
                  <c:v>215.192704677582</c:v>
                </c:pt>
                <c:pt idx="1386">
                  <c:v>215.314449131489</c:v>
                </c:pt>
                <c:pt idx="1387">
                  <c:v>215.388467311859</c:v>
                </c:pt>
                <c:pt idx="1388">
                  <c:v>215.539241909981</c:v>
                </c:pt>
                <c:pt idx="1389">
                  <c:v>215.689472675323</c:v>
                </c:pt>
                <c:pt idx="1390">
                  <c:v>215.839035928249</c:v>
                </c:pt>
                <c:pt idx="1391">
                  <c:v>215.997107088566</c:v>
                </c:pt>
                <c:pt idx="1392">
                  <c:v>216.211430132389</c:v>
                </c:pt>
                <c:pt idx="1393">
                  <c:v>216.400748372078</c:v>
                </c:pt>
                <c:pt idx="1394">
                  <c:v>216.546901345253</c:v>
                </c:pt>
                <c:pt idx="1395">
                  <c:v>216.707744836807</c:v>
                </c:pt>
                <c:pt idx="1396">
                  <c:v>216.859008669853</c:v>
                </c:pt>
                <c:pt idx="1397">
                  <c:v>217.038195848465</c:v>
                </c:pt>
                <c:pt idx="1398">
                  <c:v>217.180002331734</c:v>
                </c:pt>
                <c:pt idx="1399">
                  <c:v>217.344227910042</c:v>
                </c:pt>
                <c:pt idx="1400">
                  <c:v>217.625428080559</c:v>
                </c:pt>
                <c:pt idx="1401">
                  <c:v>217.889957070351</c:v>
                </c:pt>
                <c:pt idx="1402">
                  <c:v>218.054082155228</c:v>
                </c:pt>
                <c:pt idx="1403">
                  <c:v>218.122734308243</c:v>
                </c:pt>
                <c:pt idx="1404">
                  <c:v>218.223182141781</c:v>
                </c:pt>
                <c:pt idx="1405">
                  <c:v>218.297358512878</c:v>
                </c:pt>
                <c:pt idx="1406">
                  <c:v>218.406586408615</c:v>
                </c:pt>
                <c:pt idx="1407">
                  <c:v>218.554491102695</c:v>
                </c:pt>
                <c:pt idx="1408">
                  <c:v>218.650156140327</c:v>
                </c:pt>
                <c:pt idx="1409">
                  <c:v>218.720263719559</c:v>
                </c:pt>
                <c:pt idx="1410">
                  <c:v>218.816092729568</c:v>
                </c:pt>
                <c:pt idx="1411">
                  <c:v>218.965250432491</c:v>
                </c:pt>
                <c:pt idx="1412">
                  <c:v>219.101815402508</c:v>
                </c:pt>
                <c:pt idx="1413">
                  <c:v>219.177466750145</c:v>
                </c:pt>
                <c:pt idx="1414">
                  <c:v>219.309725165367</c:v>
                </c:pt>
                <c:pt idx="1415">
                  <c:v>219.508870601654</c:v>
                </c:pt>
                <c:pt idx="1416">
                  <c:v>219.705022096634</c:v>
                </c:pt>
                <c:pt idx="1417">
                  <c:v>219.816098809242</c:v>
                </c:pt>
                <c:pt idx="1418">
                  <c:v>219.870336055756</c:v>
                </c:pt>
                <c:pt idx="1419">
                  <c:v>219.966228306293</c:v>
                </c:pt>
                <c:pt idx="1420">
                  <c:v>220.110051333904</c:v>
                </c:pt>
                <c:pt idx="1421">
                  <c:v>220.281530082226</c:v>
                </c:pt>
                <c:pt idx="1422">
                  <c:v>220.439612329006</c:v>
                </c:pt>
                <c:pt idx="1423">
                  <c:v>220.644179999828</c:v>
                </c:pt>
                <c:pt idx="1424">
                  <c:v>220.804991900921</c:v>
                </c:pt>
                <c:pt idx="1425">
                  <c:v>220.940058648586</c:v>
                </c:pt>
                <c:pt idx="1426">
                  <c:v>221.111244618893</c:v>
                </c:pt>
                <c:pt idx="1427">
                  <c:v>221.340101778507</c:v>
                </c:pt>
                <c:pt idx="1428">
                  <c:v>221.569582283497</c:v>
                </c:pt>
                <c:pt idx="1429">
                  <c:v>221.777581036091</c:v>
                </c:pt>
                <c:pt idx="1430">
                  <c:v>222.017718732357</c:v>
                </c:pt>
                <c:pt idx="1431">
                  <c:v>222.212743401527</c:v>
                </c:pt>
                <c:pt idx="1432">
                  <c:v>222.405674934387</c:v>
                </c:pt>
                <c:pt idx="1433">
                  <c:v>222.604545772076</c:v>
                </c:pt>
                <c:pt idx="1434">
                  <c:v>222.766921043396</c:v>
                </c:pt>
                <c:pt idx="1435">
                  <c:v>222.911039352417</c:v>
                </c:pt>
                <c:pt idx="1436">
                  <c:v>223.072953164577</c:v>
                </c:pt>
                <c:pt idx="1437">
                  <c:v>223.253382623196</c:v>
                </c:pt>
                <c:pt idx="1438">
                  <c:v>223.458542585373</c:v>
                </c:pt>
                <c:pt idx="1439">
                  <c:v>223.647864043713</c:v>
                </c:pt>
                <c:pt idx="1440">
                  <c:v>223.733589708805</c:v>
                </c:pt>
                <c:pt idx="1441">
                  <c:v>223.816274702549</c:v>
                </c:pt>
                <c:pt idx="1442">
                  <c:v>223.897547006607</c:v>
                </c:pt>
                <c:pt idx="1443">
                  <c:v>223.958256840706</c:v>
                </c:pt>
                <c:pt idx="1444">
                  <c:v>223.987245023251</c:v>
                </c:pt>
                <c:pt idx="1445">
                  <c:v>223.990537583828</c:v>
                </c:pt>
                <c:pt idx="1446">
                  <c:v>224.037431657314</c:v>
                </c:pt>
                <c:pt idx="1447">
                  <c:v>224.0493876338</c:v>
                </c:pt>
                <c:pt idx="1448">
                  <c:v>224.127671897411</c:v>
                </c:pt>
                <c:pt idx="1449">
                  <c:v>224.145364284515</c:v>
                </c:pt>
                <c:pt idx="1450">
                  <c:v>224.305835187435</c:v>
                </c:pt>
                <c:pt idx="1451">
                  <c:v>224.440727233887</c:v>
                </c:pt>
                <c:pt idx="1452">
                  <c:v>224.595281600952</c:v>
                </c:pt>
                <c:pt idx="1453">
                  <c:v>224.79847407341</c:v>
                </c:pt>
                <c:pt idx="1454">
                  <c:v>225.087540268898</c:v>
                </c:pt>
                <c:pt idx="1455">
                  <c:v>225.3347209692</c:v>
                </c:pt>
                <c:pt idx="1456">
                  <c:v>225.496080815792</c:v>
                </c:pt>
                <c:pt idx="1457">
                  <c:v>225.621318042278</c:v>
                </c:pt>
                <c:pt idx="1458">
                  <c:v>225.747193157673</c:v>
                </c:pt>
                <c:pt idx="1459">
                  <c:v>225.8635212183</c:v>
                </c:pt>
                <c:pt idx="1460">
                  <c:v>225.987492084503</c:v>
                </c:pt>
                <c:pt idx="1461">
                  <c:v>226.124179363251</c:v>
                </c:pt>
                <c:pt idx="1462">
                  <c:v>226.254975736141</c:v>
                </c:pt>
                <c:pt idx="1463">
                  <c:v>226.390733659267</c:v>
                </c:pt>
                <c:pt idx="1464">
                  <c:v>226.544128656387</c:v>
                </c:pt>
                <c:pt idx="1465">
                  <c:v>226.71533703804</c:v>
                </c:pt>
                <c:pt idx="1466">
                  <c:v>226.882881581783</c:v>
                </c:pt>
                <c:pt idx="1467">
                  <c:v>227.017911434174</c:v>
                </c:pt>
                <c:pt idx="1468">
                  <c:v>227.100888609886</c:v>
                </c:pt>
                <c:pt idx="1469">
                  <c:v>227.233026504517</c:v>
                </c:pt>
                <c:pt idx="1470">
                  <c:v>227.380791425705</c:v>
                </c:pt>
                <c:pt idx="1471">
                  <c:v>227.497244536877</c:v>
                </c:pt>
                <c:pt idx="1472">
                  <c:v>227.602062880993</c:v>
                </c:pt>
                <c:pt idx="1473">
                  <c:v>227.743226230144</c:v>
                </c:pt>
                <c:pt idx="1474">
                  <c:v>227.914618432522</c:v>
                </c:pt>
                <c:pt idx="1475">
                  <c:v>228.093873083591</c:v>
                </c:pt>
                <c:pt idx="1476">
                  <c:v>228.273276984692</c:v>
                </c:pt>
                <c:pt idx="1477">
                  <c:v>228.477030456066</c:v>
                </c:pt>
                <c:pt idx="1478">
                  <c:v>228.716226160526</c:v>
                </c:pt>
                <c:pt idx="1479">
                  <c:v>228.955439805984</c:v>
                </c:pt>
                <c:pt idx="1480">
                  <c:v>229.202464103699</c:v>
                </c:pt>
                <c:pt idx="1481">
                  <c:v>229.407740175724</c:v>
                </c:pt>
                <c:pt idx="1482">
                  <c:v>229.644308805466</c:v>
                </c:pt>
                <c:pt idx="1483">
                  <c:v>229.874097585678</c:v>
                </c:pt>
                <c:pt idx="1484">
                  <c:v>230.066770911217</c:v>
                </c:pt>
                <c:pt idx="1485">
                  <c:v>230.266596853733</c:v>
                </c:pt>
                <c:pt idx="1486">
                  <c:v>230.528252780437</c:v>
                </c:pt>
                <c:pt idx="1487">
                  <c:v>230.762681543827</c:v>
                </c:pt>
                <c:pt idx="1488">
                  <c:v>230.938921868801</c:v>
                </c:pt>
                <c:pt idx="1489">
                  <c:v>231.150276780128</c:v>
                </c:pt>
                <c:pt idx="1490">
                  <c:v>231.329763650894</c:v>
                </c:pt>
                <c:pt idx="1491">
                  <c:v>231.493470907211</c:v>
                </c:pt>
                <c:pt idx="1492">
                  <c:v>231.634833395481</c:v>
                </c:pt>
                <c:pt idx="1493">
                  <c:v>231.763181984425</c:v>
                </c:pt>
                <c:pt idx="1494">
                  <c:v>231.858272910118</c:v>
                </c:pt>
                <c:pt idx="1495">
                  <c:v>231.95122307539</c:v>
                </c:pt>
                <c:pt idx="1496">
                  <c:v>231.993406236172</c:v>
                </c:pt>
                <c:pt idx="1497">
                  <c:v>232.008932888508</c:v>
                </c:pt>
                <c:pt idx="1498">
                  <c:v>231.9798604846</c:v>
                </c:pt>
                <c:pt idx="1499">
                  <c:v>231.943067252636</c:v>
                </c:pt>
                <c:pt idx="1500">
                  <c:v>231.931523621082</c:v>
                </c:pt>
                <c:pt idx="1501">
                  <c:v>231.907662093639</c:v>
                </c:pt>
                <c:pt idx="1502">
                  <c:v>231.831747233868</c:v>
                </c:pt>
                <c:pt idx="1503">
                  <c:v>231.784598886967</c:v>
                </c:pt>
                <c:pt idx="1504">
                  <c:v>231.711739361286</c:v>
                </c:pt>
                <c:pt idx="1505">
                  <c:v>231.610009133816</c:v>
                </c:pt>
                <c:pt idx="1506">
                  <c:v>231.502601325512</c:v>
                </c:pt>
                <c:pt idx="1507">
                  <c:v>231.397630512714</c:v>
                </c:pt>
                <c:pt idx="1508">
                  <c:v>231.365153491497</c:v>
                </c:pt>
                <c:pt idx="1509">
                  <c:v>231.319704949856</c:v>
                </c:pt>
                <c:pt idx="1510">
                  <c:v>231.246039450169</c:v>
                </c:pt>
                <c:pt idx="1511">
                  <c:v>231.135189116001</c:v>
                </c:pt>
                <c:pt idx="1512">
                  <c:v>231.128511250019</c:v>
                </c:pt>
                <c:pt idx="1513">
                  <c:v>231.139913856983</c:v>
                </c:pt>
                <c:pt idx="1514">
                  <c:v>231.226856470108</c:v>
                </c:pt>
                <c:pt idx="1515">
                  <c:v>231.32779198885</c:v>
                </c:pt>
                <c:pt idx="1516">
                  <c:v>231.484277665615</c:v>
                </c:pt>
                <c:pt idx="1517">
                  <c:v>231.49462223053</c:v>
                </c:pt>
                <c:pt idx="1518">
                  <c:v>231.593562364578</c:v>
                </c:pt>
                <c:pt idx="1519">
                  <c:v>231.742217898369</c:v>
                </c:pt>
                <c:pt idx="1520">
                  <c:v>231.910958647728</c:v>
                </c:pt>
                <c:pt idx="1521">
                  <c:v>232.084748387337</c:v>
                </c:pt>
                <c:pt idx="1522">
                  <c:v>232.185978353024</c:v>
                </c:pt>
                <c:pt idx="1523">
                  <c:v>232.334458529949</c:v>
                </c:pt>
                <c:pt idx="1524">
                  <c:v>232.504646837711</c:v>
                </c:pt>
                <c:pt idx="1525">
                  <c:v>232.744380474091</c:v>
                </c:pt>
                <c:pt idx="1526">
                  <c:v>232.976329803467</c:v>
                </c:pt>
                <c:pt idx="1527">
                  <c:v>233.189925730228</c:v>
                </c:pt>
                <c:pt idx="1528">
                  <c:v>233.289987564087</c:v>
                </c:pt>
                <c:pt idx="1529">
                  <c:v>233.358023583889</c:v>
                </c:pt>
                <c:pt idx="1530">
                  <c:v>233.508201420307</c:v>
                </c:pt>
                <c:pt idx="1531">
                  <c:v>233.774949371815</c:v>
                </c:pt>
                <c:pt idx="1532">
                  <c:v>233.965152263641</c:v>
                </c:pt>
                <c:pt idx="1533">
                  <c:v>234.162336230278</c:v>
                </c:pt>
                <c:pt idx="1534">
                  <c:v>234.355020165443</c:v>
                </c:pt>
                <c:pt idx="1535">
                  <c:v>234.448205292225</c:v>
                </c:pt>
                <c:pt idx="1536">
                  <c:v>234.481238305569</c:v>
                </c:pt>
                <c:pt idx="1537">
                  <c:v>234.539239704609</c:v>
                </c:pt>
                <c:pt idx="1538">
                  <c:v>234.610545933247</c:v>
                </c:pt>
                <c:pt idx="1539">
                  <c:v>234.755355775356</c:v>
                </c:pt>
                <c:pt idx="1540">
                  <c:v>234.926191627979</c:v>
                </c:pt>
                <c:pt idx="1541">
                  <c:v>235.070912599564</c:v>
                </c:pt>
                <c:pt idx="1542">
                  <c:v>235.120687305927</c:v>
                </c:pt>
                <c:pt idx="1543">
                  <c:v>235.163914382458</c:v>
                </c:pt>
                <c:pt idx="1544">
                  <c:v>235.167267799377</c:v>
                </c:pt>
                <c:pt idx="1545">
                  <c:v>235.211611270905</c:v>
                </c:pt>
                <c:pt idx="1546">
                  <c:v>235.22115457058</c:v>
                </c:pt>
                <c:pt idx="1547">
                  <c:v>235.203531146049</c:v>
                </c:pt>
                <c:pt idx="1548">
                  <c:v>235.198487758636</c:v>
                </c:pt>
                <c:pt idx="1549">
                  <c:v>235.130660295486</c:v>
                </c:pt>
                <c:pt idx="1550">
                  <c:v>235.012206792831</c:v>
                </c:pt>
                <c:pt idx="1551">
                  <c:v>234.85452568531</c:v>
                </c:pt>
                <c:pt idx="1552">
                  <c:v>234.763375520706</c:v>
                </c:pt>
                <c:pt idx="1553">
                  <c:v>234.684821605682</c:v>
                </c:pt>
                <c:pt idx="1554">
                  <c:v>234.609305620193</c:v>
                </c:pt>
                <c:pt idx="1555">
                  <c:v>234.593545436859</c:v>
                </c:pt>
                <c:pt idx="1556">
                  <c:v>234.606895446777</c:v>
                </c:pt>
                <c:pt idx="1557">
                  <c:v>234.684735774994</c:v>
                </c:pt>
                <c:pt idx="1558">
                  <c:v>234.801497459412</c:v>
                </c:pt>
                <c:pt idx="1559">
                  <c:v>234.908026218414</c:v>
                </c:pt>
                <c:pt idx="1560">
                  <c:v>235.037767291069</c:v>
                </c:pt>
                <c:pt idx="1561">
                  <c:v>235.181990146637</c:v>
                </c:pt>
                <c:pt idx="1562">
                  <c:v>235.358567416668</c:v>
                </c:pt>
                <c:pt idx="1563">
                  <c:v>235.588313877583</c:v>
                </c:pt>
                <c:pt idx="1564">
                  <c:v>235.85119920969</c:v>
                </c:pt>
                <c:pt idx="1565">
                  <c:v>236.088258504868</c:v>
                </c:pt>
                <c:pt idx="1566">
                  <c:v>236.323202311993</c:v>
                </c:pt>
                <c:pt idx="1567">
                  <c:v>236.552791297436</c:v>
                </c:pt>
                <c:pt idx="1568">
                  <c:v>236.754136741161</c:v>
                </c:pt>
                <c:pt idx="1569">
                  <c:v>236.99429255724</c:v>
                </c:pt>
                <c:pt idx="1570">
                  <c:v>237.303888320923</c:v>
                </c:pt>
                <c:pt idx="1571">
                  <c:v>237.590387225151</c:v>
                </c:pt>
                <c:pt idx="1572">
                  <c:v>237.932019472122</c:v>
                </c:pt>
                <c:pt idx="1573">
                  <c:v>238.193134784698</c:v>
                </c:pt>
                <c:pt idx="1574">
                  <c:v>238.51079249382</c:v>
                </c:pt>
                <c:pt idx="1575">
                  <c:v>238.839714944363</c:v>
                </c:pt>
                <c:pt idx="1576">
                  <c:v>239.208321034908</c:v>
                </c:pt>
                <c:pt idx="1577">
                  <c:v>239.62833738327</c:v>
                </c:pt>
                <c:pt idx="1578">
                  <c:v>240.051277637482</c:v>
                </c:pt>
                <c:pt idx="1579">
                  <c:v>240.471041083336</c:v>
                </c:pt>
                <c:pt idx="1580">
                  <c:v>240.851890921593</c:v>
                </c:pt>
                <c:pt idx="1581">
                  <c:v>241.243906736374</c:v>
                </c:pt>
                <c:pt idx="1582">
                  <c:v>241.610485315323</c:v>
                </c:pt>
                <c:pt idx="1583">
                  <c:v>241.928696513176</c:v>
                </c:pt>
                <c:pt idx="1584">
                  <c:v>242.25647354126</c:v>
                </c:pt>
                <c:pt idx="1585">
                  <c:v>242.588317632675</c:v>
                </c:pt>
                <c:pt idx="1586">
                  <c:v>242.958681941032</c:v>
                </c:pt>
                <c:pt idx="1587">
                  <c:v>243.375741243362</c:v>
                </c:pt>
                <c:pt idx="1588">
                  <c:v>243.744435310364</c:v>
                </c:pt>
                <c:pt idx="1589">
                  <c:v>244.086090445518</c:v>
                </c:pt>
                <c:pt idx="1590">
                  <c:v>244.439005970955</c:v>
                </c:pt>
                <c:pt idx="1591">
                  <c:v>244.692242622375</c:v>
                </c:pt>
                <c:pt idx="1592">
                  <c:v>244.898270189762</c:v>
                </c:pt>
                <c:pt idx="1593">
                  <c:v>245.035031437874</c:v>
                </c:pt>
                <c:pt idx="1594">
                  <c:v>245.140694618225</c:v>
                </c:pt>
                <c:pt idx="1595">
                  <c:v>245.21136713028</c:v>
                </c:pt>
                <c:pt idx="1596">
                  <c:v>245.269750714302</c:v>
                </c:pt>
                <c:pt idx="1597">
                  <c:v>245.32944136858</c:v>
                </c:pt>
                <c:pt idx="1598">
                  <c:v>245.443510234356</c:v>
                </c:pt>
                <c:pt idx="1599">
                  <c:v>245.455137968063</c:v>
                </c:pt>
                <c:pt idx="1600">
                  <c:v>245.464182019234</c:v>
                </c:pt>
                <c:pt idx="1601">
                  <c:v>245.481623828411</c:v>
                </c:pt>
                <c:pt idx="1602">
                  <c:v>245.574493944645</c:v>
                </c:pt>
                <c:pt idx="1603">
                  <c:v>245.724765121937</c:v>
                </c:pt>
                <c:pt idx="1604">
                  <c:v>245.871268928051</c:v>
                </c:pt>
                <c:pt idx="1605">
                  <c:v>245.999266982079</c:v>
                </c:pt>
                <c:pt idx="1606">
                  <c:v>246.094911575317</c:v>
                </c:pt>
                <c:pt idx="1607">
                  <c:v>246.179690182209</c:v>
                </c:pt>
                <c:pt idx="1608">
                  <c:v>246.277266800404</c:v>
                </c:pt>
                <c:pt idx="1609">
                  <c:v>246.380551636219</c:v>
                </c:pt>
                <c:pt idx="1610">
                  <c:v>246.54633975029</c:v>
                </c:pt>
                <c:pt idx="1611">
                  <c:v>246.719122767448</c:v>
                </c:pt>
                <c:pt idx="1612">
                  <c:v>246.894722878933</c:v>
                </c:pt>
                <c:pt idx="1613">
                  <c:v>247.050359666347</c:v>
                </c:pt>
                <c:pt idx="1614">
                  <c:v>247.229594051838</c:v>
                </c:pt>
                <c:pt idx="1615">
                  <c:v>247.441616356373</c:v>
                </c:pt>
                <c:pt idx="1616">
                  <c:v>247.618688821793</c:v>
                </c:pt>
                <c:pt idx="1617">
                  <c:v>247.825034439564</c:v>
                </c:pt>
                <c:pt idx="1618">
                  <c:v>248.072263598442</c:v>
                </c:pt>
                <c:pt idx="1619">
                  <c:v>248.313062548637</c:v>
                </c:pt>
                <c:pt idx="1620">
                  <c:v>248.563210844994</c:v>
                </c:pt>
                <c:pt idx="1621">
                  <c:v>248.766110360622</c:v>
                </c:pt>
                <c:pt idx="1622">
                  <c:v>248.917151689529</c:v>
                </c:pt>
                <c:pt idx="1623">
                  <c:v>249.076639890671</c:v>
                </c:pt>
                <c:pt idx="1624">
                  <c:v>249.197841882706</c:v>
                </c:pt>
                <c:pt idx="1625">
                  <c:v>249.32427996397</c:v>
                </c:pt>
                <c:pt idx="1626">
                  <c:v>249.447735130787</c:v>
                </c:pt>
                <c:pt idx="1627">
                  <c:v>249.54095184803</c:v>
                </c:pt>
                <c:pt idx="1628">
                  <c:v>249.575418829918</c:v>
                </c:pt>
                <c:pt idx="1629">
                  <c:v>249.583761453629</c:v>
                </c:pt>
                <c:pt idx="1630">
                  <c:v>249.592475652695</c:v>
                </c:pt>
                <c:pt idx="1631">
                  <c:v>249.640676736832</c:v>
                </c:pt>
                <c:pt idx="1632">
                  <c:v>249.654347121716</c:v>
                </c:pt>
                <c:pt idx="1633">
                  <c:v>249.636201202869</c:v>
                </c:pt>
                <c:pt idx="1634">
                  <c:v>249.606944859028</c:v>
                </c:pt>
                <c:pt idx="1635">
                  <c:v>249.588135898113</c:v>
                </c:pt>
                <c:pt idx="1636">
                  <c:v>249.582735002041</c:v>
                </c:pt>
                <c:pt idx="1637">
                  <c:v>249.548535168171</c:v>
                </c:pt>
                <c:pt idx="1638">
                  <c:v>249.540866553783</c:v>
                </c:pt>
                <c:pt idx="1639">
                  <c:v>249.543396770954</c:v>
                </c:pt>
                <c:pt idx="1640">
                  <c:v>249.517640054226</c:v>
                </c:pt>
                <c:pt idx="1641">
                  <c:v>249.539522826672</c:v>
                </c:pt>
                <c:pt idx="1642">
                  <c:v>249.546407282352</c:v>
                </c:pt>
                <c:pt idx="1643">
                  <c:v>249.553991615772</c:v>
                </c:pt>
                <c:pt idx="1644">
                  <c:v>249.546042740345</c:v>
                </c:pt>
                <c:pt idx="1645">
                  <c:v>249.535563051701</c:v>
                </c:pt>
                <c:pt idx="1646">
                  <c:v>249.561813056469</c:v>
                </c:pt>
                <c:pt idx="1647">
                  <c:v>249.592217504978</c:v>
                </c:pt>
                <c:pt idx="1648">
                  <c:v>249.557674825191</c:v>
                </c:pt>
                <c:pt idx="1649">
                  <c:v>249.564356386662</c:v>
                </c:pt>
                <c:pt idx="1650">
                  <c:v>249.558496534824</c:v>
                </c:pt>
                <c:pt idx="1651">
                  <c:v>249.539916455746</c:v>
                </c:pt>
                <c:pt idx="1652">
                  <c:v>249.652471721172</c:v>
                </c:pt>
                <c:pt idx="1653">
                  <c:v>249.8031873703</c:v>
                </c:pt>
                <c:pt idx="1654">
                  <c:v>249.968651533127</c:v>
                </c:pt>
                <c:pt idx="1655">
                  <c:v>250.102000117302</c:v>
                </c:pt>
                <c:pt idx="1656">
                  <c:v>250.201003611088</c:v>
                </c:pt>
                <c:pt idx="1657">
                  <c:v>250.310794353485</c:v>
                </c:pt>
                <c:pt idx="1658">
                  <c:v>250.392655611038</c:v>
                </c:pt>
                <c:pt idx="1659">
                  <c:v>250.427850902081</c:v>
                </c:pt>
                <c:pt idx="1660">
                  <c:v>250.463017940521</c:v>
                </c:pt>
                <c:pt idx="1661">
                  <c:v>250.464479982853</c:v>
                </c:pt>
                <c:pt idx="1662">
                  <c:v>250.551327526569</c:v>
                </c:pt>
                <c:pt idx="1663">
                  <c:v>250.723238825798</c:v>
                </c:pt>
                <c:pt idx="1664">
                  <c:v>250.91494333744</c:v>
                </c:pt>
                <c:pt idx="1665">
                  <c:v>251.062149941921</c:v>
                </c:pt>
                <c:pt idx="1666">
                  <c:v>251.177571594715</c:v>
                </c:pt>
                <c:pt idx="1667">
                  <c:v>251.308052659035</c:v>
                </c:pt>
                <c:pt idx="1668">
                  <c:v>251.463934063911</c:v>
                </c:pt>
                <c:pt idx="1669">
                  <c:v>251.633494317532</c:v>
                </c:pt>
                <c:pt idx="1670">
                  <c:v>251.835025787353</c:v>
                </c:pt>
                <c:pt idx="1671">
                  <c:v>252.051850318909</c:v>
                </c:pt>
                <c:pt idx="1672">
                  <c:v>252.259160220623</c:v>
                </c:pt>
                <c:pt idx="1673">
                  <c:v>252.320875883102</c:v>
                </c:pt>
                <c:pt idx="1674">
                  <c:v>252.32873749733</c:v>
                </c:pt>
                <c:pt idx="1675">
                  <c:v>252.356827259064</c:v>
                </c:pt>
                <c:pt idx="1676">
                  <c:v>252.407261073589</c:v>
                </c:pt>
                <c:pt idx="1677">
                  <c:v>252.520146012306</c:v>
                </c:pt>
                <c:pt idx="1678">
                  <c:v>252.600091695785</c:v>
                </c:pt>
                <c:pt idx="1679">
                  <c:v>252.650191903114</c:v>
                </c:pt>
                <c:pt idx="1680">
                  <c:v>252.723595499992</c:v>
                </c:pt>
                <c:pt idx="1681">
                  <c:v>252.817990660667</c:v>
                </c:pt>
                <c:pt idx="1682">
                  <c:v>252.947818756103</c:v>
                </c:pt>
                <c:pt idx="1683">
                  <c:v>253.06909686327</c:v>
                </c:pt>
                <c:pt idx="1684">
                  <c:v>253.198368132114</c:v>
                </c:pt>
                <c:pt idx="1685">
                  <c:v>253.329020380974</c:v>
                </c:pt>
                <c:pt idx="1686">
                  <c:v>253.496101796627</c:v>
                </c:pt>
                <c:pt idx="1687">
                  <c:v>253.691714823246</c:v>
                </c:pt>
                <c:pt idx="1688">
                  <c:v>253.902473449707</c:v>
                </c:pt>
                <c:pt idx="1689">
                  <c:v>254.091072678566</c:v>
                </c:pt>
                <c:pt idx="1690">
                  <c:v>254.4039260149</c:v>
                </c:pt>
                <c:pt idx="1691">
                  <c:v>254.777718186378</c:v>
                </c:pt>
                <c:pt idx="1692">
                  <c:v>255.11999809742</c:v>
                </c:pt>
                <c:pt idx="1693">
                  <c:v>255.443586349487</c:v>
                </c:pt>
                <c:pt idx="1694">
                  <c:v>255.738266348839</c:v>
                </c:pt>
                <c:pt idx="1695">
                  <c:v>255.906434357166</c:v>
                </c:pt>
                <c:pt idx="1696">
                  <c:v>255.99392580986</c:v>
                </c:pt>
                <c:pt idx="1697">
                  <c:v>256.143799364567</c:v>
                </c:pt>
                <c:pt idx="1698">
                  <c:v>256.33490639925</c:v>
                </c:pt>
                <c:pt idx="1699">
                  <c:v>256.574493467808</c:v>
                </c:pt>
                <c:pt idx="1700">
                  <c:v>256.842179954052</c:v>
                </c:pt>
                <c:pt idx="1701">
                  <c:v>257.199682533741</c:v>
                </c:pt>
                <c:pt idx="1702">
                  <c:v>257.56116014719</c:v>
                </c:pt>
                <c:pt idx="1703">
                  <c:v>257.865549623966</c:v>
                </c:pt>
                <c:pt idx="1704">
                  <c:v>258.161977052689</c:v>
                </c:pt>
                <c:pt idx="1705">
                  <c:v>258.393736243248</c:v>
                </c:pt>
                <c:pt idx="1706">
                  <c:v>258.540947139263</c:v>
                </c:pt>
                <c:pt idx="1707">
                  <c:v>258.639434635639</c:v>
                </c:pt>
                <c:pt idx="1708">
                  <c:v>258.768253862858</c:v>
                </c:pt>
                <c:pt idx="1709">
                  <c:v>258.972739100456</c:v>
                </c:pt>
                <c:pt idx="1710">
                  <c:v>259.160604476929</c:v>
                </c:pt>
                <c:pt idx="1711">
                  <c:v>259.356227993965</c:v>
                </c:pt>
                <c:pt idx="1712">
                  <c:v>259.509950816631</c:v>
                </c:pt>
                <c:pt idx="1713">
                  <c:v>259.663648188114</c:v>
                </c:pt>
                <c:pt idx="1714">
                  <c:v>259.789258539677</c:v>
                </c:pt>
                <c:pt idx="1715">
                  <c:v>259.956051707268</c:v>
                </c:pt>
                <c:pt idx="1716">
                  <c:v>260.060625374317</c:v>
                </c:pt>
                <c:pt idx="1717">
                  <c:v>259.915117800236</c:v>
                </c:pt>
                <c:pt idx="1718">
                  <c:v>259.761871755123</c:v>
                </c:pt>
                <c:pt idx="1719">
                  <c:v>259.617447674274</c:v>
                </c:pt>
                <c:pt idx="1720">
                  <c:v>259.568417966366</c:v>
                </c:pt>
                <c:pt idx="1721">
                  <c:v>259.527550756931</c:v>
                </c:pt>
                <c:pt idx="1722">
                  <c:v>259.528453111649</c:v>
                </c:pt>
                <c:pt idx="1723">
                  <c:v>259.606158018112</c:v>
                </c:pt>
                <c:pt idx="1724">
                  <c:v>259.621422708035</c:v>
                </c:pt>
                <c:pt idx="1725">
                  <c:v>259.81360667944</c:v>
                </c:pt>
                <c:pt idx="1726">
                  <c:v>260.352675616741</c:v>
                </c:pt>
                <c:pt idx="1727">
                  <c:v>261.037278294563</c:v>
                </c:pt>
                <c:pt idx="1728">
                  <c:v>261.849170565605</c:v>
                </c:pt>
                <c:pt idx="1729">
                  <c:v>262.586300373077</c:v>
                </c:pt>
                <c:pt idx="1730">
                  <c:v>263.247903108597</c:v>
                </c:pt>
                <c:pt idx="1731">
                  <c:v>263.87152671814</c:v>
                </c:pt>
                <c:pt idx="1732">
                  <c:v>264.444367587566</c:v>
                </c:pt>
                <c:pt idx="1733">
                  <c:v>264.942280113697</c:v>
                </c:pt>
                <c:pt idx="1734">
                  <c:v>265.243872106075</c:v>
                </c:pt>
                <c:pt idx="1735">
                  <c:v>265.383921563625</c:v>
                </c:pt>
                <c:pt idx="1736">
                  <c:v>265.49040210247</c:v>
                </c:pt>
                <c:pt idx="1737">
                  <c:v>265.74585211277</c:v>
                </c:pt>
                <c:pt idx="1738">
                  <c:v>266.087484180927</c:v>
                </c:pt>
                <c:pt idx="1739">
                  <c:v>266.433286130428</c:v>
                </c:pt>
                <c:pt idx="1740">
                  <c:v>266.824339807034</c:v>
                </c:pt>
                <c:pt idx="1741">
                  <c:v>267.264987647533</c:v>
                </c:pt>
                <c:pt idx="1742">
                  <c:v>267.71143835783</c:v>
                </c:pt>
                <c:pt idx="1743">
                  <c:v>268.062856018543</c:v>
                </c:pt>
                <c:pt idx="1744">
                  <c:v>268.470820724964</c:v>
                </c:pt>
                <c:pt idx="1745">
                  <c:v>268.821110963821</c:v>
                </c:pt>
                <c:pt idx="1746">
                  <c:v>269.12867975235</c:v>
                </c:pt>
                <c:pt idx="1747">
                  <c:v>269.455006599426</c:v>
                </c:pt>
                <c:pt idx="1748">
                  <c:v>269.712227642536</c:v>
                </c:pt>
                <c:pt idx="1749">
                  <c:v>269.949589014053</c:v>
                </c:pt>
                <c:pt idx="1750">
                  <c:v>270.218364477158</c:v>
                </c:pt>
                <c:pt idx="1751">
                  <c:v>270.466519892216</c:v>
                </c:pt>
                <c:pt idx="1752">
                  <c:v>270.749467670918</c:v>
                </c:pt>
                <c:pt idx="1753">
                  <c:v>271.041648209095</c:v>
                </c:pt>
                <c:pt idx="1754">
                  <c:v>271.378900051117</c:v>
                </c:pt>
                <c:pt idx="1755">
                  <c:v>271.653344869614</c:v>
                </c:pt>
                <c:pt idx="1756">
                  <c:v>271.911119043827</c:v>
                </c:pt>
                <c:pt idx="1757">
                  <c:v>272.119956493378</c:v>
                </c:pt>
                <c:pt idx="1758">
                  <c:v>272.361370265484</c:v>
                </c:pt>
                <c:pt idx="1759">
                  <c:v>272.600633859634</c:v>
                </c:pt>
                <c:pt idx="1760">
                  <c:v>272.820834457874</c:v>
                </c:pt>
                <c:pt idx="1761">
                  <c:v>273.006223499775</c:v>
                </c:pt>
                <c:pt idx="1762">
                  <c:v>273.187044799328</c:v>
                </c:pt>
                <c:pt idx="1763">
                  <c:v>273.37329185009</c:v>
                </c:pt>
                <c:pt idx="1764">
                  <c:v>273.555640757084</c:v>
                </c:pt>
                <c:pt idx="1765">
                  <c:v>273.763900578022</c:v>
                </c:pt>
                <c:pt idx="1766">
                  <c:v>273.962769329548</c:v>
                </c:pt>
                <c:pt idx="1767">
                  <c:v>274.149344086647</c:v>
                </c:pt>
                <c:pt idx="1768">
                  <c:v>274.344126939774</c:v>
                </c:pt>
                <c:pt idx="1769">
                  <c:v>274.757965803146</c:v>
                </c:pt>
                <c:pt idx="1770">
                  <c:v>275.005784809589</c:v>
                </c:pt>
                <c:pt idx="1771">
                  <c:v>275.229693710804</c:v>
                </c:pt>
                <c:pt idx="1772">
                  <c:v>275.518001675606</c:v>
                </c:pt>
                <c:pt idx="1773">
                  <c:v>275.761131763458</c:v>
                </c:pt>
                <c:pt idx="1774">
                  <c:v>275.92231118679</c:v>
                </c:pt>
                <c:pt idx="1775">
                  <c:v>276.026084542274</c:v>
                </c:pt>
                <c:pt idx="1776">
                  <c:v>276.118043005466</c:v>
                </c:pt>
                <c:pt idx="1777">
                  <c:v>276.208122432232</c:v>
                </c:pt>
                <c:pt idx="1778">
                  <c:v>276.261760234833</c:v>
                </c:pt>
                <c:pt idx="1779">
                  <c:v>276.32736313343</c:v>
                </c:pt>
                <c:pt idx="1780">
                  <c:v>276.397358119488</c:v>
                </c:pt>
                <c:pt idx="1781">
                  <c:v>276.479972422123</c:v>
                </c:pt>
                <c:pt idx="1782">
                  <c:v>276.601310431957</c:v>
                </c:pt>
                <c:pt idx="1783">
                  <c:v>276.703293919563</c:v>
                </c:pt>
                <c:pt idx="1784">
                  <c:v>276.827331244946</c:v>
                </c:pt>
                <c:pt idx="1785">
                  <c:v>276.935944914818</c:v>
                </c:pt>
                <c:pt idx="1786">
                  <c:v>276.998453915119</c:v>
                </c:pt>
                <c:pt idx="1787">
                  <c:v>277.08149677515</c:v>
                </c:pt>
                <c:pt idx="1788">
                  <c:v>277.14997202158</c:v>
                </c:pt>
                <c:pt idx="1789">
                  <c:v>277.278277754784</c:v>
                </c:pt>
                <c:pt idx="1790">
                  <c:v>277.370561778545</c:v>
                </c:pt>
                <c:pt idx="1791">
                  <c:v>277.432982265949</c:v>
                </c:pt>
                <c:pt idx="1792">
                  <c:v>277.553743958473</c:v>
                </c:pt>
                <c:pt idx="1793">
                  <c:v>277.679319322109</c:v>
                </c:pt>
                <c:pt idx="1794">
                  <c:v>277.811806917191</c:v>
                </c:pt>
                <c:pt idx="1795">
                  <c:v>277.903326392174</c:v>
                </c:pt>
                <c:pt idx="1796">
                  <c:v>278.007830500603</c:v>
                </c:pt>
                <c:pt idx="1797">
                  <c:v>278.12402254343</c:v>
                </c:pt>
                <c:pt idx="1798">
                  <c:v>278.153876245022</c:v>
                </c:pt>
                <c:pt idx="1799">
                  <c:v>278.17510676384</c:v>
                </c:pt>
                <c:pt idx="1800">
                  <c:v>278.242376983166</c:v>
                </c:pt>
                <c:pt idx="1801">
                  <c:v>278.341922700405</c:v>
                </c:pt>
                <c:pt idx="1802">
                  <c:v>278.447489202023</c:v>
                </c:pt>
                <c:pt idx="1803">
                  <c:v>278.671155333519</c:v>
                </c:pt>
                <c:pt idx="1804">
                  <c:v>278.742732107639</c:v>
                </c:pt>
                <c:pt idx="1805">
                  <c:v>278.79656869173</c:v>
                </c:pt>
                <c:pt idx="1806">
                  <c:v>278.796856284142</c:v>
                </c:pt>
                <c:pt idx="1807">
                  <c:v>278.891016900539</c:v>
                </c:pt>
                <c:pt idx="1808">
                  <c:v>278.986716330051</c:v>
                </c:pt>
                <c:pt idx="1809">
                  <c:v>279.104121148586</c:v>
                </c:pt>
                <c:pt idx="1810">
                  <c:v>279.175483644009</c:v>
                </c:pt>
                <c:pt idx="1811">
                  <c:v>279.320824742317</c:v>
                </c:pt>
                <c:pt idx="1812">
                  <c:v>279.512238562107</c:v>
                </c:pt>
                <c:pt idx="1813">
                  <c:v>279.671328186989</c:v>
                </c:pt>
                <c:pt idx="1814">
                  <c:v>279.825745284557</c:v>
                </c:pt>
                <c:pt idx="1815">
                  <c:v>279.946782529354</c:v>
                </c:pt>
                <c:pt idx="1816">
                  <c:v>280.055915653706</c:v>
                </c:pt>
                <c:pt idx="1817">
                  <c:v>280.188365459442</c:v>
                </c:pt>
                <c:pt idx="1818">
                  <c:v>280.331294536591</c:v>
                </c:pt>
                <c:pt idx="1819">
                  <c:v>280.42981082201</c:v>
                </c:pt>
                <c:pt idx="1820">
                  <c:v>280.525635480881</c:v>
                </c:pt>
                <c:pt idx="1821">
                  <c:v>280.604838252068</c:v>
                </c:pt>
                <c:pt idx="1822">
                  <c:v>280.710739791393</c:v>
                </c:pt>
                <c:pt idx="1823">
                  <c:v>280.818787276745</c:v>
                </c:pt>
                <c:pt idx="1824">
                  <c:v>281.038153648376</c:v>
                </c:pt>
                <c:pt idx="1825">
                  <c:v>281.344936788082</c:v>
                </c:pt>
                <c:pt idx="1826">
                  <c:v>281.66194486618</c:v>
                </c:pt>
                <c:pt idx="1827">
                  <c:v>281.938850104809</c:v>
                </c:pt>
                <c:pt idx="1828">
                  <c:v>282.159381330013</c:v>
                </c:pt>
                <c:pt idx="1829">
                  <c:v>282.404243469238</c:v>
                </c:pt>
                <c:pt idx="1830">
                  <c:v>282.657959282398</c:v>
                </c:pt>
                <c:pt idx="1831">
                  <c:v>282.931292831898</c:v>
                </c:pt>
                <c:pt idx="1832">
                  <c:v>283.185447633266</c:v>
                </c:pt>
                <c:pt idx="1833">
                  <c:v>283.39515298605</c:v>
                </c:pt>
                <c:pt idx="1834">
                  <c:v>283.600291550159</c:v>
                </c:pt>
                <c:pt idx="1835">
                  <c:v>283.795295000076</c:v>
                </c:pt>
                <c:pt idx="1836">
                  <c:v>283.981712758541</c:v>
                </c:pt>
                <c:pt idx="1837">
                  <c:v>284.192501544952</c:v>
                </c:pt>
                <c:pt idx="1838">
                  <c:v>284.390943109989</c:v>
                </c:pt>
                <c:pt idx="1839">
                  <c:v>284.64495331049</c:v>
                </c:pt>
                <c:pt idx="1840">
                  <c:v>284.912127494812</c:v>
                </c:pt>
                <c:pt idx="1841">
                  <c:v>285.155821382999</c:v>
                </c:pt>
                <c:pt idx="1842">
                  <c:v>285.452913880348</c:v>
                </c:pt>
                <c:pt idx="1843">
                  <c:v>285.707626461983</c:v>
                </c:pt>
                <c:pt idx="1844">
                  <c:v>285.91220998764</c:v>
                </c:pt>
                <c:pt idx="1845">
                  <c:v>286.114791333675</c:v>
                </c:pt>
                <c:pt idx="1846">
                  <c:v>286.318219602108</c:v>
                </c:pt>
                <c:pt idx="1847">
                  <c:v>286.48208039999</c:v>
                </c:pt>
                <c:pt idx="1848">
                  <c:v>286.598138213158</c:v>
                </c:pt>
                <c:pt idx="1849">
                  <c:v>286.680663466454</c:v>
                </c:pt>
                <c:pt idx="1850">
                  <c:v>286.752642571926</c:v>
                </c:pt>
                <c:pt idx="1851">
                  <c:v>286.870370686054</c:v>
                </c:pt>
                <c:pt idx="1852">
                  <c:v>286.999247729778</c:v>
                </c:pt>
                <c:pt idx="1853">
                  <c:v>287.13614410162</c:v>
                </c:pt>
                <c:pt idx="1854">
                  <c:v>287.269141376019</c:v>
                </c:pt>
                <c:pt idx="1855">
                  <c:v>287.425842702389</c:v>
                </c:pt>
                <c:pt idx="1856">
                  <c:v>287.558808505535</c:v>
                </c:pt>
                <c:pt idx="1857">
                  <c:v>287.651766359806</c:v>
                </c:pt>
                <c:pt idx="1858">
                  <c:v>287.794953405857</c:v>
                </c:pt>
                <c:pt idx="1859">
                  <c:v>287.928417086601</c:v>
                </c:pt>
                <c:pt idx="1860">
                  <c:v>288.091547727585</c:v>
                </c:pt>
                <c:pt idx="1861">
                  <c:v>288.268558382988</c:v>
                </c:pt>
                <c:pt idx="1862">
                  <c:v>288.362413764</c:v>
                </c:pt>
                <c:pt idx="1863">
                  <c:v>288.303925395012</c:v>
                </c:pt>
                <c:pt idx="1864">
                  <c:v>288.272318124771</c:v>
                </c:pt>
                <c:pt idx="1865">
                  <c:v>288.268102526665</c:v>
                </c:pt>
                <c:pt idx="1866">
                  <c:v>288.285876691341</c:v>
                </c:pt>
                <c:pt idx="1867">
                  <c:v>288.233954966068</c:v>
                </c:pt>
                <c:pt idx="1868">
                  <c:v>288.114492118359</c:v>
                </c:pt>
                <c:pt idx="1869">
                  <c:v>288.046233713627</c:v>
                </c:pt>
                <c:pt idx="1870">
                  <c:v>287.974722802639</c:v>
                </c:pt>
                <c:pt idx="1871">
                  <c:v>287.86894184351</c:v>
                </c:pt>
                <c:pt idx="1872">
                  <c:v>287.717211067677</c:v>
                </c:pt>
                <c:pt idx="1873">
                  <c:v>287.579773962498</c:v>
                </c:pt>
                <c:pt idx="1874">
                  <c:v>287.494653761387</c:v>
                </c:pt>
                <c:pt idx="1875">
                  <c:v>287.377836406231</c:v>
                </c:pt>
                <c:pt idx="1876">
                  <c:v>287.235855042934</c:v>
                </c:pt>
                <c:pt idx="1877">
                  <c:v>287.061052262783</c:v>
                </c:pt>
                <c:pt idx="1878">
                  <c:v>286.874902427197</c:v>
                </c:pt>
                <c:pt idx="1879">
                  <c:v>286.659991681576</c:v>
                </c:pt>
                <c:pt idx="1880">
                  <c:v>286.507192790508</c:v>
                </c:pt>
                <c:pt idx="1881">
                  <c:v>286.30745857954</c:v>
                </c:pt>
                <c:pt idx="1882">
                  <c:v>286.115364730358</c:v>
                </c:pt>
                <c:pt idx="1883">
                  <c:v>286.192505896091</c:v>
                </c:pt>
                <c:pt idx="1884">
                  <c:v>286.171631157398</c:v>
                </c:pt>
                <c:pt idx="1885">
                  <c:v>286.022660195827</c:v>
                </c:pt>
                <c:pt idx="1886">
                  <c:v>285.703468024731</c:v>
                </c:pt>
                <c:pt idx="1887">
                  <c:v>285.406122505665</c:v>
                </c:pt>
                <c:pt idx="1888">
                  <c:v>285.131031930447</c:v>
                </c:pt>
                <c:pt idx="1889">
                  <c:v>284.862744152546</c:v>
                </c:pt>
                <c:pt idx="1890">
                  <c:v>284.628000319004</c:v>
                </c:pt>
                <c:pt idx="1891">
                  <c:v>284.539647400379</c:v>
                </c:pt>
                <c:pt idx="1892">
                  <c:v>284.674261033535</c:v>
                </c:pt>
                <c:pt idx="1893">
                  <c:v>284.695258140564</c:v>
                </c:pt>
                <c:pt idx="1894">
                  <c:v>284.683566451073</c:v>
                </c:pt>
                <c:pt idx="1895">
                  <c:v>284.665179014206</c:v>
                </c:pt>
                <c:pt idx="1896">
                  <c:v>284.725229263306</c:v>
                </c:pt>
                <c:pt idx="1897">
                  <c:v>284.808197259903</c:v>
                </c:pt>
                <c:pt idx="1898">
                  <c:v>284.978995203972</c:v>
                </c:pt>
                <c:pt idx="1899">
                  <c:v>285.180345416069</c:v>
                </c:pt>
                <c:pt idx="1900">
                  <c:v>285.402480125427</c:v>
                </c:pt>
                <c:pt idx="1901">
                  <c:v>285.489097476006</c:v>
                </c:pt>
                <c:pt idx="1902">
                  <c:v>285.55476295948</c:v>
                </c:pt>
                <c:pt idx="1903">
                  <c:v>285.664854884148</c:v>
                </c:pt>
                <c:pt idx="1904">
                  <c:v>285.848491430283</c:v>
                </c:pt>
                <c:pt idx="1905">
                  <c:v>285.991536140442</c:v>
                </c:pt>
                <c:pt idx="1906">
                  <c:v>286.171105384827</c:v>
                </c:pt>
                <c:pt idx="1907">
                  <c:v>286.49604922533</c:v>
                </c:pt>
                <c:pt idx="1908">
                  <c:v>286.776306986809</c:v>
                </c:pt>
                <c:pt idx="1909">
                  <c:v>287.06473171711</c:v>
                </c:pt>
                <c:pt idx="1910">
                  <c:v>287.325769901276</c:v>
                </c:pt>
                <c:pt idx="1911">
                  <c:v>287.571404457092</c:v>
                </c:pt>
                <c:pt idx="1912">
                  <c:v>287.740689992905</c:v>
                </c:pt>
                <c:pt idx="1913">
                  <c:v>287.984139978886</c:v>
                </c:pt>
                <c:pt idx="1914">
                  <c:v>288.29689770937</c:v>
                </c:pt>
                <c:pt idx="1915">
                  <c:v>288.580019056797</c:v>
                </c:pt>
                <c:pt idx="1916">
                  <c:v>288.847666800022</c:v>
                </c:pt>
                <c:pt idx="1917">
                  <c:v>289.157493293285</c:v>
                </c:pt>
                <c:pt idx="1918">
                  <c:v>289.429216086864</c:v>
                </c:pt>
                <c:pt idx="1919">
                  <c:v>289.779035389423</c:v>
                </c:pt>
                <c:pt idx="1920">
                  <c:v>290.076994895935</c:v>
                </c:pt>
                <c:pt idx="1921">
                  <c:v>290.443279385567</c:v>
                </c:pt>
                <c:pt idx="1922">
                  <c:v>290.845565319061</c:v>
                </c:pt>
                <c:pt idx="1923">
                  <c:v>291.279728412628</c:v>
                </c:pt>
                <c:pt idx="1924">
                  <c:v>291.705236196518</c:v>
                </c:pt>
                <c:pt idx="1925">
                  <c:v>292.199745774269</c:v>
                </c:pt>
                <c:pt idx="1926">
                  <c:v>292.739280700684</c:v>
                </c:pt>
                <c:pt idx="1927">
                  <c:v>293.21725833416</c:v>
                </c:pt>
                <c:pt idx="1928">
                  <c:v>293.690214753151</c:v>
                </c:pt>
                <c:pt idx="1929">
                  <c:v>294.087922513485</c:v>
                </c:pt>
                <c:pt idx="1930">
                  <c:v>294.50230383873</c:v>
                </c:pt>
                <c:pt idx="1931">
                  <c:v>294.960629224777</c:v>
                </c:pt>
                <c:pt idx="1932">
                  <c:v>295.252248644829</c:v>
                </c:pt>
                <c:pt idx="1933">
                  <c:v>295.472907543182</c:v>
                </c:pt>
                <c:pt idx="1934">
                  <c:v>295.661680102348</c:v>
                </c:pt>
                <c:pt idx="1935">
                  <c:v>295.927733123302</c:v>
                </c:pt>
                <c:pt idx="1936">
                  <c:v>296.238159716129</c:v>
                </c:pt>
                <c:pt idx="1937">
                  <c:v>296.390826046467</c:v>
                </c:pt>
                <c:pt idx="1938">
                  <c:v>296.579088449478</c:v>
                </c:pt>
                <c:pt idx="1939">
                  <c:v>296.745017409325</c:v>
                </c:pt>
                <c:pt idx="1940">
                  <c:v>296.902289688587</c:v>
                </c:pt>
                <c:pt idx="1941">
                  <c:v>297.089497148991</c:v>
                </c:pt>
                <c:pt idx="1942">
                  <c:v>297.184010565281</c:v>
                </c:pt>
                <c:pt idx="1943">
                  <c:v>297.15387994051</c:v>
                </c:pt>
                <c:pt idx="1944">
                  <c:v>297.256875813007</c:v>
                </c:pt>
                <c:pt idx="1945">
                  <c:v>297.49842941761</c:v>
                </c:pt>
                <c:pt idx="1946">
                  <c:v>297.805801868439</c:v>
                </c:pt>
                <c:pt idx="1947">
                  <c:v>298.070389270782</c:v>
                </c:pt>
                <c:pt idx="1948">
                  <c:v>298.342721819878</c:v>
                </c:pt>
                <c:pt idx="1949">
                  <c:v>298.571988344193</c:v>
                </c:pt>
                <c:pt idx="1950">
                  <c:v>298.755901038647</c:v>
                </c:pt>
                <c:pt idx="1951">
                  <c:v>298.918663144112</c:v>
                </c:pt>
                <c:pt idx="1952">
                  <c:v>298.970485687256</c:v>
                </c:pt>
                <c:pt idx="1953">
                  <c:v>299.01182949543</c:v>
                </c:pt>
                <c:pt idx="1954">
                  <c:v>298.965084195137</c:v>
                </c:pt>
                <c:pt idx="1955">
                  <c:v>298.880524277687</c:v>
                </c:pt>
                <c:pt idx="1956">
                  <c:v>298.773949861526</c:v>
                </c:pt>
                <c:pt idx="1957">
                  <c:v>298.649450778961</c:v>
                </c:pt>
                <c:pt idx="1958">
                  <c:v>298.512688994408</c:v>
                </c:pt>
                <c:pt idx="1959">
                  <c:v>298.421402454376</c:v>
                </c:pt>
                <c:pt idx="1960">
                  <c:v>298.307441711426</c:v>
                </c:pt>
                <c:pt idx="1961">
                  <c:v>298.12532377243</c:v>
                </c:pt>
                <c:pt idx="1962">
                  <c:v>297.923736929893</c:v>
                </c:pt>
                <c:pt idx="1963">
                  <c:v>297.682399868965</c:v>
                </c:pt>
                <c:pt idx="1964">
                  <c:v>297.49288392067</c:v>
                </c:pt>
                <c:pt idx="1965">
                  <c:v>297.397401928902</c:v>
                </c:pt>
                <c:pt idx="1966">
                  <c:v>297.320966720581</c:v>
                </c:pt>
                <c:pt idx="1967">
                  <c:v>297.289762854576</c:v>
                </c:pt>
                <c:pt idx="1968">
                  <c:v>297.339651525021</c:v>
                </c:pt>
                <c:pt idx="1969">
                  <c:v>297.366153359413</c:v>
                </c:pt>
                <c:pt idx="1970">
                  <c:v>297.441534638405</c:v>
                </c:pt>
                <c:pt idx="1971">
                  <c:v>297.462869942188</c:v>
                </c:pt>
                <c:pt idx="1972">
                  <c:v>297.574382781982</c:v>
                </c:pt>
                <c:pt idx="1973">
                  <c:v>297.741083860397</c:v>
                </c:pt>
                <c:pt idx="1974">
                  <c:v>298.057320833206</c:v>
                </c:pt>
                <c:pt idx="1975">
                  <c:v>298.365846514702</c:v>
                </c:pt>
                <c:pt idx="1976">
                  <c:v>298.700273752213</c:v>
                </c:pt>
                <c:pt idx="1977">
                  <c:v>299.071709275246</c:v>
                </c:pt>
                <c:pt idx="1978">
                  <c:v>299.442705452442</c:v>
                </c:pt>
                <c:pt idx="1979">
                  <c:v>299.775546908379</c:v>
                </c:pt>
                <c:pt idx="1980">
                  <c:v>300.119722306728</c:v>
                </c:pt>
                <c:pt idx="1981">
                  <c:v>300.551306545734</c:v>
                </c:pt>
                <c:pt idx="1982">
                  <c:v>301.030055701733</c:v>
                </c:pt>
                <c:pt idx="1983">
                  <c:v>301.548715472221</c:v>
                </c:pt>
                <c:pt idx="1984">
                  <c:v>302.06406635046</c:v>
                </c:pt>
                <c:pt idx="1985">
                  <c:v>302.583067893982</c:v>
                </c:pt>
                <c:pt idx="1986">
                  <c:v>303.04694890976</c:v>
                </c:pt>
                <c:pt idx="1987">
                  <c:v>303.506236612797</c:v>
                </c:pt>
                <c:pt idx="1988">
                  <c:v>303.90346044302</c:v>
                </c:pt>
                <c:pt idx="1989">
                  <c:v>304.273946642876</c:v>
                </c:pt>
                <c:pt idx="1990">
                  <c:v>304.677504301071</c:v>
                </c:pt>
                <c:pt idx="1991">
                  <c:v>305.09588599205</c:v>
                </c:pt>
                <c:pt idx="1992">
                  <c:v>305.485512137413</c:v>
                </c:pt>
                <c:pt idx="1993">
                  <c:v>305.843090772629</c:v>
                </c:pt>
                <c:pt idx="1994">
                  <c:v>306.082319021225</c:v>
                </c:pt>
                <c:pt idx="1995">
                  <c:v>306.356440067291</c:v>
                </c:pt>
                <c:pt idx="1996">
                  <c:v>306.550214469433</c:v>
                </c:pt>
                <c:pt idx="1997">
                  <c:v>306.829300522804</c:v>
                </c:pt>
                <c:pt idx="1998">
                  <c:v>307.081213116646</c:v>
                </c:pt>
                <c:pt idx="1999">
                  <c:v>307.323264122009</c:v>
                </c:pt>
                <c:pt idx="2000">
                  <c:v>307.526496946812</c:v>
                </c:pt>
                <c:pt idx="2001">
                  <c:v>307.574298083782</c:v>
                </c:pt>
                <c:pt idx="2002">
                  <c:v>307.515616118908</c:v>
                </c:pt>
                <c:pt idx="2003">
                  <c:v>307.414973914623</c:v>
                </c:pt>
                <c:pt idx="2004">
                  <c:v>307.743047535419</c:v>
                </c:pt>
                <c:pt idx="2005">
                  <c:v>308.113259017467</c:v>
                </c:pt>
                <c:pt idx="2006">
                  <c:v>308.498392164707</c:v>
                </c:pt>
                <c:pt idx="2007">
                  <c:v>308.793114602566</c:v>
                </c:pt>
                <c:pt idx="2008">
                  <c:v>309.027503490448</c:v>
                </c:pt>
                <c:pt idx="2009">
                  <c:v>309.237907648087</c:v>
                </c:pt>
                <c:pt idx="2010">
                  <c:v>309.404665291309</c:v>
                </c:pt>
                <c:pt idx="2011">
                  <c:v>309.565816044807</c:v>
                </c:pt>
                <c:pt idx="2012">
                  <c:v>309.692821204662</c:v>
                </c:pt>
                <c:pt idx="2013">
                  <c:v>309.795518934727</c:v>
                </c:pt>
                <c:pt idx="2014">
                  <c:v>309.990595877171</c:v>
                </c:pt>
                <c:pt idx="2015">
                  <c:v>310.161434173584</c:v>
                </c:pt>
                <c:pt idx="2016">
                  <c:v>310.270776152611</c:v>
                </c:pt>
                <c:pt idx="2017">
                  <c:v>310.319339036942</c:v>
                </c:pt>
                <c:pt idx="2018">
                  <c:v>310.366849005222</c:v>
                </c:pt>
                <c:pt idx="2019">
                  <c:v>310.360788762569</c:v>
                </c:pt>
                <c:pt idx="2020">
                  <c:v>310.37832224369</c:v>
                </c:pt>
                <c:pt idx="2021">
                  <c:v>310.429699361324</c:v>
                </c:pt>
                <c:pt idx="2022">
                  <c:v>310.576633512974</c:v>
                </c:pt>
                <c:pt idx="2023">
                  <c:v>310.725895047188</c:v>
                </c:pt>
                <c:pt idx="2024">
                  <c:v>310.899225711823</c:v>
                </c:pt>
                <c:pt idx="2025">
                  <c:v>311.016161203384</c:v>
                </c:pt>
                <c:pt idx="2026">
                  <c:v>311.215085804462</c:v>
                </c:pt>
                <c:pt idx="2027">
                  <c:v>311.391021549702</c:v>
                </c:pt>
                <c:pt idx="2028">
                  <c:v>311.597252249718</c:v>
                </c:pt>
                <c:pt idx="2029">
                  <c:v>311.800323963165</c:v>
                </c:pt>
                <c:pt idx="2030">
                  <c:v>311.993300437927</c:v>
                </c:pt>
                <c:pt idx="2031">
                  <c:v>312.221818447113</c:v>
                </c:pt>
                <c:pt idx="2032">
                  <c:v>312.469470620155</c:v>
                </c:pt>
                <c:pt idx="2033">
                  <c:v>312.718145132065</c:v>
                </c:pt>
                <c:pt idx="2034">
                  <c:v>312.96904695034</c:v>
                </c:pt>
                <c:pt idx="2035">
                  <c:v>313.129518091679</c:v>
                </c:pt>
                <c:pt idx="2036">
                  <c:v>313.331809461117</c:v>
                </c:pt>
                <c:pt idx="2037">
                  <c:v>313.493616521358</c:v>
                </c:pt>
                <c:pt idx="2038">
                  <c:v>313.638678967953</c:v>
                </c:pt>
                <c:pt idx="2039">
                  <c:v>313.793502509594</c:v>
                </c:pt>
                <c:pt idx="2040">
                  <c:v>313.84080183506</c:v>
                </c:pt>
                <c:pt idx="2041">
                  <c:v>313.940857172012</c:v>
                </c:pt>
                <c:pt idx="2042">
                  <c:v>314.093650579453</c:v>
                </c:pt>
                <c:pt idx="2043">
                  <c:v>314.247441053391</c:v>
                </c:pt>
                <c:pt idx="2044">
                  <c:v>314.420427799225</c:v>
                </c:pt>
                <c:pt idx="2045">
                  <c:v>314.640625655651</c:v>
                </c:pt>
                <c:pt idx="2046">
                  <c:v>314.846432566643</c:v>
                </c:pt>
                <c:pt idx="2047">
                  <c:v>315.091231584549</c:v>
                </c:pt>
                <c:pt idx="2048">
                  <c:v>315.372674047947</c:v>
                </c:pt>
                <c:pt idx="2049">
                  <c:v>315.578555524349</c:v>
                </c:pt>
                <c:pt idx="2050">
                  <c:v>315.840438187122</c:v>
                </c:pt>
                <c:pt idx="2051">
                  <c:v>316.067516326904</c:v>
                </c:pt>
                <c:pt idx="2052">
                  <c:v>316.276981115341</c:v>
                </c:pt>
                <c:pt idx="2053">
                  <c:v>316.426265597343</c:v>
                </c:pt>
                <c:pt idx="2054">
                  <c:v>316.511120200157</c:v>
                </c:pt>
                <c:pt idx="2055">
                  <c:v>316.675273954868</c:v>
                </c:pt>
                <c:pt idx="2056">
                  <c:v>316.888240516186</c:v>
                </c:pt>
                <c:pt idx="2057">
                  <c:v>317.140808939934</c:v>
                </c:pt>
                <c:pt idx="2058">
                  <c:v>317.379569649696</c:v>
                </c:pt>
                <c:pt idx="2059">
                  <c:v>317.625174641609</c:v>
                </c:pt>
                <c:pt idx="2060">
                  <c:v>317.885352134705</c:v>
                </c:pt>
                <c:pt idx="2061">
                  <c:v>318.117687344551</c:v>
                </c:pt>
                <c:pt idx="2062">
                  <c:v>318.323761343956</c:v>
                </c:pt>
                <c:pt idx="2063">
                  <c:v>318.494897723198</c:v>
                </c:pt>
                <c:pt idx="2064">
                  <c:v>318.674220502377</c:v>
                </c:pt>
                <c:pt idx="2065">
                  <c:v>318.81554633379</c:v>
                </c:pt>
                <c:pt idx="2066">
                  <c:v>318.985883057117</c:v>
                </c:pt>
                <c:pt idx="2067">
                  <c:v>319.093897521496</c:v>
                </c:pt>
                <c:pt idx="2068">
                  <c:v>319.158497929573</c:v>
                </c:pt>
                <c:pt idx="2069">
                  <c:v>319.276237905025</c:v>
                </c:pt>
                <c:pt idx="2070">
                  <c:v>319.337066948414</c:v>
                </c:pt>
                <c:pt idx="2071">
                  <c:v>319.42189770937</c:v>
                </c:pt>
                <c:pt idx="2072">
                  <c:v>319.464391052723</c:v>
                </c:pt>
                <c:pt idx="2073">
                  <c:v>319.549867093563</c:v>
                </c:pt>
                <c:pt idx="2074">
                  <c:v>319.575830042362</c:v>
                </c:pt>
                <c:pt idx="2075">
                  <c:v>319.523469746113</c:v>
                </c:pt>
                <c:pt idx="2076">
                  <c:v>319.497754752636</c:v>
                </c:pt>
                <c:pt idx="2077">
                  <c:v>319.454930484295</c:v>
                </c:pt>
                <c:pt idx="2078">
                  <c:v>319.468524873257</c:v>
                </c:pt>
                <c:pt idx="2079">
                  <c:v>319.406310141087</c:v>
                </c:pt>
                <c:pt idx="2080">
                  <c:v>319.34479957819</c:v>
                </c:pt>
                <c:pt idx="2081">
                  <c:v>319.37832647562</c:v>
                </c:pt>
                <c:pt idx="2082">
                  <c:v>319.41085010767</c:v>
                </c:pt>
                <c:pt idx="2083">
                  <c:v>319.475866615772</c:v>
                </c:pt>
                <c:pt idx="2084">
                  <c:v>319.477955698967</c:v>
                </c:pt>
                <c:pt idx="2085">
                  <c:v>319.480320453644</c:v>
                </c:pt>
                <c:pt idx="2086">
                  <c:v>319.497105062008</c:v>
                </c:pt>
                <c:pt idx="2087">
                  <c:v>319.550843954086</c:v>
                </c:pt>
                <c:pt idx="2088">
                  <c:v>319.654652714729</c:v>
                </c:pt>
                <c:pt idx="2089">
                  <c:v>319.70012229681</c:v>
                </c:pt>
                <c:pt idx="2090">
                  <c:v>319.766367614269</c:v>
                </c:pt>
                <c:pt idx="2091">
                  <c:v>319.859034538269</c:v>
                </c:pt>
                <c:pt idx="2092">
                  <c:v>319.984642982483</c:v>
                </c:pt>
                <c:pt idx="2093">
                  <c:v>320.077769696712</c:v>
                </c:pt>
                <c:pt idx="2094">
                  <c:v>320.22647100687</c:v>
                </c:pt>
                <c:pt idx="2095">
                  <c:v>320.436351001263</c:v>
                </c:pt>
                <c:pt idx="2096">
                  <c:v>320.608816921711</c:v>
                </c:pt>
                <c:pt idx="2097">
                  <c:v>320.721820354462</c:v>
                </c:pt>
                <c:pt idx="2098">
                  <c:v>320.776666760445</c:v>
                </c:pt>
                <c:pt idx="2099">
                  <c:v>320.878368139267</c:v>
                </c:pt>
                <c:pt idx="2100">
                  <c:v>320.970234513283</c:v>
                </c:pt>
                <c:pt idx="2101">
                  <c:v>321.048101603985</c:v>
                </c:pt>
                <c:pt idx="2102">
                  <c:v>321.134257674217</c:v>
                </c:pt>
                <c:pt idx="2103">
                  <c:v>321.243341445923</c:v>
                </c:pt>
                <c:pt idx="2104">
                  <c:v>321.432680130005</c:v>
                </c:pt>
                <c:pt idx="2105">
                  <c:v>321.6196860075</c:v>
                </c:pt>
                <c:pt idx="2106">
                  <c:v>321.745278835297</c:v>
                </c:pt>
                <c:pt idx="2107">
                  <c:v>321.841326296329</c:v>
                </c:pt>
                <c:pt idx="2108">
                  <c:v>321.944654405117</c:v>
                </c:pt>
                <c:pt idx="2109">
                  <c:v>322.066153764725</c:v>
                </c:pt>
                <c:pt idx="2110">
                  <c:v>322.229590058327</c:v>
                </c:pt>
                <c:pt idx="2111">
                  <c:v>322.311278820038</c:v>
                </c:pt>
                <c:pt idx="2112">
                  <c:v>322.439184546471</c:v>
                </c:pt>
                <c:pt idx="2113">
                  <c:v>322.698084950447</c:v>
                </c:pt>
                <c:pt idx="2114">
                  <c:v>322.953301787376</c:v>
                </c:pt>
                <c:pt idx="2115">
                  <c:v>323.198669672012</c:v>
                </c:pt>
                <c:pt idx="2116">
                  <c:v>323.485568702221</c:v>
                </c:pt>
                <c:pt idx="2117">
                  <c:v>323.835255086422</c:v>
                </c:pt>
                <c:pt idx="2118">
                  <c:v>324.150496840477</c:v>
                </c:pt>
                <c:pt idx="2119">
                  <c:v>324.410640001297</c:v>
                </c:pt>
                <c:pt idx="2120">
                  <c:v>324.71814084053</c:v>
                </c:pt>
                <c:pt idx="2121">
                  <c:v>324.962501823902</c:v>
                </c:pt>
                <c:pt idx="2122">
                  <c:v>325.223431050777</c:v>
                </c:pt>
                <c:pt idx="2123">
                  <c:v>325.472038447857</c:v>
                </c:pt>
                <c:pt idx="2124">
                  <c:v>325.664009869099</c:v>
                </c:pt>
                <c:pt idx="2125">
                  <c:v>325.936476409435</c:v>
                </c:pt>
                <c:pt idx="2126">
                  <c:v>326.2146692276</c:v>
                </c:pt>
                <c:pt idx="2127">
                  <c:v>326.503882110119</c:v>
                </c:pt>
                <c:pt idx="2128">
                  <c:v>326.750144302845</c:v>
                </c:pt>
                <c:pt idx="2129">
                  <c:v>327.035658478737</c:v>
                </c:pt>
                <c:pt idx="2130">
                  <c:v>327.272097885609</c:v>
                </c:pt>
                <c:pt idx="2131">
                  <c:v>327.569735348225</c:v>
                </c:pt>
                <c:pt idx="2132">
                  <c:v>327.819476664066</c:v>
                </c:pt>
                <c:pt idx="2133">
                  <c:v>328.015367090702</c:v>
                </c:pt>
                <c:pt idx="2134">
                  <c:v>328.208152353764</c:v>
                </c:pt>
                <c:pt idx="2135">
                  <c:v>328.446714580059</c:v>
                </c:pt>
                <c:pt idx="2136">
                  <c:v>328.697684884071</c:v>
                </c:pt>
                <c:pt idx="2137">
                  <c:v>328.928764224052</c:v>
                </c:pt>
                <c:pt idx="2138">
                  <c:v>329.241911411285</c:v>
                </c:pt>
                <c:pt idx="2139">
                  <c:v>329.571341753006</c:v>
                </c:pt>
                <c:pt idx="2140">
                  <c:v>329.859049260616</c:v>
                </c:pt>
                <c:pt idx="2141">
                  <c:v>330.191076815128</c:v>
                </c:pt>
                <c:pt idx="2142">
                  <c:v>330.473881483078</c:v>
                </c:pt>
                <c:pt idx="2143">
                  <c:v>330.715955853462</c:v>
                </c:pt>
                <c:pt idx="2144">
                  <c:v>330.946330726147</c:v>
                </c:pt>
                <c:pt idx="2145">
                  <c:v>331.158829033375</c:v>
                </c:pt>
                <c:pt idx="2146">
                  <c:v>331.390143275261</c:v>
                </c:pt>
                <c:pt idx="2147">
                  <c:v>331.631867587566</c:v>
                </c:pt>
                <c:pt idx="2148">
                  <c:v>331.810358405113</c:v>
                </c:pt>
                <c:pt idx="2149">
                  <c:v>331.901792287827</c:v>
                </c:pt>
                <c:pt idx="2150">
                  <c:v>331.977380335331</c:v>
                </c:pt>
                <c:pt idx="2151">
                  <c:v>332.000836491585</c:v>
                </c:pt>
                <c:pt idx="2152">
                  <c:v>332.040771603584</c:v>
                </c:pt>
                <c:pt idx="2153">
                  <c:v>331.986950874329</c:v>
                </c:pt>
                <c:pt idx="2154">
                  <c:v>332.000965416431</c:v>
                </c:pt>
                <c:pt idx="2155">
                  <c:v>332.048394083977</c:v>
                </c:pt>
                <c:pt idx="2156">
                  <c:v>332.072418987751</c:v>
                </c:pt>
                <c:pt idx="2157">
                  <c:v>332.125861644745</c:v>
                </c:pt>
                <c:pt idx="2158">
                  <c:v>332.234302997589</c:v>
                </c:pt>
                <c:pt idx="2159">
                  <c:v>332.336928665638</c:v>
                </c:pt>
                <c:pt idx="2160">
                  <c:v>332.405084311962</c:v>
                </c:pt>
                <c:pt idx="2161">
                  <c:v>332.431473493576</c:v>
                </c:pt>
                <c:pt idx="2162">
                  <c:v>332.450410187244</c:v>
                </c:pt>
                <c:pt idx="2163">
                  <c:v>332.42923527956</c:v>
                </c:pt>
                <c:pt idx="2164">
                  <c:v>332.423267662525</c:v>
                </c:pt>
                <c:pt idx="2165">
                  <c:v>332.402846992016</c:v>
                </c:pt>
                <c:pt idx="2166">
                  <c:v>332.378639161587</c:v>
                </c:pt>
                <c:pt idx="2167">
                  <c:v>332.300645411015</c:v>
                </c:pt>
                <c:pt idx="2168">
                  <c:v>332.197626054287</c:v>
                </c:pt>
                <c:pt idx="2169">
                  <c:v>332.115291416645</c:v>
                </c:pt>
                <c:pt idx="2170">
                  <c:v>332.061513006687</c:v>
                </c:pt>
                <c:pt idx="2171">
                  <c:v>331.981846868992</c:v>
                </c:pt>
                <c:pt idx="2172">
                  <c:v>331.880108654499</c:v>
                </c:pt>
                <c:pt idx="2173">
                  <c:v>331.85037535429</c:v>
                </c:pt>
                <c:pt idx="2174">
                  <c:v>331.763771116734</c:v>
                </c:pt>
                <c:pt idx="2175">
                  <c:v>331.6754129529</c:v>
                </c:pt>
                <c:pt idx="2176">
                  <c:v>331.598456680775</c:v>
                </c:pt>
                <c:pt idx="2177">
                  <c:v>331.4996971488</c:v>
                </c:pt>
                <c:pt idx="2178">
                  <c:v>331.504789471626</c:v>
                </c:pt>
                <c:pt idx="2179">
                  <c:v>331.494191765785</c:v>
                </c:pt>
                <c:pt idx="2180">
                  <c:v>331.483392119408</c:v>
                </c:pt>
                <c:pt idx="2181">
                  <c:v>331.441097378731</c:v>
                </c:pt>
                <c:pt idx="2182">
                  <c:v>331.499336659908</c:v>
                </c:pt>
                <c:pt idx="2183">
                  <c:v>331.557371258736</c:v>
                </c:pt>
                <c:pt idx="2184">
                  <c:v>331.629533946514</c:v>
                </c:pt>
                <c:pt idx="2185">
                  <c:v>331.758966445923</c:v>
                </c:pt>
                <c:pt idx="2186">
                  <c:v>331.897195100784</c:v>
                </c:pt>
                <c:pt idx="2187">
                  <c:v>332.048440694809</c:v>
                </c:pt>
                <c:pt idx="2188">
                  <c:v>332.166840076447</c:v>
                </c:pt>
                <c:pt idx="2189">
                  <c:v>332.34867733717</c:v>
                </c:pt>
                <c:pt idx="2190">
                  <c:v>332.570725858212</c:v>
                </c:pt>
                <c:pt idx="2191">
                  <c:v>332.832110881805</c:v>
                </c:pt>
                <c:pt idx="2192">
                  <c:v>333.137022733688</c:v>
                </c:pt>
                <c:pt idx="2193">
                  <c:v>333.41740167141</c:v>
                </c:pt>
                <c:pt idx="2194">
                  <c:v>333.762461900711</c:v>
                </c:pt>
              </c:numCache>
            </c:numRef>
          </c:val>
          <c:smooth val="0"/>
        </c:ser>
        <c:dLbls>
          <c:showLegendKey val="0"/>
          <c:showVal val="0"/>
          <c:showCatName val="0"/>
          <c:showSerName val="0"/>
          <c:showPercent val="0"/>
          <c:showBubbleSize val="0"/>
        </c:dLbls>
        <c:marker val="0"/>
        <c:smooth val="0"/>
        <c:axId val="573307605"/>
        <c:axId val="780092271"/>
      </c:lineChart>
      <c:dateAx>
        <c:axId val="573307605"/>
        <c:scaling>
          <c:orientation val="minMax"/>
        </c:scaling>
        <c:delete val="0"/>
        <c:axPos val="b"/>
        <c:numFmt formatCode="[$-409]mmm/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500" b="0" i="0" u="none" strike="noStrike" kern="1200" baseline="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defRPr>
            </a:pPr>
          </a:p>
        </c:txPr>
        <c:crossAx val="780092271"/>
        <c:crosses val="autoZero"/>
        <c:auto val="1"/>
        <c:lblOffset val="100"/>
        <c:baseTimeUnit val="days"/>
      </c:dateAx>
      <c:valAx>
        <c:axId val="780092271"/>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defRPr>
            </a:pPr>
          </a:p>
        </c:txPr>
        <c:crossAx val="573307605"/>
        <c:crosses val="autoZero"/>
        <c:crossBetween val="between"/>
      </c:valAx>
      <c:spPr>
        <a:noFill/>
        <a:ln>
          <a:noFill/>
        </a:ln>
        <a:effectLst/>
      </c:spPr>
    </c:plotArea>
    <c:plotVisOnly val="1"/>
    <c:dispBlanksAs val="gap"/>
    <c:showDLblsOverMax val="0"/>
    <c:extLst>
      <c:ext uri="{0b15fc19-7d7d-44ad-8c2d-2c3a37ce22c3}">
        <chartProps xmlns="https://web.wps.cn/et/2018/main" chartId="{b2b0dae6-f556-4b68-bf40-aef1b28f8b0f}"/>
      </c:ext>
    </c:extLst>
  </c:chart>
  <c:spPr>
    <a:solidFill>
      <a:schemeClr val="bg1"/>
    </a:solidFill>
    <a:ln w="9525" cap="flat" cmpd="sng" algn="ctr">
      <a:solidFill>
        <a:schemeClr val="tx1">
          <a:lumMod val="15000"/>
          <a:lumOff val="85000"/>
        </a:schemeClr>
      </a:solidFill>
      <a:round/>
    </a:ln>
    <a:effectLst/>
  </c:spPr>
  <c:txPr>
    <a:bodyPr/>
    <a:lstStyle/>
    <a:p>
      <a:pPr>
        <a:defRPr lang="zh-CN" sz="90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sym typeface="方正准圆简体" panose="03000509000000000000" pitchFamily="2"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5838" y="0"/>
            <a:ext cx="2949787" cy="496967"/>
          </a:xfrm>
          <a:prstGeom prst="rect">
            <a:avLst/>
          </a:prstGeom>
        </p:spPr>
        <p:txBody>
          <a:bodyPr vert="horz" lIns="91440" tIns="45720" rIns="91440" bIns="45720" rtlCol="0"/>
          <a:lstStyle>
            <a:lvl1pPr algn="r">
              <a:defRPr sz="1200"/>
            </a:lvl1pPr>
          </a:lstStyle>
          <a:p>
            <a:fld id="{75833B11-EC55-411B-8FEE-66C24EA5A21A}" type="datetimeFigureOut">
              <a:rPr lang="zh-CN" altLang="en-US" smtClean="0"/>
            </a:fld>
            <a:endParaRPr lang="zh-CN" altLang="en-US"/>
          </a:p>
        </p:txBody>
      </p:sp>
      <p:sp>
        <p:nvSpPr>
          <p:cNvPr id="4" name="页脚占位符 3"/>
          <p:cNvSpPr>
            <a:spLocks noGrp="1"/>
          </p:cNvSpPr>
          <p:nvPr>
            <p:ph type="ftr" sz="quarter" idx="2"/>
          </p:nvPr>
        </p:nvSpPr>
        <p:spPr>
          <a:xfrm>
            <a:off x="0" y="9440646"/>
            <a:ext cx="2949787" cy="49696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5838" y="9440646"/>
            <a:ext cx="2949787" cy="496967"/>
          </a:xfrm>
          <a:prstGeom prst="rect">
            <a:avLst/>
          </a:prstGeom>
        </p:spPr>
        <p:txBody>
          <a:bodyPr vert="horz" lIns="91440" tIns="45720" rIns="91440" bIns="45720" rtlCol="0" anchor="b"/>
          <a:lstStyle>
            <a:lvl1pPr algn="r">
              <a:defRPr sz="1200"/>
            </a:lvl1pPr>
          </a:lstStyle>
          <a:p>
            <a:fld id="{FFC7307D-49EF-4F90-ADF9-A9F909E4F4C0}"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BF075249-2487-4234-9058-9BB50F76A8C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2075" y="746125"/>
            <a:ext cx="6623050" cy="372586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0720" y="4721186"/>
            <a:ext cx="5445760" cy="4472702"/>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3E13848B-21D6-454C-99B6-E453CE2FD4E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sym typeface="+mn-ea"/>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A5DE7FB-0A6B-4D59-9227-C2B41BBD3D2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2271C82-266D-4D33-95F5-D3BDE021AC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753DAF3-6F90-4382-ADD6-210F8CC1CE80}" type="slidenum">
              <a:rPr kumimoji="0" lang="zh-CN" altLang="en-US" sz="1200" b="0" i="0" u="none" strike="noStrike" kern="1200" cap="none" spc="0" normalizeH="0" baseline="0" noProof="0" smtClean="0">
                <a:ln>
                  <a:noFill/>
                </a:ln>
                <a:solidFill>
                  <a:prstClr val="black"/>
                </a:solidFill>
                <a:effectLst/>
                <a:uLnTx/>
                <a:uFillTx/>
                <a:latin typeface="方正准圆简体" panose="03000509000000000000" pitchFamily="2" charset="-122"/>
                <a:ea typeface="方正准圆简体" panose="03000509000000000000" pitchFamily="2" charset="-122"/>
                <a:cs typeface="+mn-cs"/>
              </a:rPr>
            </a:fld>
            <a:endParaRPr kumimoji="0" lang="zh-CN" altLang="en-US" sz="1200" b="0" i="0" u="none" strike="noStrike" kern="1200" cap="none" spc="0" normalizeH="0" baseline="0" noProof="0" dirty="0">
              <a:ln>
                <a:noFill/>
              </a:ln>
              <a:solidFill>
                <a:prstClr val="black"/>
              </a:solidFill>
              <a:effectLst/>
              <a:uLnTx/>
              <a:uFillTx/>
              <a:latin typeface="方正准圆简体" panose="03000509000000000000" pitchFamily="2" charset="-122"/>
              <a:ea typeface="方正准圆简体" panose="03000509000000000000"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image" Target="../media/image1.png"/><Relationship Id="rId3" Type="http://schemas.openxmlformats.org/officeDocument/2006/relationships/image" Target="../media/image4.tif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tags" Target="../tags/tag2.xml"/><Relationship Id="rId4" Type="http://schemas.openxmlformats.org/officeDocument/2006/relationships/image" Target="../media/image9.emf"/><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tags" Target="../tags/tag4.xml"/><Relationship Id="rId4" Type="http://schemas.openxmlformats.org/officeDocument/2006/relationships/image" Target="../media/image11.emf"/><Relationship Id="rId3" Type="http://schemas.openxmlformats.org/officeDocument/2006/relationships/oleObject" Target="../embeddings/oleObject2.bin"/><Relationship Id="rId2" Type="http://schemas.openxmlformats.org/officeDocument/2006/relationships/tags" Target="../tags/tag3.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image" Target="../media/image9.emf"/><Relationship Id="rId3" Type="http://schemas.openxmlformats.org/officeDocument/2006/relationships/oleObject" Target="../embeddings/oleObject3.bin"/><Relationship Id="rId2" Type="http://schemas.openxmlformats.org/officeDocument/2006/relationships/tags" Target="../tags/tag5.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tags" Target="../tags/tag7.xml"/><Relationship Id="rId4" Type="http://schemas.openxmlformats.org/officeDocument/2006/relationships/image" Target="../media/image9.emf"/><Relationship Id="rId3" Type="http://schemas.openxmlformats.org/officeDocument/2006/relationships/oleObject" Target="../embeddings/oleObject4.bin"/><Relationship Id="rId2" Type="http://schemas.openxmlformats.org/officeDocument/2006/relationships/tags" Target="../tags/tag6.xml"/><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tags" Target="../tags/tag9.xml"/><Relationship Id="rId4" Type="http://schemas.openxmlformats.org/officeDocument/2006/relationships/image" Target="../media/image11.emf"/><Relationship Id="rId3" Type="http://schemas.openxmlformats.org/officeDocument/2006/relationships/oleObject" Target="../embeddings/oleObject5.bin"/><Relationship Id="rId2" Type="http://schemas.openxmlformats.org/officeDocument/2006/relationships/tags" Target="../tags/tag8.xml"/><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AEE30A1-106A-4B30-ADE4-7B2F65C18E1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A43E90-475C-4844-9E62-7E8131F01FA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AEE30A1-106A-4B30-ADE4-7B2F65C18E1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A43E90-475C-4844-9E62-7E8131F01FA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AEE30A1-106A-4B30-ADE4-7B2F65C18E1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A43E90-475C-4844-9E62-7E8131F01FA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370013"/>
            <a:ext cx="3867150" cy="326231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370013"/>
            <a:ext cx="3867150" cy="326231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EAEE30A1-106A-4B30-ADE4-7B2F65C18E1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A43E90-475C-4844-9E62-7E8131F01FA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1879600"/>
            <a:ext cx="3868737" cy="276225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1879600"/>
            <a:ext cx="3887788" cy="276225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AEE30A1-106A-4B30-ADE4-7B2F65C18E1A}"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CA43E90-475C-4844-9E62-7E8131F01FA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AEE30A1-106A-4B30-ADE4-7B2F65C18E1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CA43E90-475C-4844-9E62-7E8131F01FA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AEE30A1-106A-4B30-ADE4-7B2F65C18E1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CA43E90-475C-4844-9E62-7E8131F01FA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AEE30A1-106A-4B30-ADE4-7B2F65C18E1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A43E90-475C-4844-9E62-7E8131F01FA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AEE30A1-106A-4B30-ADE4-7B2F65C18E1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CA43E90-475C-4844-9E62-7E8131F01FA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AEE30A1-106A-4B30-ADE4-7B2F65C18E1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A43E90-475C-4844-9E62-7E8131F01FA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274638"/>
            <a:ext cx="5762625" cy="4357687"/>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AEE30A1-106A-4B30-ADE4-7B2F65C18E1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CA43E90-475C-4844-9E62-7E8131F01FA5}"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email"/>
          <a:stretch>
            <a:fillRect/>
          </a:stretch>
        </p:blipFill>
        <p:spPr>
          <a:xfrm>
            <a:off x="183946" y="99545"/>
            <a:ext cx="1526321" cy="476141"/>
          </a:xfrm>
          <a:prstGeom prst="rect">
            <a:avLst/>
          </a:prstGeom>
        </p:spPr>
      </p:pic>
      <p:pic>
        <p:nvPicPr>
          <p:cNvPr id="6" name="图片 5"/>
          <p:cNvPicPr>
            <a:picLocks noChangeAspect="1"/>
          </p:cNvPicPr>
          <p:nvPr userDrawn="1"/>
        </p:nvPicPr>
        <p:blipFill>
          <a:blip r:embed="rId3" cstate="screen"/>
          <a:stretch>
            <a:fillRect/>
          </a:stretch>
        </p:blipFill>
        <p:spPr>
          <a:xfrm>
            <a:off x="7912717" y="-202491"/>
            <a:ext cx="1231283" cy="89299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cxnSp>
        <p:nvCxnSpPr>
          <p:cNvPr id="12" name="直接连接符 11"/>
          <p:cNvCxnSpPr/>
          <p:nvPr userDrawn="1"/>
        </p:nvCxnSpPr>
        <p:spPr>
          <a:xfrm>
            <a:off x="867369" y="1908178"/>
            <a:ext cx="3104557" cy="0"/>
          </a:xfrm>
          <a:prstGeom prst="line">
            <a:avLst/>
          </a:prstGeom>
          <a:noFill/>
          <a:ln w="28575" cap="rnd" cmpd="sng" algn="ctr">
            <a:solidFill>
              <a:srgbClr val="EA5406"/>
            </a:solidFill>
            <a:prstDash val="solid"/>
            <a:round/>
          </a:ln>
          <a:effectLst/>
        </p:spPr>
      </p:cxnSp>
      <p:grpSp>
        <p:nvGrpSpPr>
          <p:cNvPr id="13" name="组 1"/>
          <p:cNvGrpSpPr/>
          <p:nvPr userDrawn="1"/>
        </p:nvGrpSpPr>
        <p:grpSpPr>
          <a:xfrm>
            <a:off x="4583447" y="980170"/>
            <a:ext cx="3873266" cy="3025478"/>
            <a:chOff x="4570492" y="1427024"/>
            <a:chExt cx="3873265" cy="4033971"/>
          </a:xfrm>
        </p:grpSpPr>
        <p:sp>
          <p:nvSpPr>
            <p:cNvPr id="14" name="Freeform 5"/>
            <p:cNvSpPr/>
            <p:nvPr/>
          </p:nvSpPr>
          <p:spPr bwMode="auto">
            <a:xfrm rot="3596300" flipH="1">
              <a:off x="6725506" y="2498044"/>
              <a:ext cx="1352018" cy="1531946"/>
            </a:xfrm>
            <a:custGeom>
              <a:avLst/>
              <a:gdLst>
                <a:gd name="T0" fmla="*/ 72 w 595"/>
                <a:gd name="T1" fmla="*/ 665 h 674"/>
                <a:gd name="T2" fmla="*/ 24 w 595"/>
                <a:gd name="T3" fmla="*/ 665 h 674"/>
                <a:gd name="T4" fmla="*/ 0 w 595"/>
                <a:gd name="T5" fmla="*/ 624 h 674"/>
                <a:gd name="T6" fmla="*/ 0 w 595"/>
                <a:gd name="T7" fmla="*/ 50 h 674"/>
                <a:gd name="T8" fmla="*/ 24 w 595"/>
                <a:gd name="T9" fmla="*/ 9 h 674"/>
                <a:gd name="T10" fmla="*/ 72 w 595"/>
                <a:gd name="T11" fmla="*/ 9 h 674"/>
                <a:gd name="T12" fmla="*/ 571 w 595"/>
                <a:gd name="T13" fmla="*/ 296 h 674"/>
                <a:gd name="T14" fmla="*/ 595 w 595"/>
                <a:gd name="T15" fmla="*/ 337 h 674"/>
                <a:gd name="T16" fmla="*/ 571 w 595"/>
                <a:gd name="T17" fmla="*/ 378 h 674"/>
                <a:gd name="T18" fmla="*/ 72 w 595"/>
                <a:gd name="T19" fmla="*/ 665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5" h="674">
                  <a:moveTo>
                    <a:pt x="72" y="665"/>
                  </a:moveTo>
                  <a:cubicBezTo>
                    <a:pt x="57" y="674"/>
                    <a:pt x="39" y="674"/>
                    <a:pt x="24" y="665"/>
                  </a:cubicBezTo>
                  <a:cubicBezTo>
                    <a:pt x="9" y="657"/>
                    <a:pt x="0" y="641"/>
                    <a:pt x="0" y="624"/>
                  </a:cubicBezTo>
                  <a:cubicBezTo>
                    <a:pt x="0" y="50"/>
                    <a:pt x="0" y="50"/>
                    <a:pt x="0" y="50"/>
                  </a:cubicBezTo>
                  <a:cubicBezTo>
                    <a:pt x="0" y="33"/>
                    <a:pt x="9" y="17"/>
                    <a:pt x="24" y="9"/>
                  </a:cubicBezTo>
                  <a:cubicBezTo>
                    <a:pt x="39" y="0"/>
                    <a:pt x="57" y="0"/>
                    <a:pt x="72" y="9"/>
                  </a:cubicBezTo>
                  <a:cubicBezTo>
                    <a:pt x="571" y="296"/>
                    <a:pt x="571" y="296"/>
                    <a:pt x="571" y="296"/>
                  </a:cubicBezTo>
                  <a:cubicBezTo>
                    <a:pt x="586" y="304"/>
                    <a:pt x="595" y="320"/>
                    <a:pt x="595" y="337"/>
                  </a:cubicBezTo>
                  <a:cubicBezTo>
                    <a:pt x="595" y="354"/>
                    <a:pt x="586" y="370"/>
                    <a:pt x="571" y="378"/>
                  </a:cubicBezTo>
                  <a:lnTo>
                    <a:pt x="72" y="665"/>
                  </a:lnTo>
                  <a:close/>
                </a:path>
              </a:pathLst>
            </a:custGeom>
            <a:noFill/>
            <a:ln w="38100">
              <a:solidFill>
                <a:srgbClr val="F76B14"/>
              </a:solidFill>
              <a:round/>
            </a:ln>
          </p:spPr>
          <p:txBody>
            <a:bodyPr vert="horz" wrap="square" lIns="68580" tIns="34290" rIns="68580" bIns="34290" numCol="1" anchor="t" anchorCtr="0" compatLnSpc="1"/>
            <a:lstStyle/>
            <a:p>
              <a:pPr>
                <a:defRPr/>
              </a:pPr>
              <a:endParaRPr lang="zh-CN" altLang="en-US" sz="750" kern="0">
                <a:solidFill>
                  <a:prstClr val="black"/>
                </a:solidFill>
                <a:latin typeface="方正准圆简体" panose="03000509000000000000" pitchFamily="2" charset="-122"/>
                <a:ea typeface="方正准圆简体" panose="03000509000000000000" pitchFamily="2" charset="-122"/>
              </a:endParaRPr>
            </a:p>
          </p:txBody>
        </p:sp>
        <p:sp>
          <p:nvSpPr>
            <p:cNvPr id="15" name="Freeform 5"/>
            <p:cNvSpPr/>
            <p:nvPr/>
          </p:nvSpPr>
          <p:spPr bwMode="auto">
            <a:xfrm rot="3596300" flipH="1">
              <a:off x="5248324" y="4375850"/>
              <a:ext cx="976131" cy="1106036"/>
            </a:xfrm>
            <a:custGeom>
              <a:avLst/>
              <a:gdLst>
                <a:gd name="T0" fmla="*/ 72 w 595"/>
                <a:gd name="T1" fmla="*/ 665 h 674"/>
                <a:gd name="T2" fmla="*/ 24 w 595"/>
                <a:gd name="T3" fmla="*/ 665 h 674"/>
                <a:gd name="T4" fmla="*/ 0 w 595"/>
                <a:gd name="T5" fmla="*/ 624 h 674"/>
                <a:gd name="T6" fmla="*/ 0 w 595"/>
                <a:gd name="T7" fmla="*/ 50 h 674"/>
                <a:gd name="T8" fmla="*/ 24 w 595"/>
                <a:gd name="T9" fmla="*/ 9 h 674"/>
                <a:gd name="T10" fmla="*/ 72 w 595"/>
                <a:gd name="T11" fmla="*/ 9 h 674"/>
                <a:gd name="T12" fmla="*/ 571 w 595"/>
                <a:gd name="T13" fmla="*/ 296 h 674"/>
                <a:gd name="T14" fmla="*/ 595 w 595"/>
                <a:gd name="T15" fmla="*/ 337 h 674"/>
                <a:gd name="T16" fmla="*/ 571 w 595"/>
                <a:gd name="T17" fmla="*/ 378 h 674"/>
                <a:gd name="T18" fmla="*/ 72 w 595"/>
                <a:gd name="T19" fmla="*/ 665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5" h="674">
                  <a:moveTo>
                    <a:pt x="72" y="665"/>
                  </a:moveTo>
                  <a:cubicBezTo>
                    <a:pt x="57" y="674"/>
                    <a:pt x="39" y="674"/>
                    <a:pt x="24" y="665"/>
                  </a:cubicBezTo>
                  <a:cubicBezTo>
                    <a:pt x="9" y="657"/>
                    <a:pt x="0" y="641"/>
                    <a:pt x="0" y="624"/>
                  </a:cubicBezTo>
                  <a:cubicBezTo>
                    <a:pt x="0" y="50"/>
                    <a:pt x="0" y="50"/>
                    <a:pt x="0" y="50"/>
                  </a:cubicBezTo>
                  <a:cubicBezTo>
                    <a:pt x="0" y="33"/>
                    <a:pt x="9" y="17"/>
                    <a:pt x="24" y="9"/>
                  </a:cubicBezTo>
                  <a:cubicBezTo>
                    <a:pt x="39" y="0"/>
                    <a:pt x="57" y="0"/>
                    <a:pt x="72" y="9"/>
                  </a:cubicBezTo>
                  <a:cubicBezTo>
                    <a:pt x="571" y="296"/>
                    <a:pt x="571" y="296"/>
                    <a:pt x="571" y="296"/>
                  </a:cubicBezTo>
                  <a:cubicBezTo>
                    <a:pt x="586" y="304"/>
                    <a:pt x="595" y="320"/>
                    <a:pt x="595" y="337"/>
                  </a:cubicBezTo>
                  <a:cubicBezTo>
                    <a:pt x="595" y="354"/>
                    <a:pt x="586" y="370"/>
                    <a:pt x="571" y="378"/>
                  </a:cubicBezTo>
                  <a:lnTo>
                    <a:pt x="72" y="665"/>
                  </a:lnTo>
                  <a:close/>
                </a:path>
              </a:pathLst>
            </a:custGeom>
            <a:solidFill>
              <a:srgbClr val="FDE4BD"/>
            </a:solidFill>
            <a:ln w="38100">
              <a:noFill/>
              <a:round/>
            </a:ln>
          </p:spPr>
          <p:txBody>
            <a:bodyPr vert="horz" wrap="square" lIns="68580" tIns="34290" rIns="68580" bIns="34290" numCol="1" anchor="t" anchorCtr="0" compatLnSpc="1"/>
            <a:lstStyle/>
            <a:p>
              <a:pPr>
                <a:defRPr/>
              </a:pPr>
              <a:endParaRPr lang="zh-CN" altLang="en-US" sz="750" kern="0">
                <a:solidFill>
                  <a:prstClr val="black"/>
                </a:solidFill>
                <a:latin typeface="方正准圆简体" panose="03000509000000000000" pitchFamily="2" charset="-122"/>
                <a:ea typeface="方正准圆简体" panose="03000509000000000000" pitchFamily="2" charset="-122"/>
              </a:endParaRPr>
            </a:p>
          </p:txBody>
        </p:sp>
        <p:sp>
          <p:nvSpPr>
            <p:cNvPr id="16" name="Freeform 5"/>
            <p:cNvSpPr/>
            <p:nvPr/>
          </p:nvSpPr>
          <p:spPr bwMode="auto">
            <a:xfrm flipH="1">
              <a:off x="6925247" y="3740398"/>
              <a:ext cx="1518510" cy="1720597"/>
            </a:xfrm>
            <a:custGeom>
              <a:avLst/>
              <a:gdLst>
                <a:gd name="T0" fmla="*/ 72 w 595"/>
                <a:gd name="T1" fmla="*/ 665 h 674"/>
                <a:gd name="T2" fmla="*/ 24 w 595"/>
                <a:gd name="T3" fmla="*/ 665 h 674"/>
                <a:gd name="T4" fmla="*/ 0 w 595"/>
                <a:gd name="T5" fmla="*/ 624 h 674"/>
                <a:gd name="T6" fmla="*/ 0 w 595"/>
                <a:gd name="T7" fmla="*/ 50 h 674"/>
                <a:gd name="T8" fmla="*/ 24 w 595"/>
                <a:gd name="T9" fmla="*/ 9 h 674"/>
                <a:gd name="T10" fmla="*/ 72 w 595"/>
                <a:gd name="T11" fmla="*/ 9 h 674"/>
                <a:gd name="T12" fmla="*/ 571 w 595"/>
                <a:gd name="T13" fmla="*/ 296 h 674"/>
                <a:gd name="T14" fmla="*/ 595 w 595"/>
                <a:gd name="T15" fmla="*/ 337 h 674"/>
                <a:gd name="T16" fmla="*/ 571 w 595"/>
                <a:gd name="T17" fmla="*/ 378 h 674"/>
                <a:gd name="T18" fmla="*/ 72 w 595"/>
                <a:gd name="T19" fmla="*/ 665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5" h="674">
                  <a:moveTo>
                    <a:pt x="72" y="665"/>
                  </a:moveTo>
                  <a:cubicBezTo>
                    <a:pt x="57" y="674"/>
                    <a:pt x="39" y="674"/>
                    <a:pt x="24" y="665"/>
                  </a:cubicBezTo>
                  <a:cubicBezTo>
                    <a:pt x="9" y="657"/>
                    <a:pt x="0" y="641"/>
                    <a:pt x="0" y="624"/>
                  </a:cubicBezTo>
                  <a:cubicBezTo>
                    <a:pt x="0" y="50"/>
                    <a:pt x="0" y="50"/>
                    <a:pt x="0" y="50"/>
                  </a:cubicBezTo>
                  <a:cubicBezTo>
                    <a:pt x="0" y="33"/>
                    <a:pt x="9" y="17"/>
                    <a:pt x="24" y="9"/>
                  </a:cubicBezTo>
                  <a:cubicBezTo>
                    <a:pt x="39" y="0"/>
                    <a:pt x="57" y="0"/>
                    <a:pt x="72" y="9"/>
                  </a:cubicBezTo>
                  <a:cubicBezTo>
                    <a:pt x="571" y="296"/>
                    <a:pt x="571" y="296"/>
                    <a:pt x="571" y="296"/>
                  </a:cubicBezTo>
                  <a:cubicBezTo>
                    <a:pt x="586" y="304"/>
                    <a:pt x="595" y="320"/>
                    <a:pt x="595" y="337"/>
                  </a:cubicBezTo>
                  <a:cubicBezTo>
                    <a:pt x="595" y="354"/>
                    <a:pt x="586" y="370"/>
                    <a:pt x="571" y="378"/>
                  </a:cubicBezTo>
                  <a:lnTo>
                    <a:pt x="72" y="665"/>
                  </a:lnTo>
                  <a:close/>
                </a:path>
              </a:pathLst>
            </a:custGeom>
            <a:solidFill>
              <a:srgbClr val="EA5406"/>
            </a:solidFill>
            <a:ln>
              <a:noFill/>
            </a:ln>
          </p:spPr>
          <p:txBody>
            <a:bodyPr vert="horz" wrap="square" lIns="68580" tIns="34290" rIns="68580" bIns="34290" numCol="1" anchor="t" anchorCtr="0" compatLnSpc="1"/>
            <a:lstStyle/>
            <a:p>
              <a:pPr>
                <a:defRPr/>
              </a:pPr>
              <a:endParaRPr lang="zh-CN" altLang="en-US" sz="750" kern="0">
                <a:solidFill>
                  <a:prstClr val="black"/>
                </a:solidFill>
                <a:latin typeface="方正准圆简体" panose="03000509000000000000" pitchFamily="2" charset="-122"/>
                <a:ea typeface="方正准圆简体" panose="03000509000000000000" pitchFamily="2" charset="-122"/>
              </a:endParaRPr>
            </a:p>
          </p:txBody>
        </p:sp>
        <p:sp>
          <p:nvSpPr>
            <p:cNvPr id="17" name="Freeform 5"/>
            <p:cNvSpPr/>
            <p:nvPr/>
          </p:nvSpPr>
          <p:spPr bwMode="auto">
            <a:xfrm rot="3596300" flipH="1">
              <a:off x="4765655" y="1342245"/>
              <a:ext cx="1274084" cy="1443641"/>
            </a:xfrm>
            <a:custGeom>
              <a:avLst/>
              <a:gdLst>
                <a:gd name="T0" fmla="*/ 72 w 595"/>
                <a:gd name="T1" fmla="*/ 665 h 674"/>
                <a:gd name="T2" fmla="*/ 24 w 595"/>
                <a:gd name="T3" fmla="*/ 665 h 674"/>
                <a:gd name="T4" fmla="*/ 0 w 595"/>
                <a:gd name="T5" fmla="*/ 624 h 674"/>
                <a:gd name="T6" fmla="*/ 0 w 595"/>
                <a:gd name="T7" fmla="*/ 50 h 674"/>
                <a:gd name="T8" fmla="*/ 24 w 595"/>
                <a:gd name="T9" fmla="*/ 9 h 674"/>
                <a:gd name="T10" fmla="*/ 72 w 595"/>
                <a:gd name="T11" fmla="*/ 9 h 674"/>
                <a:gd name="T12" fmla="*/ 571 w 595"/>
                <a:gd name="T13" fmla="*/ 296 h 674"/>
                <a:gd name="T14" fmla="*/ 595 w 595"/>
                <a:gd name="T15" fmla="*/ 337 h 674"/>
                <a:gd name="T16" fmla="*/ 571 w 595"/>
                <a:gd name="T17" fmla="*/ 378 h 674"/>
                <a:gd name="T18" fmla="*/ 72 w 595"/>
                <a:gd name="T19" fmla="*/ 665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5" h="674">
                  <a:moveTo>
                    <a:pt x="72" y="665"/>
                  </a:moveTo>
                  <a:cubicBezTo>
                    <a:pt x="57" y="674"/>
                    <a:pt x="39" y="674"/>
                    <a:pt x="24" y="665"/>
                  </a:cubicBezTo>
                  <a:cubicBezTo>
                    <a:pt x="9" y="657"/>
                    <a:pt x="0" y="641"/>
                    <a:pt x="0" y="624"/>
                  </a:cubicBezTo>
                  <a:cubicBezTo>
                    <a:pt x="0" y="50"/>
                    <a:pt x="0" y="50"/>
                    <a:pt x="0" y="50"/>
                  </a:cubicBezTo>
                  <a:cubicBezTo>
                    <a:pt x="0" y="33"/>
                    <a:pt x="9" y="17"/>
                    <a:pt x="24" y="9"/>
                  </a:cubicBezTo>
                  <a:cubicBezTo>
                    <a:pt x="39" y="0"/>
                    <a:pt x="57" y="0"/>
                    <a:pt x="72" y="9"/>
                  </a:cubicBezTo>
                  <a:cubicBezTo>
                    <a:pt x="571" y="296"/>
                    <a:pt x="571" y="296"/>
                    <a:pt x="571" y="296"/>
                  </a:cubicBezTo>
                  <a:cubicBezTo>
                    <a:pt x="586" y="304"/>
                    <a:pt x="595" y="320"/>
                    <a:pt x="595" y="337"/>
                  </a:cubicBezTo>
                  <a:cubicBezTo>
                    <a:pt x="595" y="354"/>
                    <a:pt x="586" y="370"/>
                    <a:pt x="571" y="378"/>
                  </a:cubicBezTo>
                  <a:lnTo>
                    <a:pt x="72" y="665"/>
                  </a:lnTo>
                  <a:close/>
                </a:path>
              </a:pathLst>
            </a:custGeom>
            <a:solidFill>
              <a:srgbClr val="FDE4BD"/>
            </a:solidFill>
            <a:ln w="38100">
              <a:noFill/>
              <a:round/>
            </a:ln>
          </p:spPr>
          <p:txBody>
            <a:bodyPr vert="horz" wrap="square" lIns="68580" tIns="34290" rIns="68580" bIns="34290" numCol="1" anchor="t" anchorCtr="0" compatLnSpc="1"/>
            <a:lstStyle/>
            <a:p>
              <a:pPr>
                <a:defRPr/>
              </a:pPr>
              <a:endParaRPr lang="zh-CN" altLang="en-US" sz="750" kern="0">
                <a:solidFill>
                  <a:prstClr val="black"/>
                </a:solidFill>
                <a:latin typeface="方正准圆简体" panose="03000509000000000000" pitchFamily="2" charset="-122"/>
                <a:ea typeface="方正准圆简体" panose="03000509000000000000" pitchFamily="2" charset="-122"/>
              </a:endParaRPr>
            </a:p>
          </p:txBody>
        </p:sp>
        <p:pic>
          <p:nvPicPr>
            <p:cNvPr id="18" name="图片 17"/>
            <p:cNvPicPr>
              <a:picLocks noChangeAspect="1"/>
            </p:cNvPicPr>
            <p:nvPr/>
          </p:nvPicPr>
          <p:blipFill>
            <a:blip r:embed="rId2" cstate="screen"/>
            <a:stretch>
              <a:fillRect/>
            </a:stretch>
          </p:blipFill>
          <p:spPr>
            <a:xfrm>
              <a:off x="4570492" y="2615681"/>
              <a:ext cx="2264715" cy="2051965"/>
            </a:xfrm>
            <a:custGeom>
              <a:avLst/>
              <a:gdLst>
                <a:gd name="connsiteX0" fmla="*/ 2082016 w 2264715"/>
                <a:gd name="connsiteY0" fmla="*/ 0 h 2548976"/>
                <a:gd name="connsiteX1" fmla="*/ 2173365 w 2264715"/>
                <a:gd name="connsiteY1" fmla="*/ 25700 h 2548976"/>
                <a:gd name="connsiteX2" fmla="*/ 2264715 w 2264715"/>
                <a:gd name="connsiteY2" fmla="*/ 181798 h 2548976"/>
                <a:gd name="connsiteX3" fmla="*/ 2264715 w 2264715"/>
                <a:gd name="connsiteY3" fmla="*/ 2367179 h 2548976"/>
                <a:gd name="connsiteX4" fmla="*/ 2173365 w 2264715"/>
                <a:gd name="connsiteY4" fmla="*/ 2523278 h 2548976"/>
                <a:gd name="connsiteX5" fmla="*/ 1990666 w 2264715"/>
                <a:gd name="connsiteY5" fmla="*/ 2523278 h 2548976"/>
                <a:gd name="connsiteX6" fmla="*/ 91350 w 2264715"/>
                <a:gd name="connsiteY6" fmla="*/ 1430587 h 2548976"/>
                <a:gd name="connsiteX7" fmla="*/ 0 w 2264715"/>
                <a:gd name="connsiteY7" fmla="*/ 1274489 h 2548976"/>
                <a:gd name="connsiteX8" fmla="*/ 91350 w 2264715"/>
                <a:gd name="connsiteY8" fmla="*/ 1118390 h 2548976"/>
                <a:gd name="connsiteX9" fmla="*/ 1990666 w 2264715"/>
                <a:gd name="connsiteY9" fmla="*/ 25700 h 2548976"/>
                <a:gd name="connsiteX10" fmla="*/ 2082016 w 2264715"/>
                <a:gd name="connsiteY10" fmla="*/ 0 h 254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64715" h="2548976">
                  <a:moveTo>
                    <a:pt x="2082016" y="0"/>
                  </a:moveTo>
                  <a:cubicBezTo>
                    <a:pt x="2113417" y="0"/>
                    <a:pt x="2144818" y="8567"/>
                    <a:pt x="2173365" y="25700"/>
                  </a:cubicBezTo>
                  <a:cubicBezTo>
                    <a:pt x="2230459" y="56158"/>
                    <a:pt x="2264715" y="117074"/>
                    <a:pt x="2264715" y="181798"/>
                  </a:cubicBezTo>
                  <a:cubicBezTo>
                    <a:pt x="2264715" y="181798"/>
                    <a:pt x="2264715" y="181798"/>
                    <a:pt x="2264715" y="2367179"/>
                  </a:cubicBezTo>
                  <a:cubicBezTo>
                    <a:pt x="2264715" y="2431903"/>
                    <a:pt x="2230459" y="2492819"/>
                    <a:pt x="2173365" y="2523278"/>
                  </a:cubicBezTo>
                  <a:cubicBezTo>
                    <a:pt x="2116272" y="2557543"/>
                    <a:pt x="2047759" y="2557543"/>
                    <a:pt x="1990666" y="2523278"/>
                  </a:cubicBezTo>
                  <a:lnTo>
                    <a:pt x="91350" y="1430587"/>
                  </a:lnTo>
                  <a:cubicBezTo>
                    <a:pt x="34256" y="1400129"/>
                    <a:pt x="0" y="1339212"/>
                    <a:pt x="0" y="1274489"/>
                  </a:cubicBezTo>
                  <a:cubicBezTo>
                    <a:pt x="0" y="1209765"/>
                    <a:pt x="34256" y="1148848"/>
                    <a:pt x="91350" y="1118390"/>
                  </a:cubicBezTo>
                  <a:cubicBezTo>
                    <a:pt x="91350" y="1118390"/>
                    <a:pt x="91350" y="1118390"/>
                    <a:pt x="1990666" y="25700"/>
                  </a:cubicBezTo>
                  <a:cubicBezTo>
                    <a:pt x="2019213" y="8567"/>
                    <a:pt x="2050614" y="0"/>
                    <a:pt x="2082016" y="0"/>
                  </a:cubicBezTo>
                  <a:close/>
                </a:path>
              </a:pathLst>
            </a:custGeom>
          </p:spPr>
        </p:pic>
      </p:grpSp>
      <p:pic>
        <p:nvPicPr>
          <p:cNvPr id="25" name="图片 24"/>
          <p:cNvPicPr>
            <a:picLocks noChangeAspect="1"/>
          </p:cNvPicPr>
          <p:nvPr userDrawn="1"/>
        </p:nvPicPr>
        <p:blipFill>
          <a:blip r:embed="rId3" cstate="email"/>
          <a:stretch>
            <a:fillRect/>
          </a:stretch>
        </p:blipFill>
        <p:spPr>
          <a:xfrm>
            <a:off x="9" y="4821004"/>
            <a:ext cx="9149083" cy="322505"/>
          </a:xfrm>
          <a:prstGeom prst="rect">
            <a:avLst/>
          </a:prstGeom>
        </p:spPr>
      </p:pic>
      <p:sp>
        <p:nvSpPr>
          <p:cNvPr id="28" name="内容占位符 26"/>
          <p:cNvSpPr>
            <a:spLocks noGrp="1"/>
          </p:cNvSpPr>
          <p:nvPr>
            <p:ph sz="quarter" idx="10" hasCustomPrompt="1"/>
          </p:nvPr>
        </p:nvSpPr>
        <p:spPr>
          <a:xfrm>
            <a:off x="784124" y="1279378"/>
            <a:ext cx="1466850" cy="634604"/>
          </a:xfrm>
          <a:prstGeom prst="rect">
            <a:avLst/>
          </a:prstGeom>
        </p:spPr>
        <p:txBody>
          <a:bodyPr lIns="91344" tIns="45671" rIns="91344" bIns="45671"/>
          <a:lstStyle>
            <a:lvl1pPr marL="0" indent="0" algn="l" defTabSz="685165" rtl="0" eaLnBrk="1" latinLnBrk="0" hangingPunct="1">
              <a:buNone/>
              <a:defRPr kumimoji="1" lang="zh-CN" altLang="en-US" sz="3000" b="1" kern="1200" dirty="0">
                <a:solidFill>
                  <a:srgbClr val="EA5406"/>
                </a:solidFill>
                <a:latin typeface="方正准圆简体" panose="03000509000000000000" pitchFamily="2" charset="-122"/>
                <a:ea typeface="方正准圆简体" panose="03000509000000000000" pitchFamily="2" charset="-122"/>
                <a:cs typeface="+mn-cs"/>
              </a:defRPr>
            </a:lvl1pPr>
          </a:lstStyle>
          <a:p>
            <a:pPr lvl="0"/>
            <a:r>
              <a:rPr lang="zh-CN" altLang="en-US" dirty="0"/>
              <a:t>目 录</a:t>
            </a:r>
            <a:endParaRPr lang="zh-CN" altLang="en-US" dirty="0"/>
          </a:p>
        </p:txBody>
      </p:sp>
      <p:sp>
        <p:nvSpPr>
          <p:cNvPr id="39" name="内容占位符 38"/>
          <p:cNvSpPr>
            <a:spLocks noGrp="1"/>
          </p:cNvSpPr>
          <p:nvPr>
            <p:ph sz="quarter" idx="13" hasCustomPrompt="1"/>
          </p:nvPr>
        </p:nvSpPr>
        <p:spPr>
          <a:xfrm>
            <a:off x="1188744" y="2295525"/>
            <a:ext cx="536575" cy="248841"/>
          </a:xfrm>
          <a:prstGeom prst="rect">
            <a:avLst/>
          </a:prstGeom>
        </p:spPr>
        <p:txBody>
          <a:bodyPr lIns="91344" tIns="45671" rIns="91344" bIns="45671"/>
          <a:lstStyle>
            <a:lvl1pPr marL="0" indent="0" algn="l" defTabSz="685165" rtl="0" eaLnBrk="1" latinLnBrk="0" hangingPunct="1">
              <a:buNone/>
              <a:defRPr lang="zh-CN" altLang="en-US" sz="1500" b="1" kern="1200" dirty="0">
                <a:solidFill>
                  <a:srgbClr val="EA5406"/>
                </a:solidFill>
                <a:latin typeface="方正准圆简体" panose="03000509000000000000" pitchFamily="2" charset="-122"/>
                <a:ea typeface="方正准圆简体" panose="03000509000000000000" pitchFamily="2" charset="-122"/>
                <a:cs typeface="Arial" panose="020B0604020202020204" pitchFamily="34" charset="0"/>
              </a:defRPr>
            </a:lvl1pPr>
          </a:lstStyle>
          <a:p>
            <a:pPr lvl="0"/>
            <a:r>
              <a:rPr lang="en-US" altLang="zh-CN" dirty="0"/>
              <a:t>01.</a:t>
            </a:r>
            <a:endParaRPr lang="zh-CN" altLang="en-US" dirty="0"/>
          </a:p>
        </p:txBody>
      </p:sp>
      <p:sp>
        <p:nvSpPr>
          <p:cNvPr id="41" name="内容占位符 38"/>
          <p:cNvSpPr>
            <a:spLocks noGrp="1"/>
          </p:cNvSpPr>
          <p:nvPr>
            <p:ph sz="quarter" idx="15" hasCustomPrompt="1"/>
          </p:nvPr>
        </p:nvSpPr>
        <p:spPr>
          <a:xfrm>
            <a:off x="1188744" y="2736754"/>
            <a:ext cx="536575" cy="248841"/>
          </a:xfrm>
          <a:prstGeom prst="rect">
            <a:avLst/>
          </a:prstGeom>
        </p:spPr>
        <p:txBody>
          <a:bodyPr lIns="91344" tIns="45671" rIns="91344" bIns="45671"/>
          <a:lstStyle>
            <a:lvl1pPr marL="0" indent="0" algn="l" defTabSz="685165" rtl="0" eaLnBrk="1" latinLnBrk="0" hangingPunct="1">
              <a:buNone/>
              <a:defRPr lang="zh-CN" altLang="en-US" sz="1500" b="1" kern="1200" dirty="0">
                <a:solidFill>
                  <a:srgbClr val="EA5406"/>
                </a:solidFill>
                <a:latin typeface="方正准圆简体" panose="03000509000000000000" pitchFamily="2" charset="-122"/>
                <a:ea typeface="方正准圆简体" panose="03000509000000000000" pitchFamily="2" charset="-122"/>
                <a:cs typeface="Arial" panose="020B0604020202020204" pitchFamily="34" charset="0"/>
              </a:defRPr>
            </a:lvl1pPr>
          </a:lstStyle>
          <a:p>
            <a:pPr lvl="0"/>
            <a:r>
              <a:rPr lang="en-US" altLang="zh-CN" dirty="0"/>
              <a:t>02.</a:t>
            </a:r>
            <a:endParaRPr lang="zh-CN" altLang="en-US" dirty="0"/>
          </a:p>
        </p:txBody>
      </p:sp>
      <p:sp>
        <p:nvSpPr>
          <p:cNvPr id="45" name="内容占位符 38"/>
          <p:cNvSpPr>
            <a:spLocks noGrp="1"/>
          </p:cNvSpPr>
          <p:nvPr>
            <p:ph sz="quarter" idx="17" hasCustomPrompt="1"/>
          </p:nvPr>
        </p:nvSpPr>
        <p:spPr>
          <a:xfrm>
            <a:off x="1188744" y="3139869"/>
            <a:ext cx="536575" cy="248841"/>
          </a:xfrm>
          <a:prstGeom prst="rect">
            <a:avLst/>
          </a:prstGeom>
        </p:spPr>
        <p:txBody>
          <a:bodyPr lIns="91344" tIns="45671" rIns="91344" bIns="45671"/>
          <a:lstStyle>
            <a:lvl1pPr marL="0" indent="0" algn="l" defTabSz="685165" rtl="0" eaLnBrk="1" latinLnBrk="0" hangingPunct="1">
              <a:buNone/>
              <a:defRPr lang="zh-CN" altLang="en-US" sz="1500" b="1" kern="1200" dirty="0">
                <a:solidFill>
                  <a:srgbClr val="EA5406"/>
                </a:solidFill>
                <a:latin typeface="方正准圆简体" panose="03000509000000000000" pitchFamily="2" charset="-122"/>
                <a:ea typeface="方正准圆简体" panose="03000509000000000000" pitchFamily="2" charset="-122"/>
                <a:cs typeface="Arial" panose="020B0604020202020204" pitchFamily="34" charset="0"/>
              </a:defRPr>
            </a:lvl1pPr>
          </a:lstStyle>
          <a:p>
            <a:pPr lvl="0"/>
            <a:r>
              <a:rPr lang="en-US" altLang="zh-CN" dirty="0"/>
              <a:t>03.</a:t>
            </a:r>
            <a:endParaRPr lang="zh-CN" altLang="en-US" dirty="0"/>
          </a:p>
        </p:txBody>
      </p:sp>
      <p:sp>
        <p:nvSpPr>
          <p:cNvPr id="47" name="内容占位符 38"/>
          <p:cNvSpPr>
            <a:spLocks noGrp="1"/>
          </p:cNvSpPr>
          <p:nvPr>
            <p:ph sz="quarter" idx="19" hasCustomPrompt="1"/>
          </p:nvPr>
        </p:nvSpPr>
        <p:spPr>
          <a:xfrm>
            <a:off x="1189481" y="3534944"/>
            <a:ext cx="536575" cy="248841"/>
          </a:xfrm>
          <a:prstGeom prst="rect">
            <a:avLst/>
          </a:prstGeom>
        </p:spPr>
        <p:txBody>
          <a:bodyPr lIns="91344" tIns="45671" rIns="91344" bIns="45671"/>
          <a:lstStyle>
            <a:lvl1pPr marL="0" indent="0" algn="l" defTabSz="685165" rtl="0" eaLnBrk="1" latinLnBrk="0" hangingPunct="1">
              <a:buNone/>
              <a:defRPr lang="zh-CN" altLang="en-US" sz="1500" b="1" kern="1200" dirty="0">
                <a:solidFill>
                  <a:srgbClr val="EA5406"/>
                </a:solidFill>
                <a:latin typeface="方正准圆简体" panose="03000509000000000000" pitchFamily="2" charset="-122"/>
                <a:ea typeface="方正准圆简体" panose="03000509000000000000" pitchFamily="2" charset="-122"/>
                <a:cs typeface="Arial" panose="020B0604020202020204" pitchFamily="34" charset="0"/>
              </a:defRPr>
            </a:lvl1pPr>
          </a:lstStyle>
          <a:p>
            <a:pPr lvl="0"/>
            <a:r>
              <a:rPr lang="en-US" altLang="zh-CN" dirty="0"/>
              <a:t>04.</a:t>
            </a:r>
            <a:endParaRPr lang="zh-CN" altLang="en-US" dirty="0"/>
          </a:p>
        </p:txBody>
      </p:sp>
      <p:sp>
        <p:nvSpPr>
          <p:cNvPr id="22" name="灯片编号占位符 5"/>
          <p:cNvSpPr>
            <a:spLocks noGrp="1"/>
          </p:cNvSpPr>
          <p:nvPr>
            <p:ph type="sldNum" sz="quarter" idx="4"/>
          </p:nvPr>
        </p:nvSpPr>
        <p:spPr>
          <a:xfrm>
            <a:off x="8694420" y="4538488"/>
            <a:ext cx="377930" cy="279406"/>
          </a:xfrm>
          <a:prstGeom prst="rect">
            <a:avLst/>
          </a:prstGeom>
        </p:spPr>
        <p:txBody>
          <a:bodyPr vert="horz" lIns="93196" tIns="46599" rIns="93196" bIns="46599" rtlCol="0" anchor="ctr"/>
          <a:lstStyle>
            <a:lvl1pPr algn="r">
              <a:defRPr sz="900">
                <a:solidFill>
                  <a:schemeClr val="tx1"/>
                </a:solidFill>
                <a:latin typeface="方正准圆简体" panose="03000509000000000000" pitchFamily="2" charset="-122"/>
                <a:ea typeface="方正准圆简体" panose="03000509000000000000" pitchFamily="2" charset="-122"/>
                <a:cs typeface="Arial" panose="020B0604020202020204" pitchFamily="34" charset="0"/>
              </a:defRPr>
            </a:lvl1pPr>
          </a:lstStyle>
          <a:p>
            <a:fld id="{D9031528-5AE3-48B4-B7AE-562877B1C66F}" type="slidenum">
              <a:rPr lang="zh-CN" altLang="en-US" smtClean="0">
                <a:solidFill>
                  <a:srgbClr val="000000"/>
                </a:solidFill>
              </a:rPr>
            </a:fld>
            <a:endParaRPr lang="zh-CN" altLang="en-US" dirty="0">
              <a:solidFill>
                <a:srgbClr val="000000"/>
              </a:solidFill>
            </a:endParaRPr>
          </a:p>
        </p:txBody>
      </p:sp>
      <p:sp>
        <p:nvSpPr>
          <p:cNvPr id="24" name="文本占位符 2"/>
          <p:cNvSpPr>
            <a:spLocks noGrp="1"/>
          </p:cNvSpPr>
          <p:nvPr>
            <p:ph type="body" sz="quarter" idx="20" hasCustomPrompt="1"/>
          </p:nvPr>
        </p:nvSpPr>
        <p:spPr>
          <a:xfrm>
            <a:off x="1813330" y="2295525"/>
            <a:ext cx="2158603" cy="248841"/>
          </a:xfrm>
          <a:prstGeom prst="rect">
            <a:avLst/>
          </a:prstGeom>
        </p:spPr>
        <p:txBody>
          <a:bodyPr lIns="91344" tIns="45671" rIns="91344" bIns="45671"/>
          <a:lstStyle>
            <a:lvl1pPr marL="0" indent="0">
              <a:buNone/>
              <a:defRPr sz="1800" b="0">
                <a:solidFill>
                  <a:schemeClr val="bg2">
                    <a:lumMod val="10000"/>
                  </a:schemeClr>
                </a:solidFill>
                <a:latin typeface="方正准圆简体" panose="03000509000000000000" pitchFamily="2" charset="-122"/>
                <a:ea typeface="方正准圆简体" panose="03000509000000000000" pitchFamily="2" charset="-122"/>
              </a:defRPr>
            </a:lvl1pPr>
          </a:lstStyle>
          <a:p>
            <a:pPr lvl="0"/>
            <a:r>
              <a:rPr lang="zh-CN" altLang="en-US" dirty="0"/>
              <a:t>标题</a:t>
            </a:r>
            <a:endParaRPr lang="zh-CN" altLang="en-US" dirty="0"/>
          </a:p>
        </p:txBody>
      </p:sp>
      <p:sp>
        <p:nvSpPr>
          <p:cNvPr id="26" name="文本占位符 2"/>
          <p:cNvSpPr>
            <a:spLocks noGrp="1"/>
          </p:cNvSpPr>
          <p:nvPr>
            <p:ph type="body" sz="quarter" idx="21" hasCustomPrompt="1"/>
          </p:nvPr>
        </p:nvSpPr>
        <p:spPr>
          <a:xfrm>
            <a:off x="1813330" y="2736754"/>
            <a:ext cx="2158603" cy="248841"/>
          </a:xfrm>
          <a:prstGeom prst="rect">
            <a:avLst/>
          </a:prstGeom>
        </p:spPr>
        <p:txBody>
          <a:bodyPr lIns="91344" tIns="45671" rIns="91344" bIns="45671"/>
          <a:lstStyle>
            <a:lvl1pPr marL="0" indent="0">
              <a:buNone/>
              <a:defRPr sz="1800" b="0">
                <a:solidFill>
                  <a:schemeClr val="bg2">
                    <a:lumMod val="10000"/>
                  </a:schemeClr>
                </a:solidFill>
                <a:latin typeface="方正准圆简体" panose="03000509000000000000" pitchFamily="2" charset="-122"/>
                <a:ea typeface="方正准圆简体" panose="03000509000000000000" pitchFamily="2" charset="-122"/>
              </a:defRPr>
            </a:lvl1pPr>
          </a:lstStyle>
          <a:p>
            <a:pPr lvl="0"/>
            <a:r>
              <a:rPr lang="zh-CN" altLang="en-US" dirty="0"/>
              <a:t>标题</a:t>
            </a:r>
            <a:endParaRPr lang="zh-CN" altLang="en-US" dirty="0"/>
          </a:p>
        </p:txBody>
      </p:sp>
      <p:sp>
        <p:nvSpPr>
          <p:cNvPr id="27" name="文本占位符 2"/>
          <p:cNvSpPr>
            <a:spLocks noGrp="1"/>
          </p:cNvSpPr>
          <p:nvPr>
            <p:ph type="body" sz="quarter" idx="22" hasCustomPrompt="1"/>
          </p:nvPr>
        </p:nvSpPr>
        <p:spPr>
          <a:xfrm>
            <a:off x="1813330" y="3139869"/>
            <a:ext cx="2158603" cy="248841"/>
          </a:xfrm>
          <a:prstGeom prst="rect">
            <a:avLst/>
          </a:prstGeom>
        </p:spPr>
        <p:txBody>
          <a:bodyPr lIns="91344" tIns="45671" rIns="91344" bIns="45671"/>
          <a:lstStyle>
            <a:lvl1pPr marL="0" indent="0">
              <a:buNone/>
              <a:defRPr sz="1800" b="0">
                <a:solidFill>
                  <a:schemeClr val="bg2">
                    <a:lumMod val="10000"/>
                  </a:schemeClr>
                </a:solidFill>
                <a:latin typeface="方正准圆简体" panose="03000509000000000000" pitchFamily="2" charset="-122"/>
                <a:ea typeface="方正准圆简体" panose="03000509000000000000" pitchFamily="2" charset="-122"/>
              </a:defRPr>
            </a:lvl1pPr>
          </a:lstStyle>
          <a:p>
            <a:pPr lvl="0"/>
            <a:r>
              <a:rPr lang="zh-CN" altLang="en-US" dirty="0"/>
              <a:t>标题</a:t>
            </a:r>
            <a:endParaRPr lang="zh-CN" altLang="en-US" dirty="0"/>
          </a:p>
        </p:txBody>
      </p:sp>
      <p:sp>
        <p:nvSpPr>
          <p:cNvPr id="29" name="文本占位符 2"/>
          <p:cNvSpPr>
            <a:spLocks noGrp="1"/>
          </p:cNvSpPr>
          <p:nvPr>
            <p:ph type="body" sz="quarter" idx="23" hasCustomPrompt="1"/>
          </p:nvPr>
        </p:nvSpPr>
        <p:spPr>
          <a:xfrm>
            <a:off x="1813330" y="3535010"/>
            <a:ext cx="2158603" cy="248841"/>
          </a:xfrm>
          <a:prstGeom prst="rect">
            <a:avLst/>
          </a:prstGeom>
        </p:spPr>
        <p:txBody>
          <a:bodyPr lIns="91344" tIns="45671" rIns="91344" bIns="45671"/>
          <a:lstStyle>
            <a:lvl1pPr marL="0" indent="0">
              <a:buNone/>
              <a:defRPr sz="1800" b="0">
                <a:solidFill>
                  <a:schemeClr val="bg2">
                    <a:lumMod val="10000"/>
                  </a:schemeClr>
                </a:solidFill>
                <a:latin typeface="方正准圆简体" panose="03000509000000000000" pitchFamily="2" charset="-122"/>
                <a:ea typeface="方正准圆简体" panose="03000509000000000000" pitchFamily="2" charset="-122"/>
              </a:defRPr>
            </a:lvl1pPr>
          </a:lstStyle>
          <a:p>
            <a:pPr lvl="0"/>
            <a:r>
              <a:rPr lang="zh-CN" altLang="en-US" dirty="0"/>
              <a:t>标题</a:t>
            </a:r>
            <a:endParaRPr lang="zh-CN" altLang="en-US" dirty="0"/>
          </a:p>
        </p:txBody>
      </p:sp>
      <p:sp>
        <p:nvSpPr>
          <p:cNvPr id="30" name="文本占位符 2"/>
          <p:cNvSpPr>
            <a:spLocks noGrp="1"/>
          </p:cNvSpPr>
          <p:nvPr>
            <p:ph type="body" sz="quarter" idx="24" hasCustomPrompt="1"/>
          </p:nvPr>
        </p:nvSpPr>
        <p:spPr>
          <a:xfrm>
            <a:off x="2208618" y="1588655"/>
            <a:ext cx="1763315" cy="283008"/>
          </a:xfrm>
          <a:prstGeom prst="rect">
            <a:avLst/>
          </a:prstGeom>
        </p:spPr>
        <p:txBody>
          <a:bodyPr lIns="91344" tIns="45671" rIns="91344" bIns="45671"/>
          <a:lstStyle>
            <a:lvl1pPr marL="0" indent="0">
              <a:buNone/>
              <a:defRPr sz="1500">
                <a:solidFill>
                  <a:srgbClr val="FA7B39"/>
                </a:solidFill>
                <a:latin typeface="Arial" panose="020B0604020202020204" pitchFamily="34" charset="0"/>
                <a:ea typeface="方正准圆简体" panose="03000509000000000000" pitchFamily="2" charset="-122"/>
                <a:cs typeface="Arial" panose="020B0604020202020204" pitchFamily="34" charset="0"/>
              </a:defRPr>
            </a:lvl1pPr>
          </a:lstStyle>
          <a:p>
            <a:pPr lvl="0"/>
            <a:r>
              <a:rPr lang="en-US" altLang="zh-CN" dirty="0"/>
              <a:t>CONTENTS</a:t>
            </a:r>
            <a:endParaRPr lang="zh-CN" altLang="en-US" dirty="0"/>
          </a:p>
        </p:txBody>
      </p:sp>
      <p:pic>
        <p:nvPicPr>
          <p:cNvPr id="23" name="图片 22"/>
          <p:cNvPicPr>
            <a:picLocks noChangeAspect="1"/>
          </p:cNvPicPr>
          <p:nvPr userDrawn="1"/>
        </p:nvPicPr>
        <p:blipFill>
          <a:blip r:embed="rId4" cstate="email"/>
          <a:stretch>
            <a:fillRect/>
          </a:stretch>
        </p:blipFill>
        <p:spPr>
          <a:xfrm>
            <a:off x="183946" y="99545"/>
            <a:ext cx="1526321" cy="476141"/>
          </a:xfrm>
          <a:prstGeom prst="rect">
            <a:avLst/>
          </a:prstGeom>
        </p:spPr>
      </p:pic>
      <p:pic>
        <p:nvPicPr>
          <p:cNvPr id="31" name="图片 30"/>
          <p:cNvPicPr>
            <a:picLocks noChangeAspect="1"/>
          </p:cNvPicPr>
          <p:nvPr userDrawn="1"/>
        </p:nvPicPr>
        <p:blipFill>
          <a:blip r:embed="rId5" cstate="screen"/>
          <a:stretch>
            <a:fillRect/>
          </a:stretch>
        </p:blipFill>
        <p:spPr>
          <a:xfrm>
            <a:off x="7912717" y="-202491"/>
            <a:ext cx="1231283" cy="89299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grpSp>
        <p:nvGrpSpPr>
          <p:cNvPr id="11" name="组 10"/>
          <p:cNvGrpSpPr/>
          <p:nvPr userDrawn="1"/>
        </p:nvGrpSpPr>
        <p:grpSpPr>
          <a:xfrm>
            <a:off x="142839" y="864053"/>
            <a:ext cx="4428284" cy="3438749"/>
            <a:chOff x="-461094" y="1152058"/>
            <a:chExt cx="4428284" cy="4584999"/>
          </a:xfrm>
        </p:grpSpPr>
        <p:sp>
          <p:nvSpPr>
            <p:cNvPr id="12" name="Freeform 5"/>
            <p:cNvSpPr/>
            <p:nvPr/>
          </p:nvSpPr>
          <p:spPr bwMode="auto">
            <a:xfrm rot="8996300" flipH="1">
              <a:off x="1112892" y="3750757"/>
              <a:ext cx="1414236" cy="1602444"/>
            </a:xfrm>
            <a:custGeom>
              <a:avLst/>
              <a:gdLst>
                <a:gd name="T0" fmla="*/ 72 w 595"/>
                <a:gd name="T1" fmla="*/ 665 h 674"/>
                <a:gd name="T2" fmla="*/ 24 w 595"/>
                <a:gd name="T3" fmla="*/ 665 h 674"/>
                <a:gd name="T4" fmla="*/ 0 w 595"/>
                <a:gd name="T5" fmla="*/ 624 h 674"/>
                <a:gd name="T6" fmla="*/ 0 w 595"/>
                <a:gd name="T7" fmla="*/ 50 h 674"/>
                <a:gd name="T8" fmla="*/ 24 w 595"/>
                <a:gd name="T9" fmla="*/ 9 h 674"/>
                <a:gd name="T10" fmla="*/ 72 w 595"/>
                <a:gd name="T11" fmla="*/ 9 h 674"/>
                <a:gd name="T12" fmla="*/ 571 w 595"/>
                <a:gd name="T13" fmla="*/ 296 h 674"/>
                <a:gd name="T14" fmla="*/ 595 w 595"/>
                <a:gd name="T15" fmla="*/ 337 h 674"/>
                <a:gd name="T16" fmla="*/ 571 w 595"/>
                <a:gd name="T17" fmla="*/ 378 h 674"/>
                <a:gd name="T18" fmla="*/ 72 w 595"/>
                <a:gd name="T19" fmla="*/ 665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5" h="674">
                  <a:moveTo>
                    <a:pt x="72" y="665"/>
                  </a:moveTo>
                  <a:cubicBezTo>
                    <a:pt x="57" y="674"/>
                    <a:pt x="39" y="674"/>
                    <a:pt x="24" y="665"/>
                  </a:cubicBezTo>
                  <a:cubicBezTo>
                    <a:pt x="9" y="657"/>
                    <a:pt x="0" y="641"/>
                    <a:pt x="0" y="624"/>
                  </a:cubicBezTo>
                  <a:cubicBezTo>
                    <a:pt x="0" y="50"/>
                    <a:pt x="0" y="50"/>
                    <a:pt x="0" y="50"/>
                  </a:cubicBezTo>
                  <a:cubicBezTo>
                    <a:pt x="0" y="33"/>
                    <a:pt x="9" y="17"/>
                    <a:pt x="24" y="9"/>
                  </a:cubicBezTo>
                  <a:cubicBezTo>
                    <a:pt x="39" y="0"/>
                    <a:pt x="57" y="0"/>
                    <a:pt x="72" y="9"/>
                  </a:cubicBezTo>
                  <a:cubicBezTo>
                    <a:pt x="571" y="296"/>
                    <a:pt x="571" y="296"/>
                    <a:pt x="571" y="296"/>
                  </a:cubicBezTo>
                  <a:cubicBezTo>
                    <a:pt x="586" y="304"/>
                    <a:pt x="595" y="320"/>
                    <a:pt x="595" y="337"/>
                  </a:cubicBezTo>
                  <a:cubicBezTo>
                    <a:pt x="595" y="354"/>
                    <a:pt x="586" y="370"/>
                    <a:pt x="571" y="378"/>
                  </a:cubicBezTo>
                  <a:lnTo>
                    <a:pt x="72" y="665"/>
                  </a:lnTo>
                  <a:close/>
                </a:path>
              </a:pathLst>
            </a:custGeom>
            <a:solidFill>
              <a:srgbClr val="FFFFFF"/>
            </a:solidFill>
            <a:ln w="38100">
              <a:solidFill>
                <a:srgbClr val="F76B14"/>
              </a:solidFill>
              <a:round/>
            </a:ln>
          </p:spPr>
          <p:txBody>
            <a:bodyPr vert="horz" wrap="square" lIns="91440" tIns="45720" rIns="91440" bIns="45720" numCol="1" anchor="t" anchorCtr="0" compatLnSpc="1"/>
            <a:lstStyle/>
            <a:p>
              <a:endParaRPr lang="zh-CN" altLang="en-US" sz="1350">
                <a:solidFill>
                  <a:prstClr val="black"/>
                </a:solidFill>
                <a:latin typeface="方正准圆简体" panose="03000509000000000000" pitchFamily="2" charset="-122"/>
                <a:ea typeface="方正准圆简体" panose="03000509000000000000" pitchFamily="2" charset="-122"/>
              </a:endParaRPr>
            </a:p>
          </p:txBody>
        </p:sp>
        <p:sp>
          <p:nvSpPr>
            <p:cNvPr id="13" name="Freeform 5"/>
            <p:cNvSpPr/>
            <p:nvPr/>
          </p:nvSpPr>
          <p:spPr bwMode="auto">
            <a:xfrm rot="8996300" flipH="1">
              <a:off x="55304" y="2169454"/>
              <a:ext cx="1021051" cy="1156934"/>
            </a:xfrm>
            <a:custGeom>
              <a:avLst/>
              <a:gdLst>
                <a:gd name="T0" fmla="*/ 72 w 595"/>
                <a:gd name="T1" fmla="*/ 665 h 674"/>
                <a:gd name="T2" fmla="*/ 24 w 595"/>
                <a:gd name="T3" fmla="*/ 665 h 674"/>
                <a:gd name="T4" fmla="*/ 0 w 595"/>
                <a:gd name="T5" fmla="*/ 624 h 674"/>
                <a:gd name="T6" fmla="*/ 0 w 595"/>
                <a:gd name="T7" fmla="*/ 50 h 674"/>
                <a:gd name="T8" fmla="*/ 24 w 595"/>
                <a:gd name="T9" fmla="*/ 9 h 674"/>
                <a:gd name="T10" fmla="*/ 72 w 595"/>
                <a:gd name="T11" fmla="*/ 9 h 674"/>
                <a:gd name="T12" fmla="*/ 571 w 595"/>
                <a:gd name="T13" fmla="*/ 296 h 674"/>
                <a:gd name="T14" fmla="*/ 595 w 595"/>
                <a:gd name="T15" fmla="*/ 337 h 674"/>
                <a:gd name="T16" fmla="*/ 571 w 595"/>
                <a:gd name="T17" fmla="*/ 378 h 674"/>
                <a:gd name="T18" fmla="*/ 72 w 595"/>
                <a:gd name="T19" fmla="*/ 665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5" h="674">
                  <a:moveTo>
                    <a:pt x="72" y="665"/>
                  </a:moveTo>
                  <a:cubicBezTo>
                    <a:pt x="57" y="674"/>
                    <a:pt x="39" y="674"/>
                    <a:pt x="24" y="665"/>
                  </a:cubicBezTo>
                  <a:cubicBezTo>
                    <a:pt x="9" y="657"/>
                    <a:pt x="0" y="641"/>
                    <a:pt x="0" y="624"/>
                  </a:cubicBezTo>
                  <a:cubicBezTo>
                    <a:pt x="0" y="50"/>
                    <a:pt x="0" y="50"/>
                    <a:pt x="0" y="50"/>
                  </a:cubicBezTo>
                  <a:cubicBezTo>
                    <a:pt x="0" y="33"/>
                    <a:pt x="9" y="17"/>
                    <a:pt x="24" y="9"/>
                  </a:cubicBezTo>
                  <a:cubicBezTo>
                    <a:pt x="39" y="0"/>
                    <a:pt x="57" y="0"/>
                    <a:pt x="72" y="9"/>
                  </a:cubicBezTo>
                  <a:cubicBezTo>
                    <a:pt x="571" y="296"/>
                    <a:pt x="571" y="296"/>
                    <a:pt x="571" y="296"/>
                  </a:cubicBezTo>
                  <a:cubicBezTo>
                    <a:pt x="586" y="304"/>
                    <a:pt x="595" y="320"/>
                    <a:pt x="595" y="337"/>
                  </a:cubicBezTo>
                  <a:cubicBezTo>
                    <a:pt x="595" y="354"/>
                    <a:pt x="586" y="370"/>
                    <a:pt x="571" y="378"/>
                  </a:cubicBezTo>
                  <a:lnTo>
                    <a:pt x="72" y="665"/>
                  </a:lnTo>
                  <a:close/>
                </a:path>
              </a:pathLst>
            </a:custGeom>
            <a:solidFill>
              <a:srgbClr val="FDE4BD"/>
            </a:solidFill>
            <a:ln w="38100">
              <a:noFill/>
              <a:round/>
            </a:ln>
          </p:spPr>
          <p:txBody>
            <a:bodyPr vert="horz" wrap="square" lIns="91440" tIns="45720" rIns="91440" bIns="45720" numCol="1" anchor="t" anchorCtr="0" compatLnSpc="1"/>
            <a:lstStyle/>
            <a:p>
              <a:endParaRPr lang="zh-CN" altLang="en-US" sz="1350">
                <a:solidFill>
                  <a:prstClr val="black"/>
                </a:solidFill>
                <a:latin typeface="方正准圆简体" panose="03000509000000000000" pitchFamily="2" charset="-122"/>
                <a:ea typeface="方正准圆简体" panose="03000509000000000000" pitchFamily="2" charset="-122"/>
              </a:endParaRPr>
            </a:p>
          </p:txBody>
        </p:sp>
        <p:sp>
          <p:nvSpPr>
            <p:cNvPr id="14" name="Freeform 5"/>
            <p:cNvSpPr/>
            <p:nvPr/>
          </p:nvSpPr>
          <p:spPr bwMode="auto">
            <a:xfrm rot="5400000" flipH="1">
              <a:off x="-355401" y="4042974"/>
              <a:ext cx="1588390" cy="1799776"/>
            </a:xfrm>
            <a:custGeom>
              <a:avLst/>
              <a:gdLst>
                <a:gd name="T0" fmla="*/ 72 w 595"/>
                <a:gd name="T1" fmla="*/ 665 h 674"/>
                <a:gd name="T2" fmla="*/ 24 w 595"/>
                <a:gd name="T3" fmla="*/ 665 h 674"/>
                <a:gd name="T4" fmla="*/ 0 w 595"/>
                <a:gd name="T5" fmla="*/ 624 h 674"/>
                <a:gd name="T6" fmla="*/ 0 w 595"/>
                <a:gd name="T7" fmla="*/ 50 h 674"/>
                <a:gd name="T8" fmla="*/ 24 w 595"/>
                <a:gd name="T9" fmla="*/ 9 h 674"/>
                <a:gd name="T10" fmla="*/ 72 w 595"/>
                <a:gd name="T11" fmla="*/ 9 h 674"/>
                <a:gd name="T12" fmla="*/ 571 w 595"/>
                <a:gd name="T13" fmla="*/ 296 h 674"/>
                <a:gd name="T14" fmla="*/ 595 w 595"/>
                <a:gd name="T15" fmla="*/ 337 h 674"/>
                <a:gd name="T16" fmla="*/ 571 w 595"/>
                <a:gd name="T17" fmla="*/ 378 h 674"/>
                <a:gd name="T18" fmla="*/ 72 w 595"/>
                <a:gd name="T19" fmla="*/ 665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5" h="674">
                  <a:moveTo>
                    <a:pt x="72" y="665"/>
                  </a:moveTo>
                  <a:cubicBezTo>
                    <a:pt x="57" y="674"/>
                    <a:pt x="39" y="674"/>
                    <a:pt x="24" y="665"/>
                  </a:cubicBezTo>
                  <a:cubicBezTo>
                    <a:pt x="9" y="657"/>
                    <a:pt x="0" y="641"/>
                    <a:pt x="0" y="624"/>
                  </a:cubicBezTo>
                  <a:cubicBezTo>
                    <a:pt x="0" y="50"/>
                    <a:pt x="0" y="50"/>
                    <a:pt x="0" y="50"/>
                  </a:cubicBezTo>
                  <a:cubicBezTo>
                    <a:pt x="0" y="33"/>
                    <a:pt x="9" y="17"/>
                    <a:pt x="24" y="9"/>
                  </a:cubicBezTo>
                  <a:cubicBezTo>
                    <a:pt x="39" y="0"/>
                    <a:pt x="57" y="0"/>
                    <a:pt x="72" y="9"/>
                  </a:cubicBezTo>
                  <a:cubicBezTo>
                    <a:pt x="571" y="296"/>
                    <a:pt x="571" y="296"/>
                    <a:pt x="571" y="296"/>
                  </a:cubicBezTo>
                  <a:cubicBezTo>
                    <a:pt x="586" y="304"/>
                    <a:pt x="595" y="320"/>
                    <a:pt x="595" y="337"/>
                  </a:cubicBezTo>
                  <a:cubicBezTo>
                    <a:pt x="595" y="354"/>
                    <a:pt x="586" y="370"/>
                    <a:pt x="571" y="378"/>
                  </a:cubicBezTo>
                  <a:lnTo>
                    <a:pt x="72" y="665"/>
                  </a:lnTo>
                  <a:close/>
                </a:path>
              </a:pathLst>
            </a:custGeom>
            <a:solidFill>
              <a:srgbClr val="F8A724"/>
            </a:solidFill>
            <a:ln>
              <a:noFill/>
            </a:ln>
          </p:spPr>
          <p:txBody>
            <a:bodyPr vert="horz" wrap="square" lIns="91440" tIns="45720" rIns="91440" bIns="45720" numCol="1" anchor="t" anchorCtr="0" compatLnSpc="1"/>
            <a:lstStyle/>
            <a:p>
              <a:endParaRPr lang="zh-CN" altLang="en-US" sz="1350">
                <a:solidFill>
                  <a:prstClr val="black"/>
                </a:solidFill>
                <a:latin typeface="方正准圆简体" panose="03000509000000000000" pitchFamily="2" charset="-122"/>
                <a:ea typeface="方正准圆简体" panose="03000509000000000000" pitchFamily="2" charset="-122"/>
              </a:endParaRPr>
            </a:p>
          </p:txBody>
        </p:sp>
        <p:sp>
          <p:nvSpPr>
            <p:cNvPr id="15" name="Freeform 5"/>
            <p:cNvSpPr/>
            <p:nvPr/>
          </p:nvSpPr>
          <p:spPr bwMode="auto">
            <a:xfrm rot="8996300" flipH="1">
              <a:off x="2634475" y="1152058"/>
              <a:ext cx="1332715" cy="1510075"/>
            </a:xfrm>
            <a:custGeom>
              <a:avLst/>
              <a:gdLst>
                <a:gd name="T0" fmla="*/ 72 w 595"/>
                <a:gd name="T1" fmla="*/ 665 h 674"/>
                <a:gd name="T2" fmla="*/ 24 w 595"/>
                <a:gd name="T3" fmla="*/ 665 h 674"/>
                <a:gd name="T4" fmla="*/ 0 w 595"/>
                <a:gd name="T5" fmla="*/ 624 h 674"/>
                <a:gd name="T6" fmla="*/ 0 w 595"/>
                <a:gd name="T7" fmla="*/ 50 h 674"/>
                <a:gd name="T8" fmla="*/ 24 w 595"/>
                <a:gd name="T9" fmla="*/ 9 h 674"/>
                <a:gd name="T10" fmla="*/ 72 w 595"/>
                <a:gd name="T11" fmla="*/ 9 h 674"/>
                <a:gd name="T12" fmla="*/ 571 w 595"/>
                <a:gd name="T13" fmla="*/ 296 h 674"/>
                <a:gd name="T14" fmla="*/ 595 w 595"/>
                <a:gd name="T15" fmla="*/ 337 h 674"/>
                <a:gd name="T16" fmla="*/ 571 w 595"/>
                <a:gd name="T17" fmla="*/ 378 h 674"/>
                <a:gd name="T18" fmla="*/ 72 w 595"/>
                <a:gd name="T19" fmla="*/ 665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5" h="674">
                  <a:moveTo>
                    <a:pt x="72" y="665"/>
                  </a:moveTo>
                  <a:cubicBezTo>
                    <a:pt x="57" y="674"/>
                    <a:pt x="39" y="674"/>
                    <a:pt x="24" y="665"/>
                  </a:cubicBezTo>
                  <a:cubicBezTo>
                    <a:pt x="9" y="657"/>
                    <a:pt x="0" y="641"/>
                    <a:pt x="0" y="624"/>
                  </a:cubicBezTo>
                  <a:cubicBezTo>
                    <a:pt x="0" y="50"/>
                    <a:pt x="0" y="50"/>
                    <a:pt x="0" y="50"/>
                  </a:cubicBezTo>
                  <a:cubicBezTo>
                    <a:pt x="0" y="33"/>
                    <a:pt x="9" y="17"/>
                    <a:pt x="24" y="9"/>
                  </a:cubicBezTo>
                  <a:cubicBezTo>
                    <a:pt x="39" y="0"/>
                    <a:pt x="57" y="0"/>
                    <a:pt x="72" y="9"/>
                  </a:cubicBezTo>
                  <a:cubicBezTo>
                    <a:pt x="571" y="296"/>
                    <a:pt x="571" y="296"/>
                    <a:pt x="571" y="296"/>
                  </a:cubicBezTo>
                  <a:cubicBezTo>
                    <a:pt x="586" y="304"/>
                    <a:pt x="595" y="320"/>
                    <a:pt x="595" y="337"/>
                  </a:cubicBezTo>
                  <a:cubicBezTo>
                    <a:pt x="595" y="354"/>
                    <a:pt x="586" y="370"/>
                    <a:pt x="571" y="378"/>
                  </a:cubicBezTo>
                  <a:lnTo>
                    <a:pt x="72" y="665"/>
                  </a:lnTo>
                  <a:close/>
                </a:path>
              </a:pathLst>
            </a:custGeom>
            <a:solidFill>
              <a:srgbClr val="FDE4BD"/>
            </a:solidFill>
            <a:ln w="38100">
              <a:noFill/>
              <a:round/>
            </a:ln>
          </p:spPr>
          <p:txBody>
            <a:bodyPr vert="horz" wrap="square" lIns="91440" tIns="45720" rIns="91440" bIns="45720" numCol="1" anchor="t" anchorCtr="0" compatLnSpc="1"/>
            <a:lstStyle/>
            <a:p>
              <a:endParaRPr lang="zh-CN" altLang="en-US" sz="1350">
                <a:solidFill>
                  <a:prstClr val="black"/>
                </a:solidFill>
                <a:latin typeface="方正准圆简体" panose="03000509000000000000" pitchFamily="2" charset="-122"/>
                <a:ea typeface="方正准圆简体" panose="03000509000000000000" pitchFamily="2" charset="-122"/>
              </a:endParaRPr>
            </a:p>
          </p:txBody>
        </p:sp>
        <p:pic>
          <p:nvPicPr>
            <p:cNvPr id="16" name="图片 15"/>
            <p:cNvPicPr>
              <a:picLocks noChangeAspect="1"/>
            </p:cNvPicPr>
            <p:nvPr/>
          </p:nvPicPr>
          <p:blipFill>
            <a:blip r:embed="rId2" cstate="email"/>
            <a:srcRect/>
            <a:stretch>
              <a:fillRect/>
            </a:stretch>
          </p:blipFill>
          <p:spPr>
            <a:xfrm>
              <a:off x="634555" y="1522941"/>
              <a:ext cx="2666277" cy="2368934"/>
            </a:xfrm>
            <a:custGeom>
              <a:avLst/>
              <a:gdLst>
                <a:gd name="connsiteX0" fmla="*/ 1333139 w 2666277"/>
                <a:gd name="connsiteY0" fmla="*/ 0 h 2368934"/>
                <a:gd name="connsiteX1" fmla="*/ 1496421 w 2666277"/>
                <a:gd name="connsiteY1" fmla="*/ 95554 h 2368934"/>
                <a:gd name="connsiteX2" fmla="*/ 2639396 w 2666277"/>
                <a:gd name="connsiteY2" fmla="*/ 2082273 h 2368934"/>
                <a:gd name="connsiteX3" fmla="*/ 2639396 w 2666277"/>
                <a:gd name="connsiteY3" fmla="*/ 2273381 h 2368934"/>
                <a:gd name="connsiteX4" fmla="*/ 2476114 w 2666277"/>
                <a:gd name="connsiteY4" fmla="*/ 2368934 h 2368934"/>
                <a:gd name="connsiteX5" fmla="*/ 190165 w 2666277"/>
                <a:gd name="connsiteY5" fmla="*/ 2368934 h 2368934"/>
                <a:gd name="connsiteX6" fmla="*/ 26883 w 2666277"/>
                <a:gd name="connsiteY6" fmla="*/ 2273381 h 2368934"/>
                <a:gd name="connsiteX7" fmla="*/ 26883 w 2666277"/>
                <a:gd name="connsiteY7" fmla="*/ 2082273 h 2368934"/>
                <a:gd name="connsiteX8" fmla="*/ 1169857 w 2666277"/>
                <a:gd name="connsiteY8" fmla="*/ 95554 h 2368934"/>
                <a:gd name="connsiteX9" fmla="*/ 1333139 w 2666277"/>
                <a:gd name="connsiteY9" fmla="*/ 0 h 2368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66277" h="2368934">
                  <a:moveTo>
                    <a:pt x="1333139" y="0"/>
                  </a:moveTo>
                  <a:cubicBezTo>
                    <a:pt x="1400842" y="0"/>
                    <a:pt x="1464561" y="35833"/>
                    <a:pt x="1496421" y="95554"/>
                  </a:cubicBezTo>
                  <a:cubicBezTo>
                    <a:pt x="1496421" y="95554"/>
                    <a:pt x="1496421" y="95554"/>
                    <a:pt x="2639396" y="2082273"/>
                  </a:cubicBezTo>
                  <a:cubicBezTo>
                    <a:pt x="2675238" y="2141994"/>
                    <a:pt x="2675238" y="2213660"/>
                    <a:pt x="2639396" y="2273381"/>
                  </a:cubicBezTo>
                  <a:cubicBezTo>
                    <a:pt x="2607536" y="2333102"/>
                    <a:pt x="2543816" y="2368934"/>
                    <a:pt x="2476114" y="2368934"/>
                  </a:cubicBezTo>
                  <a:cubicBezTo>
                    <a:pt x="2476114" y="2368934"/>
                    <a:pt x="2476114" y="2368934"/>
                    <a:pt x="190165" y="2368934"/>
                  </a:cubicBezTo>
                  <a:cubicBezTo>
                    <a:pt x="122462" y="2368934"/>
                    <a:pt x="58742" y="2333102"/>
                    <a:pt x="26883" y="2273381"/>
                  </a:cubicBezTo>
                  <a:cubicBezTo>
                    <a:pt x="-8960" y="2213660"/>
                    <a:pt x="-8960" y="2141994"/>
                    <a:pt x="26883" y="2082273"/>
                  </a:cubicBezTo>
                  <a:lnTo>
                    <a:pt x="1169857" y="95554"/>
                  </a:lnTo>
                  <a:cubicBezTo>
                    <a:pt x="1201717" y="35833"/>
                    <a:pt x="1265437" y="0"/>
                    <a:pt x="1333139" y="0"/>
                  </a:cubicBezTo>
                  <a:close/>
                </a:path>
              </a:pathLst>
            </a:custGeom>
          </p:spPr>
        </p:pic>
      </p:grpSp>
      <p:cxnSp>
        <p:nvCxnSpPr>
          <p:cNvPr id="21" name="直接连接符 11"/>
          <p:cNvCxnSpPr/>
          <p:nvPr userDrawn="1"/>
        </p:nvCxnSpPr>
        <p:spPr>
          <a:xfrm>
            <a:off x="4969007" y="2406667"/>
            <a:ext cx="902800" cy="0"/>
          </a:xfrm>
          <a:prstGeom prst="line">
            <a:avLst/>
          </a:prstGeom>
          <a:ln w="28575" cap="rnd">
            <a:solidFill>
              <a:srgbClr val="EA5406"/>
            </a:solidFill>
            <a:round/>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0" hasCustomPrompt="1"/>
          </p:nvPr>
        </p:nvSpPr>
        <p:spPr>
          <a:xfrm>
            <a:off x="4870222" y="1950039"/>
            <a:ext cx="2844403" cy="531019"/>
          </a:xfrm>
          <a:prstGeom prst="rect">
            <a:avLst/>
          </a:prstGeom>
        </p:spPr>
        <p:txBody>
          <a:bodyPr lIns="91344" tIns="45671" rIns="91344" bIns="45671"/>
          <a:lstStyle>
            <a:lvl1pPr marL="0" indent="0">
              <a:buNone/>
              <a:defRPr sz="3000" b="1" u="none" baseline="0">
                <a:latin typeface="Arial" panose="020B0604020202020204" pitchFamily="34" charset="0"/>
                <a:ea typeface="方正准圆简体" panose="03000509000000000000" pitchFamily="2" charset="-122"/>
                <a:cs typeface="Arial" panose="020B0604020202020204" pitchFamily="34" charset="0"/>
              </a:defRPr>
            </a:lvl1pPr>
          </a:lstStyle>
          <a:p>
            <a:pPr lvl="0"/>
            <a:r>
              <a:rPr lang="en-US" altLang="zh-CN" dirty="0"/>
              <a:t>PART 01</a:t>
            </a:r>
            <a:endParaRPr lang="zh-CN" altLang="en-US" dirty="0"/>
          </a:p>
        </p:txBody>
      </p:sp>
      <p:sp>
        <p:nvSpPr>
          <p:cNvPr id="25" name="文本占位符 2"/>
          <p:cNvSpPr>
            <a:spLocks noGrp="1"/>
          </p:cNvSpPr>
          <p:nvPr>
            <p:ph type="body" sz="quarter" idx="11" hasCustomPrompt="1"/>
          </p:nvPr>
        </p:nvSpPr>
        <p:spPr>
          <a:xfrm>
            <a:off x="4863711" y="2539683"/>
            <a:ext cx="2844403" cy="531019"/>
          </a:xfrm>
          <a:prstGeom prst="rect">
            <a:avLst/>
          </a:prstGeom>
        </p:spPr>
        <p:txBody>
          <a:bodyPr lIns="91344" tIns="45671" rIns="91344" bIns="45671"/>
          <a:lstStyle>
            <a:lvl1pPr marL="0" indent="0">
              <a:buNone/>
              <a:defRPr sz="3000" b="1" u="none" baseline="0">
                <a:latin typeface="方正准圆简体" panose="03000509000000000000" pitchFamily="2" charset="-122"/>
                <a:ea typeface="方正准圆简体" panose="03000509000000000000" pitchFamily="2" charset="-122"/>
              </a:defRPr>
            </a:lvl1pPr>
          </a:lstStyle>
          <a:p>
            <a:pPr lvl="0"/>
            <a:r>
              <a:rPr lang="zh-CN" altLang="en-US" dirty="0"/>
              <a:t>章节标题</a:t>
            </a:r>
            <a:endParaRPr lang="zh-CN" altLang="en-US" dirty="0"/>
          </a:p>
        </p:txBody>
      </p:sp>
      <p:pic>
        <p:nvPicPr>
          <p:cNvPr id="26" name="图片 25"/>
          <p:cNvPicPr>
            <a:picLocks noChangeAspect="1"/>
          </p:cNvPicPr>
          <p:nvPr userDrawn="1"/>
        </p:nvPicPr>
        <p:blipFill>
          <a:blip r:embed="rId3" cstate="email"/>
          <a:stretch>
            <a:fillRect/>
          </a:stretch>
        </p:blipFill>
        <p:spPr>
          <a:xfrm>
            <a:off x="279172" y="168609"/>
            <a:ext cx="1379321" cy="430284"/>
          </a:xfrm>
          <a:prstGeom prst="rect">
            <a:avLst/>
          </a:prstGeom>
        </p:spPr>
      </p:pic>
      <p:sp>
        <p:nvSpPr>
          <p:cNvPr id="18" name="灯片编号占位符 5"/>
          <p:cNvSpPr>
            <a:spLocks noGrp="1"/>
          </p:cNvSpPr>
          <p:nvPr>
            <p:ph type="sldNum" sz="quarter" idx="4"/>
          </p:nvPr>
        </p:nvSpPr>
        <p:spPr>
          <a:xfrm>
            <a:off x="8694420" y="4538488"/>
            <a:ext cx="377930" cy="279406"/>
          </a:xfrm>
          <a:prstGeom prst="rect">
            <a:avLst/>
          </a:prstGeom>
        </p:spPr>
        <p:txBody>
          <a:bodyPr vert="horz" lIns="93196" tIns="46599" rIns="93196" bIns="46599" rtlCol="0" anchor="ctr"/>
          <a:lstStyle>
            <a:lvl1pPr algn="r">
              <a:defRPr sz="900">
                <a:solidFill>
                  <a:schemeClr val="tx1"/>
                </a:solidFill>
                <a:latin typeface="方正准圆简体" panose="03000509000000000000" pitchFamily="2" charset="-122"/>
                <a:ea typeface="方正准圆简体" panose="03000509000000000000" pitchFamily="2" charset="-122"/>
                <a:cs typeface="Arial" panose="020B0604020202020204" pitchFamily="34" charset="0"/>
              </a:defRPr>
            </a:lvl1pPr>
          </a:lstStyle>
          <a:p>
            <a:fld id="{D9031528-5AE3-48B4-B7AE-562877B1C66F}" type="slidenum">
              <a:rPr lang="zh-CN" altLang="en-US" smtClean="0">
                <a:solidFill>
                  <a:srgbClr val="000000"/>
                </a:solidFill>
              </a:rPr>
            </a:fld>
            <a:endParaRPr lang="zh-CN" altLang="en-US" dirty="0">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8" name="灯片编号占位符 5"/>
          <p:cNvSpPr>
            <a:spLocks noGrp="1"/>
          </p:cNvSpPr>
          <p:nvPr>
            <p:ph type="sldNum" sz="quarter" idx="4"/>
          </p:nvPr>
        </p:nvSpPr>
        <p:spPr>
          <a:xfrm>
            <a:off x="8766078" y="4852885"/>
            <a:ext cx="377930" cy="279406"/>
          </a:xfrm>
          <a:prstGeom prst="rect">
            <a:avLst/>
          </a:prstGeom>
        </p:spPr>
        <p:txBody>
          <a:bodyPr vert="horz" lIns="93196" tIns="46599" rIns="93196" bIns="46599" rtlCol="0" anchor="ctr"/>
          <a:lstStyle>
            <a:lvl1pPr algn="r">
              <a:defRPr sz="900">
                <a:solidFill>
                  <a:schemeClr val="tx1"/>
                </a:solidFill>
                <a:latin typeface="方正准圆简体" panose="03000509000000000000" pitchFamily="2" charset="-122"/>
                <a:ea typeface="方正准圆简体" panose="03000509000000000000" pitchFamily="2" charset="-122"/>
                <a:cs typeface="Arial" panose="020B0604020202020204" pitchFamily="34" charset="0"/>
              </a:defRPr>
            </a:lvl1pPr>
          </a:lstStyle>
          <a:p>
            <a:fld id="{D9031528-5AE3-48B4-B7AE-562877B1C66F}" type="slidenum">
              <a:rPr lang="zh-CN" altLang="en-US" smtClean="0">
                <a:solidFill>
                  <a:srgbClr val="000000"/>
                </a:solidFill>
              </a:rPr>
            </a:fld>
            <a:endParaRPr lang="zh-CN" altLang="en-US" dirty="0">
              <a:solidFill>
                <a:srgbClr val="000000"/>
              </a:solidFill>
            </a:endParaRPr>
          </a:p>
        </p:txBody>
      </p:sp>
      <p:pic>
        <p:nvPicPr>
          <p:cNvPr id="14" name="图片 13"/>
          <p:cNvPicPr>
            <a:picLocks noChangeAspect="1"/>
          </p:cNvPicPr>
          <p:nvPr userDrawn="1"/>
        </p:nvPicPr>
        <p:blipFill>
          <a:blip r:embed="rId2" cstate="screen"/>
          <a:stretch>
            <a:fillRect/>
          </a:stretch>
        </p:blipFill>
        <p:spPr>
          <a:xfrm>
            <a:off x="7727950" y="54362"/>
            <a:ext cx="1416050" cy="496832"/>
          </a:xfrm>
          <a:prstGeom prst="rect">
            <a:avLst/>
          </a:prstGeom>
        </p:spPr>
      </p:pic>
      <p:sp>
        <p:nvSpPr>
          <p:cNvPr id="2" name="文本框 1"/>
          <p:cNvSpPr txBox="1"/>
          <p:nvPr userDrawn="1"/>
        </p:nvSpPr>
        <p:spPr>
          <a:xfrm>
            <a:off x="7978698" y="4888712"/>
            <a:ext cx="1101259" cy="230832"/>
          </a:xfrm>
          <a:prstGeom prst="rect">
            <a:avLst/>
          </a:prstGeom>
          <a:noFill/>
        </p:spPr>
        <p:txBody>
          <a:bodyPr wrap="square" rtlCol="0">
            <a:spAutoFit/>
          </a:bodyPr>
          <a:lstStyle/>
          <a:p>
            <a:pPr marL="0" indent="0">
              <a:buClr>
                <a:srgbClr val="EE5605"/>
              </a:buClr>
              <a:buFont typeface="Arial" panose="020B0604020202020204" pitchFamily="34" charset="0"/>
              <a:buNone/>
            </a:pPr>
            <a:r>
              <a:rPr lang="zh-CN" altLang="en-US" sz="900">
                <a:solidFill>
                  <a:schemeClr val="bg1">
                    <a:lumMod val="65000"/>
                  </a:schemeClr>
                </a:solidFill>
                <a:latin typeface="方正准圆简体" panose="03000509000000000000" pitchFamily="2" charset="-122"/>
                <a:ea typeface="方正准圆简体" panose="03000509000000000000" pitchFamily="2" charset="-122"/>
              </a:rPr>
              <a:t>以专业承载信赖</a:t>
            </a:r>
            <a:endParaRPr lang="zh-CN" altLang="en-US" sz="900">
              <a:solidFill>
                <a:schemeClr val="bg1">
                  <a:lumMod val="65000"/>
                </a:schemeClr>
              </a:solidFill>
              <a:latin typeface="方正准圆简体" panose="03000509000000000000" pitchFamily="2" charset="-122"/>
              <a:ea typeface="方正准圆简体" panose="03000509000000000000" pitchFamily="2" charset="-122"/>
            </a:endParaRPr>
          </a:p>
        </p:txBody>
      </p:sp>
      <p:sp>
        <p:nvSpPr>
          <p:cNvPr id="3" name="矩形 2"/>
          <p:cNvSpPr/>
          <p:nvPr userDrawn="1"/>
        </p:nvSpPr>
        <p:spPr>
          <a:xfrm>
            <a:off x="1" y="108725"/>
            <a:ext cx="225812" cy="3881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userDrawn="1"/>
        </p:nvSpPr>
        <p:spPr>
          <a:xfrm>
            <a:off x="259266" y="108725"/>
            <a:ext cx="100361" cy="3881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6" name="灯片编号占位符 5"/>
          <p:cNvSpPr>
            <a:spLocks noGrp="1"/>
          </p:cNvSpPr>
          <p:nvPr>
            <p:ph type="sldNum" sz="quarter" idx="4"/>
          </p:nvPr>
        </p:nvSpPr>
        <p:spPr>
          <a:xfrm>
            <a:off x="8766078" y="4852885"/>
            <a:ext cx="377930" cy="279406"/>
          </a:xfrm>
          <a:prstGeom prst="rect">
            <a:avLst/>
          </a:prstGeom>
        </p:spPr>
        <p:txBody>
          <a:bodyPr vert="horz" lIns="93196" tIns="46599" rIns="93196" bIns="46599" rtlCol="0" anchor="ctr"/>
          <a:lstStyle>
            <a:lvl1pPr algn="r">
              <a:defRPr sz="900">
                <a:solidFill>
                  <a:schemeClr val="tx1"/>
                </a:solidFill>
                <a:latin typeface="方正准圆简体" panose="03000509000000000000" pitchFamily="2" charset="-122"/>
                <a:ea typeface="方正准圆简体" panose="03000509000000000000" pitchFamily="2" charset="-122"/>
                <a:cs typeface="Arial" panose="020B0604020202020204" pitchFamily="34" charset="0"/>
              </a:defRPr>
            </a:lvl1pPr>
          </a:lstStyle>
          <a:p>
            <a:fld id="{D9031528-5AE3-48B4-B7AE-562877B1C66F}" type="slidenum">
              <a:rPr lang="zh-CN" altLang="en-US" smtClean="0">
                <a:solidFill>
                  <a:srgbClr val="000000"/>
                </a:solidFill>
              </a:rPr>
            </a:fld>
            <a:endParaRPr lang="zh-CN" altLang="en-US" dirty="0">
              <a:solidFill>
                <a:srgbClr val="000000"/>
              </a:solidFill>
            </a:endParaRPr>
          </a:p>
        </p:txBody>
      </p:sp>
      <p:pic>
        <p:nvPicPr>
          <p:cNvPr id="23" name="图片 22"/>
          <p:cNvPicPr>
            <a:picLocks noChangeAspect="1"/>
          </p:cNvPicPr>
          <p:nvPr userDrawn="1"/>
        </p:nvPicPr>
        <p:blipFill>
          <a:blip r:embed="rId2" cstate="screen"/>
          <a:stretch>
            <a:fillRect/>
          </a:stretch>
        </p:blipFill>
        <p:spPr>
          <a:xfrm>
            <a:off x="7727950" y="54362"/>
            <a:ext cx="1416050" cy="496832"/>
          </a:xfrm>
          <a:prstGeom prst="rect">
            <a:avLst/>
          </a:prstGeom>
        </p:spPr>
      </p:pic>
      <p:sp>
        <p:nvSpPr>
          <p:cNvPr id="24" name="文本框 23"/>
          <p:cNvSpPr txBox="1"/>
          <p:nvPr userDrawn="1"/>
        </p:nvSpPr>
        <p:spPr>
          <a:xfrm>
            <a:off x="7978698" y="4888712"/>
            <a:ext cx="1101259" cy="230832"/>
          </a:xfrm>
          <a:prstGeom prst="rect">
            <a:avLst/>
          </a:prstGeom>
          <a:noFill/>
        </p:spPr>
        <p:txBody>
          <a:bodyPr wrap="square" rtlCol="0">
            <a:spAutoFit/>
          </a:bodyPr>
          <a:lstStyle/>
          <a:p>
            <a:pPr marL="0" indent="0">
              <a:buClr>
                <a:srgbClr val="EE5605"/>
              </a:buClr>
              <a:buFont typeface="Arial" panose="020B0604020202020204" pitchFamily="34" charset="0"/>
              <a:buNone/>
            </a:pPr>
            <a:r>
              <a:rPr lang="zh-CN" altLang="en-US" sz="900">
                <a:solidFill>
                  <a:schemeClr val="bg1">
                    <a:lumMod val="65000"/>
                  </a:schemeClr>
                </a:solidFill>
                <a:latin typeface="方正准圆简体" panose="03000509000000000000" pitchFamily="2" charset="-122"/>
                <a:ea typeface="方正准圆简体" panose="03000509000000000000" pitchFamily="2" charset="-122"/>
              </a:rPr>
              <a:t>以专业承载信赖</a:t>
            </a:r>
            <a:endParaRPr lang="zh-CN" altLang="en-US" sz="900">
              <a:solidFill>
                <a:schemeClr val="bg1">
                  <a:lumMod val="65000"/>
                </a:schemeClr>
              </a:solidFill>
              <a:latin typeface="方正准圆简体" panose="03000509000000000000" pitchFamily="2" charset="-122"/>
              <a:ea typeface="方正准圆简体" panose="03000509000000000000" pitchFamily="2" charset="-122"/>
            </a:endParaRPr>
          </a:p>
        </p:txBody>
      </p:sp>
      <p:sp>
        <p:nvSpPr>
          <p:cNvPr id="25" name="矩形 24"/>
          <p:cNvSpPr/>
          <p:nvPr userDrawn="1"/>
        </p:nvSpPr>
        <p:spPr>
          <a:xfrm>
            <a:off x="1" y="108725"/>
            <a:ext cx="225812" cy="3881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矩形 25"/>
          <p:cNvSpPr/>
          <p:nvPr userDrawn="1"/>
        </p:nvSpPr>
        <p:spPr>
          <a:xfrm>
            <a:off x="259266" y="108725"/>
            <a:ext cx="100361" cy="3881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1" name="灯片编号占位符 5"/>
          <p:cNvSpPr>
            <a:spLocks noGrp="1"/>
          </p:cNvSpPr>
          <p:nvPr>
            <p:ph type="sldNum" sz="quarter" idx="4"/>
          </p:nvPr>
        </p:nvSpPr>
        <p:spPr>
          <a:xfrm>
            <a:off x="8766078" y="4852885"/>
            <a:ext cx="377930" cy="279406"/>
          </a:xfrm>
          <a:prstGeom prst="rect">
            <a:avLst/>
          </a:prstGeom>
        </p:spPr>
        <p:txBody>
          <a:bodyPr vert="horz" lIns="93196" tIns="46599" rIns="93196" bIns="46599" rtlCol="0" anchor="ctr"/>
          <a:lstStyle>
            <a:lvl1pPr algn="r">
              <a:defRPr sz="900">
                <a:solidFill>
                  <a:schemeClr val="tx1"/>
                </a:solidFill>
                <a:latin typeface="方正准圆简体" panose="03000509000000000000" pitchFamily="2" charset="-122"/>
                <a:ea typeface="方正准圆简体" panose="03000509000000000000" pitchFamily="2" charset="-122"/>
                <a:cs typeface="Arial" panose="020B0604020202020204" pitchFamily="34" charset="0"/>
              </a:defRPr>
            </a:lvl1pPr>
          </a:lstStyle>
          <a:p>
            <a:fld id="{D9031528-5AE3-48B4-B7AE-562877B1C66F}" type="slidenum">
              <a:rPr lang="zh-CN" altLang="en-US" smtClean="0">
                <a:solidFill>
                  <a:srgbClr val="000000"/>
                </a:solidFill>
              </a:rPr>
            </a:fld>
            <a:endParaRPr lang="zh-CN" altLang="en-US" dirty="0">
              <a:solidFill>
                <a:srgbClr val="000000"/>
              </a:solidFill>
            </a:endParaRPr>
          </a:p>
        </p:txBody>
      </p:sp>
      <p:grpSp>
        <p:nvGrpSpPr>
          <p:cNvPr id="5" name="组合 4"/>
          <p:cNvGrpSpPr/>
          <p:nvPr userDrawn="1"/>
        </p:nvGrpSpPr>
        <p:grpSpPr>
          <a:xfrm>
            <a:off x="1" y="54362"/>
            <a:ext cx="9143999" cy="5065182"/>
            <a:chOff x="1" y="54362"/>
            <a:chExt cx="9143999" cy="5065182"/>
          </a:xfrm>
        </p:grpSpPr>
        <p:sp>
          <p:nvSpPr>
            <p:cNvPr id="13" name="文本框 12"/>
            <p:cNvSpPr txBox="1"/>
            <p:nvPr userDrawn="1"/>
          </p:nvSpPr>
          <p:spPr>
            <a:xfrm>
              <a:off x="7978698" y="4888712"/>
              <a:ext cx="1101259" cy="230832"/>
            </a:xfrm>
            <a:prstGeom prst="rect">
              <a:avLst/>
            </a:prstGeom>
            <a:noFill/>
          </p:spPr>
          <p:txBody>
            <a:bodyPr wrap="square" rtlCol="0">
              <a:spAutoFit/>
            </a:bodyPr>
            <a:lstStyle/>
            <a:p>
              <a:pPr marL="0" indent="0">
                <a:buClr>
                  <a:srgbClr val="EE5605"/>
                </a:buClr>
                <a:buFont typeface="Arial" panose="020B0604020202020204" pitchFamily="34" charset="0"/>
                <a:buNone/>
              </a:pPr>
              <a:r>
                <a:rPr lang="zh-CN" altLang="en-US" sz="900" dirty="0">
                  <a:solidFill>
                    <a:schemeClr val="bg1">
                      <a:lumMod val="65000"/>
                    </a:schemeClr>
                  </a:solidFill>
                  <a:latin typeface="方正准圆简体" panose="03000509000000000000" pitchFamily="2" charset="-122"/>
                  <a:ea typeface="方正准圆简体" panose="03000509000000000000" pitchFamily="2" charset="-122"/>
                </a:rPr>
                <a:t>以专业承载信赖</a:t>
              </a:r>
              <a:endParaRPr lang="zh-CN" altLang="en-US" sz="900" dirty="0">
                <a:solidFill>
                  <a:schemeClr val="bg1">
                    <a:lumMod val="65000"/>
                  </a:schemeClr>
                </a:solidFill>
                <a:latin typeface="方正准圆简体" panose="03000509000000000000" pitchFamily="2" charset="-122"/>
                <a:ea typeface="方正准圆简体" panose="03000509000000000000" pitchFamily="2" charset="-122"/>
              </a:endParaRPr>
            </a:p>
          </p:txBody>
        </p:sp>
        <p:grpSp>
          <p:nvGrpSpPr>
            <p:cNvPr id="4" name="组合 3"/>
            <p:cNvGrpSpPr/>
            <p:nvPr userDrawn="1"/>
          </p:nvGrpSpPr>
          <p:grpSpPr>
            <a:xfrm>
              <a:off x="1" y="54362"/>
              <a:ext cx="9143999" cy="496832"/>
              <a:chOff x="1" y="54362"/>
              <a:chExt cx="9143999" cy="496832"/>
            </a:xfrm>
          </p:grpSpPr>
          <p:pic>
            <p:nvPicPr>
              <p:cNvPr id="12" name="图片 11"/>
              <p:cNvPicPr>
                <a:picLocks noChangeAspect="1"/>
              </p:cNvPicPr>
              <p:nvPr userDrawn="1"/>
            </p:nvPicPr>
            <p:blipFill>
              <a:blip r:embed="rId2" cstate="screen"/>
              <a:stretch>
                <a:fillRect/>
              </a:stretch>
            </p:blipFill>
            <p:spPr>
              <a:xfrm>
                <a:off x="7727950" y="54362"/>
                <a:ext cx="1416050" cy="496832"/>
              </a:xfrm>
              <a:prstGeom prst="rect">
                <a:avLst/>
              </a:prstGeom>
            </p:spPr>
          </p:pic>
          <p:grpSp>
            <p:nvGrpSpPr>
              <p:cNvPr id="3" name="组合 2"/>
              <p:cNvGrpSpPr/>
              <p:nvPr userDrawn="1"/>
            </p:nvGrpSpPr>
            <p:grpSpPr>
              <a:xfrm>
                <a:off x="1" y="108725"/>
                <a:ext cx="359626" cy="388107"/>
                <a:chOff x="1" y="108725"/>
                <a:chExt cx="359626" cy="388107"/>
              </a:xfrm>
            </p:grpSpPr>
            <p:sp>
              <p:nvSpPr>
                <p:cNvPr id="14" name="矩形 13"/>
                <p:cNvSpPr/>
                <p:nvPr userDrawn="1"/>
              </p:nvSpPr>
              <p:spPr>
                <a:xfrm>
                  <a:off x="1" y="108725"/>
                  <a:ext cx="225812" cy="3881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userDrawn="1"/>
              </p:nvSpPr>
              <p:spPr>
                <a:xfrm>
                  <a:off x="259266" y="108725"/>
                  <a:ext cx="100361" cy="3881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p:cSld name="仅标题">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3302794" y="983967"/>
            <a:ext cx="3240441" cy="1828289"/>
          </a:xfrm>
          <a:custGeom>
            <a:avLst/>
            <a:gdLst>
              <a:gd name="connsiteX0" fmla="*/ 0 w 4320588"/>
              <a:gd name="connsiteY0" fmla="*/ 0 h 2437719"/>
              <a:gd name="connsiteX1" fmla="*/ 4320588 w 4320588"/>
              <a:gd name="connsiteY1" fmla="*/ 0 h 2437719"/>
              <a:gd name="connsiteX2" fmla="*/ 4320588 w 4320588"/>
              <a:gd name="connsiteY2" fmla="*/ 2437719 h 2437719"/>
              <a:gd name="connsiteX3" fmla="*/ 0 w 4320588"/>
              <a:gd name="connsiteY3" fmla="*/ 2437719 h 2437719"/>
            </a:gdLst>
            <a:ahLst/>
            <a:cxnLst>
              <a:cxn ang="0">
                <a:pos x="connsiteX0" y="connsiteY0"/>
              </a:cxn>
              <a:cxn ang="0">
                <a:pos x="connsiteX1" y="connsiteY1"/>
              </a:cxn>
              <a:cxn ang="0">
                <a:pos x="connsiteX2" y="connsiteY2"/>
              </a:cxn>
              <a:cxn ang="0">
                <a:pos x="connsiteX3" y="connsiteY3"/>
              </a:cxn>
            </a:cxnLst>
            <a:rect l="l" t="t" r="r" b="b"/>
            <a:pathLst>
              <a:path w="4320588" h="2437719">
                <a:moveTo>
                  <a:pt x="0" y="0"/>
                </a:moveTo>
                <a:lnTo>
                  <a:pt x="4320588" y="0"/>
                </a:lnTo>
                <a:lnTo>
                  <a:pt x="4320588" y="2437719"/>
                </a:lnTo>
                <a:lnTo>
                  <a:pt x="0" y="2437719"/>
                </a:lnTo>
                <a:close/>
              </a:path>
            </a:pathLst>
          </a:custGeom>
        </p:spPr>
        <p:txBody>
          <a:bodyPr wrap="square">
            <a:noAutofit/>
          </a:bodyPr>
          <a:lstStyle/>
          <a:p>
            <a:endParaRPr lang="zh-CN" altLang="en-US"/>
          </a:p>
        </p:txBody>
      </p:sp>
      <p:sp>
        <p:nvSpPr>
          <p:cNvPr id="9" name="图片占位符 8"/>
          <p:cNvSpPr>
            <a:spLocks noGrp="1"/>
          </p:cNvSpPr>
          <p:nvPr>
            <p:ph type="pic" sz="quarter" idx="11"/>
          </p:nvPr>
        </p:nvSpPr>
        <p:spPr>
          <a:xfrm>
            <a:off x="5111794" y="2881484"/>
            <a:ext cx="3240441" cy="1828289"/>
          </a:xfrm>
          <a:custGeom>
            <a:avLst/>
            <a:gdLst>
              <a:gd name="connsiteX0" fmla="*/ 0 w 4320588"/>
              <a:gd name="connsiteY0" fmla="*/ 0 h 2437719"/>
              <a:gd name="connsiteX1" fmla="*/ 4320588 w 4320588"/>
              <a:gd name="connsiteY1" fmla="*/ 0 h 2437719"/>
              <a:gd name="connsiteX2" fmla="*/ 4320588 w 4320588"/>
              <a:gd name="connsiteY2" fmla="*/ 2437719 h 2437719"/>
              <a:gd name="connsiteX3" fmla="*/ 0 w 4320588"/>
              <a:gd name="connsiteY3" fmla="*/ 2437719 h 2437719"/>
            </a:gdLst>
            <a:ahLst/>
            <a:cxnLst>
              <a:cxn ang="0">
                <a:pos x="connsiteX0" y="connsiteY0"/>
              </a:cxn>
              <a:cxn ang="0">
                <a:pos x="connsiteX1" y="connsiteY1"/>
              </a:cxn>
              <a:cxn ang="0">
                <a:pos x="connsiteX2" y="connsiteY2"/>
              </a:cxn>
              <a:cxn ang="0">
                <a:pos x="connsiteX3" y="connsiteY3"/>
              </a:cxn>
            </a:cxnLst>
            <a:rect l="l" t="t" r="r" b="b"/>
            <a:pathLst>
              <a:path w="4320588" h="2437719">
                <a:moveTo>
                  <a:pt x="0" y="0"/>
                </a:moveTo>
                <a:lnTo>
                  <a:pt x="4320588" y="0"/>
                </a:lnTo>
                <a:lnTo>
                  <a:pt x="4320588" y="2437719"/>
                </a:lnTo>
                <a:lnTo>
                  <a:pt x="0" y="2437719"/>
                </a:lnTo>
                <a:close/>
              </a:path>
            </a:pathLst>
          </a:custGeom>
        </p:spPr>
        <p:txBody>
          <a:bodyPr wrap="square">
            <a:noAutofit/>
          </a:bodyPr>
          <a:lstStyle/>
          <a:p>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1185863" y="1026974"/>
            <a:ext cx="6772275" cy="2435364"/>
          </a:xfrm>
          <a:custGeom>
            <a:avLst/>
            <a:gdLst>
              <a:gd name="connsiteX0" fmla="*/ 0 w 9029700"/>
              <a:gd name="connsiteY0" fmla="*/ 0 h 3247152"/>
              <a:gd name="connsiteX1" fmla="*/ 9029700 w 9029700"/>
              <a:gd name="connsiteY1" fmla="*/ 0 h 3247152"/>
              <a:gd name="connsiteX2" fmla="*/ 9029700 w 9029700"/>
              <a:gd name="connsiteY2" fmla="*/ 3247152 h 3247152"/>
              <a:gd name="connsiteX3" fmla="*/ 0 w 9029700"/>
              <a:gd name="connsiteY3" fmla="*/ 3247152 h 3247152"/>
            </a:gdLst>
            <a:ahLst/>
            <a:cxnLst>
              <a:cxn ang="0">
                <a:pos x="connsiteX0" y="connsiteY0"/>
              </a:cxn>
              <a:cxn ang="0">
                <a:pos x="connsiteX1" y="connsiteY1"/>
              </a:cxn>
              <a:cxn ang="0">
                <a:pos x="connsiteX2" y="connsiteY2"/>
              </a:cxn>
              <a:cxn ang="0">
                <a:pos x="connsiteX3" y="connsiteY3"/>
              </a:cxn>
            </a:cxnLst>
            <a:rect l="l" t="t" r="r" b="b"/>
            <a:pathLst>
              <a:path w="9029700" h="3247152">
                <a:moveTo>
                  <a:pt x="0" y="0"/>
                </a:moveTo>
                <a:lnTo>
                  <a:pt x="9029700" y="0"/>
                </a:lnTo>
                <a:lnTo>
                  <a:pt x="9029700" y="3247152"/>
                </a:lnTo>
                <a:lnTo>
                  <a:pt x="0" y="3247152"/>
                </a:lnTo>
                <a:close/>
              </a:path>
            </a:pathLst>
          </a:custGeom>
        </p:spPr>
        <p:txBody>
          <a:bodyPr wrap="square">
            <a:noAutofit/>
          </a:bodyPr>
          <a:lstStyle/>
          <a:p>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13" name="图片占位符 12"/>
          <p:cNvSpPr>
            <a:spLocks noGrp="1"/>
          </p:cNvSpPr>
          <p:nvPr>
            <p:ph type="pic" sz="quarter" idx="10"/>
          </p:nvPr>
        </p:nvSpPr>
        <p:spPr>
          <a:xfrm>
            <a:off x="1112032" y="1237458"/>
            <a:ext cx="811077" cy="811077"/>
          </a:xfrm>
          <a:custGeom>
            <a:avLst/>
            <a:gdLst>
              <a:gd name="connsiteX0" fmla="*/ 540718 w 1081436"/>
              <a:gd name="connsiteY0" fmla="*/ 0 h 1081436"/>
              <a:gd name="connsiteX1" fmla="*/ 1081436 w 1081436"/>
              <a:gd name="connsiteY1" fmla="*/ 540718 h 1081436"/>
              <a:gd name="connsiteX2" fmla="*/ 540718 w 1081436"/>
              <a:gd name="connsiteY2" fmla="*/ 1081436 h 1081436"/>
              <a:gd name="connsiteX3" fmla="*/ 0 w 1081436"/>
              <a:gd name="connsiteY3" fmla="*/ 540718 h 1081436"/>
              <a:gd name="connsiteX4" fmla="*/ 540718 w 1081436"/>
              <a:gd name="connsiteY4" fmla="*/ 0 h 1081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1436" h="1081436">
                <a:moveTo>
                  <a:pt x="540718" y="0"/>
                </a:moveTo>
                <a:cubicBezTo>
                  <a:pt x="839348" y="0"/>
                  <a:pt x="1081436" y="242088"/>
                  <a:pt x="1081436" y="540718"/>
                </a:cubicBezTo>
                <a:cubicBezTo>
                  <a:pt x="1081436" y="839348"/>
                  <a:pt x="839348" y="1081436"/>
                  <a:pt x="540718" y="1081436"/>
                </a:cubicBezTo>
                <a:cubicBezTo>
                  <a:pt x="242088" y="1081436"/>
                  <a:pt x="0" y="839348"/>
                  <a:pt x="0" y="540718"/>
                </a:cubicBezTo>
                <a:cubicBezTo>
                  <a:pt x="0" y="242088"/>
                  <a:pt x="242088" y="0"/>
                  <a:pt x="540718" y="0"/>
                </a:cubicBezTo>
                <a:close/>
              </a:path>
            </a:pathLst>
          </a:custGeom>
        </p:spPr>
        <p:txBody>
          <a:bodyPr wrap="square">
            <a:noAutofit/>
          </a:bodyPr>
          <a:lstStyle/>
          <a:p>
            <a:endParaRPr lang="zh-CN" altLang="en-US"/>
          </a:p>
        </p:txBody>
      </p:sp>
      <p:sp>
        <p:nvSpPr>
          <p:cNvPr id="14" name="图片占位符 13"/>
          <p:cNvSpPr>
            <a:spLocks noGrp="1"/>
          </p:cNvSpPr>
          <p:nvPr>
            <p:ph type="pic" sz="quarter" idx="11"/>
          </p:nvPr>
        </p:nvSpPr>
        <p:spPr>
          <a:xfrm>
            <a:off x="1112032" y="3195998"/>
            <a:ext cx="811077" cy="811077"/>
          </a:xfrm>
          <a:custGeom>
            <a:avLst/>
            <a:gdLst>
              <a:gd name="connsiteX0" fmla="*/ 540718 w 1081436"/>
              <a:gd name="connsiteY0" fmla="*/ 0 h 1081436"/>
              <a:gd name="connsiteX1" fmla="*/ 1081436 w 1081436"/>
              <a:gd name="connsiteY1" fmla="*/ 540718 h 1081436"/>
              <a:gd name="connsiteX2" fmla="*/ 540718 w 1081436"/>
              <a:gd name="connsiteY2" fmla="*/ 1081436 h 1081436"/>
              <a:gd name="connsiteX3" fmla="*/ 0 w 1081436"/>
              <a:gd name="connsiteY3" fmla="*/ 540718 h 1081436"/>
              <a:gd name="connsiteX4" fmla="*/ 540718 w 1081436"/>
              <a:gd name="connsiteY4" fmla="*/ 0 h 1081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1436" h="1081436">
                <a:moveTo>
                  <a:pt x="540718" y="0"/>
                </a:moveTo>
                <a:cubicBezTo>
                  <a:pt x="839348" y="0"/>
                  <a:pt x="1081436" y="242088"/>
                  <a:pt x="1081436" y="540718"/>
                </a:cubicBezTo>
                <a:cubicBezTo>
                  <a:pt x="1081436" y="839348"/>
                  <a:pt x="839348" y="1081436"/>
                  <a:pt x="540718" y="1081436"/>
                </a:cubicBezTo>
                <a:cubicBezTo>
                  <a:pt x="242088" y="1081436"/>
                  <a:pt x="0" y="839348"/>
                  <a:pt x="0" y="540718"/>
                </a:cubicBezTo>
                <a:cubicBezTo>
                  <a:pt x="0" y="242088"/>
                  <a:pt x="242088" y="0"/>
                  <a:pt x="540718" y="0"/>
                </a:cubicBezTo>
                <a:close/>
              </a:path>
            </a:pathLst>
          </a:custGeom>
        </p:spPr>
        <p:txBody>
          <a:bodyPr wrap="square">
            <a:noAutofit/>
          </a:bodyPr>
          <a:lstStyle/>
          <a:p>
            <a:endParaRPr lang="zh-CN" altLang="en-US"/>
          </a:p>
        </p:txBody>
      </p:sp>
      <p:sp>
        <p:nvSpPr>
          <p:cNvPr id="15" name="图片占位符 14"/>
          <p:cNvSpPr>
            <a:spLocks noGrp="1"/>
          </p:cNvSpPr>
          <p:nvPr>
            <p:ph type="pic" sz="quarter" idx="12"/>
          </p:nvPr>
        </p:nvSpPr>
        <p:spPr>
          <a:xfrm>
            <a:off x="4933633" y="3195998"/>
            <a:ext cx="811077" cy="811077"/>
          </a:xfrm>
          <a:custGeom>
            <a:avLst/>
            <a:gdLst>
              <a:gd name="connsiteX0" fmla="*/ 540718 w 1081436"/>
              <a:gd name="connsiteY0" fmla="*/ 0 h 1081436"/>
              <a:gd name="connsiteX1" fmla="*/ 1081436 w 1081436"/>
              <a:gd name="connsiteY1" fmla="*/ 540718 h 1081436"/>
              <a:gd name="connsiteX2" fmla="*/ 540718 w 1081436"/>
              <a:gd name="connsiteY2" fmla="*/ 1081436 h 1081436"/>
              <a:gd name="connsiteX3" fmla="*/ 0 w 1081436"/>
              <a:gd name="connsiteY3" fmla="*/ 540718 h 1081436"/>
              <a:gd name="connsiteX4" fmla="*/ 540718 w 1081436"/>
              <a:gd name="connsiteY4" fmla="*/ 0 h 1081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1436" h="1081436">
                <a:moveTo>
                  <a:pt x="540718" y="0"/>
                </a:moveTo>
                <a:cubicBezTo>
                  <a:pt x="839348" y="0"/>
                  <a:pt x="1081436" y="242088"/>
                  <a:pt x="1081436" y="540718"/>
                </a:cubicBezTo>
                <a:cubicBezTo>
                  <a:pt x="1081436" y="839348"/>
                  <a:pt x="839348" y="1081436"/>
                  <a:pt x="540718" y="1081436"/>
                </a:cubicBezTo>
                <a:cubicBezTo>
                  <a:pt x="242088" y="1081436"/>
                  <a:pt x="0" y="839348"/>
                  <a:pt x="0" y="540718"/>
                </a:cubicBezTo>
                <a:cubicBezTo>
                  <a:pt x="0" y="242088"/>
                  <a:pt x="242088" y="0"/>
                  <a:pt x="540718" y="0"/>
                </a:cubicBezTo>
                <a:close/>
              </a:path>
            </a:pathLst>
          </a:custGeom>
        </p:spPr>
        <p:txBody>
          <a:bodyPr wrap="square">
            <a:noAutofit/>
          </a:bodyPr>
          <a:lstStyle/>
          <a:p>
            <a:endParaRPr lang="zh-CN" altLang="en-US"/>
          </a:p>
        </p:txBody>
      </p:sp>
      <p:sp>
        <p:nvSpPr>
          <p:cNvPr id="12" name="图片占位符 11"/>
          <p:cNvSpPr>
            <a:spLocks noGrp="1"/>
          </p:cNvSpPr>
          <p:nvPr>
            <p:ph type="pic" sz="quarter" idx="13"/>
          </p:nvPr>
        </p:nvSpPr>
        <p:spPr>
          <a:xfrm>
            <a:off x="4933633" y="1237458"/>
            <a:ext cx="811077" cy="811077"/>
          </a:xfrm>
          <a:custGeom>
            <a:avLst/>
            <a:gdLst>
              <a:gd name="connsiteX0" fmla="*/ 540718 w 1081436"/>
              <a:gd name="connsiteY0" fmla="*/ 0 h 1081436"/>
              <a:gd name="connsiteX1" fmla="*/ 1081436 w 1081436"/>
              <a:gd name="connsiteY1" fmla="*/ 540718 h 1081436"/>
              <a:gd name="connsiteX2" fmla="*/ 540718 w 1081436"/>
              <a:gd name="connsiteY2" fmla="*/ 1081436 h 1081436"/>
              <a:gd name="connsiteX3" fmla="*/ 0 w 1081436"/>
              <a:gd name="connsiteY3" fmla="*/ 540718 h 1081436"/>
              <a:gd name="connsiteX4" fmla="*/ 540718 w 1081436"/>
              <a:gd name="connsiteY4" fmla="*/ 0 h 1081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1436" h="1081436">
                <a:moveTo>
                  <a:pt x="540718" y="0"/>
                </a:moveTo>
                <a:cubicBezTo>
                  <a:pt x="839348" y="0"/>
                  <a:pt x="1081436" y="242088"/>
                  <a:pt x="1081436" y="540718"/>
                </a:cubicBezTo>
                <a:cubicBezTo>
                  <a:pt x="1081436" y="839348"/>
                  <a:pt x="839348" y="1081436"/>
                  <a:pt x="540718" y="1081436"/>
                </a:cubicBezTo>
                <a:cubicBezTo>
                  <a:pt x="242088" y="1081436"/>
                  <a:pt x="0" y="839348"/>
                  <a:pt x="0" y="540718"/>
                </a:cubicBezTo>
                <a:cubicBezTo>
                  <a:pt x="0" y="242088"/>
                  <a:pt x="242088" y="0"/>
                  <a:pt x="540718" y="0"/>
                </a:cubicBezTo>
                <a:close/>
              </a:path>
            </a:pathLst>
          </a:custGeom>
        </p:spPr>
        <p:txBody>
          <a:bodyPr wrap="square">
            <a:noAutofit/>
          </a:bodyPr>
          <a:lstStyle/>
          <a:p>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11" name="图片占位符 10"/>
          <p:cNvSpPr>
            <a:spLocks noGrp="1"/>
          </p:cNvSpPr>
          <p:nvPr>
            <p:ph type="pic" sz="quarter" idx="11"/>
          </p:nvPr>
        </p:nvSpPr>
        <p:spPr>
          <a:xfrm>
            <a:off x="2844543" y="1107831"/>
            <a:ext cx="2766910" cy="1726478"/>
          </a:xfrm>
          <a:custGeom>
            <a:avLst/>
            <a:gdLst>
              <a:gd name="connsiteX0" fmla="*/ 0 w 3689213"/>
              <a:gd name="connsiteY0" fmla="*/ 0 h 2301970"/>
              <a:gd name="connsiteX1" fmla="*/ 3689213 w 3689213"/>
              <a:gd name="connsiteY1" fmla="*/ 0 h 2301970"/>
              <a:gd name="connsiteX2" fmla="*/ 3689213 w 3689213"/>
              <a:gd name="connsiteY2" fmla="*/ 2301970 h 2301970"/>
              <a:gd name="connsiteX3" fmla="*/ 0 w 3689213"/>
              <a:gd name="connsiteY3" fmla="*/ 2301970 h 2301970"/>
            </a:gdLst>
            <a:ahLst/>
            <a:cxnLst>
              <a:cxn ang="0">
                <a:pos x="connsiteX0" y="connsiteY0"/>
              </a:cxn>
              <a:cxn ang="0">
                <a:pos x="connsiteX1" y="connsiteY1"/>
              </a:cxn>
              <a:cxn ang="0">
                <a:pos x="connsiteX2" y="connsiteY2"/>
              </a:cxn>
              <a:cxn ang="0">
                <a:pos x="connsiteX3" y="connsiteY3"/>
              </a:cxn>
            </a:cxnLst>
            <a:rect l="l" t="t" r="r" b="b"/>
            <a:pathLst>
              <a:path w="3689213" h="2301970">
                <a:moveTo>
                  <a:pt x="0" y="0"/>
                </a:moveTo>
                <a:lnTo>
                  <a:pt x="3689213" y="0"/>
                </a:lnTo>
                <a:lnTo>
                  <a:pt x="3689213" y="2301970"/>
                </a:lnTo>
                <a:lnTo>
                  <a:pt x="0" y="2301970"/>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5611453" y="1107832"/>
            <a:ext cx="2740783" cy="1726478"/>
          </a:xfrm>
          <a:custGeom>
            <a:avLst/>
            <a:gdLst>
              <a:gd name="connsiteX0" fmla="*/ 0 w 3654377"/>
              <a:gd name="connsiteY0" fmla="*/ 0 h 2301971"/>
              <a:gd name="connsiteX1" fmla="*/ 3654377 w 3654377"/>
              <a:gd name="connsiteY1" fmla="*/ 0 h 2301971"/>
              <a:gd name="connsiteX2" fmla="*/ 3654377 w 3654377"/>
              <a:gd name="connsiteY2" fmla="*/ 2301971 h 2301971"/>
              <a:gd name="connsiteX3" fmla="*/ 0 w 3654377"/>
              <a:gd name="connsiteY3" fmla="*/ 2301971 h 2301971"/>
            </a:gdLst>
            <a:ahLst/>
            <a:cxnLst>
              <a:cxn ang="0">
                <a:pos x="connsiteX0" y="connsiteY0"/>
              </a:cxn>
              <a:cxn ang="0">
                <a:pos x="connsiteX1" y="connsiteY1"/>
              </a:cxn>
              <a:cxn ang="0">
                <a:pos x="connsiteX2" y="connsiteY2"/>
              </a:cxn>
              <a:cxn ang="0">
                <a:pos x="connsiteX3" y="connsiteY3"/>
              </a:cxn>
            </a:cxnLst>
            <a:rect l="l" t="t" r="r" b="b"/>
            <a:pathLst>
              <a:path w="3654377" h="2301971">
                <a:moveTo>
                  <a:pt x="0" y="0"/>
                </a:moveTo>
                <a:lnTo>
                  <a:pt x="3654377" y="0"/>
                </a:lnTo>
                <a:lnTo>
                  <a:pt x="3654377" y="2301971"/>
                </a:lnTo>
                <a:lnTo>
                  <a:pt x="0" y="2301971"/>
                </a:lnTo>
                <a:close/>
              </a:path>
            </a:pathLst>
          </a:custGeom>
        </p:spPr>
        <p:txBody>
          <a:bodyPr wrap="square">
            <a:noAutofit/>
          </a:bodyPr>
          <a:lstStyle/>
          <a:p>
            <a:endParaRPr lang="zh-CN" altLang="en-US" dirty="0"/>
          </a:p>
        </p:txBody>
      </p:sp>
      <p:sp>
        <p:nvSpPr>
          <p:cNvPr id="13" name="图片占位符 12"/>
          <p:cNvSpPr>
            <a:spLocks noGrp="1"/>
          </p:cNvSpPr>
          <p:nvPr>
            <p:ph type="pic" sz="quarter" idx="13"/>
          </p:nvPr>
        </p:nvSpPr>
        <p:spPr>
          <a:xfrm>
            <a:off x="2844543" y="2834308"/>
            <a:ext cx="2766910" cy="1726478"/>
          </a:xfrm>
          <a:custGeom>
            <a:avLst/>
            <a:gdLst>
              <a:gd name="connsiteX0" fmla="*/ 0 w 3689213"/>
              <a:gd name="connsiteY0" fmla="*/ 0 h 2301970"/>
              <a:gd name="connsiteX1" fmla="*/ 3689213 w 3689213"/>
              <a:gd name="connsiteY1" fmla="*/ 0 h 2301970"/>
              <a:gd name="connsiteX2" fmla="*/ 3689213 w 3689213"/>
              <a:gd name="connsiteY2" fmla="*/ 2301970 h 2301970"/>
              <a:gd name="connsiteX3" fmla="*/ 0 w 3689213"/>
              <a:gd name="connsiteY3" fmla="*/ 2301970 h 2301970"/>
            </a:gdLst>
            <a:ahLst/>
            <a:cxnLst>
              <a:cxn ang="0">
                <a:pos x="connsiteX0" y="connsiteY0"/>
              </a:cxn>
              <a:cxn ang="0">
                <a:pos x="connsiteX1" y="connsiteY1"/>
              </a:cxn>
              <a:cxn ang="0">
                <a:pos x="connsiteX2" y="connsiteY2"/>
              </a:cxn>
              <a:cxn ang="0">
                <a:pos x="connsiteX3" y="connsiteY3"/>
              </a:cxn>
            </a:cxnLst>
            <a:rect l="l" t="t" r="r" b="b"/>
            <a:pathLst>
              <a:path w="3689213" h="2301970">
                <a:moveTo>
                  <a:pt x="0" y="0"/>
                </a:moveTo>
                <a:lnTo>
                  <a:pt x="3689213" y="0"/>
                </a:lnTo>
                <a:lnTo>
                  <a:pt x="3689213" y="2301970"/>
                </a:lnTo>
                <a:lnTo>
                  <a:pt x="0" y="2301970"/>
                </a:lnTo>
                <a:close/>
              </a:path>
            </a:pathLst>
          </a:custGeom>
        </p:spPr>
        <p:txBody>
          <a:bodyPr wrap="square">
            <a:noAutofit/>
          </a:bodyPr>
          <a:lstStyle/>
          <a:p>
            <a:endParaRPr lang="zh-CN" altLang="en-US" dirty="0"/>
          </a:p>
        </p:txBody>
      </p:sp>
      <p:sp>
        <p:nvSpPr>
          <p:cNvPr id="14" name="图片占位符 13"/>
          <p:cNvSpPr>
            <a:spLocks noGrp="1"/>
          </p:cNvSpPr>
          <p:nvPr>
            <p:ph type="pic" sz="quarter" idx="14"/>
          </p:nvPr>
        </p:nvSpPr>
        <p:spPr>
          <a:xfrm>
            <a:off x="5611453" y="2834310"/>
            <a:ext cx="2740783" cy="1726478"/>
          </a:xfrm>
          <a:custGeom>
            <a:avLst/>
            <a:gdLst>
              <a:gd name="connsiteX0" fmla="*/ 0 w 3654377"/>
              <a:gd name="connsiteY0" fmla="*/ 0 h 2301971"/>
              <a:gd name="connsiteX1" fmla="*/ 3654377 w 3654377"/>
              <a:gd name="connsiteY1" fmla="*/ 0 h 2301971"/>
              <a:gd name="connsiteX2" fmla="*/ 3654377 w 3654377"/>
              <a:gd name="connsiteY2" fmla="*/ 2301971 h 2301971"/>
              <a:gd name="connsiteX3" fmla="*/ 0 w 3654377"/>
              <a:gd name="connsiteY3" fmla="*/ 2301971 h 2301971"/>
            </a:gdLst>
            <a:ahLst/>
            <a:cxnLst>
              <a:cxn ang="0">
                <a:pos x="connsiteX0" y="connsiteY0"/>
              </a:cxn>
              <a:cxn ang="0">
                <a:pos x="connsiteX1" y="connsiteY1"/>
              </a:cxn>
              <a:cxn ang="0">
                <a:pos x="connsiteX2" y="connsiteY2"/>
              </a:cxn>
              <a:cxn ang="0">
                <a:pos x="connsiteX3" y="connsiteY3"/>
              </a:cxn>
            </a:cxnLst>
            <a:rect l="l" t="t" r="r" b="b"/>
            <a:pathLst>
              <a:path w="3654377" h="2301971">
                <a:moveTo>
                  <a:pt x="0" y="0"/>
                </a:moveTo>
                <a:lnTo>
                  <a:pt x="3654377" y="0"/>
                </a:lnTo>
                <a:lnTo>
                  <a:pt x="3654377" y="2301971"/>
                </a:lnTo>
                <a:lnTo>
                  <a:pt x="0" y="2301971"/>
                </a:lnTo>
                <a:close/>
              </a:path>
            </a:pathLst>
          </a:custGeom>
        </p:spPr>
        <p:txBody>
          <a:bodyPr wrap="square">
            <a:noAutofit/>
          </a:bodyPr>
          <a:lstStyle/>
          <a:p>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18" name="图片占位符 17"/>
          <p:cNvSpPr>
            <a:spLocks noGrp="1"/>
          </p:cNvSpPr>
          <p:nvPr>
            <p:ph type="pic" sz="quarter" idx="13"/>
          </p:nvPr>
        </p:nvSpPr>
        <p:spPr>
          <a:xfrm>
            <a:off x="5112438" y="1928851"/>
            <a:ext cx="1030737" cy="1844518"/>
          </a:xfrm>
          <a:custGeom>
            <a:avLst/>
            <a:gdLst>
              <a:gd name="connsiteX0" fmla="*/ 0 w 1374316"/>
              <a:gd name="connsiteY0" fmla="*/ 0 h 2459357"/>
              <a:gd name="connsiteX1" fmla="*/ 1374316 w 1374316"/>
              <a:gd name="connsiteY1" fmla="*/ 0 h 2459357"/>
              <a:gd name="connsiteX2" fmla="*/ 1374316 w 1374316"/>
              <a:gd name="connsiteY2" fmla="*/ 2459357 h 2459357"/>
              <a:gd name="connsiteX3" fmla="*/ 0 w 1374316"/>
              <a:gd name="connsiteY3" fmla="*/ 2459357 h 2459357"/>
            </a:gdLst>
            <a:ahLst/>
            <a:cxnLst>
              <a:cxn ang="0">
                <a:pos x="connsiteX0" y="connsiteY0"/>
              </a:cxn>
              <a:cxn ang="0">
                <a:pos x="connsiteX1" y="connsiteY1"/>
              </a:cxn>
              <a:cxn ang="0">
                <a:pos x="connsiteX2" y="connsiteY2"/>
              </a:cxn>
              <a:cxn ang="0">
                <a:pos x="connsiteX3" y="connsiteY3"/>
              </a:cxn>
            </a:cxnLst>
            <a:rect l="l" t="t" r="r" b="b"/>
            <a:pathLst>
              <a:path w="1374316" h="2459357">
                <a:moveTo>
                  <a:pt x="0" y="0"/>
                </a:moveTo>
                <a:lnTo>
                  <a:pt x="1374316" y="0"/>
                </a:lnTo>
                <a:lnTo>
                  <a:pt x="1374316" y="2459357"/>
                </a:lnTo>
                <a:lnTo>
                  <a:pt x="0" y="2459357"/>
                </a:lnTo>
                <a:close/>
              </a:path>
            </a:pathLst>
          </a:custGeom>
        </p:spPr>
        <p:txBody>
          <a:bodyPr wrap="square">
            <a:noAutofit/>
          </a:bodyPr>
          <a:lstStyle/>
          <a:p>
            <a:endParaRPr lang="zh-CN" altLang="en-US"/>
          </a:p>
        </p:txBody>
      </p:sp>
      <p:sp>
        <p:nvSpPr>
          <p:cNvPr id="15" name="图片占位符 14"/>
          <p:cNvSpPr>
            <a:spLocks noGrp="1"/>
          </p:cNvSpPr>
          <p:nvPr>
            <p:ph type="pic" sz="quarter" idx="11"/>
          </p:nvPr>
        </p:nvSpPr>
        <p:spPr>
          <a:xfrm>
            <a:off x="2030042" y="1085850"/>
            <a:ext cx="1077825" cy="1844518"/>
          </a:xfrm>
          <a:custGeom>
            <a:avLst/>
            <a:gdLst>
              <a:gd name="connsiteX0" fmla="*/ 0 w 1437100"/>
              <a:gd name="connsiteY0" fmla="*/ 0 h 2459357"/>
              <a:gd name="connsiteX1" fmla="*/ 1437100 w 1437100"/>
              <a:gd name="connsiteY1" fmla="*/ 0 h 2459357"/>
              <a:gd name="connsiteX2" fmla="*/ 1437100 w 1437100"/>
              <a:gd name="connsiteY2" fmla="*/ 2459357 h 2459357"/>
              <a:gd name="connsiteX3" fmla="*/ 0 w 1437100"/>
              <a:gd name="connsiteY3" fmla="*/ 2459357 h 2459357"/>
            </a:gdLst>
            <a:ahLst/>
            <a:cxnLst>
              <a:cxn ang="0">
                <a:pos x="connsiteX0" y="connsiteY0"/>
              </a:cxn>
              <a:cxn ang="0">
                <a:pos x="connsiteX1" y="connsiteY1"/>
              </a:cxn>
              <a:cxn ang="0">
                <a:pos x="connsiteX2" y="connsiteY2"/>
              </a:cxn>
              <a:cxn ang="0">
                <a:pos x="connsiteX3" y="connsiteY3"/>
              </a:cxn>
            </a:cxnLst>
            <a:rect l="l" t="t" r="r" b="b"/>
            <a:pathLst>
              <a:path w="1437100" h="2459357">
                <a:moveTo>
                  <a:pt x="0" y="0"/>
                </a:moveTo>
                <a:lnTo>
                  <a:pt x="1437100" y="0"/>
                </a:lnTo>
                <a:lnTo>
                  <a:pt x="1437100" y="2459357"/>
                </a:lnTo>
                <a:lnTo>
                  <a:pt x="0" y="2459357"/>
                </a:lnTo>
                <a:close/>
              </a:path>
            </a:pathLst>
          </a:custGeom>
        </p:spPr>
        <p:txBody>
          <a:bodyPr wrap="square">
            <a:noAutofit/>
          </a:bodyPr>
          <a:lstStyle/>
          <a:p>
            <a:endParaRPr lang="zh-CN" altLang="en-US"/>
          </a:p>
        </p:txBody>
      </p:sp>
      <p:sp>
        <p:nvSpPr>
          <p:cNvPr id="20" name="图片占位符 19"/>
          <p:cNvSpPr>
            <a:spLocks noGrp="1"/>
          </p:cNvSpPr>
          <p:nvPr>
            <p:ph type="pic" sz="quarter" idx="12"/>
          </p:nvPr>
        </p:nvSpPr>
        <p:spPr>
          <a:xfrm>
            <a:off x="3107431" y="2930368"/>
            <a:ext cx="2009150" cy="843001"/>
          </a:xfrm>
          <a:custGeom>
            <a:avLst/>
            <a:gdLst>
              <a:gd name="connsiteX0" fmla="*/ 0 w 2678866"/>
              <a:gd name="connsiteY0" fmla="*/ 0 h 1124001"/>
              <a:gd name="connsiteX1" fmla="*/ 2678866 w 2678866"/>
              <a:gd name="connsiteY1" fmla="*/ 0 h 1124001"/>
              <a:gd name="connsiteX2" fmla="*/ 2678866 w 2678866"/>
              <a:gd name="connsiteY2" fmla="*/ 1124001 h 1124001"/>
              <a:gd name="connsiteX3" fmla="*/ 0 w 2678866"/>
              <a:gd name="connsiteY3" fmla="*/ 1124001 h 1124001"/>
            </a:gdLst>
            <a:ahLst/>
            <a:cxnLst>
              <a:cxn ang="0">
                <a:pos x="connsiteX0" y="connsiteY0"/>
              </a:cxn>
              <a:cxn ang="0">
                <a:pos x="connsiteX1" y="connsiteY1"/>
              </a:cxn>
              <a:cxn ang="0">
                <a:pos x="connsiteX2" y="connsiteY2"/>
              </a:cxn>
              <a:cxn ang="0">
                <a:pos x="connsiteX3" y="connsiteY3"/>
              </a:cxn>
            </a:cxnLst>
            <a:rect l="l" t="t" r="r" b="b"/>
            <a:pathLst>
              <a:path w="2678866" h="1124001">
                <a:moveTo>
                  <a:pt x="0" y="0"/>
                </a:moveTo>
                <a:lnTo>
                  <a:pt x="2678866" y="0"/>
                </a:lnTo>
                <a:lnTo>
                  <a:pt x="2678866" y="1124001"/>
                </a:lnTo>
                <a:lnTo>
                  <a:pt x="0" y="1124001"/>
                </a:lnTo>
                <a:close/>
              </a:path>
            </a:pathLst>
          </a:custGeom>
        </p:spPr>
        <p:txBody>
          <a:bodyPr wrap="square">
            <a:noAutofit/>
          </a:bodyPr>
          <a:lstStyle/>
          <a:p>
            <a:endParaRPr lang="zh-CN" altLang="en-US"/>
          </a:p>
        </p:txBody>
      </p:sp>
      <p:sp>
        <p:nvSpPr>
          <p:cNvPr id="19" name="图片占位符 18"/>
          <p:cNvSpPr>
            <a:spLocks noGrp="1"/>
          </p:cNvSpPr>
          <p:nvPr>
            <p:ph type="pic" sz="quarter" idx="14"/>
          </p:nvPr>
        </p:nvSpPr>
        <p:spPr>
          <a:xfrm>
            <a:off x="5107206" y="3773368"/>
            <a:ext cx="1035969" cy="843001"/>
          </a:xfrm>
          <a:custGeom>
            <a:avLst/>
            <a:gdLst>
              <a:gd name="connsiteX0" fmla="*/ 0 w 1381292"/>
              <a:gd name="connsiteY0" fmla="*/ 0 h 1124001"/>
              <a:gd name="connsiteX1" fmla="*/ 1381292 w 1381292"/>
              <a:gd name="connsiteY1" fmla="*/ 0 h 1124001"/>
              <a:gd name="connsiteX2" fmla="*/ 1381292 w 1381292"/>
              <a:gd name="connsiteY2" fmla="*/ 1124001 h 1124001"/>
              <a:gd name="connsiteX3" fmla="*/ 0 w 1381292"/>
              <a:gd name="connsiteY3" fmla="*/ 1124001 h 1124001"/>
            </a:gdLst>
            <a:ahLst/>
            <a:cxnLst>
              <a:cxn ang="0">
                <a:pos x="connsiteX0" y="connsiteY0"/>
              </a:cxn>
              <a:cxn ang="0">
                <a:pos x="connsiteX1" y="connsiteY1"/>
              </a:cxn>
              <a:cxn ang="0">
                <a:pos x="connsiteX2" y="connsiteY2"/>
              </a:cxn>
              <a:cxn ang="0">
                <a:pos x="connsiteX3" y="connsiteY3"/>
              </a:cxn>
            </a:cxnLst>
            <a:rect l="l" t="t" r="r" b="b"/>
            <a:pathLst>
              <a:path w="1381292" h="1124001">
                <a:moveTo>
                  <a:pt x="0" y="0"/>
                </a:moveTo>
                <a:lnTo>
                  <a:pt x="1381292" y="0"/>
                </a:lnTo>
                <a:lnTo>
                  <a:pt x="1381292" y="1124001"/>
                </a:lnTo>
                <a:lnTo>
                  <a:pt x="0" y="1124001"/>
                </a:lnTo>
                <a:close/>
              </a:path>
            </a:pathLst>
          </a:custGeom>
        </p:spPr>
        <p:txBody>
          <a:bodyPr wrap="square">
            <a:noAutofit/>
          </a:bodyPr>
          <a:lstStyle/>
          <a:p>
            <a:endParaRPr lang="zh-CN" altLang="en-US"/>
          </a:p>
        </p:txBody>
      </p:sp>
      <p:sp>
        <p:nvSpPr>
          <p:cNvPr id="16" name="图片占位符 15"/>
          <p:cNvSpPr>
            <a:spLocks noGrp="1"/>
          </p:cNvSpPr>
          <p:nvPr>
            <p:ph type="pic" sz="quarter" idx="15"/>
          </p:nvPr>
        </p:nvSpPr>
        <p:spPr>
          <a:xfrm>
            <a:off x="4043116" y="1085851"/>
            <a:ext cx="1073465" cy="843001"/>
          </a:xfrm>
          <a:custGeom>
            <a:avLst/>
            <a:gdLst>
              <a:gd name="connsiteX0" fmla="*/ 0 w 1431286"/>
              <a:gd name="connsiteY0" fmla="*/ 0 h 1124001"/>
              <a:gd name="connsiteX1" fmla="*/ 1431286 w 1431286"/>
              <a:gd name="connsiteY1" fmla="*/ 0 h 1124001"/>
              <a:gd name="connsiteX2" fmla="*/ 1431286 w 1431286"/>
              <a:gd name="connsiteY2" fmla="*/ 1124001 h 1124001"/>
              <a:gd name="connsiteX3" fmla="*/ 0 w 1431286"/>
              <a:gd name="connsiteY3" fmla="*/ 1124001 h 1124001"/>
            </a:gdLst>
            <a:ahLst/>
            <a:cxnLst>
              <a:cxn ang="0">
                <a:pos x="connsiteX0" y="connsiteY0"/>
              </a:cxn>
              <a:cxn ang="0">
                <a:pos x="connsiteX1" y="connsiteY1"/>
              </a:cxn>
              <a:cxn ang="0">
                <a:pos x="connsiteX2" y="connsiteY2"/>
              </a:cxn>
              <a:cxn ang="0">
                <a:pos x="connsiteX3" y="connsiteY3"/>
              </a:cxn>
            </a:cxnLst>
            <a:rect l="l" t="t" r="r" b="b"/>
            <a:pathLst>
              <a:path w="1431286" h="1124001">
                <a:moveTo>
                  <a:pt x="0" y="0"/>
                </a:moveTo>
                <a:lnTo>
                  <a:pt x="1431286" y="0"/>
                </a:lnTo>
                <a:lnTo>
                  <a:pt x="1431286" y="1124001"/>
                </a:lnTo>
                <a:lnTo>
                  <a:pt x="0" y="1124001"/>
                </a:lnTo>
                <a:close/>
              </a:path>
            </a:pathLst>
          </a:custGeom>
        </p:spPr>
        <p:txBody>
          <a:bodyPr wrap="square">
            <a:noAutofit/>
          </a:bodyPr>
          <a:lstStyle/>
          <a:p>
            <a:endParaRPr lang="zh-CN" altLang="en-US" dirty="0"/>
          </a:p>
        </p:txBody>
      </p:sp>
      <p:sp>
        <p:nvSpPr>
          <p:cNvPr id="17" name="图片占位符 16"/>
          <p:cNvSpPr>
            <a:spLocks noGrp="1"/>
          </p:cNvSpPr>
          <p:nvPr>
            <p:ph type="pic" sz="quarter" idx="16"/>
          </p:nvPr>
        </p:nvSpPr>
        <p:spPr>
          <a:xfrm>
            <a:off x="6133801" y="1085850"/>
            <a:ext cx="976670" cy="843001"/>
          </a:xfrm>
          <a:custGeom>
            <a:avLst/>
            <a:gdLst>
              <a:gd name="connsiteX0" fmla="*/ 0 w 1302227"/>
              <a:gd name="connsiteY0" fmla="*/ 0 h 1124001"/>
              <a:gd name="connsiteX1" fmla="*/ 1302227 w 1302227"/>
              <a:gd name="connsiteY1" fmla="*/ 0 h 1124001"/>
              <a:gd name="connsiteX2" fmla="*/ 1302227 w 1302227"/>
              <a:gd name="connsiteY2" fmla="*/ 1124001 h 1124001"/>
              <a:gd name="connsiteX3" fmla="*/ 0 w 1302227"/>
              <a:gd name="connsiteY3" fmla="*/ 1124001 h 1124001"/>
            </a:gdLst>
            <a:ahLst/>
            <a:cxnLst>
              <a:cxn ang="0">
                <a:pos x="connsiteX0" y="connsiteY0"/>
              </a:cxn>
              <a:cxn ang="0">
                <a:pos x="connsiteX1" y="connsiteY1"/>
              </a:cxn>
              <a:cxn ang="0">
                <a:pos x="connsiteX2" y="connsiteY2"/>
              </a:cxn>
              <a:cxn ang="0">
                <a:pos x="connsiteX3" y="connsiteY3"/>
              </a:cxn>
            </a:cxnLst>
            <a:rect l="l" t="t" r="r" b="b"/>
            <a:pathLst>
              <a:path w="1302227" h="1124001">
                <a:moveTo>
                  <a:pt x="0" y="0"/>
                </a:moveTo>
                <a:lnTo>
                  <a:pt x="1302227" y="0"/>
                </a:lnTo>
                <a:lnTo>
                  <a:pt x="1302227" y="1124001"/>
                </a:lnTo>
                <a:lnTo>
                  <a:pt x="0" y="1124001"/>
                </a:lnTo>
                <a:close/>
              </a:path>
            </a:pathLst>
          </a:custGeom>
        </p:spPr>
        <p:txBody>
          <a:bodyPr wrap="square">
            <a:noAutofit/>
          </a:bodyPr>
          <a:lstStyle/>
          <a:p>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7" name="图片占位符 6"/>
          <p:cNvSpPr>
            <a:spLocks noGrp="1"/>
          </p:cNvSpPr>
          <p:nvPr>
            <p:ph type="pic" sz="quarter" idx="11"/>
          </p:nvPr>
        </p:nvSpPr>
        <p:spPr>
          <a:xfrm>
            <a:off x="791767" y="2526168"/>
            <a:ext cx="3682262" cy="1872341"/>
          </a:xfrm>
          <a:custGeom>
            <a:avLst/>
            <a:gdLst>
              <a:gd name="connsiteX0" fmla="*/ 0 w 4909682"/>
              <a:gd name="connsiteY0" fmla="*/ 0 h 2496455"/>
              <a:gd name="connsiteX1" fmla="*/ 4909682 w 4909682"/>
              <a:gd name="connsiteY1" fmla="*/ 0 h 2496455"/>
              <a:gd name="connsiteX2" fmla="*/ 4909682 w 4909682"/>
              <a:gd name="connsiteY2" fmla="*/ 2496455 h 2496455"/>
              <a:gd name="connsiteX3" fmla="*/ 0 w 4909682"/>
              <a:gd name="connsiteY3" fmla="*/ 2496455 h 2496455"/>
            </a:gdLst>
            <a:ahLst/>
            <a:cxnLst>
              <a:cxn ang="0">
                <a:pos x="connsiteX0" y="connsiteY0"/>
              </a:cxn>
              <a:cxn ang="0">
                <a:pos x="connsiteX1" y="connsiteY1"/>
              </a:cxn>
              <a:cxn ang="0">
                <a:pos x="connsiteX2" y="connsiteY2"/>
              </a:cxn>
              <a:cxn ang="0">
                <a:pos x="connsiteX3" y="connsiteY3"/>
              </a:cxn>
            </a:cxnLst>
            <a:rect l="l" t="t" r="r" b="b"/>
            <a:pathLst>
              <a:path w="4909682" h="2496455">
                <a:moveTo>
                  <a:pt x="0" y="0"/>
                </a:moveTo>
                <a:lnTo>
                  <a:pt x="4909682" y="0"/>
                </a:lnTo>
                <a:lnTo>
                  <a:pt x="4909682" y="2496455"/>
                </a:lnTo>
                <a:lnTo>
                  <a:pt x="0" y="2496455"/>
                </a:lnTo>
                <a:close/>
              </a:path>
            </a:pathLst>
          </a:custGeom>
        </p:spPr>
        <p:txBody>
          <a:bodyPr wrap="square">
            <a:noAutofit/>
          </a:bodyPr>
          <a:lstStyle/>
          <a:p>
            <a:endParaRPr lang="zh-CN" altLang="en-US"/>
          </a:p>
        </p:txBody>
      </p:sp>
      <p:sp>
        <p:nvSpPr>
          <p:cNvPr id="8" name="图片占位符 7"/>
          <p:cNvSpPr>
            <a:spLocks noGrp="1"/>
          </p:cNvSpPr>
          <p:nvPr>
            <p:ph type="pic" sz="quarter" idx="12"/>
          </p:nvPr>
        </p:nvSpPr>
        <p:spPr>
          <a:xfrm>
            <a:off x="4669972" y="2526168"/>
            <a:ext cx="3682262" cy="1872341"/>
          </a:xfrm>
          <a:custGeom>
            <a:avLst/>
            <a:gdLst>
              <a:gd name="connsiteX0" fmla="*/ 0 w 4909682"/>
              <a:gd name="connsiteY0" fmla="*/ 0 h 2496455"/>
              <a:gd name="connsiteX1" fmla="*/ 4909682 w 4909682"/>
              <a:gd name="connsiteY1" fmla="*/ 0 h 2496455"/>
              <a:gd name="connsiteX2" fmla="*/ 4909682 w 4909682"/>
              <a:gd name="connsiteY2" fmla="*/ 2496455 h 2496455"/>
              <a:gd name="connsiteX3" fmla="*/ 0 w 4909682"/>
              <a:gd name="connsiteY3" fmla="*/ 2496455 h 2496455"/>
            </a:gdLst>
            <a:ahLst/>
            <a:cxnLst>
              <a:cxn ang="0">
                <a:pos x="connsiteX0" y="connsiteY0"/>
              </a:cxn>
              <a:cxn ang="0">
                <a:pos x="connsiteX1" y="connsiteY1"/>
              </a:cxn>
              <a:cxn ang="0">
                <a:pos x="connsiteX2" y="connsiteY2"/>
              </a:cxn>
              <a:cxn ang="0">
                <a:pos x="connsiteX3" y="connsiteY3"/>
              </a:cxn>
            </a:cxnLst>
            <a:rect l="l" t="t" r="r" b="b"/>
            <a:pathLst>
              <a:path w="4909682" h="2496455">
                <a:moveTo>
                  <a:pt x="0" y="0"/>
                </a:moveTo>
                <a:lnTo>
                  <a:pt x="4909682" y="0"/>
                </a:lnTo>
                <a:lnTo>
                  <a:pt x="4909682" y="2496455"/>
                </a:lnTo>
                <a:lnTo>
                  <a:pt x="0" y="2496455"/>
                </a:lnTo>
                <a:close/>
              </a:path>
            </a:pathLst>
          </a:custGeom>
        </p:spPr>
        <p:txBody>
          <a:bodyPr wrap="square">
            <a:noAutofit/>
          </a:bodyPr>
          <a:lstStyle/>
          <a:p>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9" name="图片占位符 8"/>
          <p:cNvSpPr>
            <a:spLocks noGrp="1"/>
          </p:cNvSpPr>
          <p:nvPr>
            <p:ph type="pic" sz="quarter" idx="11"/>
          </p:nvPr>
        </p:nvSpPr>
        <p:spPr>
          <a:xfrm>
            <a:off x="791767" y="1428409"/>
            <a:ext cx="851807" cy="851807"/>
          </a:xfrm>
          <a:custGeom>
            <a:avLst/>
            <a:gdLst>
              <a:gd name="connsiteX0" fmla="*/ 0 w 1135743"/>
              <a:gd name="connsiteY0" fmla="*/ 0 h 1135743"/>
              <a:gd name="connsiteX1" fmla="*/ 1135743 w 1135743"/>
              <a:gd name="connsiteY1" fmla="*/ 0 h 1135743"/>
              <a:gd name="connsiteX2" fmla="*/ 1135743 w 1135743"/>
              <a:gd name="connsiteY2" fmla="*/ 1135743 h 1135743"/>
              <a:gd name="connsiteX3" fmla="*/ 0 w 1135743"/>
              <a:gd name="connsiteY3" fmla="*/ 1135743 h 1135743"/>
            </a:gdLst>
            <a:ahLst/>
            <a:cxnLst>
              <a:cxn ang="0">
                <a:pos x="connsiteX0" y="connsiteY0"/>
              </a:cxn>
              <a:cxn ang="0">
                <a:pos x="connsiteX1" y="connsiteY1"/>
              </a:cxn>
              <a:cxn ang="0">
                <a:pos x="connsiteX2" y="connsiteY2"/>
              </a:cxn>
              <a:cxn ang="0">
                <a:pos x="connsiteX3" y="connsiteY3"/>
              </a:cxn>
            </a:cxnLst>
            <a:rect l="l" t="t" r="r" b="b"/>
            <a:pathLst>
              <a:path w="1135743" h="1135743">
                <a:moveTo>
                  <a:pt x="0" y="0"/>
                </a:moveTo>
                <a:lnTo>
                  <a:pt x="1135743" y="0"/>
                </a:lnTo>
                <a:lnTo>
                  <a:pt x="1135743" y="1135743"/>
                </a:lnTo>
                <a:lnTo>
                  <a:pt x="0" y="1135743"/>
                </a:lnTo>
                <a:close/>
              </a:path>
            </a:pathLst>
          </a:custGeom>
        </p:spPr>
        <p:txBody>
          <a:bodyPr wrap="square">
            <a:noAutofit/>
          </a:bodyPr>
          <a:lstStyle/>
          <a:p>
            <a:endParaRPr lang="zh-CN" altLang="en-US"/>
          </a:p>
        </p:txBody>
      </p:sp>
      <p:sp>
        <p:nvSpPr>
          <p:cNvPr id="10" name="图片占位符 9"/>
          <p:cNvSpPr>
            <a:spLocks noGrp="1"/>
          </p:cNvSpPr>
          <p:nvPr>
            <p:ph type="pic" sz="quarter" idx="12"/>
          </p:nvPr>
        </p:nvSpPr>
        <p:spPr>
          <a:xfrm>
            <a:off x="3421347" y="1428409"/>
            <a:ext cx="851807" cy="851807"/>
          </a:xfrm>
          <a:custGeom>
            <a:avLst/>
            <a:gdLst>
              <a:gd name="connsiteX0" fmla="*/ 0 w 1135743"/>
              <a:gd name="connsiteY0" fmla="*/ 0 h 1135743"/>
              <a:gd name="connsiteX1" fmla="*/ 1135743 w 1135743"/>
              <a:gd name="connsiteY1" fmla="*/ 0 h 1135743"/>
              <a:gd name="connsiteX2" fmla="*/ 1135743 w 1135743"/>
              <a:gd name="connsiteY2" fmla="*/ 1135743 h 1135743"/>
              <a:gd name="connsiteX3" fmla="*/ 0 w 1135743"/>
              <a:gd name="connsiteY3" fmla="*/ 1135743 h 1135743"/>
            </a:gdLst>
            <a:ahLst/>
            <a:cxnLst>
              <a:cxn ang="0">
                <a:pos x="connsiteX0" y="connsiteY0"/>
              </a:cxn>
              <a:cxn ang="0">
                <a:pos x="connsiteX1" y="connsiteY1"/>
              </a:cxn>
              <a:cxn ang="0">
                <a:pos x="connsiteX2" y="connsiteY2"/>
              </a:cxn>
              <a:cxn ang="0">
                <a:pos x="connsiteX3" y="connsiteY3"/>
              </a:cxn>
            </a:cxnLst>
            <a:rect l="l" t="t" r="r" b="b"/>
            <a:pathLst>
              <a:path w="1135743" h="1135743">
                <a:moveTo>
                  <a:pt x="0" y="0"/>
                </a:moveTo>
                <a:lnTo>
                  <a:pt x="1135743" y="0"/>
                </a:lnTo>
                <a:lnTo>
                  <a:pt x="1135743" y="1135743"/>
                </a:lnTo>
                <a:lnTo>
                  <a:pt x="0" y="1135743"/>
                </a:lnTo>
                <a:close/>
              </a:path>
            </a:pathLst>
          </a:custGeom>
        </p:spPr>
        <p:txBody>
          <a:bodyPr wrap="square">
            <a:noAutofit/>
          </a:bodyPr>
          <a:lstStyle/>
          <a:p>
            <a:endParaRPr lang="zh-CN" altLang="en-US" dirty="0"/>
          </a:p>
        </p:txBody>
      </p:sp>
      <p:sp>
        <p:nvSpPr>
          <p:cNvPr id="11" name="图片占位符 10"/>
          <p:cNvSpPr>
            <a:spLocks noGrp="1"/>
          </p:cNvSpPr>
          <p:nvPr>
            <p:ph type="pic" sz="quarter" idx="13"/>
          </p:nvPr>
        </p:nvSpPr>
        <p:spPr>
          <a:xfrm>
            <a:off x="6050927" y="1428409"/>
            <a:ext cx="851807" cy="851807"/>
          </a:xfrm>
          <a:custGeom>
            <a:avLst/>
            <a:gdLst>
              <a:gd name="connsiteX0" fmla="*/ 0 w 1135743"/>
              <a:gd name="connsiteY0" fmla="*/ 0 h 1135743"/>
              <a:gd name="connsiteX1" fmla="*/ 1135743 w 1135743"/>
              <a:gd name="connsiteY1" fmla="*/ 0 h 1135743"/>
              <a:gd name="connsiteX2" fmla="*/ 1135743 w 1135743"/>
              <a:gd name="connsiteY2" fmla="*/ 1135743 h 1135743"/>
              <a:gd name="connsiteX3" fmla="*/ 0 w 1135743"/>
              <a:gd name="connsiteY3" fmla="*/ 1135743 h 1135743"/>
            </a:gdLst>
            <a:ahLst/>
            <a:cxnLst>
              <a:cxn ang="0">
                <a:pos x="connsiteX0" y="connsiteY0"/>
              </a:cxn>
              <a:cxn ang="0">
                <a:pos x="connsiteX1" y="connsiteY1"/>
              </a:cxn>
              <a:cxn ang="0">
                <a:pos x="connsiteX2" y="connsiteY2"/>
              </a:cxn>
              <a:cxn ang="0">
                <a:pos x="connsiteX3" y="connsiteY3"/>
              </a:cxn>
            </a:cxnLst>
            <a:rect l="l" t="t" r="r" b="b"/>
            <a:pathLst>
              <a:path w="1135743" h="1135743">
                <a:moveTo>
                  <a:pt x="0" y="0"/>
                </a:moveTo>
                <a:lnTo>
                  <a:pt x="1135743" y="0"/>
                </a:lnTo>
                <a:lnTo>
                  <a:pt x="1135743" y="1135743"/>
                </a:lnTo>
                <a:lnTo>
                  <a:pt x="0" y="1135743"/>
                </a:lnTo>
                <a:close/>
              </a:path>
            </a:pathLst>
          </a:custGeom>
        </p:spPr>
        <p:txBody>
          <a:bodyPr wrap="square">
            <a:noAutofit/>
          </a:bodyPr>
          <a:lstStyle/>
          <a:p>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9" name="图片占位符 8"/>
          <p:cNvSpPr>
            <a:spLocks noGrp="1"/>
          </p:cNvSpPr>
          <p:nvPr>
            <p:ph type="pic" sz="quarter" idx="11"/>
          </p:nvPr>
        </p:nvSpPr>
        <p:spPr>
          <a:xfrm>
            <a:off x="1247181" y="1764996"/>
            <a:ext cx="1600199" cy="1590648"/>
          </a:xfrm>
          <a:custGeom>
            <a:avLst/>
            <a:gdLst>
              <a:gd name="connsiteX0" fmla="*/ 1066799 w 2133598"/>
              <a:gd name="connsiteY0" fmla="*/ 0 h 2120864"/>
              <a:gd name="connsiteX1" fmla="*/ 2133598 w 2133598"/>
              <a:gd name="connsiteY1" fmla="*/ 1060432 h 2120864"/>
              <a:gd name="connsiteX2" fmla="*/ 1066799 w 2133598"/>
              <a:gd name="connsiteY2" fmla="*/ 2120864 h 2120864"/>
              <a:gd name="connsiteX3" fmla="*/ 0 w 2133598"/>
              <a:gd name="connsiteY3" fmla="*/ 1060432 h 2120864"/>
              <a:gd name="connsiteX4" fmla="*/ 1066799 w 2133598"/>
              <a:gd name="connsiteY4" fmla="*/ 0 h 2120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598" h="2120864">
                <a:moveTo>
                  <a:pt x="1066799" y="0"/>
                </a:moveTo>
                <a:cubicBezTo>
                  <a:pt x="1655976" y="0"/>
                  <a:pt x="2133598" y="474772"/>
                  <a:pt x="2133598" y="1060432"/>
                </a:cubicBezTo>
                <a:cubicBezTo>
                  <a:pt x="2133598" y="1646092"/>
                  <a:pt x="1655976" y="2120864"/>
                  <a:pt x="1066799" y="2120864"/>
                </a:cubicBezTo>
                <a:cubicBezTo>
                  <a:pt x="477622" y="2120864"/>
                  <a:pt x="0" y="1646092"/>
                  <a:pt x="0" y="1060432"/>
                </a:cubicBezTo>
                <a:cubicBezTo>
                  <a:pt x="0" y="474772"/>
                  <a:pt x="477622" y="0"/>
                  <a:pt x="1066799" y="0"/>
                </a:cubicBezTo>
                <a:close/>
              </a:path>
            </a:pathLst>
          </a:custGeom>
        </p:spPr>
        <p:txBody>
          <a:bodyPr wrap="square">
            <a:noAutofit/>
          </a:bodyPr>
          <a:lstStyle/>
          <a:p>
            <a:endParaRPr lang="zh-CN" altLang="en-US"/>
          </a:p>
        </p:txBody>
      </p:sp>
      <p:sp>
        <p:nvSpPr>
          <p:cNvPr id="10" name="图片占位符 9"/>
          <p:cNvSpPr>
            <a:spLocks noGrp="1"/>
          </p:cNvSpPr>
          <p:nvPr>
            <p:ph type="pic" sz="quarter" idx="12"/>
          </p:nvPr>
        </p:nvSpPr>
        <p:spPr>
          <a:xfrm>
            <a:off x="3771901" y="1764996"/>
            <a:ext cx="1600199" cy="1590648"/>
          </a:xfrm>
          <a:custGeom>
            <a:avLst/>
            <a:gdLst>
              <a:gd name="connsiteX0" fmla="*/ 1066799 w 2133598"/>
              <a:gd name="connsiteY0" fmla="*/ 0 h 2120864"/>
              <a:gd name="connsiteX1" fmla="*/ 2133598 w 2133598"/>
              <a:gd name="connsiteY1" fmla="*/ 1060432 h 2120864"/>
              <a:gd name="connsiteX2" fmla="*/ 1066799 w 2133598"/>
              <a:gd name="connsiteY2" fmla="*/ 2120864 h 2120864"/>
              <a:gd name="connsiteX3" fmla="*/ 0 w 2133598"/>
              <a:gd name="connsiteY3" fmla="*/ 1060432 h 2120864"/>
              <a:gd name="connsiteX4" fmla="*/ 1066799 w 2133598"/>
              <a:gd name="connsiteY4" fmla="*/ 0 h 2120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598" h="2120864">
                <a:moveTo>
                  <a:pt x="1066799" y="0"/>
                </a:moveTo>
                <a:cubicBezTo>
                  <a:pt x="1655976" y="0"/>
                  <a:pt x="2133598" y="474772"/>
                  <a:pt x="2133598" y="1060432"/>
                </a:cubicBezTo>
                <a:cubicBezTo>
                  <a:pt x="2133598" y="1646092"/>
                  <a:pt x="1655976" y="2120864"/>
                  <a:pt x="1066799" y="2120864"/>
                </a:cubicBezTo>
                <a:cubicBezTo>
                  <a:pt x="477622" y="2120864"/>
                  <a:pt x="0" y="1646092"/>
                  <a:pt x="0" y="1060432"/>
                </a:cubicBezTo>
                <a:cubicBezTo>
                  <a:pt x="0" y="474772"/>
                  <a:pt x="477622" y="0"/>
                  <a:pt x="1066799" y="0"/>
                </a:cubicBezTo>
                <a:close/>
              </a:path>
            </a:pathLst>
          </a:custGeom>
        </p:spPr>
        <p:txBody>
          <a:bodyPr wrap="square">
            <a:noAutofit/>
          </a:bodyPr>
          <a:lstStyle/>
          <a:p>
            <a:endParaRPr lang="zh-CN" altLang="en-US" dirty="0"/>
          </a:p>
        </p:txBody>
      </p:sp>
      <p:sp>
        <p:nvSpPr>
          <p:cNvPr id="11" name="图片占位符 10"/>
          <p:cNvSpPr>
            <a:spLocks noGrp="1"/>
          </p:cNvSpPr>
          <p:nvPr>
            <p:ph type="pic" sz="quarter" idx="13"/>
          </p:nvPr>
        </p:nvSpPr>
        <p:spPr>
          <a:xfrm>
            <a:off x="6296622" y="1764996"/>
            <a:ext cx="1600199" cy="1590648"/>
          </a:xfrm>
          <a:custGeom>
            <a:avLst/>
            <a:gdLst>
              <a:gd name="connsiteX0" fmla="*/ 1066799 w 2133598"/>
              <a:gd name="connsiteY0" fmla="*/ 0 h 2120864"/>
              <a:gd name="connsiteX1" fmla="*/ 2133598 w 2133598"/>
              <a:gd name="connsiteY1" fmla="*/ 1060432 h 2120864"/>
              <a:gd name="connsiteX2" fmla="*/ 1066799 w 2133598"/>
              <a:gd name="connsiteY2" fmla="*/ 2120864 h 2120864"/>
              <a:gd name="connsiteX3" fmla="*/ 0 w 2133598"/>
              <a:gd name="connsiteY3" fmla="*/ 1060432 h 2120864"/>
              <a:gd name="connsiteX4" fmla="*/ 1066799 w 2133598"/>
              <a:gd name="connsiteY4" fmla="*/ 0 h 2120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598" h="2120864">
                <a:moveTo>
                  <a:pt x="1066799" y="0"/>
                </a:moveTo>
                <a:cubicBezTo>
                  <a:pt x="1655976" y="0"/>
                  <a:pt x="2133598" y="474772"/>
                  <a:pt x="2133598" y="1060432"/>
                </a:cubicBezTo>
                <a:cubicBezTo>
                  <a:pt x="2133598" y="1646092"/>
                  <a:pt x="1655976" y="2120864"/>
                  <a:pt x="1066799" y="2120864"/>
                </a:cubicBezTo>
                <a:cubicBezTo>
                  <a:pt x="477622" y="2120864"/>
                  <a:pt x="0" y="1646092"/>
                  <a:pt x="0" y="1060432"/>
                </a:cubicBezTo>
                <a:cubicBezTo>
                  <a:pt x="0" y="474772"/>
                  <a:pt x="477622" y="0"/>
                  <a:pt x="1066799" y="0"/>
                </a:cubicBezTo>
                <a:close/>
              </a:path>
            </a:pathLst>
          </a:custGeom>
        </p:spPr>
        <p:txBody>
          <a:bodyPr wrap="square">
            <a:noAutofit/>
          </a:bodyPr>
          <a:lstStyle/>
          <a:p>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7" name="图片占位符 6"/>
          <p:cNvSpPr>
            <a:spLocks noGrp="1"/>
          </p:cNvSpPr>
          <p:nvPr>
            <p:ph type="pic" sz="quarter" idx="11"/>
          </p:nvPr>
        </p:nvSpPr>
        <p:spPr>
          <a:xfrm>
            <a:off x="791767" y="1605510"/>
            <a:ext cx="1903118" cy="2509290"/>
          </a:xfrm>
          <a:custGeom>
            <a:avLst/>
            <a:gdLst>
              <a:gd name="connsiteX0" fmla="*/ 0 w 2537491"/>
              <a:gd name="connsiteY0" fmla="*/ 0 h 3345720"/>
              <a:gd name="connsiteX1" fmla="*/ 2537491 w 2537491"/>
              <a:gd name="connsiteY1" fmla="*/ 0 h 3345720"/>
              <a:gd name="connsiteX2" fmla="*/ 2537491 w 2537491"/>
              <a:gd name="connsiteY2" fmla="*/ 3345720 h 3345720"/>
              <a:gd name="connsiteX3" fmla="*/ 0 w 2537491"/>
              <a:gd name="connsiteY3" fmla="*/ 3345720 h 3345720"/>
            </a:gdLst>
            <a:ahLst/>
            <a:cxnLst>
              <a:cxn ang="0">
                <a:pos x="connsiteX0" y="connsiteY0"/>
              </a:cxn>
              <a:cxn ang="0">
                <a:pos x="connsiteX1" y="connsiteY1"/>
              </a:cxn>
              <a:cxn ang="0">
                <a:pos x="connsiteX2" y="connsiteY2"/>
              </a:cxn>
              <a:cxn ang="0">
                <a:pos x="connsiteX3" y="connsiteY3"/>
              </a:cxn>
            </a:cxnLst>
            <a:rect l="l" t="t" r="r" b="b"/>
            <a:pathLst>
              <a:path w="2537491" h="3345720">
                <a:moveTo>
                  <a:pt x="0" y="0"/>
                </a:moveTo>
                <a:lnTo>
                  <a:pt x="2537491" y="0"/>
                </a:lnTo>
                <a:lnTo>
                  <a:pt x="2537491" y="3345720"/>
                </a:lnTo>
                <a:lnTo>
                  <a:pt x="0" y="3345720"/>
                </a:lnTo>
                <a:close/>
              </a:path>
            </a:pathLst>
          </a:custGeom>
        </p:spPr>
        <p:txBody>
          <a:bodyPr wrap="square">
            <a:noAutofit/>
          </a:bodyPr>
          <a:lstStyle/>
          <a:p>
            <a:endParaRPr lang="zh-CN" altLang="en-US"/>
          </a:p>
        </p:txBody>
      </p:sp>
      <p:sp>
        <p:nvSpPr>
          <p:cNvPr id="8" name="图片占位符 7"/>
          <p:cNvSpPr>
            <a:spLocks noGrp="1"/>
          </p:cNvSpPr>
          <p:nvPr>
            <p:ph type="pic" sz="quarter" idx="12"/>
          </p:nvPr>
        </p:nvSpPr>
        <p:spPr>
          <a:xfrm>
            <a:off x="6449117" y="1605510"/>
            <a:ext cx="1903118" cy="2509290"/>
          </a:xfrm>
          <a:custGeom>
            <a:avLst/>
            <a:gdLst>
              <a:gd name="connsiteX0" fmla="*/ 0 w 2537491"/>
              <a:gd name="connsiteY0" fmla="*/ 0 h 3345720"/>
              <a:gd name="connsiteX1" fmla="*/ 2537491 w 2537491"/>
              <a:gd name="connsiteY1" fmla="*/ 0 h 3345720"/>
              <a:gd name="connsiteX2" fmla="*/ 2537491 w 2537491"/>
              <a:gd name="connsiteY2" fmla="*/ 3345720 h 3345720"/>
              <a:gd name="connsiteX3" fmla="*/ 0 w 2537491"/>
              <a:gd name="connsiteY3" fmla="*/ 3345720 h 3345720"/>
            </a:gdLst>
            <a:ahLst/>
            <a:cxnLst>
              <a:cxn ang="0">
                <a:pos x="connsiteX0" y="connsiteY0"/>
              </a:cxn>
              <a:cxn ang="0">
                <a:pos x="connsiteX1" y="connsiteY1"/>
              </a:cxn>
              <a:cxn ang="0">
                <a:pos x="connsiteX2" y="connsiteY2"/>
              </a:cxn>
              <a:cxn ang="0">
                <a:pos x="connsiteX3" y="connsiteY3"/>
              </a:cxn>
            </a:cxnLst>
            <a:rect l="l" t="t" r="r" b="b"/>
            <a:pathLst>
              <a:path w="2537491" h="3345720">
                <a:moveTo>
                  <a:pt x="0" y="0"/>
                </a:moveTo>
                <a:lnTo>
                  <a:pt x="2537491" y="0"/>
                </a:lnTo>
                <a:lnTo>
                  <a:pt x="2537491" y="3345720"/>
                </a:lnTo>
                <a:lnTo>
                  <a:pt x="0" y="3345720"/>
                </a:lnTo>
                <a:close/>
              </a:path>
            </a:pathLst>
          </a:custGeom>
        </p:spPr>
        <p:txBody>
          <a:bodyPr wrap="square">
            <a:noAutofit/>
          </a:bodyPr>
          <a:lstStyle/>
          <a:p>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9" name="图片占位符 8"/>
          <p:cNvSpPr>
            <a:spLocks noGrp="1"/>
          </p:cNvSpPr>
          <p:nvPr>
            <p:ph type="pic" sz="quarter" idx="11"/>
          </p:nvPr>
        </p:nvSpPr>
        <p:spPr>
          <a:xfrm>
            <a:off x="6269332" y="1348724"/>
            <a:ext cx="1903118" cy="718043"/>
          </a:xfrm>
          <a:custGeom>
            <a:avLst/>
            <a:gdLst>
              <a:gd name="connsiteX0" fmla="*/ 159568 w 2537491"/>
              <a:gd name="connsiteY0" fmla="*/ 0 h 957390"/>
              <a:gd name="connsiteX1" fmla="*/ 2377923 w 2537491"/>
              <a:gd name="connsiteY1" fmla="*/ 0 h 957390"/>
              <a:gd name="connsiteX2" fmla="*/ 2537491 w 2537491"/>
              <a:gd name="connsiteY2" fmla="*/ 159568 h 957390"/>
              <a:gd name="connsiteX3" fmla="*/ 2537491 w 2537491"/>
              <a:gd name="connsiteY3" fmla="*/ 797822 h 957390"/>
              <a:gd name="connsiteX4" fmla="*/ 2377923 w 2537491"/>
              <a:gd name="connsiteY4" fmla="*/ 957390 h 957390"/>
              <a:gd name="connsiteX5" fmla="*/ 159568 w 2537491"/>
              <a:gd name="connsiteY5" fmla="*/ 957390 h 957390"/>
              <a:gd name="connsiteX6" fmla="*/ 0 w 2537491"/>
              <a:gd name="connsiteY6" fmla="*/ 797822 h 957390"/>
              <a:gd name="connsiteX7" fmla="*/ 0 w 2537491"/>
              <a:gd name="connsiteY7" fmla="*/ 159568 h 957390"/>
              <a:gd name="connsiteX8" fmla="*/ 159568 w 2537491"/>
              <a:gd name="connsiteY8" fmla="*/ 0 h 957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37491" h="957390">
                <a:moveTo>
                  <a:pt x="159568" y="0"/>
                </a:moveTo>
                <a:lnTo>
                  <a:pt x="2377923" y="0"/>
                </a:lnTo>
                <a:cubicBezTo>
                  <a:pt x="2466050" y="0"/>
                  <a:pt x="2537491" y="71441"/>
                  <a:pt x="2537491" y="159568"/>
                </a:cubicBezTo>
                <a:lnTo>
                  <a:pt x="2537491" y="797822"/>
                </a:lnTo>
                <a:cubicBezTo>
                  <a:pt x="2537491" y="885949"/>
                  <a:pt x="2466050" y="957390"/>
                  <a:pt x="2377923" y="957390"/>
                </a:cubicBezTo>
                <a:lnTo>
                  <a:pt x="159568" y="957390"/>
                </a:lnTo>
                <a:cubicBezTo>
                  <a:pt x="71441" y="957390"/>
                  <a:pt x="0" y="885949"/>
                  <a:pt x="0" y="797822"/>
                </a:cubicBezTo>
                <a:lnTo>
                  <a:pt x="0" y="159568"/>
                </a:lnTo>
                <a:cubicBezTo>
                  <a:pt x="0" y="71441"/>
                  <a:pt x="71441" y="0"/>
                  <a:pt x="159568" y="0"/>
                </a:cubicBezTo>
                <a:close/>
              </a:path>
            </a:pathLst>
          </a:custGeom>
        </p:spPr>
        <p:txBody>
          <a:bodyPr wrap="square">
            <a:noAutofit/>
          </a:bodyPr>
          <a:lstStyle/>
          <a:p>
            <a:endParaRPr lang="zh-CN" altLang="en-US"/>
          </a:p>
        </p:txBody>
      </p:sp>
      <p:sp>
        <p:nvSpPr>
          <p:cNvPr id="10" name="图片占位符 9"/>
          <p:cNvSpPr>
            <a:spLocks noGrp="1"/>
          </p:cNvSpPr>
          <p:nvPr>
            <p:ph type="pic" sz="quarter" idx="12"/>
          </p:nvPr>
        </p:nvSpPr>
        <p:spPr>
          <a:xfrm>
            <a:off x="6269332" y="2475619"/>
            <a:ext cx="1903118" cy="718043"/>
          </a:xfrm>
          <a:custGeom>
            <a:avLst/>
            <a:gdLst>
              <a:gd name="connsiteX0" fmla="*/ 159568 w 2537491"/>
              <a:gd name="connsiteY0" fmla="*/ 0 h 957390"/>
              <a:gd name="connsiteX1" fmla="*/ 2377923 w 2537491"/>
              <a:gd name="connsiteY1" fmla="*/ 0 h 957390"/>
              <a:gd name="connsiteX2" fmla="*/ 2537491 w 2537491"/>
              <a:gd name="connsiteY2" fmla="*/ 159568 h 957390"/>
              <a:gd name="connsiteX3" fmla="*/ 2537491 w 2537491"/>
              <a:gd name="connsiteY3" fmla="*/ 797822 h 957390"/>
              <a:gd name="connsiteX4" fmla="*/ 2377923 w 2537491"/>
              <a:gd name="connsiteY4" fmla="*/ 957390 h 957390"/>
              <a:gd name="connsiteX5" fmla="*/ 159568 w 2537491"/>
              <a:gd name="connsiteY5" fmla="*/ 957390 h 957390"/>
              <a:gd name="connsiteX6" fmla="*/ 0 w 2537491"/>
              <a:gd name="connsiteY6" fmla="*/ 797822 h 957390"/>
              <a:gd name="connsiteX7" fmla="*/ 0 w 2537491"/>
              <a:gd name="connsiteY7" fmla="*/ 159568 h 957390"/>
              <a:gd name="connsiteX8" fmla="*/ 159568 w 2537491"/>
              <a:gd name="connsiteY8" fmla="*/ 0 h 957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37491" h="957390">
                <a:moveTo>
                  <a:pt x="159568" y="0"/>
                </a:moveTo>
                <a:lnTo>
                  <a:pt x="2377923" y="0"/>
                </a:lnTo>
                <a:cubicBezTo>
                  <a:pt x="2466050" y="0"/>
                  <a:pt x="2537491" y="71441"/>
                  <a:pt x="2537491" y="159568"/>
                </a:cubicBezTo>
                <a:lnTo>
                  <a:pt x="2537491" y="797822"/>
                </a:lnTo>
                <a:cubicBezTo>
                  <a:pt x="2537491" y="885949"/>
                  <a:pt x="2466050" y="957390"/>
                  <a:pt x="2377923" y="957390"/>
                </a:cubicBezTo>
                <a:lnTo>
                  <a:pt x="159568" y="957390"/>
                </a:lnTo>
                <a:cubicBezTo>
                  <a:pt x="71441" y="957390"/>
                  <a:pt x="0" y="885949"/>
                  <a:pt x="0" y="797822"/>
                </a:cubicBezTo>
                <a:lnTo>
                  <a:pt x="0" y="159568"/>
                </a:lnTo>
                <a:cubicBezTo>
                  <a:pt x="0" y="71441"/>
                  <a:pt x="71441" y="0"/>
                  <a:pt x="159568" y="0"/>
                </a:cubicBezTo>
                <a:close/>
              </a:path>
            </a:pathLst>
          </a:custGeom>
        </p:spPr>
        <p:txBody>
          <a:bodyPr wrap="square">
            <a:noAutofit/>
          </a:bodyPr>
          <a:lstStyle/>
          <a:p>
            <a:endParaRPr lang="zh-CN" altLang="en-US"/>
          </a:p>
        </p:txBody>
      </p:sp>
      <p:sp>
        <p:nvSpPr>
          <p:cNvPr id="11" name="图片占位符 10"/>
          <p:cNvSpPr>
            <a:spLocks noGrp="1"/>
          </p:cNvSpPr>
          <p:nvPr>
            <p:ph type="pic" sz="quarter" idx="13"/>
          </p:nvPr>
        </p:nvSpPr>
        <p:spPr>
          <a:xfrm>
            <a:off x="6269332" y="3602514"/>
            <a:ext cx="1903118" cy="718043"/>
          </a:xfrm>
          <a:custGeom>
            <a:avLst/>
            <a:gdLst>
              <a:gd name="connsiteX0" fmla="*/ 159568 w 2537491"/>
              <a:gd name="connsiteY0" fmla="*/ 0 h 957390"/>
              <a:gd name="connsiteX1" fmla="*/ 2377923 w 2537491"/>
              <a:gd name="connsiteY1" fmla="*/ 0 h 957390"/>
              <a:gd name="connsiteX2" fmla="*/ 2537491 w 2537491"/>
              <a:gd name="connsiteY2" fmla="*/ 159568 h 957390"/>
              <a:gd name="connsiteX3" fmla="*/ 2537491 w 2537491"/>
              <a:gd name="connsiteY3" fmla="*/ 797822 h 957390"/>
              <a:gd name="connsiteX4" fmla="*/ 2377923 w 2537491"/>
              <a:gd name="connsiteY4" fmla="*/ 957390 h 957390"/>
              <a:gd name="connsiteX5" fmla="*/ 159568 w 2537491"/>
              <a:gd name="connsiteY5" fmla="*/ 957390 h 957390"/>
              <a:gd name="connsiteX6" fmla="*/ 0 w 2537491"/>
              <a:gd name="connsiteY6" fmla="*/ 797822 h 957390"/>
              <a:gd name="connsiteX7" fmla="*/ 0 w 2537491"/>
              <a:gd name="connsiteY7" fmla="*/ 159568 h 957390"/>
              <a:gd name="connsiteX8" fmla="*/ 159568 w 2537491"/>
              <a:gd name="connsiteY8" fmla="*/ 0 h 957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37491" h="957390">
                <a:moveTo>
                  <a:pt x="159568" y="0"/>
                </a:moveTo>
                <a:lnTo>
                  <a:pt x="2377923" y="0"/>
                </a:lnTo>
                <a:cubicBezTo>
                  <a:pt x="2466050" y="0"/>
                  <a:pt x="2537491" y="71441"/>
                  <a:pt x="2537491" y="159568"/>
                </a:cubicBezTo>
                <a:lnTo>
                  <a:pt x="2537491" y="797822"/>
                </a:lnTo>
                <a:cubicBezTo>
                  <a:pt x="2537491" y="885949"/>
                  <a:pt x="2466050" y="957390"/>
                  <a:pt x="2377923" y="957390"/>
                </a:cubicBezTo>
                <a:lnTo>
                  <a:pt x="159568" y="957390"/>
                </a:lnTo>
                <a:cubicBezTo>
                  <a:pt x="71441" y="957390"/>
                  <a:pt x="0" y="885949"/>
                  <a:pt x="0" y="797822"/>
                </a:cubicBezTo>
                <a:lnTo>
                  <a:pt x="0" y="159568"/>
                </a:lnTo>
                <a:cubicBezTo>
                  <a:pt x="0" y="71441"/>
                  <a:pt x="71441" y="0"/>
                  <a:pt x="159568" y="0"/>
                </a:cubicBezTo>
                <a:close/>
              </a:path>
            </a:pathLst>
          </a:custGeom>
        </p:spPr>
        <p:txBody>
          <a:bodyPr wrap="square">
            <a:noAutofit/>
          </a:bodyPr>
          <a:lstStyle/>
          <a:p>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4" name="图片占位符 13"/>
          <p:cNvSpPr>
            <a:spLocks noGrp="1"/>
          </p:cNvSpPr>
          <p:nvPr>
            <p:ph type="pic" sz="quarter" idx="10"/>
          </p:nvPr>
        </p:nvSpPr>
        <p:spPr>
          <a:xfrm>
            <a:off x="791766" y="1081939"/>
            <a:ext cx="1112700" cy="1112700"/>
          </a:xfrm>
          <a:custGeom>
            <a:avLst/>
            <a:gdLst>
              <a:gd name="connsiteX0" fmla="*/ 0 w 1483600"/>
              <a:gd name="connsiteY0" fmla="*/ 0 h 1483600"/>
              <a:gd name="connsiteX1" fmla="*/ 1483600 w 1483600"/>
              <a:gd name="connsiteY1" fmla="*/ 0 h 1483600"/>
              <a:gd name="connsiteX2" fmla="*/ 1483600 w 1483600"/>
              <a:gd name="connsiteY2" fmla="*/ 1483600 h 1483600"/>
              <a:gd name="connsiteX3" fmla="*/ 0 w 1483600"/>
              <a:gd name="connsiteY3" fmla="*/ 1483600 h 1483600"/>
            </a:gdLst>
            <a:ahLst/>
            <a:cxnLst>
              <a:cxn ang="0">
                <a:pos x="connsiteX0" y="connsiteY0"/>
              </a:cxn>
              <a:cxn ang="0">
                <a:pos x="connsiteX1" y="connsiteY1"/>
              </a:cxn>
              <a:cxn ang="0">
                <a:pos x="connsiteX2" y="connsiteY2"/>
              </a:cxn>
              <a:cxn ang="0">
                <a:pos x="connsiteX3" y="connsiteY3"/>
              </a:cxn>
            </a:cxnLst>
            <a:rect l="l" t="t" r="r" b="b"/>
            <a:pathLst>
              <a:path w="1483600" h="1483600">
                <a:moveTo>
                  <a:pt x="0" y="0"/>
                </a:moveTo>
                <a:lnTo>
                  <a:pt x="1483600" y="0"/>
                </a:lnTo>
                <a:lnTo>
                  <a:pt x="1483600" y="1483600"/>
                </a:lnTo>
                <a:lnTo>
                  <a:pt x="0" y="1483600"/>
                </a:lnTo>
                <a:close/>
              </a:path>
            </a:pathLst>
          </a:custGeom>
        </p:spPr>
        <p:txBody>
          <a:bodyPr wrap="square">
            <a:noAutofit/>
          </a:bodyPr>
          <a:lstStyle/>
          <a:p>
            <a:endParaRPr lang="zh-CN" altLang="en-US"/>
          </a:p>
        </p:txBody>
      </p:sp>
      <p:sp>
        <p:nvSpPr>
          <p:cNvPr id="15" name="图片占位符 14"/>
          <p:cNvSpPr>
            <a:spLocks noGrp="1"/>
          </p:cNvSpPr>
          <p:nvPr>
            <p:ph type="pic" sz="quarter" idx="11"/>
          </p:nvPr>
        </p:nvSpPr>
        <p:spPr>
          <a:xfrm>
            <a:off x="3225547" y="1081939"/>
            <a:ext cx="1112700" cy="1112700"/>
          </a:xfrm>
          <a:custGeom>
            <a:avLst/>
            <a:gdLst>
              <a:gd name="connsiteX0" fmla="*/ 0 w 1483600"/>
              <a:gd name="connsiteY0" fmla="*/ 0 h 1483600"/>
              <a:gd name="connsiteX1" fmla="*/ 1483600 w 1483600"/>
              <a:gd name="connsiteY1" fmla="*/ 0 h 1483600"/>
              <a:gd name="connsiteX2" fmla="*/ 1483600 w 1483600"/>
              <a:gd name="connsiteY2" fmla="*/ 1483600 h 1483600"/>
              <a:gd name="connsiteX3" fmla="*/ 0 w 1483600"/>
              <a:gd name="connsiteY3" fmla="*/ 1483600 h 1483600"/>
            </a:gdLst>
            <a:ahLst/>
            <a:cxnLst>
              <a:cxn ang="0">
                <a:pos x="connsiteX0" y="connsiteY0"/>
              </a:cxn>
              <a:cxn ang="0">
                <a:pos x="connsiteX1" y="connsiteY1"/>
              </a:cxn>
              <a:cxn ang="0">
                <a:pos x="connsiteX2" y="connsiteY2"/>
              </a:cxn>
              <a:cxn ang="0">
                <a:pos x="connsiteX3" y="connsiteY3"/>
              </a:cxn>
            </a:cxnLst>
            <a:rect l="l" t="t" r="r" b="b"/>
            <a:pathLst>
              <a:path w="1483600" h="1483600">
                <a:moveTo>
                  <a:pt x="0" y="0"/>
                </a:moveTo>
                <a:lnTo>
                  <a:pt x="1483600" y="0"/>
                </a:lnTo>
                <a:lnTo>
                  <a:pt x="1483600" y="1483600"/>
                </a:lnTo>
                <a:lnTo>
                  <a:pt x="0" y="1483600"/>
                </a:lnTo>
                <a:close/>
              </a:path>
            </a:pathLst>
          </a:custGeom>
        </p:spPr>
        <p:txBody>
          <a:bodyPr wrap="square">
            <a:noAutofit/>
          </a:bodyPr>
          <a:lstStyle/>
          <a:p>
            <a:endParaRPr lang="zh-CN" altLang="en-US"/>
          </a:p>
        </p:txBody>
      </p:sp>
      <p:sp>
        <p:nvSpPr>
          <p:cNvPr id="18" name="图片占位符 17"/>
          <p:cNvSpPr>
            <a:spLocks noGrp="1"/>
          </p:cNvSpPr>
          <p:nvPr>
            <p:ph type="pic" sz="quarter" idx="12"/>
          </p:nvPr>
        </p:nvSpPr>
        <p:spPr>
          <a:xfrm>
            <a:off x="2008657" y="2290520"/>
            <a:ext cx="1112700" cy="1112700"/>
          </a:xfrm>
          <a:custGeom>
            <a:avLst/>
            <a:gdLst>
              <a:gd name="connsiteX0" fmla="*/ 0 w 1483600"/>
              <a:gd name="connsiteY0" fmla="*/ 0 h 1483600"/>
              <a:gd name="connsiteX1" fmla="*/ 1483600 w 1483600"/>
              <a:gd name="connsiteY1" fmla="*/ 0 h 1483600"/>
              <a:gd name="connsiteX2" fmla="*/ 1483600 w 1483600"/>
              <a:gd name="connsiteY2" fmla="*/ 1483600 h 1483600"/>
              <a:gd name="connsiteX3" fmla="*/ 0 w 1483600"/>
              <a:gd name="connsiteY3" fmla="*/ 1483600 h 1483600"/>
            </a:gdLst>
            <a:ahLst/>
            <a:cxnLst>
              <a:cxn ang="0">
                <a:pos x="connsiteX0" y="connsiteY0"/>
              </a:cxn>
              <a:cxn ang="0">
                <a:pos x="connsiteX1" y="connsiteY1"/>
              </a:cxn>
              <a:cxn ang="0">
                <a:pos x="connsiteX2" y="connsiteY2"/>
              </a:cxn>
              <a:cxn ang="0">
                <a:pos x="connsiteX3" y="connsiteY3"/>
              </a:cxn>
            </a:cxnLst>
            <a:rect l="l" t="t" r="r" b="b"/>
            <a:pathLst>
              <a:path w="1483600" h="1483600">
                <a:moveTo>
                  <a:pt x="0" y="0"/>
                </a:moveTo>
                <a:lnTo>
                  <a:pt x="1483600" y="0"/>
                </a:lnTo>
                <a:lnTo>
                  <a:pt x="1483600" y="1483600"/>
                </a:lnTo>
                <a:lnTo>
                  <a:pt x="0" y="1483600"/>
                </a:lnTo>
                <a:close/>
              </a:path>
            </a:pathLst>
          </a:custGeom>
        </p:spPr>
        <p:txBody>
          <a:bodyPr wrap="square">
            <a:noAutofit/>
          </a:bodyPr>
          <a:lstStyle/>
          <a:p>
            <a:endParaRPr lang="zh-CN" altLang="en-US"/>
          </a:p>
        </p:txBody>
      </p:sp>
      <p:sp>
        <p:nvSpPr>
          <p:cNvPr id="16" name="图片占位符 15"/>
          <p:cNvSpPr>
            <a:spLocks noGrp="1"/>
          </p:cNvSpPr>
          <p:nvPr>
            <p:ph type="pic" sz="quarter" idx="13"/>
          </p:nvPr>
        </p:nvSpPr>
        <p:spPr>
          <a:xfrm>
            <a:off x="791766" y="3499101"/>
            <a:ext cx="1112700" cy="1112700"/>
          </a:xfrm>
          <a:custGeom>
            <a:avLst/>
            <a:gdLst>
              <a:gd name="connsiteX0" fmla="*/ 0 w 1483600"/>
              <a:gd name="connsiteY0" fmla="*/ 0 h 1483600"/>
              <a:gd name="connsiteX1" fmla="*/ 1483600 w 1483600"/>
              <a:gd name="connsiteY1" fmla="*/ 0 h 1483600"/>
              <a:gd name="connsiteX2" fmla="*/ 1483600 w 1483600"/>
              <a:gd name="connsiteY2" fmla="*/ 1483600 h 1483600"/>
              <a:gd name="connsiteX3" fmla="*/ 0 w 1483600"/>
              <a:gd name="connsiteY3" fmla="*/ 1483600 h 1483600"/>
            </a:gdLst>
            <a:ahLst/>
            <a:cxnLst>
              <a:cxn ang="0">
                <a:pos x="connsiteX0" y="connsiteY0"/>
              </a:cxn>
              <a:cxn ang="0">
                <a:pos x="connsiteX1" y="connsiteY1"/>
              </a:cxn>
              <a:cxn ang="0">
                <a:pos x="connsiteX2" y="connsiteY2"/>
              </a:cxn>
              <a:cxn ang="0">
                <a:pos x="connsiteX3" y="connsiteY3"/>
              </a:cxn>
            </a:cxnLst>
            <a:rect l="l" t="t" r="r" b="b"/>
            <a:pathLst>
              <a:path w="1483600" h="1483600">
                <a:moveTo>
                  <a:pt x="0" y="0"/>
                </a:moveTo>
                <a:lnTo>
                  <a:pt x="1483600" y="0"/>
                </a:lnTo>
                <a:lnTo>
                  <a:pt x="1483600" y="1483600"/>
                </a:lnTo>
                <a:lnTo>
                  <a:pt x="0" y="1483600"/>
                </a:lnTo>
                <a:close/>
              </a:path>
            </a:pathLst>
          </a:custGeom>
        </p:spPr>
        <p:txBody>
          <a:bodyPr wrap="square">
            <a:noAutofit/>
          </a:bodyPr>
          <a:lstStyle/>
          <a:p>
            <a:endParaRPr lang="zh-CN" altLang="en-US" dirty="0"/>
          </a:p>
        </p:txBody>
      </p:sp>
      <p:sp>
        <p:nvSpPr>
          <p:cNvPr id="17" name="图片占位符 16"/>
          <p:cNvSpPr>
            <a:spLocks noGrp="1"/>
          </p:cNvSpPr>
          <p:nvPr>
            <p:ph type="pic" sz="quarter" idx="14"/>
          </p:nvPr>
        </p:nvSpPr>
        <p:spPr>
          <a:xfrm>
            <a:off x="3225547" y="3499101"/>
            <a:ext cx="1112700" cy="1112700"/>
          </a:xfrm>
          <a:custGeom>
            <a:avLst/>
            <a:gdLst>
              <a:gd name="connsiteX0" fmla="*/ 0 w 1483600"/>
              <a:gd name="connsiteY0" fmla="*/ 0 h 1483600"/>
              <a:gd name="connsiteX1" fmla="*/ 1483600 w 1483600"/>
              <a:gd name="connsiteY1" fmla="*/ 0 h 1483600"/>
              <a:gd name="connsiteX2" fmla="*/ 1483600 w 1483600"/>
              <a:gd name="connsiteY2" fmla="*/ 1483600 h 1483600"/>
              <a:gd name="connsiteX3" fmla="*/ 0 w 1483600"/>
              <a:gd name="connsiteY3" fmla="*/ 1483600 h 1483600"/>
            </a:gdLst>
            <a:ahLst/>
            <a:cxnLst>
              <a:cxn ang="0">
                <a:pos x="connsiteX0" y="connsiteY0"/>
              </a:cxn>
              <a:cxn ang="0">
                <a:pos x="connsiteX1" y="connsiteY1"/>
              </a:cxn>
              <a:cxn ang="0">
                <a:pos x="connsiteX2" y="connsiteY2"/>
              </a:cxn>
              <a:cxn ang="0">
                <a:pos x="connsiteX3" y="connsiteY3"/>
              </a:cxn>
            </a:cxnLst>
            <a:rect l="l" t="t" r="r" b="b"/>
            <a:pathLst>
              <a:path w="1483600" h="1483600">
                <a:moveTo>
                  <a:pt x="0" y="0"/>
                </a:moveTo>
                <a:lnTo>
                  <a:pt x="1483600" y="0"/>
                </a:lnTo>
                <a:lnTo>
                  <a:pt x="1483600" y="1483600"/>
                </a:lnTo>
                <a:lnTo>
                  <a:pt x="0" y="1483600"/>
                </a:lnTo>
                <a:close/>
              </a:path>
            </a:pathLst>
          </a:custGeom>
        </p:spPr>
        <p:txBody>
          <a:bodyPr wrap="square">
            <a:noAutofit/>
          </a:bodyPr>
          <a:lstStyle/>
          <a:p>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381929" y="105792"/>
            <a:ext cx="6858000" cy="396013"/>
          </a:xfrm>
          <a:prstGeom prst="rect">
            <a:avLst/>
          </a:prstGeom>
        </p:spPr>
        <p:txBody>
          <a:bodyPr anchor="b"/>
          <a:lstStyle>
            <a:lvl1pPr algn="l">
              <a:defRPr sz="2100" b="1">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a:t>点击添加标题（微软雅黑加粗</a:t>
            </a:r>
            <a:r>
              <a:rPr lang="en-US" altLang="zh-CN"/>
              <a:t>28</a:t>
            </a:r>
            <a:r>
              <a:rPr lang="zh-CN" altLang="en-US"/>
              <a:t>号字）</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微软雅黑" panose="020B0503020204020204" pitchFamily="34" charset="-122"/>
                <a:cs typeface="微软雅黑" panose="020B0503020204020204" pitchFamily="34" charset="-122"/>
              </a:defRPr>
            </a:lvl1pPr>
          </a:lstStyle>
          <a:p>
            <a:r>
              <a:rPr lang="en-US" dirty="0"/>
              <a:t>Click to edit Master title style</a:t>
            </a:r>
            <a:endParaRPr lang="en-US" dirty="0"/>
          </a:p>
        </p:txBody>
      </p:sp>
    </p:spTree>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8" name="灯片编号占位符 5"/>
          <p:cNvSpPr>
            <a:spLocks noGrp="1"/>
          </p:cNvSpPr>
          <p:nvPr>
            <p:ph type="sldNum" sz="quarter" idx="4"/>
          </p:nvPr>
        </p:nvSpPr>
        <p:spPr>
          <a:xfrm>
            <a:off x="8766070" y="4538480"/>
            <a:ext cx="377930" cy="279406"/>
          </a:xfrm>
          <a:prstGeom prst="rect">
            <a:avLst/>
          </a:prstGeom>
        </p:spPr>
        <p:txBody>
          <a:bodyPr vert="horz" lIns="93296" tIns="46648" rIns="93296" bIns="46648" rtlCol="0" anchor="ctr"/>
          <a:lstStyle>
            <a:lvl1pPr algn="r">
              <a:defRPr sz="900">
                <a:solidFill>
                  <a:schemeClr val="tx1"/>
                </a:solidFill>
                <a:latin typeface="方正小标宋_GBK" panose="02000000000000000000" charset="-122"/>
                <a:ea typeface="方正小标宋_GBK" panose="02000000000000000000" charset="-122"/>
                <a:cs typeface="方正小标宋_GBK" panose="02000000000000000000" charset="-122"/>
                <a:sym typeface="方正小标宋_GBK" panose="02000000000000000000" charset="-122"/>
              </a:defRPr>
            </a:lvl1pPr>
          </a:lstStyle>
          <a:p>
            <a:fld id="{D9031528-5AE3-48B4-B7AE-562877B1C66F}" type="slidenum">
              <a:rPr lang="zh-CN" altLang="en-US" smtClean="0">
                <a:solidFill>
                  <a:srgbClr val="000000"/>
                </a:solidFill>
              </a:rPr>
            </a:fld>
            <a:endParaRPr lang="zh-CN" altLang="en-US" dirty="0">
              <a:solidFill>
                <a:srgbClr val="000000"/>
              </a:solidFill>
            </a:endParaRPr>
          </a:p>
        </p:txBody>
      </p:sp>
      <p:grpSp>
        <p:nvGrpSpPr>
          <p:cNvPr id="9" name="Group 8"/>
          <p:cNvGrpSpPr>
            <a:grpSpLocks noChangeAspect="1"/>
          </p:cNvGrpSpPr>
          <p:nvPr userDrawn="1"/>
        </p:nvGrpSpPr>
        <p:grpSpPr bwMode="auto">
          <a:xfrm>
            <a:off x="157863" y="227173"/>
            <a:ext cx="307631" cy="280286"/>
            <a:chOff x="185" y="-402"/>
            <a:chExt cx="810" cy="738"/>
          </a:xfrm>
        </p:grpSpPr>
        <p:sp>
          <p:nvSpPr>
            <p:cNvPr id="10" name="Freeform 9"/>
            <p:cNvSpPr/>
            <p:nvPr/>
          </p:nvSpPr>
          <p:spPr bwMode="auto">
            <a:xfrm>
              <a:off x="185" y="-402"/>
              <a:ext cx="810" cy="738"/>
            </a:xfrm>
            <a:custGeom>
              <a:avLst/>
              <a:gdLst>
                <a:gd name="T0" fmla="*/ 810 w 810"/>
                <a:gd name="T1" fmla="*/ 369 h 738"/>
                <a:gd name="T2" fmla="*/ 540 w 810"/>
                <a:gd name="T3" fmla="*/ 738 h 738"/>
                <a:gd name="T4" fmla="*/ 0 w 810"/>
                <a:gd name="T5" fmla="*/ 0 h 738"/>
                <a:gd name="T6" fmla="*/ 540 w 810"/>
                <a:gd name="T7" fmla="*/ 0 h 738"/>
                <a:gd name="T8" fmla="*/ 810 w 810"/>
                <a:gd name="T9" fmla="*/ 369 h 738"/>
              </a:gdLst>
              <a:ahLst/>
              <a:cxnLst>
                <a:cxn ang="0">
                  <a:pos x="T0" y="T1"/>
                </a:cxn>
                <a:cxn ang="0">
                  <a:pos x="T2" y="T3"/>
                </a:cxn>
                <a:cxn ang="0">
                  <a:pos x="T4" y="T5"/>
                </a:cxn>
                <a:cxn ang="0">
                  <a:pos x="T6" y="T7"/>
                </a:cxn>
                <a:cxn ang="0">
                  <a:pos x="T8" y="T9"/>
                </a:cxn>
              </a:cxnLst>
              <a:rect l="0" t="0" r="r" b="b"/>
              <a:pathLst>
                <a:path w="810" h="738">
                  <a:moveTo>
                    <a:pt x="810" y="369"/>
                  </a:moveTo>
                  <a:lnTo>
                    <a:pt x="540" y="738"/>
                  </a:lnTo>
                  <a:lnTo>
                    <a:pt x="0" y="0"/>
                  </a:lnTo>
                  <a:lnTo>
                    <a:pt x="540" y="0"/>
                  </a:lnTo>
                  <a:lnTo>
                    <a:pt x="810" y="369"/>
                  </a:lnTo>
                  <a:close/>
                </a:path>
              </a:pathLst>
            </a:custGeom>
            <a:solidFill>
              <a:srgbClr val="F76B1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latin typeface="方正小标宋_GBK" panose="02000000000000000000" charset="-122"/>
                <a:ea typeface="方正小标宋_GBK" panose="02000000000000000000" charset="-122"/>
                <a:sym typeface="方正小标宋_GBK" panose="02000000000000000000" charset="-122"/>
              </a:endParaRPr>
            </a:p>
          </p:txBody>
        </p:sp>
        <p:sp>
          <p:nvSpPr>
            <p:cNvPr id="11" name="Freeform 10"/>
            <p:cNvSpPr/>
            <p:nvPr/>
          </p:nvSpPr>
          <p:spPr bwMode="auto">
            <a:xfrm>
              <a:off x="201" y="-17"/>
              <a:ext cx="524" cy="353"/>
            </a:xfrm>
            <a:custGeom>
              <a:avLst/>
              <a:gdLst>
                <a:gd name="T0" fmla="*/ 270 w 524"/>
                <a:gd name="T1" fmla="*/ 0 h 353"/>
                <a:gd name="T2" fmla="*/ 0 w 524"/>
                <a:gd name="T3" fmla="*/ 353 h 353"/>
                <a:gd name="T4" fmla="*/ 524 w 524"/>
                <a:gd name="T5" fmla="*/ 353 h 353"/>
                <a:gd name="T6" fmla="*/ 270 w 524"/>
                <a:gd name="T7" fmla="*/ 0 h 353"/>
              </a:gdLst>
              <a:ahLst/>
              <a:cxnLst>
                <a:cxn ang="0">
                  <a:pos x="T0" y="T1"/>
                </a:cxn>
                <a:cxn ang="0">
                  <a:pos x="T2" y="T3"/>
                </a:cxn>
                <a:cxn ang="0">
                  <a:pos x="T4" y="T5"/>
                </a:cxn>
                <a:cxn ang="0">
                  <a:pos x="T6" y="T7"/>
                </a:cxn>
              </a:cxnLst>
              <a:rect l="0" t="0" r="r" b="b"/>
              <a:pathLst>
                <a:path w="524" h="353">
                  <a:moveTo>
                    <a:pt x="270" y="0"/>
                  </a:moveTo>
                  <a:lnTo>
                    <a:pt x="0" y="353"/>
                  </a:lnTo>
                  <a:lnTo>
                    <a:pt x="524" y="353"/>
                  </a:lnTo>
                  <a:lnTo>
                    <a:pt x="270" y="0"/>
                  </a:lnTo>
                  <a:close/>
                </a:path>
              </a:pathLst>
            </a:custGeom>
            <a:solidFill>
              <a:srgbClr val="F8A72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latin typeface="方正小标宋_GBK" panose="02000000000000000000" charset="-122"/>
                <a:ea typeface="方正小标宋_GBK" panose="02000000000000000000" charset="-122"/>
                <a:sym typeface="方正小标宋_GBK" panose="02000000000000000000" charset="-122"/>
              </a:endParaRPr>
            </a:p>
          </p:txBody>
        </p:sp>
        <p:sp>
          <p:nvSpPr>
            <p:cNvPr id="12" name="Freeform 11"/>
            <p:cNvSpPr/>
            <p:nvPr/>
          </p:nvSpPr>
          <p:spPr bwMode="auto">
            <a:xfrm>
              <a:off x="201" y="-17"/>
              <a:ext cx="524" cy="353"/>
            </a:xfrm>
            <a:custGeom>
              <a:avLst/>
              <a:gdLst>
                <a:gd name="T0" fmla="*/ 270 w 524"/>
                <a:gd name="T1" fmla="*/ 0 h 353"/>
                <a:gd name="T2" fmla="*/ 0 w 524"/>
                <a:gd name="T3" fmla="*/ 353 h 353"/>
                <a:gd name="T4" fmla="*/ 524 w 524"/>
                <a:gd name="T5" fmla="*/ 353 h 353"/>
              </a:gdLst>
              <a:ahLst/>
              <a:cxnLst>
                <a:cxn ang="0">
                  <a:pos x="T0" y="T1"/>
                </a:cxn>
                <a:cxn ang="0">
                  <a:pos x="T2" y="T3"/>
                </a:cxn>
                <a:cxn ang="0">
                  <a:pos x="T4" y="T5"/>
                </a:cxn>
              </a:cxnLst>
              <a:rect l="0" t="0" r="r" b="b"/>
              <a:pathLst>
                <a:path w="524" h="353">
                  <a:moveTo>
                    <a:pt x="270" y="0"/>
                  </a:moveTo>
                  <a:lnTo>
                    <a:pt x="0" y="353"/>
                  </a:lnTo>
                  <a:lnTo>
                    <a:pt x="524" y="35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latin typeface="方正小标宋_GBK" panose="02000000000000000000" charset="-122"/>
                <a:ea typeface="方正小标宋_GBK" panose="02000000000000000000" charset="-122"/>
                <a:sym typeface="方正小标宋_GBK" panose="02000000000000000000" charset="-122"/>
              </a:endParaRPr>
            </a:p>
          </p:txBody>
        </p:sp>
      </p:grpSp>
      <p:sp>
        <p:nvSpPr>
          <p:cNvPr id="13" name="内容占位符 24"/>
          <p:cNvSpPr>
            <a:spLocks noGrp="1"/>
          </p:cNvSpPr>
          <p:nvPr>
            <p:ph sz="quarter" idx="22" hasCustomPrompt="1"/>
          </p:nvPr>
        </p:nvSpPr>
        <p:spPr>
          <a:xfrm>
            <a:off x="532809" y="204435"/>
            <a:ext cx="8066491" cy="333698"/>
          </a:xfrm>
          <a:prstGeom prst="rect">
            <a:avLst/>
          </a:prstGeom>
        </p:spPr>
        <p:txBody>
          <a:bodyPr/>
          <a:lstStyle>
            <a:lvl1pPr marL="0" indent="0">
              <a:buNone/>
              <a:defRPr sz="2250" b="1">
                <a:latin typeface="方正小标宋_GBK" panose="02000000000000000000" charset="-122"/>
                <a:ea typeface="方正小标宋_GBK" panose="02000000000000000000" charset="-122"/>
                <a:sym typeface="方正小标宋_GBK" panose="02000000000000000000" charset="-122"/>
              </a:defRPr>
            </a:lvl1pPr>
          </a:lstStyle>
          <a:p>
            <a:pPr lvl="0"/>
            <a:r>
              <a:rPr lang="zh-CN" altLang="en-US" dirty="0"/>
              <a:t>目录、文档标题、要点实例</a:t>
            </a:r>
            <a:endParaRPr lang="zh-CN" altLang="en-US" dirty="0"/>
          </a:p>
        </p:txBody>
      </p:sp>
      <p:pic>
        <p:nvPicPr>
          <p:cNvPr id="14" name="图片 13"/>
          <p:cNvPicPr>
            <a:picLocks noChangeAspect="1"/>
          </p:cNvPicPr>
          <p:nvPr userDrawn="1"/>
        </p:nvPicPr>
        <p:blipFill>
          <a:blip r:embed="rId2" cstate="email"/>
          <a:stretch>
            <a:fillRect/>
          </a:stretch>
        </p:blipFill>
        <p:spPr>
          <a:xfrm>
            <a:off x="0" y="4826369"/>
            <a:ext cx="9143999" cy="322326"/>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4_仅标题">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1037" name="think-cell Slide" r:id="rId3" imgW="12700" imgH="12700" progId="TCLayout.ActiveDocument.1">
                  <p:embed/>
                </p:oleObj>
              </mc:Choice>
              <mc:Fallback>
                <p:oleObj name="think-cell Slide" r:id="rId3" imgW="12700" imgH="12700" progId="TCLayout.ActiveDocument.1">
                  <p:embed/>
                  <p:pic>
                    <p:nvPicPr>
                      <p:cNvPr id="0" name="对象 1" hidden="1"/>
                      <p:cNvPicPr/>
                      <p:nvPr/>
                    </p:nvPicPr>
                    <p:blipFill>
                      <a:blip r:embed="rId4"/>
                      <a:stretch>
                        <a:fillRect/>
                      </a:stretch>
                    </p:blipFill>
                    <p:spPr>
                      <a:xfrm>
                        <a:off x="1192" y="1192"/>
                        <a:ext cx="1190" cy="1190"/>
                      </a:xfrm>
                      <a:prstGeom prst="rect">
                        <a:avLst/>
                      </a:prstGeom>
                    </p:spPr>
                  </p:pic>
                </p:oleObj>
              </mc:Fallback>
            </mc:AlternateContent>
          </a:graphicData>
        </a:graphic>
      </p:graphicFrame>
      <p:sp>
        <p:nvSpPr>
          <p:cNvPr id="10" name="FooterSimple" hidden="1"/>
          <p:cNvSpPr txBox="1"/>
          <p:nvPr userDrawn="1">
            <p:custDataLst>
              <p:tags r:id="rId5"/>
            </p:custDataLst>
          </p:nvPr>
        </p:nvSpPr>
        <p:spPr>
          <a:xfrm rot="16200000">
            <a:off x="7920990" y="3838222"/>
            <a:ext cx="2057400" cy="73097"/>
          </a:xfrm>
          <a:prstGeom prst="rect">
            <a:avLst/>
          </a:prstGeom>
          <a:noFill/>
        </p:spPr>
        <p:txBody>
          <a:bodyPr wrap="square" lIns="0" tIns="0" rIns="0" bIns="0" rtlCol="0" anchor="b">
            <a:spAutoFit/>
          </a:bodyPr>
          <a:lstStyle/>
          <a:p>
            <a:pPr>
              <a:lnSpc>
                <a:spcPct val="90000"/>
              </a:lnSpc>
              <a:spcAft>
                <a:spcPts val="450"/>
              </a:spcAft>
            </a:pPr>
            <a:r>
              <a:rPr lang="en-US" altLang="zh-CN" sz="525">
                <a:solidFill>
                  <a:schemeClr val="bg1">
                    <a:lumMod val="50000"/>
                  </a:schemeClr>
                </a:solidFill>
                <a:latin typeface="+mn-lt"/>
                <a:ea typeface="华文楷体" panose="02010600040101010101" pitchFamily="2" charset="-122"/>
                <a:sym typeface="Trebuchet MS" panose="020B0603020202020204" pitchFamily="34" charset="0"/>
              </a:rPr>
              <a:t>【</a:t>
            </a:r>
            <a:r>
              <a:rPr lang="zh-CN" altLang="en-US" sz="525">
                <a:solidFill>
                  <a:schemeClr val="bg1">
                    <a:lumMod val="50000"/>
                  </a:schemeClr>
                </a:solidFill>
                <a:latin typeface="+mn-lt"/>
                <a:ea typeface="华文楷体" panose="02010600040101010101" pitchFamily="2" charset="-122"/>
                <a:sym typeface="Trebuchet MS" panose="020B0603020202020204" pitchFamily="34" charset="0"/>
              </a:rPr>
              <a:t>材料汇总</a:t>
            </a:r>
            <a:r>
              <a:rPr lang="en-US" altLang="zh-CN" sz="525">
                <a:solidFill>
                  <a:schemeClr val="bg1">
                    <a:lumMod val="50000"/>
                  </a:schemeClr>
                </a:solidFill>
                <a:latin typeface="+mn-lt"/>
                <a:ea typeface="华文楷体" panose="02010600040101010101" pitchFamily="2" charset="-122"/>
                <a:sym typeface="Trebuchet MS" panose="020B0603020202020204" pitchFamily="34" charset="0"/>
              </a:rPr>
              <a:t>】201809CIO office sample sldies v5.pptx</a:t>
            </a:r>
            <a:endParaRPr lang="en-US" sz="525" dirty="0">
              <a:solidFill>
                <a:schemeClr val="bg1">
                  <a:lumMod val="50000"/>
                </a:schemeClr>
              </a:solidFill>
              <a:latin typeface="+mn-lt"/>
              <a:ea typeface="华文楷体" panose="02010600040101010101" pitchFamily="2" charset="-122"/>
              <a:sym typeface="Trebuchet MS" panose="020B0603020202020204" pitchFamily="34" charset="0"/>
            </a:endParaRPr>
          </a:p>
        </p:txBody>
      </p:sp>
      <p:sp>
        <p:nvSpPr>
          <p:cNvPr id="7" name="Title Placeholder 1"/>
          <p:cNvSpPr>
            <a:spLocks noGrp="1"/>
          </p:cNvSpPr>
          <p:nvPr>
            <p:ph type="title" hasCustomPrompt="1"/>
          </p:nvPr>
        </p:nvSpPr>
        <p:spPr>
          <a:xfrm>
            <a:off x="353125" y="105299"/>
            <a:ext cx="8201025" cy="540000"/>
          </a:xfrm>
          <a:prstGeom prst="rect">
            <a:avLst/>
          </a:prstGeom>
        </p:spPr>
        <p:txBody>
          <a:bodyPr vert="horz" wrap="square" lIns="0" tIns="0" rIns="0" bIns="0" rtlCol="0" anchor="ctr">
            <a:noAutofit/>
          </a:bodyPr>
          <a:lstStyle>
            <a:lvl1pPr marL="81280" indent="0">
              <a:lnSpc>
                <a:spcPct val="100000"/>
              </a:lnSpc>
              <a:defRPr sz="1800" b="1">
                <a:solidFill>
                  <a:schemeClr val="accent5"/>
                </a:solidFill>
              </a:defRPr>
            </a:lvl1pPr>
          </a:lstStyle>
          <a:p>
            <a:r>
              <a:rPr lang="en-US" altLang="zh-CN" dirty="0"/>
              <a:t>Click to add title</a:t>
            </a:r>
            <a:endParaRPr lang="en-US" dirty="0"/>
          </a:p>
        </p:txBody>
      </p:sp>
      <p:sp>
        <p:nvSpPr>
          <p:cNvPr id="8" name="文本占位符 6"/>
          <p:cNvSpPr>
            <a:spLocks noGrp="1"/>
          </p:cNvSpPr>
          <p:nvPr>
            <p:ph type="body" sz="quarter" idx="11" hasCustomPrompt="1"/>
          </p:nvPr>
        </p:nvSpPr>
        <p:spPr>
          <a:xfrm>
            <a:off x="270001" y="4892032"/>
            <a:ext cx="8201025" cy="230833"/>
          </a:xfrm>
        </p:spPr>
        <p:txBody>
          <a:bodyPr tIns="0" bIns="0" anchor="b"/>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defRPr sz="750" b="0" baseline="0">
                <a:solidFill>
                  <a:schemeClr val="tx1">
                    <a:lumMod val="65000"/>
                    <a:lumOff val="35000"/>
                  </a:schemeClr>
                </a:solidFill>
                <a:latin typeface="+mn-lt"/>
                <a:ea typeface="华文楷体" panose="02010600040101010101" pitchFamily="2" charset="-122"/>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defRPr/>
            </a:pPr>
            <a:r>
              <a:rPr lang="en-US" altLang="zh-CN" dirty="0"/>
              <a:t>Note:</a:t>
            </a:r>
            <a:br>
              <a:rPr lang="en-US" altLang="zh-CN" dirty="0"/>
            </a:br>
            <a:r>
              <a:rPr lang="en-US" altLang="zh-CN" dirty="0"/>
              <a:t>Source:</a:t>
            </a:r>
            <a:endParaRPr lang="zh-CN" altLang="en-US" dirty="0"/>
          </a:p>
        </p:txBody>
      </p:sp>
      <p:sp>
        <p:nvSpPr>
          <p:cNvPr id="6" name="Rectangle 2"/>
          <p:cNvSpPr>
            <a:spLocks noChangeArrowheads="1"/>
          </p:cNvSpPr>
          <p:nvPr userDrawn="1"/>
        </p:nvSpPr>
        <p:spPr bwMode="auto">
          <a:xfrm>
            <a:off x="346956" y="608088"/>
            <a:ext cx="8797044" cy="45719"/>
          </a:xfrm>
          <a:prstGeom prst="rect">
            <a:avLst/>
          </a:prstGeom>
          <a:gradFill rotWithShape="1">
            <a:gsLst>
              <a:gs pos="0">
                <a:srgbClr val="FF6600"/>
              </a:gs>
              <a:gs pos="100000">
                <a:srgbClr val="FFFFFF"/>
              </a:gs>
            </a:gsLst>
            <a:lin ang="0" scaled="1"/>
          </a:gradFill>
          <a:ln w="9525">
            <a:noFill/>
            <a:miter lim="800000"/>
          </a:ln>
        </p:spPr>
        <p:txBody>
          <a:bodyPr wrap="none" lIns="69478" tIns="34738" rIns="69478" bIns="34738" anchor="ctr"/>
          <a:lstStyle/>
          <a:p>
            <a:pPr defTabSz="694690" eaLnBrk="0" hangingPunct="0">
              <a:spcBef>
                <a:spcPct val="0"/>
              </a:spcBef>
              <a:buClr>
                <a:srgbClr val="FFCC00"/>
              </a:buClr>
              <a:buSzPct val="75000"/>
              <a:defRPr/>
            </a:pPr>
            <a:endParaRPr lang="zh-CN" altLang="en-US" sz="1800" b="1">
              <a:solidFill>
                <a:srgbClr val="000000"/>
              </a:solidFill>
              <a:ea typeface="华文楷体" panose="02010600040101010101" pitchFamily="2" charset="-122"/>
              <a:cs typeface="+mn-ea"/>
              <a:sym typeface="+mn-lt"/>
            </a:endParaRPr>
          </a:p>
        </p:txBody>
      </p:sp>
      <p:sp>
        <p:nvSpPr>
          <p:cNvPr id="9" name="灯片编号占位符 5"/>
          <p:cNvSpPr>
            <a:spLocks noGrp="1"/>
          </p:cNvSpPr>
          <p:nvPr>
            <p:ph type="sldNum" sz="quarter" idx="4"/>
          </p:nvPr>
        </p:nvSpPr>
        <p:spPr>
          <a:xfrm>
            <a:off x="8658051" y="4820097"/>
            <a:ext cx="377928" cy="279406"/>
          </a:xfrm>
          <a:prstGeom prst="rect">
            <a:avLst/>
          </a:prstGeom>
        </p:spPr>
        <p:txBody>
          <a:bodyPr vert="horz" lIns="69558" tIns="34778" rIns="69558" bIns="34778" rtlCol="0" anchor="ctr"/>
          <a:lstStyle>
            <a:lvl1pPr algn="r">
              <a:defRPr sz="800">
                <a:solidFill>
                  <a:schemeClr val="tx1"/>
                </a:solidFill>
                <a:latin typeface="+mj-ea"/>
                <a:ea typeface="+mj-ea"/>
                <a:cs typeface="Arial" panose="020B0604020202020204" pitchFamily="34" charset="0"/>
              </a:defRPr>
            </a:lvl1pPr>
          </a:lstStyle>
          <a:p>
            <a:pPr defTabSz="695960" fontAlgn="base">
              <a:spcBef>
                <a:spcPct val="0"/>
              </a:spcBef>
              <a:spcAft>
                <a:spcPct val="0"/>
              </a:spcAft>
            </a:pPr>
            <a:fld id="{D9031528-5AE3-48B4-B7AE-562877B1C66F}" type="slidenum">
              <a:rPr lang="zh-CN" altLang="en-US" smtClean="0">
                <a:solidFill>
                  <a:srgbClr val="000000"/>
                </a:solidFill>
              </a:rPr>
            </a:fld>
            <a:endParaRPr lang="zh-CN" altLang="en-US"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Picture 2" descr="N:\我的作业\平安基金\PPT\0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294023" cy="975529"/>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8951946" y="1787729"/>
            <a:ext cx="192055" cy="335577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30"/>
          </a:p>
        </p:txBody>
      </p:sp>
      <p:sp>
        <p:nvSpPr>
          <p:cNvPr id="4" name="灯片编号占位符 2"/>
          <p:cNvSpPr txBox="1"/>
          <p:nvPr userDrawn="1"/>
        </p:nvSpPr>
        <p:spPr>
          <a:xfrm>
            <a:off x="7067855" y="4874421"/>
            <a:ext cx="2133600" cy="273844"/>
          </a:xfrm>
          <a:prstGeom prst="rect">
            <a:avLst/>
          </a:prstGeom>
        </p:spPr>
        <p:txBody>
          <a:bodyPr/>
          <a:lstStyle>
            <a:defPPr>
              <a:defRPr lang="zh-CN"/>
            </a:defPPr>
            <a:lvl1pPr marL="0" algn="l" defTabSz="1194435" rtl="0" eaLnBrk="1" latinLnBrk="0" hangingPunct="1">
              <a:defRPr sz="2400" kern="1200">
                <a:solidFill>
                  <a:schemeClr val="tx1"/>
                </a:solidFill>
                <a:latin typeface="+mn-lt"/>
                <a:ea typeface="+mn-ea"/>
                <a:cs typeface="+mn-cs"/>
              </a:defRPr>
            </a:lvl1pPr>
            <a:lvl2pPr marL="597535" algn="l" defTabSz="1194435" rtl="0" eaLnBrk="1" latinLnBrk="0" hangingPunct="1">
              <a:defRPr sz="2400" kern="1200">
                <a:solidFill>
                  <a:schemeClr val="tx1"/>
                </a:solidFill>
                <a:latin typeface="+mn-lt"/>
                <a:ea typeface="+mn-ea"/>
                <a:cs typeface="+mn-cs"/>
              </a:defRPr>
            </a:lvl2pPr>
            <a:lvl3pPr marL="1194435" algn="l" defTabSz="1194435" rtl="0" eaLnBrk="1" latinLnBrk="0" hangingPunct="1">
              <a:defRPr sz="2400" kern="1200">
                <a:solidFill>
                  <a:schemeClr val="tx1"/>
                </a:solidFill>
                <a:latin typeface="+mn-lt"/>
                <a:ea typeface="+mn-ea"/>
                <a:cs typeface="+mn-cs"/>
              </a:defRPr>
            </a:lvl3pPr>
            <a:lvl4pPr marL="1791970" algn="l" defTabSz="1194435" rtl="0" eaLnBrk="1" latinLnBrk="0" hangingPunct="1">
              <a:defRPr sz="2400" kern="1200">
                <a:solidFill>
                  <a:schemeClr val="tx1"/>
                </a:solidFill>
                <a:latin typeface="+mn-lt"/>
                <a:ea typeface="+mn-ea"/>
                <a:cs typeface="+mn-cs"/>
              </a:defRPr>
            </a:lvl4pPr>
            <a:lvl5pPr marL="2388870" algn="l" defTabSz="1194435" rtl="0" eaLnBrk="1" latinLnBrk="0" hangingPunct="1">
              <a:defRPr sz="2400" kern="1200">
                <a:solidFill>
                  <a:schemeClr val="tx1"/>
                </a:solidFill>
                <a:latin typeface="+mn-lt"/>
                <a:ea typeface="+mn-ea"/>
                <a:cs typeface="+mn-cs"/>
              </a:defRPr>
            </a:lvl5pPr>
            <a:lvl6pPr marL="2986405" algn="l" defTabSz="1194435" rtl="0" eaLnBrk="1" latinLnBrk="0" hangingPunct="1">
              <a:defRPr sz="2400" kern="1200">
                <a:solidFill>
                  <a:schemeClr val="tx1"/>
                </a:solidFill>
                <a:latin typeface="+mn-lt"/>
                <a:ea typeface="+mn-ea"/>
                <a:cs typeface="+mn-cs"/>
              </a:defRPr>
            </a:lvl6pPr>
            <a:lvl7pPr marL="3583305" algn="l" defTabSz="1194435" rtl="0" eaLnBrk="1" latinLnBrk="0" hangingPunct="1">
              <a:defRPr sz="2400" kern="1200">
                <a:solidFill>
                  <a:schemeClr val="tx1"/>
                </a:solidFill>
                <a:latin typeface="+mn-lt"/>
                <a:ea typeface="+mn-ea"/>
                <a:cs typeface="+mn-cs"/>
              </a:defRPr>
            </a:lvl7pPr>
            <a:lvl8pPr marL="4180840" algn="l" defTabSz="1194435" rtl="0" eaLnBrk="1" latinLnBrk="0" hangingPunct="1">
              <a:defRPr sz="2400" kern="1200">
                <a:solidFill>
                  <a:schemeClr val="tx1"/>
                </a:solidFill>
                <a:latin typeface="+mn-lt"/>
                <a:ea typeface="+mn-ea"/>
                <a:cs typeface="+mn-cs"/>
              </a:defRPr>
            </a:lvl8pPr>
            <a:lvl9pPr marL="4777740" algn="l" defTabSz="1194435" rtl="0" eaLnBrk="1" latinLnBrk="0" hangingPunct="1">
              <a:defRPr sz="2400" kern="1200">
                <a:solidFill>
                  <a:schemeClr val="tx1"/>
                </a:solidFill>
                <a:latin typeface="+mn-lt"/>
                <a:ea typeface="+mn-ea"/>
                <a:cs typeface="+mn-cs"/>
              </a:defRPr>
            </a:lvl9pPr>
          </a:lstStyle>
          <a:p>
            <a:pPr algn="r"/>
            <a:fld id="{0C913308-F349-4B6D-A68A-DD1791B4A57B}" type="slidenum">
              <a:rPr lang="zh-CN" altLang="en-US" sz="1095" b="1" smtClean="0">
                <a:solidFill>
                  <a:schemeClr val="bg1"/>
                </a:solidFill>
                <a:latin typeface="Calibri" panose="020F0502020204030204"/>
                <a:ea typeface="宋体" panose="02010600030101010101" pitchFamily="2" charset="-122"/>
              </a:rPr>
            </a:fld>
            <a:endParaRPr lang="zh-CN" altLang="en-US" sz="1095" b="1">
              <a:solidFill>
                <a:schemeClr val="bg1"/>
              </a:solidFill>
              <a:latin typeface="Calibri" panose="020F0502020204030204"/>
              <a:ea typeface="宋体" panose="02010600030101010101" pitchFamily="2" charset="-122"/>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1185863" y="1026974"/>
            <a:ext cx="6772275" cy="2435364"/>
          </a:xfrm>
          <a:custGeom>
            <a:avLst/>
            <a:gdLst>
              <a:gd name="connsiteX0" fmla="*/ 0 w 9029700"/>
              <a:gd name="connsiteY0" fmla="*/ 0 h 3247152"/>
              <a:gd name="connsiteX1" fmla="*/ 9029700 w 9029700"/>
              <a:gd name="connsiteY1" fmla="*/ 0 h 3247152"/>
              <a:gd name="connsiteX2" fmla="*/ 9029700 w 9029700"/>
              <a:gd name="connsiteY2" fmla="*/ 3247152 h 3247152"/>
              <a:gd name="connsiteX3" fmla="*/ 0 w 9029700"/>
              <a:gd name="connsiteY3" fmla="*/ 3247152 h 3247152"/>
            </a:gdLst>
            <a:ahLst/>
            <a:cxnLst>
              <a:cxn ang="0">
                <a:pos x="connsiteX0" y="connsiteY0"/>
              </a:cxn>
              <a:cxn ang="0">
                <a:pos x="connsiteX1" y="connsiteY1"/>
              </a:cxn>
              <a:cxn ang="0">
                <a:pos x="connsiteX2" y="connsiteY2"/>
              </a:cxn>
              <a:cxn ang="0">
                <a:pos x="connsiteX3" y="connsiteY3"/>
              </a:cxn>
            </a:cxnLst>
            <a:rect l="l" t="t" r="r" b="b"/>
            <a:pathLst>
              <a:path w="9029700" h="3247152">
                <a:moveTo>
                  <a:pt x="0" y="0"/>
                </a:moveTo>
                <a:lnTo>
                  <a:pt x="9029700" y="0"/>
                </a:lnTo>
                <a:lnTo>
                  <a:pt x="9029700" y="3247152"/>
                </a:lnTo>
                <a:lnTo>
                  <a:pt x="0" y="3247152"/>
                </a:lnTo>
                <a:close/>
              </a:path>
            </a:pathLst>
          </a:custGeom>
        </p:spPr>
        <p:txBody>
          <a:bodyPr wrap="square">
            <a:noAutofit/>
          </a:bodyPr>
          <a:lstStyle/>
          <a:p>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381929" y="105792"/>
            <a:ext cx="6858000" cy="396013"/>
          </a:xfrm>
          <a:prstGeom prst="rect">
            <a:avLst/>
          </a:prstGeom>
        </p:spPr>
        <p:txBody>
          <a:bodyPr anchor="b"/>
          <a:lstStyle>
            <a:lvl1pPr algn="l">
              <a:defRPr sz="2100" b="1">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a:t>点击添加标题（微软雅黑加粗</a:t>
            </a:r>
            <a:r>
              <a:rPr lang="en-US" altLang="zh-CN"/>
              <a:t>28</a:t>
            </a:r>
            <a:r>
              <a:rPr lang="zh-CN" altLang="en-US"/>
              <a:t>号字）</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6" name="灯片编号占位符 5"/>
          <p:cNvSpPr>
            <a:spLocks noGrp="1"/>
          </p:cNvSpPr>
          <p:nvPr>
            <p:ph type="sldNum" sz="quarter" idx="4"/>
          </p:nvPr>
        </p:nvSpPr>
        <p:spPr>
          <a:xfrm>
            <a:off x="8766078" y="4852885"/>
            <a:ext cx="377930" cy="279406"/>
          </a:xfrm>
          <a:prstGeom prst="rect">
            <a:avLst/>
          </a:prstGeom>
        </p:spPr>
        <p:txBody>
          <a:bodyPr vert="horz" lIns="93196" tIns="46599" rIns="93196" bIns="46599" rtlCol="0" anchor="ctr"/>
          <a:lstStyle>
            <a:lvl1pPr algn="r">
              <a:defRPr sz="900">
                <a:solidFill>
                  <a:schemeClr val="tx1"/>
                </a:solidFill>
                <a:latin typeface="方正小标宋_GBK" panose="02000000000000000000" charset="-122"/>
                <a:ea typeface="方正小标宋_GBK" panose="02000000000000000000" charset="-122"/>
                <a:cs typeface="方正小标宋_GBK" panose="02000000000000000000" charset="-122"/>
                <a:sym typeface="方正小标宋_GBK" panose="02000000000000000000" charset="-122"/>
              </a:defRPr>
            </a:lvl1pPr>
          </a:lstStyle>
          <a:p>
            <a:fld id="{D9031528-5AE3-48B4-B7AE-562877B1C66F}" type="slidenum">
              <a:rPr lang="zh-CN" altLang="en-US" smtClean="0">
                <a:solidFill>
                  <a:srgbClr val="000000"/>
                </a:solidFill>
              </a:rPr>
            </a:fld>
            <a:endParaRPr lang="zh-CN" altLang="en-US" dirty="0">
              <a:solidFill>
                <a:srgbClr val="000000"/>
              </a:solidFill>
            </a:endParaRPr>
          </a:p>
        </p:txBody>
      </p:sp>
      <p:pic>
        <p:nvPicPr>
          <p:cNvPr id="23" name="图片 22"/>
          <p:cNvPicPr>
            <a:picLocks noChangeAspect="1"/>
          </p:cNvPicPr>
          <p:nvPr userDrawn="1"/>
        </p:nvPicPr>
        <p:blipFill>
          <a:blip r:embed="rId2" cstate="screen"/>
          <a:stretch>
            <a:fillRect/>
          </a:stretch>
        </p:blipFill>
        <p:spPr>
          <a:xfrm>
            <a:off x="7727950" y="54362"/>
            <a:ext cx="1416050" cy="496832"/>
          </a:xfrm>
          <a:prstGeom prst="rect">
            <a:avLst/>
          </a:prstGeom>
        </p:spPr>
      </p:pic>
      <p:sp>
        <p:nvSpPr>
          <p:cNvPr id="25" name="矩形 24"/>
          <p:cNvSpPr/>
          <p:nvPr userDrawn="1"/>
        </p:nvSpPr>
        <p:spPr>
          <a:xfrm>
            <a:off x="1" y="108725"/>
            <a:ext cx="225812" cy="3881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微软雅黑" panose="020B0503020204020204" pitchFamily="34" charset="-122"/>
            </a:endParaRPr>
          </a:p>
        </p:txBody>
      </p:sp>
      <p:sp>
        <p:nvSpPr>
          <p:cNvPr id="26" name="矩形 25"/>
          <p:cNvSpPr/>
          <p:nvPr userDrawn="1"/>
        </p:nvSpPr>
        <p:spPr>
          <a:xfrm>
            <a:off x="259266" y="108725"/>
            <a:ext cx="100361" cy="3881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微软雅黑" panose="020B0503020204020204" pitchFamily="34" charset="-122"/>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标题">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spid="_x0000_s2061" name="think-cell 幻灯片" r:id="rId3" imgW="12700" imgH="12700" progId="TCLayout.ActiveDocument.1">
                  <p:embed/>
                </p:oleObj>
              </mc:Choice>
              <mc:Fallback>
                <p:oleObj name="think-cell 幻灯片" r:id="rId3" imgW="12700" imgH="12700" progId="TCLayout.ActiveDocument.1">
                  <p:embed/>
                  <p:pic>
                    <p:nvPicPr>
                      <p:cNvPr id="0" name="对象 6" hidden="1"/>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3" name="矩形 2" hidden="1"/>
          <p:cNvSpPr/>
          <p:nvPr userDrawn="1">
            <p:custDataLst>
              <p:tags r:id="rId5"/>
            </p:custDataLst>
          </p:nvPr>
        </p:nvSpPr>
        <p:spPr>
          <a:xfrm>
            <a:off x="0" y="0"/>
            <a:ext cx="119063" cy="119063"/>
          </a:xfrm>
          <a:prstGeom prst="rect">
            <a:avLst/>
          </a:prstGeom>
          <a:solidFill>
            <a:srgbClr val="DBCF4D">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685800" rtl="0" eaLnBrk="1" fontAlgn="auto" latinLnBrk="0" hangingPunct="1">
              <a:lnSpc>
                <a:spcPct val="90000"/>
              </a:lnSpc>
              <a:spcBef>
                <a:spcPct val="0"/>
              </a:spcBef>
              <a:spcAft>
                <a:spcPct val="0"/>
              </a:spcAft>
              <a:buClrTx/>
              <a:buSzTx/>
              <a:buFontTx/>
              <a:buNone/>
              <a:defRPr/>
            </a:pPr>
            <a:endPar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华文楷体" panose="02010600040101010101" pitchFamily="2" charset="-122"/>
              <a:cs typeface="+mn-cs"/>
              <a:sym typeface="Arial" panose="020B0604020202020204" pitchFamily="34" charset="0"/>
            </a:endParaRPr>
          </a:p>
        </p:txBody>
      </p:sp>
      <p:sp>
        <p:nvSpPr>
          <p:cNvPr id="19" name="灯片编号占位符 5"/>
          <p:cNvSpPr txBox="1"/>
          <p:nvPr userDrawn="1"/>
        </p:nvSpPr>
        <p:spPr>
          <a:xfrm>
            <a:off x="6652259" y="4796909"/>
            <a:ext cx="2182416" cy="154786"/>
          </a:xfrm>
          <a:prstGeom prst="rect">
            <a:avLst/>
          </a:prstGeom>
        </p:spPr>
        <p:txBody>
          <a:bodyPr vert="horz" lIns="68580" tIns="0" rIns="68580" bIns="34290" rtlCol="0" anchor="b" anchorCtr="0"/>
          <a:lstStyle>
            <a:defPPr>
              <a:defRPr lang="zh-CN"/>
            </a:defPPr>
            <a:lvl1pPr marL="0" algn="r" defTabSz="914400" rtl="0" eaLnBrk="1" latinLnBrk="0" hangingPunct="1">
              <a:defRPr sz="10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685800" rtl="0" eaLnBrk="1" fontAlgn="auto" latinLnBrk="0" hangingPunct="1">
              <a:lnSpc>
                <a:spcPct val="100000"/>
              </a:lnSpc>
              <a:spcBef>
                <a:spcPts val="0"/>
              </a:spcBef>
              <a:spcAft>
                <a:spcPts val="0"/>
              </a:spcAft>
              <a:buClrTx/>
              <a:buSzTx/>
              <a:buFontTx/>
              <a:buNone/>
              <a:defRPr/>
            </a:pPr>
            <a:endParaRPr kumimoji="0" lang="zh-CN" altLang="en-US" sz="900" b="1" i="0" u="none" strike="noStrike" kern="1200" cap="none" spc="0" normalizeH="0" baseline="0" noProof="0" dirty="0">
              <a:ln>
                <a:noFill/>
              </a:ln>
              <a:solidFill>
                <a:srgbClr val="000000">
                  <a:lumMod val="50000"/>
                  <a:lumOff val="50000"/>
                </a:srgbClr>
              </a:solidFill>
              <a:effectLst/>
              <a:uLnTx/>
              <a:uFillTx/>
              <a:latin typeface="Arial" panose="020B0604020202020204"/>
              <a:ea typeface="微软雅黑" panose="020B0503020204020204" pitchFamily="34" charset="-122"/>
              <a:cs typeface="+mn-cs"/>
            </a:endParaRPr>
          </a:p>
        </p:txBody>
      </p:sp>
      <p:cxnSp>
        <p:nvCxnSpPr>
          <p:cNvPr id="22" name="直接连接符 21"/>
          <p:cNvCxnSpPr/>
          <p:nvPr userDrawn="1"/>
        </p:nvCxnSpPr>
        <p:spPr>
          <a:xfrm>
            <a:off x="128631" y="771525"/>
            <a:ext cx="886678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标题 5"/>
          <p:cNvSpPr>
            <a:spLocks noGrp="1"/>
          </p:cNvSpPr>
          <p:nvPr>
            <p:ph type="title" hasCustomPrompt="1"/>
          </p:nvPr>
        </p:nvSpPr>
        <p:spPr>
          <a:xfrm>
            <a:off x="128631" y="91440"/>
            <a:ext cx="8511735" cy="634365"/>
          </a:xfrm>
          <a:prstGeom prst="rect">
            <a:avLst/>
          </a:prstGeom>
        </p:spPr>
        <p:txBody>
          <a:bodyPr anchor="b"/>
          <a:lstStyle>
            <a:lvl1pPr>
              <a:defRPr>
                <a:solidFill>
                  <a:schemeClr val="tx1"/>
                </a:solidFill>
              </a:defRPr>
            </a:lvl1pPr>
          </a:lstStyle>
          <a:p>
            <a:r>
              <a:rPr lang="zh-CN" altLang="en-US" dirty="0"/>
              <a:t>标题</a:t>
            </a:r>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userDrawn="1">
            <p:custDataLst>
              <p:tags r:id="rId2"/>
            </p:custDataLst>
          </p:nvPr>
        </p:nvGraphicFramePr>
        <p:xfrm>
          <a:off x="1621" y="1225"/>
          <a:ext cx="1619" cy="1214"/>
        </p:xfrm>
        <a:graphic>
          <a:graphicData uri="http://schemas.openxmlformats.org/presentationml/2006/ole">
            <mc:AlternateContent xmlns:mc="http://schemas.openxmlformats.org/markup-compatibility/2006">
              <mc:Choice xmlns:v="urn:schemas-microsoft-com:vml" Requires="v">
                <p:oleObj spid="_x0000_s3085" name="think-cell Slide" r:id="rId3" imgW="12700" imgH="12700" progId="TCLayout.ActiveDocument.1">
                  <p:embed/>
                </p:oleObj>
              </mc:Choice>
              <mc:Fallback>
                <p:oleObj name="think-cell Slide" r:id="rId3" imgW="12700" imgH="12700" progId="TCLayout.ActiveDocument.1">
                  <p:embed/>
                  <p:pic>
                    <p:nvPicPr>
                      <p:cNvPr id="0" name="对象 2" hidden="1"/>
                      <p:cNvPicPr/>
                      <p:nvPr/>
                    </p:nvPicPr>
                    <p:blipFill>
                      <a:blip r:embed="rId4"/>
                      <a:stretch>
                        <a:fillRect/>
                      </a:stretch>
                    </p:blipFill>
                    <p:spPr>
                      <a:xfrm>
                        <a:off x="1621" y="1225"/>
                        <a:ext cx="1619" cy="1214"/>
                      </a:xfrm>
                      <a:prstGeom prst="rect">
                        <a:avLst/>
                      </a:prstGeom>
                    </p:spPr>
                  </p:pic>
                </p:oleObj>
              </mc:Fallback>
            </mc:AlternateContent>
          </a:graphicData>
        </a:graphic>
      </p:graphicFrame>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69219"/>
            <a:ext cx="7886700" cy="326350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28650" y="4767263"/>
            <a:ext cx="2057400" cy="273844"/>
          </a:xfrm>
        </p:spPr>
        <p:txBody>
          <a:bodyPr/>
          <a:lstStyle/>
          <a:p>
            <a:endParaRPr lang="zh-CN" altLang="en-US"/>
          </a:p>
        </p:txBody>
      </p:sp>
      <p:sp>
        <p:nvSpPr>
          <p:cNvPr id="5" name="页脚占位符 4"/>
          <p:cNvSpPr>
            <a:spLocks noGrp="1"/>
          </p:cNvSpPr>
          <p:nvPr>
            <p:ph type="ftr" sz="quarter" idx="11"/>
          </p:nvPr>
        </p:nvSpPr>
        <p:spPr>
          <a:xfrm>
            <a:off x="3028950" y="4767263"/>
            <a:ext cx="3086100" cy="273844"/>
          </a:xfrm>
        </p:spPr>
        <p:txBody>
          <a:bodyPr/>
          <a:lstStyle/>
          <a:p>
            <a:endParaRPr lang="zh-CN" altLang="en-US"/>
          </a:p>
        </p:txBody>
      </p:sp>
      <p:sp>
        <p:nvSpPr>
          <p:cNvPr id="6" name="灯片编号占位符 5"/>
          <p:cNvSpPr>
            <a:spLocks noGrp="1"/>
          </p:cNvSpPr>
          <p:nvPr>
            <p:ph type="sldNum" sz="quarter" idx="12"/>
          </p:nvPr>
        </p:nvSpPr>
        <p:spPr>
          <a:xfrm>
            <a:off x="6457950" y="4767263"/>
            <a:ext cx="2057400" cy="273844"/>
          </a:xfrm>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381929" y="105792"/>
            <a:ext cx="6858000" cy="396013"/>
          </a:xfrm>
          <a:prstGeom prst="rect">
            <a:avLst/>
          </a:prstGeom>
        </p:spPr>
        <p:txBody>
          <a:bodyPr anchor="b"/>
          <a:lstStyle>
            <a:lvl1pPr algn="l">
              <a:defRPr sz="2100" b="1">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a:t>点击添加标题（微软雅黑加粗</a:t>
            </a:r>
            <a:r>
              <a:rPr lang="en-US" altLang="zh-CN"/>
              <a:t>28</a:t>
            </a:r>
            <a:r>
              <a:rPr lang="zh-CN" altLang="en-US"/>
              <a:t>号字）</a:t>
            </a:r>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457200" y="4772508"/>
            <a:ext cx="2133600" cy="273844"/>
          </a:xfrm>
        </p:spPr>
        <p:txBody>
          <a:bodyPr/>
          <a:lstStyle>
            <a:lvl1pPr>
              <a:defRPr>
                <a:cs typeface="微软雅黑" panose="020B0503020204020204" pitchFamily="34" charset="-122"/>
              </a:defRPr>
            </a:lvl1p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a:xfrm>
            <a:off x="3086690" y="4772508"/>
            <a:ext cx="2895600" cy="273844"/>
          </a:xfrm>
        </p:spPr>
        <p:txBody>
          <a:bodyPr vert="horz" lIns="76618" tIns="38309" rIns="76618" bIns="38309" rtlCol="0" anchor="ctr"/>
          <a:lstStyle>
            <a:lvl1pPr>
              <a:defRPr lang="en-US" altLang="zh-CN" smtClean="0">
                <a:solidFill>
                  <a:prstClr val="white">
                    <a:lumMod val="65000"/>
                  </a:prstClr>
                </a:solidFill>
                <a:latin typeface="Calibri" panose="020F0502020204030204"/>
                <a:cs typeface="微软雅黑" panose="020B0503020204020204" pitchFamily="34" charset="-122"/>
              </a:defRPr>
            </a:lvl1pPr>
          </a:lstStyle>
          <a:p>
            <a:endParaRPr lang="zh-CN" altLang="en-US"/>
          </a:p>
        </p:txBody>
      </p:sp>
      <p:sp>
        <p:nvSpPr>
          <p:cNvPr id="22" name="灯片编号占位符 4"/>
          <p:cNvSpPr>
            <a:spLocks noGrp="1"/>
          </p:cNvSpPr>
          <p:nvPr>
            <p:ph type="sldNum" sz="quarter" idx="12"/>
          </p:nvPr>
        </p:nvSpPr>
        <p:spPr>
          <a:xfrm>
            <a:off x="6948573" y="4763842"/>
            <a:ext cx="1388046" cy="282500"/>
          </a:xfrm>
        </p:spPr>
        <p:txBody>
          <a:bodyPr vert="horz" lIns="102156" tIns="51076" rIns="102156" bIns="51076" rtlCol="0" anchor="ctr"/>
          <a:lstStyle>
            <a:lvl1pPr algn="r">
              <a:defRPr lang="zh-CN" altLang="en-US" smtClean="0">
                <a:cs typeface="微软雅黑" panose="020B0503020204020204" pitchFamily="34" charset="-122"/>
              </a:defRPr>
            </a:lvl1pPr>
          </a:lstStyle>
          <a:p>
            <a:fld id="{0C913308-F349-4B6D-A68A-DD1791B4A57B}"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微软雅黑" panose="020B0503020204020204" pitchFamily="34" charset="-122"/>
                <a:cs typeface="微软雅黑" panose="020B0503020204020204" pitchFamily="34" charset="-122"/>
              </a:defRPr>
            </a:lvl1pPr>
          </a:lstStyle>
          <a:p>
            <a:r>
              <a:rPr lang="en-US" dirty="0"/>
              <a:t>Click to edit Master title style</a:t>
            </a:r>
            <a:endParaRPr lang="en-US" dirty="0"/>
          </a:p>
        </p:txBody>
      </p:sp>
    </p:spTree>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8" name="灯片编号占位符 5"/>
          <p:cNvSpPr>
            <a:spLocks noGrp="1"/>
          </p:cNvSpPr>
          <p:nvPr>
            <p:ph type="sldNum" sz="quarter" idx="4"/>
          </p:nvPr>
        </p:nvSpPr>
        <p:spPr>
          <a:xfrm>
            <a:off x="8766070" y="4538480"/>
            <a:ext cx="377930" cy="279406"/>
          </a:xfrm>
          <a:prstGeom prst="rect">
            <a:avLst/>
          </a:prstGeom>
        </p:spPr>
        <p:txBody>
          <a:bodyPr vert="horz" lIns="93296" tIns="46648" rIns="93296" bIns="46648" rtlCol="0" anchor="ctr"/>
          <a:lstStyle>
            <a:lvl1pPr algn="r">
              <a:defRPr sz="900">
                <a:solidFill>
                  <a:schemeClr val="tx1"/>
                </a:solidFill>
                <a:latin typeface="方正小标宋_GBK" panose="02000000000000000000" charset="-122"/>
                <a:ea typeface="方正小标宋_GBK" panose="02000000000000000000" charset="-122"/>
                <a:cs typeface="方正小标宋_GBK" panose="02000000000000000000" charset="-122"/>
                <a:sym typeface="方正小标宋_GBK" panose="02000000000000000000" charset="-122"/>
              </a:defRPr>
            </a:lvl1pPr>
          </a:lstStyle>
          <a:p>
            <a:fld id="{D9031528-5AE3-48B4-B7AE-562877B1C66F}" type="slidenum">
              <a:rPr lang="zh-CN" altLang="en-US" smtClean="0">
                <a:solidFill>
                  <a:srgbClr val="000000"/>
                </a:solidFill>
              </a:rPr>
            </a:fld>
            <a:endParaRPr lang="zh-CN" altLang="en-US" dirty="0">
              <a:solidFill>
                <a:srgbClr val="000000"/>
              </a:solidFill>
            </a:endParaRPr>
          </a:p>
        </p:txBody>
      </p:sp>
      <p:grpSp>
        <p:nvGrpSpPr>
          <p:cNvPr id="9" name="Group 8"/>
          <p:cNvGrpSpPr>
            <a:grpSpLocks noChangeAspect="1"/>
          </p:cNvGrpSpPr>
          <p:nvPr userDrawn="1"/>
        </p:nvGrpSpPr>
        <p:grpSpPr bwMode="auto">
          <a:xfrm>
            <a:off x="157863" y="227173"/>
            <a:ext cx="307631" cy="280286"/>
            <a:chOff x="185" y="-402"/>
            <a:chExt cx="810" cy="738"/>
          </a:xfrm>
        </p:grpSpPr>
        <p:sp>
          <p:nvSpPr>
            <p:cNvPr id="10" name="Freeform 9"/>
            <p:cNvSpPr/>
            <p:nvPr/>
          </p:nvSpPr>
          <p:spPr bwMode="auto">
            <a:xfrm>
              <a:off x="185" y="-402"/>
              <a:ext cx="810" cy="738"/>
            </a:xfrm>
            <a:custGeom>
              <a:avLst/>
              <a:gdLst>
                <a:gd name="T0" fmla="*/ 810 w 810"/>
                <a:gd name="T1" fmla="*/ 369 h 738"/>
                <a:gd name="T2" fmla="*/ 540 w 810"/>
                <a:gd name="T3" fmla="*/ 738 h 738"/>
                <a:gd name="T4" fmla="*/ 0 w 810"/>
                <a:gd name="T5" fmla="*/ 0 h 738"/>
                <a:gd name="T6" fmla="*/ 540 w 810"/>
                <a:gd name="T7" fmla="*/ 0 h 738"/>
                <a:gd name="T8" fmla="*/ 810 w 810"/>
                <a:gd name="T9" fmla="*/ 369 h 738"/>
              </a:gdLst>
              <a:ahLst/>
              <a:cxnLst>
                <a:cxn ang="0">
                  <a:pos x="T0" y="T1"/>
                </a:cxn>
                <a:cxn ang="0">
                  <a:pos x="T2" y="T3"/>
                </a:cxn>
                <a:cxn ang="0">
                  <a:pos x="T4" y="T5"/>
                </a:cxn>
                <a:cxn ang="0">
                  <a:pos x="T6" y="T7"/>
                </a:cxn>
                <a:cxn ang="0">
                  <a:pos x="T8" y="T9"/>
                </a:cxn>
              </a:cxnLst>
              <a:rect l="0" t="0" r="r" b="b"/>
              <a:pathLst>
                <a:path w="810" h="738">
                  <a:moveTo>
                    <a:pt x="810" y="369"/>
                  </a:moveTo>
                  <a:lnTo>
                    <a:pt x="540" y="738"/>
                  </a:lnTo>
                  <a:lnTo>
                    <a:pt x="0" y="0"/>
                  </a:lnTo>
                  <a:lnTo>
                    <a:pt x="540" y="0"/>
                  </a:lnTo>
                  <a:lnTo>
                    <a:pt x="810" y="369"/>
                  </a:lnTo>
                  <a:close/>
                </a:path>
              </a:pathLst>
            </a:custGeom>
            <a:solidFill>
              <a:srgbClr val="F76B1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latin typeface="方正小标宋_GBK" panose="02000000000000000000" charset="-122"/>
                <a:ea typeface="方正小标宋_GBK" panose="02000000000000000000" charset="-122"/>
                <a:sym typeface="方正小标宋_GBK" panose="02000000000000000000" charset="-122"/>
              </a:endParaRPr>
            </a:p>
          </p:txBody>
        </p:sp>
        <p:sp>
          <p:nvSpPr>
            <p:cNvPr id="11" name="Freeform 10"/>
            <p:cNvSpPr/>
            <p:nvPr/>
          </p:nvSpPr>
          <p:spPr bwMode="auto">
            <a:xfrm>
              <a:off x="201" y="-17"/>
              <a:ext cx="524" cy="353"/>
            </a:xfrm>
            <a:custGeom>
              <a:avLst/>
              <a:gdLst>
                <a:gd name="T0" fmla="*/ 270 w 524"/>
                <a:gd name="T1" fmla="*/ 0 h 353"/>
                <a:gd name="T2" fmla="*/ 0 w 524"/>
                <a:gd name="T3" fmla="*/ 353 h 353"/>
                <a:gd name="T4" fmla="*/ 524 w 524"/>
                <a:gd name="T5" fmla="*/ 353 h 353"/>
                <a:gd name="T6" fmla="*/ 270 w 524"/>
                <a:gd name="T7" fmla="*/ 0 h 353"/>
              </a:gdLst>
              <a:ahLst/>
              <a:cxnLst>
                <a:cxn ang="0">
                  <a:pos x="T0" y="T1"/>
                </a:cxn>
                <a:cxn ang="0">
                  <a:pos x="T2" y="T3"/>
                </a:cxn>
                <a:cxn ang="0">
                  <a:pos x="T4" y="T5"/>
                </a:cxn>
                <a:cxn ang="0">
                  <a:pos x="T6" y="T7"/>
                </a:cxn>
              </a:cxnLst>
              <a:rect l="0" t="0" r="r" b="b"/>
              <a:pathLst>
                <a:path w="524" h="353">
                  <a:moveTo>
                    <a:pt x="270" y="0"/>
                  </a:moveTo>
                  <a:lnTo>
                    <a:pt x="0" y="353"/>
                  </a:lnTo>
                  <a:lnTo>
                    <a:pt x="524" y="353"/>
                  </a:lnTo>
                  <a:lnTo>
                    <a:pt x="270" y="0"/>
                  </a:lnTo>
                  <a:close/>
                </a:path>
              </a:pathLst>
            </a:custGeom>
            <a:solidFill>
              <a:srgbClr val="F8A72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latin typeface="方正小标宋_GBK" panose="02000000000000000000" charset="-122"/>
                <a:ea typeface="方正小标宋_GBK" panose="02000000000000000000" charset="-122"/>
                <a:sym typeface="方正小标宋_GBK" panose="02000000000000000000" charset="-122"/>
              </a:endParaRPr>
            </a:p>
          </p:txBody>
        </p:sp>
        <p:sp>
          <p:nvSpPr>
            <p:cNvPr id="12" name="Freeform 11"/>
            <p:cNvSpPr/>
            <p:nvPr/>
          </p:nvSpPr>
          <p:spPr bwMode="auto">
            <a:xfrm>
              <a:off x="201" y="-17"/>
              <a:ext cx="524" cy="353"/>
            </a:xfrm>
            <a:custGeom>
              <a:avLst/>
              <a:gdLst>
                <a:gd name="T0" fmla="*/ 270 w 524"/>
                <a:gd name="T1" fmla="*/ 0 h 353"/>
                <a:gd name="T2" fmla="*/ 0 w 524"/>
                <a:gd name="T3" fmla="*/ 353 h 353"/>
                <a:gd name="T4" fmla="*/ 524 w 524"/>
                <a:gd name="T5" fmla="*/ 353 h 353"/>
              </a:gdLst>
              <a:ahLst/>
              <a:cxnLst>
                <a:cxn ang="0">
                  <a:pos x="T0" y="T1"/>
                </a:cxn>
                <a:cxn ang="0">
                  <a:pos x="T2" y="T3"/>
                </a:cxn>
                <a:cxn ang="0">
                  <a:pos x="T4" y="T5"/>
                </a:cxn>
              </a:cxnLst>
              <a:rect l="0" t="0" r="r" b="b"/>
              <a:pathLst>
                <a:path w="524" h="353">
                  <a:moveTo>
                    <a:pt x="270" y="0"/>
                  </a:moveTo>
                  <a:lnTo>
                    <a:pt x="0" y="353"/>
                  </a:lnTo>
                  <a:lnTo>
                    <a:pt x="524" y="35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latin typeface="方正小标宋_GBK" panose="02000000000000000000" charset="-122"/>
                <a:ea typeface="方正小标宋_GBK" panose="02000000000000000000" charset="-122"/>
                <a:sym typeface="方正小标宋_GBK" panose="02000000000000000000" charset="-122"/>
              </a:endParaRPr>
            </a:p>
          </p:txBody>
        </p:sp>
      </p:grpSp>
      <p:sp>
        <p:nvSpPr>
          <p:cNvPr id="13" name="内容占位符 24"/>
          <p:cNvSpPr>
            <a:spLocks noGrp="1"/>
          </p:cNvSpPr>
          <p:nvPr>
            <p:ph sz="quarter" idx="22" hasCustomPrompt="1"/>
          </p:nvPr>
        </p:nvSpPr>
        <p:spPr>
          <a:xfrm>
            <a:off x="532809" y="204435"/>
            <a:ext cx="8066491" cy="333698"/>
          </a:xfrm>
          <a:prstGeom prst="rect">
            <a:avLst/>
          </a:prstGeom>
        </p:spPr>
        <p:txBody>
          <a:bodyPr/>
          <a:lstStyle>
            <a:lvl1pPr marL="0" indent="0">
              <a:buNone/>
              <a:defRPr sz="2250" b="1">
                <a:latin typeface="方正小标宋_GBK" panose="02000000000000000000" charset="-122"/>
                <a:ea typeface="方正小标宋_GBK" panose="02000000000000000000" charset="-122"/>
                <a:sym typeface="方正小标宋_GBK" panose="02000000000000000000" charset="-122"/>
              </a:defRPr>
            </a:lvl1pPr>
          </a:lstStyle>
          <a:p>
            <a:pPr lvl="0"/>
            <a:r>
              <a:rPr lang="zh-CN" altLang="en-US" dirty="0"/>
              <a:t>目录、文档标题、要点实例</a:t>
            </a:r>
            <a:endParaRPr lang="zh-CN" altLang="en-US" dirty="0"/>
          </a:p>
        </p:txBody>
      </p:sp>
      <p:pic>
        <p:nvPicPr>
          <p:cNvPr id="14" name="图片 13"/>
          <p:cNvPicPr>
            <a:picLocks noChangeAspect="1"/>
          </p:cNvPicPr>
          <p:nvPr userDrawn="1"/>
        </p:nvPicPr>
        <p:blipFill>
          <a:blip r:embed="rId2" cstate="email"/>
          <a:stretch>
            <a:fillRect/>
          </a:stretch>
        </p:blipFill>
        <p:spPr>
          <a:xfrm>
            <a:off x="0" y="4826369"/>
            <a:ext cx="9143999" cy="322326"/>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_仅标题">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spid="_x0000_s4109" name="think-cell Slide" r:id="rId3" imgW="12700" imgH="12700" progId="TCLayout.ActiveDocument.1">
                  <p:embed/>
                </p:oleObj>
              </mc:Choice>
              <mc:Fallback>
                <p:oleObj name="think-cell Slide" r:id="rId3" imgW="12700" imgH="12700" progId="TCLayout.ActiveDocument.1">
                  <p:embed/>
                  <p:pic>
                    <p:nvPicPr>
                      <p:cNvPr id="0" name="对象 1" hidden="1"/>
                      <p:cNvPicPr/>
                      <p:nvPr/>
                    </p:nvPicPr>
                    <p:blipFill>
                      <a:blip r:embed="rId4"/>
                      <a:stretch>
                        <a:fillRect/>
                      </a:stretch>
                    </p:blipFill>
                    <p:spPr>
                      <a:xfrm>
                        <a:off x="1192" y="1192"/>
                        <a:ext cx="1190" cy="1190"/>
                      </a:xfrm>
                      <a:prstGeom prst="rect">
                        <a:avLst/>
                      </a:prstGeom>
                    </p:spPr>
                  </p:pic>
                </p:oleObj>
              </mc:Fallback>
            </mc:AlternateContent>
          </a:graphicData>
        </a:graphic>
      </p:graphicFrame>
      <p:sp>
        <p:nvSpPr>
          <p:cNvPr id="10" name="FooterSimple" hidden="1"/>
          <p:cNvSpPr txBox="1"/>
          <p:nvPr userDrawn="1">
            <p:custDataLst>
              <p:tags r:id="rId5"/>
            </p:custDataLst>
          </p:nvPr>
        </p:nvSpPr>
        <p:spPr>
          <a:xfrm rot="16200000">
            <a:off x="7920990" y="3838222"/>
            <a:ext cx="2057400" cy="73097"/>
          </a:xfrm>
          <a:prstGeom prst="rect">
            <a:avLst/>
          </a:prstGeom>
          <a:noFill/>
        </p:spPr>
        <p:txBody>
          <a:bodyPr wrap="square" lIns="0" tIns="0" rIns="0" bIns="0" rtlCol="0" anchor="b">
            <a:spAutoFit/>
          </a:bodyPr>
          <a:lstStyle/>
          <a:p>
            <a:pPr>
              <a:lnSpc>
                <a:spcPct val="90000"/>
              </a:lnSpc>
              <a:spcAft>
                <a:spcPts val="450"/>
              </a:spcAft>
            </a:pPr>
            <a:r>
              <a:rPr lang="en-US" altLang="zh-CN" sz="525">
                <a:solidFill>
                  <a:schemeClr val="bg1">
                    <a:lumMod val="50000"/>
                  </a:schemeClr>
                </a:solidFill>
                <a:latin typeface="+mn-lt"/>
                <a:ea typeface="华文楷体" panose="02010600040101010101" pitchFamily="2" charset="-122"/>
                <a:sym typeface="Trebuchet MS" panose="020B0603020202020204" pitchFamily="34" charset="0"/>
              </a:rPr>
              <a:t>【</a:t>
            </a:r>
            <a:r>
              <a:rPr lang="zh-CN" altLang="en-US" sz="525">
                <a:solidFill>
                  <a:schemeClr val="bg1">
                    <a:lumMod val="50000"/>
                  </a:schemeClr>
                </a:solidFill>
                <a:latin typeface="+mn-lt"/>
                <a:ea typeface="华文楷体" panose="02010600040101010101" pitchFamily="2" charset="-122"/>
                <a:sym typeface="Trebuchet MS" panose="020B0603020202020204" pitchFamily="34" charset="0"/>
              </a:rPr>
              <a:t>材料汇总</a:t>
            </a:r>
            <a:r>
              <a:rPr lang="en-US" altLang="zh-CN" sz="525">
                <a:solidFill>
                  <a:schemeClr val="bg1">
                    <a:lumMod val="50000"/>
                  </a:schemeClr>
                </a:solidFill>
                <a:latin typeface="+mn-lt"/>
                <a:ea typeface="华文楷体" panose="02010600040101010101" pitchFamily="2" charset="-122"/>
                <a:sym typeface="Trebuchet MS" panose="020B0603020202020204" pitchFamily="34" charset="0"/>
              </a:rPr>
              <a:t>】201809CIO office sample sldies v5.pptx</a:t>
            </a:r>
            <a:endParaRPr lang="en-US" sz="525" dirty="0">
              <a:solidFill>
                <a:schemeClr val="bg1">
                  <a:lumMod val="50000"/>
                </a:schemeClr>
              </a:solidFill>
              <a:latin typeface="+mn-lt"/>
              <a:ea typeface="华文楷体" panose="02010600040101010101" pitchFamily="2" charset="-122"/>
              <a:sym typeface="Trebuchet MS" panose="020B0603020202020204" pitchFamily="34" charset="0"/>
            </a:endParaRPr>
          </a:p>
        </p:txBody>
      </p:sp>
      <p:sp>
        <p:nvSpPr>
          <p:cNvPr id="7" name="Title Placeholder 1"/>
          <p:cNvSpPr>
            <a:spLocks noGrp="1"/>
          </p:cNvSpPr>
          <p:nvPr>
            <p:ph type="title" hasCustomPrompt="1"/>
          </p:nvPr>
        </p:nvSpPr>
        <p:spPr>
          <a:xfrm>
            <a:off x="353125" y="105299"/>
            <a:ext cx="8201025" cy="540000"/>
          </a:xfrm>
          <a:prstGeom prst="rect">
            <a:avLst/>
          </a:prstGeom>
        </p:spPr>
        <p:txBody>
          <a:bodyPr vert="horz" wrap="square" lIns="0" tIns="0" rIns="0" bIns="0" rtlCol="0" anchor="ctr">
            <a:noAutofit/>
          </a:bodyPr>
          <a:lstStyle>
            <a:lvl1pPr marL="81280" indent="0">
              <a:lnSpc>
                <a:spcPct val="100000"/>
              </a:lnSpc>
              <a:defRPr sz="1800" b="1">
                <a:solidFill>
                  <a:schemeClr val="accent5"/>
                </a:solidFill>
              </a:defRPr>
            </a:lvl1pPr>
          </a:lstStyle>
          <a:p>
            <a:r>
              <a:rPr lang="en-US" altLang="zh-CN" dirty="0"/>
              <a:t>Click to add title</a:t>
            </a:r>
            <a:endParaRPr lang="en-US" dirty="0"/>
          </a:p>
        </p:txBody>
      </p:sp>
      <p:sp>
        <p:nvSpPr>
          <p:cNvPr id="8" name="文本占位符 6"/>
          <p:cNvSpPr>
            <a:spLocks noGrp="1"/>
          </p:cNvSpPr>
          <p:nvPr>
            <p:ph type="body" sz="quarter" idx="11" hasCustomPrompt="1"/>
          </p:nvPr>
        </p:nvSpPr>
        <p:spPr>
          <a:xfrm>
            <a:off x="270001" y="4892032"/>
            <a:ext cx="8201025" cy="230833"/>
          </a:xfrm>
        </p:spPr>
        <p:txBody>
          <a:bodyPr tIns="0" bIns="0" anchor="b"/>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defRPr sz="750" b="0" baseline="0">
                <a:solidFill>
                  <a:schemeClr val="tx1">
                    <a:lumMod val="65000"/>
                    <a:lumOff val="35000"/>
                  </a:schemeClr>
                </a:solidFill>
                <a:latin typeface="+mn-lt"/>
                <a:ea typeface="华文楷体" panose="02010600040101010101" pitchFamily="2" charset="-122"/>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defRPr/>
            </a:pPr>
            <a:r>
              <a:rPr lang="en-US" altLang="zh-CN" dirty="0"/>
              <a:t>Note:</a:t>
            </a:r>
            <a:br>
              <a:rPr lang="en-US" altLang="zh-CN" dirty="0"/>
            </a:br>
            <a:r>
              <a:rPr lang="en-US" altLang="zh-CN" dirty="0"/>
              <a:t>Source:</a:t>
            </a:r>
            <a:endParaRPr lang="zh-CN" altLang="en-US" dirty="0"/>
          </a:p>
        </p:txBody>
      </p:sp>
      <p:sp>
        <p:nvSpPr>
          <p:cNvPr id="6" name="Rectangle 2"/>
          <p:cNvSpPr>
            <a:spLocks noChangeArrowheads="1"/>
          </p:cNvSpPr>
          <p:nvPr userDrawn="1"/>
        </p:nvSpPr>
        <p:spPr bwMode="auto">
          <a:xfrm>
            <a:off x="346956" y="608088"/>
            <a:ext cx="8797044" cy="45719"/>
          </a:xfrm>
          <a:prstGeom prst="rect">
            <a:avLst/>
          </a:prstGeom>
          <a:gradFill rotWithShape="1">
            <a:gsLst>
              <a:gs pos="0">
                <a:srgbClr val="FF6600"/>
              </a:gs>
              <a:gs pos="100000">
                <a:srgbClr val="FFFFFF"/>
              </a:gs>
            </a:gsLst>
            <a:lin ang="0" scaled="1"/>
          </a:gradFill>
          <a:ln w="9525">
            <a:noFill/>
            <a:miter lim="800000"/>
          </a:ln>
        </p:spPr>
        <p:txBody>
          <a:bodyPr wrap="none" lIns="69478" tIns="34738" rIns="69478" bIns="34738" anchor="ctr"/>
          <a:lstStyle/>
          <a:p>
            <a:pPr defTabSz="694690" eaLnBrk="0" hangingPunct="0">
              <a:spcBef>
                <a:spcPct val="0"/>
              </a:spcBef>
              <a:buClr>
                <a:srgbClr val="FFCC00"/>
              </a:buClr>
              <a:buSzPct val="75000"/>
              <a:defRPr/>
            </a:pPr>
            <a:endParaRPr lang="zh-CN" altLang="en-US" sz="1800" b="1">
              <a:solidFill>
                <a:srgbClr val="000000"/>
              </a:solidFill>
              <a:ea typeface="华文楷体" panose="02010600040101010101" pitchFamily="2" charset="-122"/>
              <a:cs typeface="+mn-ea"/>
              <a:sym typeface="+mn-lt"/>
            </a:endParaRPr>
          </a:p>
        </p:txBody>
      </p:sp>
      <p:sp>
        <p:nvSpPr>
          <p:cNvPr id="9" name="灯片编号占位符 5"/>
          <p:cNvSpPr>
            <a:spLocks noGrp="1"/>
          </p:cNvSpPr>
          <p:nvPr>
            <p:ph type="sldNum" sz="quarter" idx="4"/>
          </p:nvPr>
        </p:nvSpPr>
        <p:spPr>
          <a:xfrm>
            <a:off x="8658051" y="4820097"/>
            <a:ext cx="377928" cy="279406"/>
          </a:xfrm>
          <a:prstGeom prst="rect">
            <a:avLst/>
          </a:prstGeom>
        </p:spPr>
        <p:txBody>
          <a:bodyPr vert="horz" lIns="69558" tIns="34778" rIns="69558" bIns="34778" rtlCol="0" anchor="ctr"/>
          <a:lstStyle>
            <a:lvl1pPr algn="r">
              <a:defRPr sz="800">
                <a:solidFill>
                  <a:schemeClr val="tx1"/>
                </a:solidFill>
                <a:latin typeface="+mj-ea"/>
                <a:ea typeface="+mj-ea"/>
                <a:cs typeface="Arial" panose="020B0604020202020204" pitchFamily="34" charset="0"/>
              </a:defRPr>
            </a:lvl1pPr>
          </a:lstStyle>
          <a:p>
            <a:pPr defTabSz="695960" fontAlgn="base">
              <a:spcBef>
                <a:spcPct val="0"/>
              </a:spcBef>
              <a:spcAft>
                <a:spcPct val="0"/>
              </a:spcAft>
            </a:pPr>
            <a:fld id="{D9031528-5AE3-48B4-B7AE-562877B1C66F}" type="slidenum">
              <a:rPr lang="zh-CN" altLang="en-US" smtClean="0">
                <a:solidFill>
                  <a:srgbClr val="000000"/>
                </a:solidFill>
              </a:rPr>
            </a:fld>
            <a:endParaRPr lang="zh-CN" altLang="en-US" dirty="0">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Picture 2" descr="N:\我的作业\平安基金\PPT\0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294023" cy="975529"/>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8951946" y="1787729"/>
            <a:ext cx="192055" cy="335577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30"/>
          </a:p>
        </p:txBody>
      </p:sp>
      <p:sp>
        <p:nvSpPr>
          <p:cNvPr id="4" name="灯片编号占位符 2"/>
          <p:cNvSpPr txBox="1"/>
          <p:nvPr userDrawn="1"/>
        </p:nvSpPr>
        <p:spPr>
          <a:xfrm>
            <a:off x="7067855" y="4874421"/>
            <a:ext cx="2133600" cy="273844"/>
          </a:xfrm>
          <a:prstGeom prst="rect">
            <a:avLst/>
          </a:prstGeom>
        </p:spPr>
        <p:txBody>
          <a:bodyPr/>
          <a:lstStyle>
            <a:defPPr>
              <a:defRPr lang="zh-CN"/>
            </a:defPPr>
            <a:lvl1pPr marL="0" algn="l" defTabSz="1194435" rtl="0" eaLnBrk="1" latinLnBrk="0" hangingPunct="1">
              <a:defRPr sz="2400" kern="1200">
                <a:solidFill>
                  <a:schemeClr val="tx1"/>
                </a:solidFill>
                <a:latin typeface="+mn-lt"/>
                <a:ea typeface="+mn-ea"/>
                <a:cs typeface="+mn-cs"/>
              </a:defRPr>
            </a:lvl1pPr>
            <a:lvl2pPr marL="597535" algn="l" defTabSz="1194435" rtl="0" eaLnBrk="1" latinLnBrk="0" hangingPunct="1">
              <a:defRPr sz="2400" kern="1200">
                <a:solidFill>
                  <a:schemeClr val="tx1"/>
                </a:solidFill>
                <a:latin typeface="+mn-lt"/>
                <a:ea typeface="+mn-ea"/>
                <a:cs typeface="+mn-cs"/>
              </a:defRPr>
            </a:lvl2pPr>
            <a:lvl3pPr marL="1194435" algn="l" defTabSz="1194435" rtl="0" eaLnBrk="1" latinLnBrk="0" hangingPunct="1">
              <a:defRPr sz="2400" kern="1200">
                <a:solidFill>
                  <a:schemeClr val="tx1"/>
                </a:solidFill>
                <a:latin typeface="+mn-lt"/>
                <a:ea typeface="+mn-ea"/>
                <a:cs typeface="+mn-cs"/>
              </a:defRPr>
            </a:lvl3pPr>
            <a:lvl4pPr marL="1791970" algn="l" defTabSz="1194435" rtl="0" eaLnBrk="1" latinLnBrk="0" hangingPunct="1">
              <a:defRPr sz="2400" kern="1200">
                <a:solidFill>
                  <a:schemeClr val="tx1"/>
                </a:solidFill>
                <a:latin typeface="+mn-lt"/>
                <a:ea typeface="+mn-ea"/>
                <a:cs typeface="+mn-cs"/>
              </a:defRPr>
            </a:lvl4pPr>
            <a:lvl5pPr marL="2388870" algn="l" defTabSz="1194435" rtl="0" eaLnBrk="1" latinLnBrk="0" hangingPunct="1">
              <a:defRPr sz="2400" kern="1200">
                <a:solidFill>
                  <a:schemeClr val="tx1"/>
                </a:solidFill>
                <a:latin typeface="+mn-lt"/>
                <a:ea typeface="+mn-ea"/>
                <a:cs typeface="+mn-cs"/>
              </a:defRPr>
            </a:lvl5pPr>
            <a:lvl6pPr marL="2986405" algn="l" defTabSz="1194435" rtl="0" eaLnBrk="1" latinLnBrk="0" hangingPunct="1">
              <a:defRPr sz="2400" kern="1200">
                <a:solidFill>
                  <a:schemeClr val="tx1"/>
                </a:solidFill>
                <a:latin typeface="+mn-lt"/>
                <a:ea typeface="+mn-ea"/>
                <a:cs typeface="+mn-cs"/>
              </a:defRPr>
            </a:lvl6pPr>
            <a:lvl7pPr marL="3583305" algn="l" defTabSz="1194435" rtl="0" eaLnBrk="1" latinLnBrk="0" hangingPunct="1">
              <a:defRPr sz="2400" kern="1200">
                <a:solidFill>
                  <a:schemeClr val="tx1"/>
                </a:solidFill>
                <a:latin typeface="+mn-lt"/>
                <a:ea typeface="+mn-ea"/>
                <a:cs typeface="+mn-cs"/>
              </a:defRPr>
            </a:lvl7pPr>
            <a:lvl8pPr marL="4180840" algn="l" defTabSz="1194435" rtl="0" eaLnBrk="1" latinLnBrk="0" hangingPunct="1">
              <a:defRPr sz="2400" kern="1200">
                <a:solidFill>
                  <a:schemeClr val="tx1"/>
                </a:solidFill>
                <a:latin typeface="+mn-lt"/>
                <a:ea typeface="+mn-ea"/>
                <a:cs typeface="+mn-cs"/>
              </a:defRPr>
            </a:lvl8pPr>
            <a:lvl9pPr marL="4777740" algn="l" defTabSz="1194435" rtl="0" eaLnBrk="1" latinLnBrk="0" hangingPunct="1">
              <a:defRPr sz="2400" kern="1200">
                <a:solidFill>
                  <a:schemeClr val="tx1"/>
                </a:solidFill>
                <a:latin typeface="+mn-lt"/>
                <a:ea typeface="+mn-ea"/>
                <a:cs typeface="+mn-cs"/>
              </a:defRPr>
            </a:lvl9pPr>
          </a:lstStyle>
          <a:p>
            <a:pPr algn="r"/>
            <a:fld id="{0C913308-F349-4B6D-A68A-DD1791B4A57B}" type="slidenum">
              <a:rPr lang="zh-CN" altLang="en-US" sz="1095" b="1" smtClean="0">
                <a:solidFill>
                  <a:schemeClr val="bg1"/>
                </a:solidFill>
                <a:latin typeface="Calibri" panose="020F0502020204030204"/>
                <a:ea typeface="宋体" panose="02010600030101010101" pitchFamily="2" charset="-122"/>
              </a:rPr>
            </a:fld>
            <a:endParaRPr lang="zh-CN" altLang="en-US" sz="1095" b="1">
              <a:solidFill>
                <a:schemeClr val="bg1"/>
              </a:solidFill>
              <a:latin typeface="Calibri" panose="020F0502020204030204"/>
              <a:ea typeface="宋体" panose="02010600030101010101" pitchFamily="2" charset="-122"/>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1185863" y="1026974"/>
            <a:ext cx="6772275" cy="2435364"/>
          </a:xfrm>
          <a:custGeom>
            <a:avLst/>
            <a:gdLst>
              <a:gd name="connsiteX0" fmla="*/ 0 w 9029700"/>
              <a:gd name="connsiteY0" fmla="*/ 0 h 3247152"/>
              <a:gd name="connsiteX1" fmla="*/ 9029700 w 9029700"/>
              <a:gd name="connsiteY1" fmla="*/ 0 h 3247152"/>
              <a:gd name="connsiteX2" fmla="*/ 9029700 w 9029700"/>
              <a:gd name="connsiteY2" fmla="*/ 3247152 h 3247152"/>
              <a:gd name="connsiteX3" fmla="*/ 0 w 9029700"/>
              <a:gd name="connsiteY3" fmla="*/ 3247152 h 3247152"/>
            </a:gdLst>
            <a:ahLst/>
            <a:cxnLst>
              <a:cxn ang="0">
                <a:pos x="connsiteX0" y="connsiteY0"/>
              </a:cxn>
              <a:cxn ang="0">
                <a:pos x="connsiteX1" y="connsiteY1"/>
              </a:cxn>
              <a:cxn ang="0">
                <a:pos x="connsiteX2" y="connsiteY2"/>
              </a:cxn>
              <a:cxn ang="0">
                <a:pos x="connsiteX3" y="connsiteY3"/>
              </a:cxn>
            </a:cxnLst>
            <a:rect l="l" t="t" r="r" b="b"/>
            <a:pathLst>
              <a:path w="9029700" h="3247152">
                <a:moveTo>
                  <a:pt x="0" y="0"/>
                </a:moveTo>
                <a:lnTo>
                  <a:pt x="9029700" y="0"/>
                </a:lnTo>
                <a:lnTo>
                  <a:pt x="9029700" y="3247152"/>
                </a:lnTo>
                <a:lnTo>
                  <a:pt x="0" y="3247152"/>
                </a:lnTo>
                <a:close/>
              </a:path>
            </a:pathLst>
          </a:custGeom>
        </p:spPr>
        <p:txBody>
          <a:bodyPr wrap="square">
            <a:noAutofit/>
          </a:bodyPr>
          <a:lstStyle/>
          <a:p>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381929" y="105792"/>
            <a:ext cx="6858000" cy="396013"/>
          </a:xfrm>
          <a:prstGeom prst="rect">
            <a:avLst/>
          </a:prstGeom>
        </p:spPr>
        <p:txBody>
          <a:bodyPr anchor="b"/>
          <a:lstStyle>
            <a:lvl1pPr algn="l">
              <a:defRPr sz="2100" b="1">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a:t>点击添加标题（微软雅黑加粗</a:t>
            </a:r>
            <a:r>
              <a:rPr lang="en-US" altLang="zh-CN"/>
              <a:t>28</a:t>
            </a:r>
            <a:r>
              <a:rPr lang="zh-CN" altLang="en-US"/>
              <a:t>号字）</a:t>
            </a:r>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6" name="灯片编号占位符 5"/>
          <p:cNvSpPr>
            <a:spLocks noGrp="1"/>
          </p:cNvSpPr>
          <p:nvPr>
            <p:ph type="sldNum" sz="quarter" idx="4"/>
          </p:nvPr>
        </p:nvSpPr>
        <p:spPr>
          <a:xfrm>
            <a:off x="8766078" y="4852885"/>
            <a:ext cx="377930" cy="279406"/>
          </a:xfrm>
          <a:prstGeom prst="rect">
            <a:avLst/>
          </a:prstGeom>
        </p:spPr>
        <p:txBody>
          <a:bodyPr vert="horz" lIns="93196" tIns="46599" rIns="93196" bIns="46599" rtlCol="0" anchor="ctr"/>
          <a:lstStyle>
            <a:lvl1pPr algn="r">
              <a:defRPr sz="900">
                <a:solidFill>
                  <a:schemeClr val="tx1"/>
                </a:solidFill>
                <a:latin typeface="方正小标宋_GBK" panose="02000000000000000000" charset="-122"/>
                <a:ea typeface="方正小标宋_GBK" panose="02000000000000000000" charset="-122"/>
                <a:cs typeface="方正小标宋_GBK" panose="02000000000000000000" charset="-122"/>
                <a:sym typeface="方正小标宋_GBK" panose="02000000000000000000" charset="-122"/>
              </a:defRPr>
            </a:lvl1pPr>
          </a:lstStyle>
          <a:p>
            <a:fld id="{D9031528-5AE3-48B4-B7AE-562877B1C66F}" type="slidenum">
              <a:rPr lang="zh-CN" altLang="en-US" smtClean="0">
                <a:solidFill>
                  <a:srgbClr val="000000"/>
                </a:solidFill>
              </a:rPr>
            </a:fld>
            <a:endParaRPr lang="zh-CN" altLang="en-US" dirty="0">
              <a:solidFill>
                <a:srgbClr val="000000"/>
              </a:solidFill>
            </a:endParaRPr>
          </a:p>
        </p:txBody>
      </p:sp>
      <p:pic>
        <p:nvPicPr>
          <p:cNvPr id="23" name="图片 22"/>
          <p:cNvPicPr>
            <a:picLocks noChangeAspect="1"/>
          </p:cNvPicPr>
          <p:nvPr userDrawn="1"/>
        </p:nvPicPr>
        <p:blipFill>
          <a:blip r:embed="rId2" cstate="screen"/>
          <a:stretch>
            <a:fillRect/>
          </a:stretch>
        </p:blipFill>
        <p:spPr>
          <a:xfrm>
            <a:off x="7727950" y="54362"/>
            <a:ext cx="1416050" cy="496832"/>
          </a:xfrm>
          <a:prstGeom prst="rect">
            <a:avLst/>
          </a:prstGeom>
        </p:spPr>
      </p:pic>
      <p:sp>
        <p:nvSpPr>
          <p:cNvPr id="25" name="矩形 24"/>
          <p:cNvSpPr/>
          <p:nvPr userDrawn="1"/>
        </p:nvSpPr>
        <p:spPr>
          <a:xfrm>
            <a:off x="1" y="108725"/>
            <a:ext cx="225812" cy="3881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微软雅黑" panose="020B0503020204020204" pitchFamily="34" charset="-122"/>
            </a:endParaRPr>
          </a:p>
        </p:txBody>
      </p:sp>
      <p:sp>
        <p:nvSpPr>
          <p:cNvPr id="26" name="矩形 25"/>
          <p:cNvSpPr/>
          <p:nvPr userDrawn="1"/>
        </p:nvSpPr>
        <p:spPr>
          <a:xfrm>
            <a:off x="259266" y="108725"/>
            <a:ext cx="100361" cy="3881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微软雅黑" panose="020B0503020204020204" pitchFamily="34" charset="-122"/>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标题">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
            </p:custData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spid="_x0000_s5133" name="think-cell 幻灯片" r:id="rId3" imgW="12700" imgH="12700" progId="TCLayout.ActiveDocument.1">
                  <p:embed/>
                </p:oleObj>
              </mc:Choice>
              <mc:Fallback>
                <p:oleObj name="think-cell 幻灯片" r:id="rId3" imgW="12700" imgH="12700" progId="TCLayout.ActiveDocument.1">
                  <p:embed/>
                  <p:pic>
                    <p:nvPicPr>
                      <p:cNvPr id="0" name="对象 6" hidden="1"/>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3" name="矩形 2" hidden="1"/>
          <p:cNvSpPr/>
          <p:nvPr userDrawn="1">
            <p:custDataLst>
              <p:tags r:id="rId5"/>
            </p:custDataLst>
          </p:nvPr>
        </p:nvSpPr>
        <p:spPr>
          <a:xfrm>
            <a:off x="0" y="0"/>
            <a:ext cx="119063" cy="119063"/>
          </a:xfrm>
          <a:prstGeom prst="rect">
            <a:avLst/>
          </a:prstGeom>
          <a:solidFill>
            <a:srgbClr val="DBCF4D">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685800" rtl="0" eaLnBrk="1" fontAlgn="auto" latinLnBrk="0" hangingPunct="1">
              <a:lnSpc>
                <a:spcPct val="90000"/>
              </a:lnSpc>
              <a:spcBef>
                <a:spcPct val="0"/>
              </a:spcBef>
              <a:spcAft>
                <a:spcPct val="0"/>
              </a:spcAft>
              <a:buClrTx/>
              <a:buSzTx/>
              <a:buFontTx/>
              <a:buNone/>
              <a:defRPr/>
            </a:pPr>
            <a:endParaRPr kumimoji="0" lang="en-US" altLang="zh-CN" sz="1800" b="1" i="0" u="none" strike="noStrike" kern="1200" cap="none" spc="0" normalizeH="0" baseline="0" noProof="0" dirty="0">
              <a:ln>
                <a:noFill/>
              </a:ln>
              <a:solidFill>
                <a:srgbClr val="FFFFFF"/>
              </a:solidFill>
              <a:effectLst/>
              <a:uLnTx/>
              <a:uFillTx/>
              <a:latin typeface="Arial" panose="020B0604020202020204" pitchFamily="34" charset="0"/>
              <a:ea typeface="华文楷体" panose="02010600040101010101" pitchFamily="2" charset="-122"/>
              <a:cs typeface="+mn-cs"/>
              <a:sym typeface="Arial" panose="020B0604020202020204" pitchFamily="34" charset="0"/>
            </a:endParaRPr>
          </a:p>
        </p:txBody>
      </p:sp>
      <p:sp>
        <p:nvSpPr>
          <p:cNvPr id="19" name="灯片编号占位符 5"/>
          <p:cNvSpPr txBox="1"/>
          <p:nvPr userDrawn="1"/>
        </p:nvSpPr>
        <p:spPr>
          <a:xfrm>
            <a:off x="6652259" y="4796909"/>
            <a:ext cx="2182416" cy="154786"/>
          </a:xfrm>
          <a:prstGeom prst="rect">
            <a:avLst/>
          </a:prstGeom>
        </p:spPr>
        <p:txBody>
          <a:bodyPr vert="horz" lIns="68580" tIns="0" rIns="68580" bIns="34290" rtlCol="0" anchor="b" anchorCtr="0"/>
          <a:lstStyle>
            <a:defPPr>
              <a:defRPr lang="zh-CN"/>
            </a:defPPr>
            <a:lvl1pPr marL="0" algn="r" defTabSz="914400" rtl="0" eaLnBrk="1" latinLnBrk="0" hangingPunct="1">
              <a:defRPr sz="10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685800" rtl="0" eaLnBrk="1" fontAlgn="auto" latinLnBrk="0" hangingPunct="1">
              <a:lnSpc>
                <a:spcPct val="100000"/>
              </a:lnSpc>
              <a:spcBef>
                <a:spcPts val="0"/>
              </a:spcBef>
              <a:spcAft>
                <a:spcPts val="0"/>
              </a:spcAft>
              <a:buClrTx/>
              <a:buSzTx/>
              <a:buFontTx/>
              <a:buNone/>
              <a:defRPr/>
            </a:pPr>
            <a:endParaRPr kumimoji="0" lang="zh-CN" altLang="en-US" sz="900" b="1" i="0" u="none" strike="noStrike" kern="1200" cap="none" spc="0" normalizeH="0" baseline="0" noProof="0" dirty="0">
              <a:ln>
                <a:noFill/>
              </a:ln>
              <a:solidFill>
                <a:srgbClr val="000000">
                  <a:lumMod val="50000"/>
                  <a:lumOff val="50000"/>
                </a:srgbClr>
              </a:solidFill>
              <a:effectLst/>
              <a:uLnTx/>
              <a:uFillTx/>
              <a:latin typeface="Arial" panose="020B0604020202020204"/>
              <a:ea typeface="微软雅黑" panose="020B0503020204020204" pitchFamily="34" charset="-122"/>
              <a:cs typeface="+mn-cs"/>
            </a:endParaRPr>
          </a:p>
        </p:txBody>
      </p:sp>
      <p:cxnSp>
        <p:nvCxnSpPr>
          <p:cNvPr id="22" name="直接连接符 21"/>
          <p:cNvCxnSpPr/>
          <p:nvPr userDrawn="1"/>
        </p:nvCxnSpPr>
        <p:spPr>
          <a:xfrm>
            <a:off x="128631" y="771525"/>
            <a:ext cx="886678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标题 5"/>
          <p:cNvSpPr>
            <a:spLocks noGrp="1"/>
          </p:cNvSpPr>
          <p:nvPr>
            <p:ph type="title" hasCustomPrompt="1"/>
          </p:nvPr>
        </p:nvSpPr>
        <p:spPr>
          <a:xfrm>
            <a:off x="128631" y="91440"/>
            <a:ext cx="8511735" cy="634365"/>
          </a:xfrm>
          <a:prstGeom prst="rect">
            <a:avLst/>
          </a:prstGeom>
        </p:spPr>
        <p:txBody>
          <a:bodyPr anchor="b"/>
          <a:lstStyle>
            <a:lvl1pPr>
              <a:defRPr>
                <a:solidFill>
                  <a:schemeClr val="tx1"/>
                </a:solidFill>
              </a:defRPr>
            </a:lvl1pPr>
          </a:lstStyle>
          <a:p>
            <a:r>
              <a:rPr lang="zh-CN" altLang="en-US" dirty="0"/>
              <a:t>标题</a:t>
            </a:r>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369219"/>
            <a:ext cx="7886700" cy="326350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28650" y="4767263"/>
            <a:ext cx="2057400" cy="273844"/>
          </a:xfrm>
        </p:spPr>
        <p:txBody>
          <a:bodyPr/>
          <a:lstStyle/>
          <a:p>
            <a:endParaRPr lang="zh-CN" altLang="en-US"/>
          </a:p>
        </p:txBody>
      </p:sp>
      <p:sp>
        <p:nvSpPr>
          <p:cNvPr id="5" name="页脚占位符 4"/>
          <p:cNvSpPr>
            <a:spLocks noGrp="1"/>
          </p:cNvSpPr>
          <p:nvPr>
            <p:ph type="ftr" sz="quarter" idx="11"/>
          </p:nvPr>
        </p:nvSpPr>
        <p:spPr>
          <a:xfrm>
            <a:off x="3028950" y="4767263"/>
            <a:ext cx="3086100" cy="273844"/>
          </a:xfrm>
        </p:spPr>
        <p:txBody>
          <a:bodyPr/>
          <a:lstStyle/>
          <a:p>
            <a:endParaRPr lang="zh-CN" altLang="en-US"/>
          </a:p>
        </p:txBody>
      </p:sp>
      <p:sp>
        <p:nvSpPr>
          <p:cNvPr id="6" name="灯片编号占位符 5"/>
          <p:cNvSpPr>
            <a:spLocks noGrp="1"/>
          </p:cNvSpPr>
          <p:nvPr>
            <p:ph type="sldNum" sz="quarter" idx="12"/>
          </p:nvPr>
        </p:nvSpPr>
        <p:spPr>
          <a:xfrm>
            <a:off x="6457950" y="4767263"/>
            <a:ext cx="2057400" cy="273844"/>
          </a:xfrm>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_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74222" y="206234"/>
            <a:ext cx="8174186" cy="409575"/>
          </a:xfrm>
          <a:prstGeom prst="rect">
            <a:avLst/>
          </a:prstGeom>
        </p:spPr>
        <p:txBody>
          <a:bodyPr/>
          <a:lstStyle>
            <a:lvl1pPr>
              <a:defRPr>
                <a:ea typeface="华文楷体" panose="02010600040101010101" pitchFamily="2" charset="-122"/>
              </a:defRPr>
            </a:lvl1pPr>
          </a:lstStyle>
          <a:p>
            <a:r>
              <a:rPr lang="zh-CN" altLang="en-US"/>
              <a:t>页面大标题字号建议（</a:t>
            </a:r>
            <a:r>
              <a:rPr lang="en-US" altLang="zh-CN"/>
              <a:t>28-36</a:t>
            </a:r>
            <a:r>
              <a:rPr lang="zh-CN" altLang="en-US"/>
              <a:t>）</a:t>
            </a:r>
            <a:endParaRPr lang="zh-CN" altLang="en-US"/>
          </a:p>
        </p:txBody>
      </p:sp>
      <p:sp>
        <p:nvSpPr>
          <p:cNvPr id="3" name="灯片编号占位符 2"/>
          <p:cNvSpPr>
            <a:spLocks noGrp="1"/>
          </p:cNvSpPr>
          <p:nvPr>
            <p:ph type="sldNum" sz="quarter" idx="10"/>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DDF9430A-368E-4BA7-A12C-B810A2A12E73}"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245B03C-B245-45D1-A7CB-5B8328D7C57F}"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2097"/>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A0059514-E267-47CA-8B0C-9A561E22A960}"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69219"/>
            <a:ext cx="3886200" cy="326350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29150" y="1369219"/>
            <a:ext cx="3886200" cy="326350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942DE04-E360-4297-82EE-413DB1190431}"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9841"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29841" y="1878806"/>
            <a:ext cx="3868340" cy="2763441"/>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8806"/>
            <a:ext cx="3887391" cy="2763441"/>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CE36C5C-3337-4C94-BA4B-6196EA2E262B}"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0067AD9-8D7D-4FCA-9676-4D022D232FF6}"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D899701-3A8E-4A7B-85BE-A694682553A2}"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C45F4A3C-95D4-4C20-800E-C2CD4CC560F3}"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CD9B75EC-4F51-4730-9C8F-8F54604E281B}"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5B5C871-8AC6-4450-A59F-09E16F73496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3844"/>
            <a:ext cx="5800725" cy="4358879"/>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826EC98-A91B-461E-B801-A4DA1A1A2EF9}"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DCB050-A3DA-4976-918E-4DC09AD04C88}" type="slidenum">
              <a:rPr lang="zh-CN" altLang="en-US" smtClean="0"/>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381929" y="105792"/>
            <a:ext cx="6858000" cy="396013"/>
          </a:xfrm>
          <a:prstGeom prst="rect">
            <a:avLst/>
          </a:prstGeom>
        </p:spPr>
        <p:txBody>
          <a:bodyPr anchor="b"/>
          <a:lstStyle>
            <a:lvl1pPr algn="l">
              <a:defRPr sz="2100" b="1">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a:t>点击添加标题（微软雅黑加粗</a:t>
            </a:r>
            <a:r>
              <a:rPr lang="en-US" altLang="zh-CN"/>
              <a:t>28</a:t>
            </a:r>
            <a:r>
              <a:rPr lang="zh-CN" altLang="en-US"/>
              <a:t>号字）</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5" Type="http://schemas.openxmlformats.org/officeDocument/2006/relationships/theme" Target="../theme/theme3.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0.xml"/><Relationship Id="rId8" Type="http://schemas.openxmlformats.org/officeDocument/2006/relationships/slideLayout" Target="../slideLayouts/slideLayout39.xml"/><Relationship Id="rId7" Type="http://schemas.openxmlformats.org/officeDocument/2006/relationships/slideLayout" Target="../slideLayouts/slideLayout38.xml"/><Relationship Id="rId6" Type="http://schemas.openxmlformats.org/officeDocument/2006/relationships/slideLayout" Target="../slideLayouts/slideLayout37.xml"/><Relationship Id="rId5" Type="http://schemas.openxmlformats.org/officeDocument/2006/relationships/slideLayout" Target="../slideLayouts/slideLayout36.xml"/><Relationship Id="rId4" Type="http://schemas.openxmlformats.org/officeDocument/2006/relationships/slideLayout" Target="../slideLayouts/slideLayout35.xml"/><Relationship Id="rId3" Type="http://schemas.openxmlformats.org/officeDocument/2006/relationships/slideLayout" Target="../slideLayouts/slideLayout34.xml"/><Relationship Id="rId2" Type="http://schemas.openxmlformats.org/officeDocument/2006/relationships/slideLayout" Target="../slideLayouts/slideLayout33.xml"/><Relationship Id="rId13" Type="http://schemas.openxmlformats.org/officeDocument/2006/relationships/theme" Target="../theme/theme4.xml"/><Relationship Id="rId12" Type="http://schemas.openxmlformats.org/officeDocument/2006/relationships/image" Target="../media/image7.png"/><Relationship Id="rId11" Type="http://schemas.openxmlformats.org/officeDocument/2006/relationships/slideLayout" Target="../slideLayouts/slideLayout42.xml"/><Relationship Id="rId10" Type="http://schemas.openxmlformats.org/officeDocument/2006/relationships/slideLayout" Target="../slideLayouts/slideLayout41.xml"/><Relationship Id="rId1"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1.xml"/><Relationship Id="rId8" Type="http://schemas.openxmlformats.org/officeDocument/2006/relationships/slideLayout" Target="../slideLayouts/slideLayout50.xml"/><Relationship Id="rId7" Type="http://schemas.openxmlformats.org/officeDocument/2006/relationships/slideLayout" Target="../slideLayouts/slideLayout49.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 Id="rId3" Type="http://schemas.openxmlformats.org/officeDocument/2006/relationships/slideLayout" Target="../slideLayouts/slideLayout45.xml"/><Relationship Id="rId2" Type="http://schemas.openxmlformats.org/officeDocument/2006/relationships/slideLayout" Target="../slideLayouts/slideLayout44.xml"/><Relationship Id="rId14" Type="http://schemas.openxmlformats.org/officeDocument/2006/relationships/theme" Target="../theme/theme5.xml"/><Relationship Id="rId13" Type="http://schemas.openxmlformats.org/officeDocument/2006/relationships/image" Target="../media/image7.png"/><Relationship Id="rId12" Type="http://schemas.openxmlformats.org/officeDocument/2006/relationships/slideLayout" Target="../slideLayouts/slideLayout54.xml"/><Relationship Id="rId11" Type="http://schemas.openxmlformats.org/officeDocument/2006/relationships/slideLayout" Target="../slideLayouts/slideLayout53.xml"/><Relationship Id="rId10" Type="http://schemas.openxmlformats.org/officeDocument/2006/relationships/slideLayout" Target="../slideLayouts/slideLayout52.xml"/><Relationship Id="rId1" Type="http://schemas.openxmlformats.org/officeDocument/2006/relationships/slideLayout" Target="../slideLayouts/slideLayout43.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3.xml"/><Relationship Id="rId8" Type="http://schemas.openxmlformats.org/officeDocument/2006/relationships/slideLayout" Target="../slideLayouts/slideLayout62.xml"/><Relationship Id="rId7" Type="http://schemas.openxmlformats.org/officeDocument/2006/relationships/slideLayout" Target="../slideLayouts/slideLayout61.xml"/><Relationship Id="rId6" Type="http://schemas.openxmlformats.org/officeDocument/2006/relationships/slideLayout" Target="../slideLayouts/slideLayout60.xml"/><Relationship Id="rId5" Type="http://schemas.openxmlformats.org/officeDocument/2006/relationships/slideLayout" Target="../slideLayouts/slideLayout59.xml"/><Relationship Id="rId4" Type="http://schemas.openxmlformats.org/officeDocument/2006/relationships/slideLayout" Target="../slideLayouts/slideLayout58.xml"/><Relationship Id="rId3" Type="http://schemas.openxmlformats.org/officeDocument/2006/relationships/slideLayout" Target="../slideLayouts/slideLayout57.xml"/><Relationship Id="rId2" Type="http://schemas.openxmlformats.org/officeDocument/2006/relationships/slideLayout" Target="../slideLayouts/slideLayout56.xml"/><Relationship Id="rId15" Type="http://schemas.openxmlformats.org/officeDocument/2006/relationships/theme" Target="../theme/theme6.xml"/><Relationship Id="rId14" Type="http://schemas.openxmlformats.org/officeDocument/2006/relationships/image" Target="../media/image12.jpeg"/><Relationship Id="rId13" Type="http://schemas.openxmlformats.org/officeDocument/2006/relationships/slideLayout" Target="../slideLayouts/slideLayout67.xml"/><Relationship Id="rId12" Type="http://schemas.openxmlformats.org/officeDocument/2006/relationships/slideLayout" Target="../slideLayouts/slideLayout66.xml"/><Relationship Id="rId11" Type="http://schemas.openxmlformats.org/officeDocument/2006/relationships/slideLayout" Target="../slideLayouts/slideLayout65.xml"/><Relationship Id="rId10" Type="http://schemas.openxmlformats.org/officeDocument/2006/relationships/slideLayout" Target="../slideLayouts/slideLayout64.xml"/><Relationship Id="rId1"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EAEE30A1-106A-4B30-ADE4-7B2F65C18E1A}" type="datetimeFigureOut">
              <a:rPr lang="zh-CN" altLang="en-US" smtClean="0"/>
            </a:fld>
            <a:endParaRPr lang="zh-CN" altLang="en-US"/>
          </a:p>
        </p:txBody>
      </p:sp>
      <p:sp>
        <p:nvSpPr>
          <p:cNvPr id="5" name="页脚占位符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8CA43E90-475C-4844-9E62-7E8131F01FA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灯片编号占位符 5"/>
          <p:cNvSpPr>
            <a:spLocks noGrp="1"/>
          </p:cNvSpPr>
          <p:nvPr>
            <p:ph type="sldNum" sz="quarter" idx="4"/>
          </p:nvPr>
        </p:nvSpPr>
        <p:spPr>
          <a:xfrm>
            <a:off x="8766078" y="4538488"/>
            <a:ext cx="377930" cy="279406"/>
          </a:xfrm>
          <a:prstGeom prst="rect">
            <a:avLst/>
          </a:prstGeom>
        </p:spPr>
        <p:txBody>
          <a:bodyPr vert="horz" lIns="93196" tIns="46599" rIns="93196" bIns="46599" rtlCol="0" anchor="ctr"/>
          <a:lstStyle>
            <a:lvl1pPr algn="r">
              <a:defRPr sz="900">
                <a:solidFill>
                  <a:schemeClr val="tx1"/>
                </a:solidFill>
                <a:latin typeface="方正准圆简体" panose="03000509000000000000" pitchFamily="2" charset="-122"/>
                <a:ea typeface="方正准圆简体" panose="03000509000000000000" pitchFamily="2" charset="-122"/>
                <a:cs typeface="Arial" panose="020B0604020202020204" pitchFamily="34" charset="0"/>
              </a:defRPr>
            </a:lvl1pPr>
          </a:lstStyle>
          <a:p>
            <a:fld id="{D9031528-5AE3-48B4-B7AE-562877B1C66F}" type="slidenum">
              <a:rPr lang="zh-CN" altLang="en-US" smtClean="0">
                <a:solidFill>
                  <a:srgbClr val="000000"/>
                </a:solidFill>
              </a:rPr>
            </a:fld>
            <a:endParaRPr lang="zh-CN" altLang="en-US" dirty="0">
              <a:solidFill>
                <a:srgbClr val="000000"/>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ftr="0" dt="0"/>
  <p:txStyles>
    <p:titleStyle>
      <a:lvl1pPr algn="l" defTabSz="685165"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165"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3715" indent="-171450" algn="l" defTabSz="685165"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6615" indent="-171450" algn="l" defTabSz="685165"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19888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1145"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4045"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631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6921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1475"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165" rtl="0" eaLnBrk="1" latinLnBrk="0" hangingPunct="1">
        <a:defRPr sz="1350" kern="1200">
          <a:solidFill>
            <a:schemeClr val="tx1"/>
          </a:solidFill>
          <a:latin typeface="+mn-lt"/>
          <a:ea typeface="+mn-ea"/>
          <a:cs typeface="+mn-cs"/>
        </a:defRPr>
      </a:lvl1pPr>
      <a:lvl2pPr marL="342265" algn="l" defTabSz="685165" rtl="0" eaLnBrk="1" latinLnBrk="0" hangingPunct="1">
        <a:defRPr sz="1350" kern="1200">
          <a:solidFill>
            <a:schemeClr val="tx1"/>
          </a:solidFill>
          <a:latin typeface="+mn-lt"/>
          <a:ea typeface="+mn-ea"/>
          <a:cs typeface="+mn-cs"/>
        </a:defRPr>
      </a:lvl2pPr>
      <a:lvl3pPr marL="685165" algn="l" defTabSz="685165" rtl="0" eaLnBrk="1" latinLnBrk="0" hangingPunct="1">
        <a:defRPr sz="1350" kern="1200">
          <a:solidFill>
            <a:schemeClr val="tx1"/>
          </a:solidFill>
          <a:latin typeface="+mn-lt"/>
          <a:ea typeface="+mn-ea"/>
          <a:cs typeface="+mn-cs"/>
        </a:defRPr>
      </a:lvl3pPr>
      <a:lvl4pPr marL="1027430" algn="l" defTabSz="685165" rtl="0" eaLnBrk="1" latinLnBrk="0" hangingPunct="1">
        <a:defRPr sz="1350" kern="1200">
          <a:solidFill>
            <a:schemeClr val="tx1"/>
          </a:solidFill>
          <a:latin typeface="+mn-lt"/>
          <a:ea typeface="+mn-ea"/>
          <a:cs typeface="+mn-cs"/>
        </a:defRPr>
      </a:lvl4pPr>
      <a:lvl5pPr marL="1370330" algn="l" defTabSz="685165" rtl="0" eaLnBrk="1" latinLnBrk="0" hangingPunct="1">
        <a:defRPr sz="1350" kern="1200">
          <a:solidFill>
            <a:schemeClr val="tx1"/>
          </a:solidFill>
          <a:latin typeface="+mn-lt"/>
          <a:ea typeface="+mn-ea"/>
          <a:cs typeface="+mn-cs"/>
        </a:defRPr>
      </a:lvl5pPr>
      <a:lvl6pPr marL="1712595" algn="l" defTabSz="685165" rtl="0" eaLnBrk="1" latinLnBrk="0" hangingPunct="1">
        <a:defRPr sz="1350" kern="1200">
          <a:solidFill>
            <a:schemeClr val="tx1"/>
          </a:solidFill>
          <a:latin typeface="+mn-lt"/>
          <a:ea typeface="+mn-ea"/>
          <a:cs typeface="+mn-cs"/>
        </a:defRPr>
      </a:lvl6pPr>
      <a:lvl7pPr marL="2055495" algn="l" defTabSz="685165" rtl="0" eaLnBrk="1" latinLnBrk="0" hangingPunct="1">
        <a:defRPr sz="1350" kern="1200">
          <a:solidFill>
            <a:schemeClr val="tx1"/>
          </a:solidFill>
          <a:latin typeface="+mn-lt"/>
          <a:ea typeface="+mn-ea"/>
          <a:cs typeface="+mn-cs"/>
        </a:defRPr>
      </a:lvl7pPr>
      <a:lvl8pPr marL="2397760" algn="l" defTabSz="685165" rtl="0" eaLnBrk="1" latinLnBrk="0" hangingPunct="1">
        <a:defRPr sz="1350" kern="1200">
          <a:solidFill>
            <a:schemeClr val="tx1"/>
          </a:solidFill>
          <a:latin typeface="+mn-lt"/>
          <a:ea typeface="+mn-ea"/>
          <a:cs typeface="+mn-cs"/>
        </a:defRPr>
      </a:lvl8pPr>
      <a:lvl9pPr marL="2740025" algn="l" defTabSz="685165"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文本框 1"/>
          <p:cNvSpPr txBox="1"/>
          <p:nvPr userDrawn="1"/>
        </p:nvSpPr>
        <p:spPr>
          <a:xfrm>
            <a:off x="3238500" y="2228850"/>
            <a:ext cx="2667000" cy="196208"/>
          </a:xfrm>
          <a:prstGeom prst="rect">
            <a:avLst/>
          </a:prstGeom>
          <a:noFill/>
        </p:spPr>
        <p:txBody>
          <a:bodyPr wrap="square" rtlCol="0">
            <a:spAutoFit/>
          </a:bodyPr>
          <a:lstStyle/>
          <a:p>
            <a:r>
              <a:rPr lang="zh-CN" altLang="en-US" sz="225" dirty="0">
                <a:solidFill>
                  <a:schemeClr val="bg1">
                    <a:alpha val="0"/>
                  </a:schemeClr>
                </a:solidFill>
                <a:latin typeface="微软雅黑" panose="020B0503020204020204" pitchFamily="34" charset="-122"/>
                <a:ea typeface="微软雅黑" panose="020B0503020204020204" pitchFamily="34" charset="-122"/>
                <a:sym typeface="+mn-ea"/>
              </a:rPr>
              <a:t>感谢您下载包图网平台上提供的</a:t>
            </a:r>
            <a:r>
              <a:rPr lang="en-US" altLang="zh-CN" sz="225" dirty="0">
                <a:solidFill>
                  <a:schemeClr val="bg1">
                    <a:alpha val="0"/>
                  </a:schemeClr>
                </a:solidFill>
                <a:latin typeface="微软雅黑" panose="020B0503020204020204" pitchFamily="34" charset="-122"/>
                <a:ea typeface="微软雅黑" panose="020B0503020204020204" pitchFamily="34" charset="-122"/>
                <a:sym typeface="+mn-ea"/>
              </a:rPr>
              <a:t>PPT</a:t>
            </a:r>
            <a:r>
              <a:rPr lang="zh-CN" altLang="en-US" sz="225" dirty="0">
                <a:solidFill>
                  <a:schemeClr val="bg1">
                    <a:alpha val="0"/>
                  </a:schemeClr>
                </a:solidFill>
                <a:latin typeface="微软雅黑" panose="020B0503020204020204" pitchFamily="34" charset="-122"/>
                <a:ea typeface="微软雅黑" panose="020B0503020204020204" pitchFamily="34" charset="-122"/>
                <a:sym typeface="+mn-ea"/>
              </a:rPr>
              <a:t>作品，为了您和包图网以及原创作者的利益，请勿复制、传播、销售，否则将承担法律责任！包图网将对作品进行维权，按照传播下载次数进行十倍的索取赔偿！</a:t>
            </a:r>
            <a:endParaRPr lang="zh-CN" altLang="en-US" sz="225" dirty="0">
              <a:solidFill>
                <a:schemeClr val="bg1">
                  <a:alpha val="0"/>
                </a:schemeClr>
              </a:solidFill>
              <a:latin typeface="微软雅黑" panose="020B0503020204020204" pitchFamily="34" charset="-122"/>
              <a:ea typeface="微软雅黑" panose="020B0503020204020204" pitchFamily="34" charset="-122"/>
              <a:sym typeface="+mn-ea"/>
            </a:endParaRPr>
          </a:p>
          <a:p>
            <a:r>
              <a:rPr lang="en-US" altLang="zh-CN" sz="450" dirty="0">
                <a:solidFill>
                  <a:schemeClr val="bg1">
                    <a:alpha val="0"/>
                  </a:schemeClr>
                </a:solidFill>
                <a:latin typeface="微软雅黑" panose="020B0503020204020204" pitchFamily="34" charset="-122"/>
                <a:ea typeface="微软雅黑" panose="020B0503020204020204" pitchFamily="34" charset="-122"/>
                <a:sym typeface="+mn-ea"/>
              </a:rPr>
              <a:t>ibaotu.com</a:t>
            </a:r>
            <a:endParaRPr lang="en-US" altLang="zh-CN" sz="450" dirty="0">
              <a:solidFill>
                <a:schemeClr val="bg1">
                  <a:alpha val="0"/>
                </a:schemeClr>
              </a:solidFill>
              <a:latin typeface="微软雅黑" panose="020B0503020204020204" pitchFamily="34" charset="-122"/>
              <a:ea typeface="微软雅黑" panose="020B0503020204020204" pitchFamily="34" charset="-122"/>
              <a:sym typeface="+mn-ea"/>
            </a:endParaRPr>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灯片编号占位符 5"/>
          <p:cNvSpPr txBox="1"/>
          <p:nvPr userDrawn="1"/>
        </p:nvSpPr>
        <p:spPr>
          <a:xfrm>
            <a:off x="8766078" y="4852885"/>
            <a:ext cx="377930" cy="279406"/>
          </a:xfrm>
          <a:prstGeom prst="rect">
            <a:avLst/>
          </a:prstGeom>
        </p:spPr>
        <p:txBody>
          <a:bodyPr vert="horz" lIns="69897" tIns="34949" rIns="69897" bIns="34949" rtlCol="0" anchor="ctr"/>
          <a:lstStyle>
            <a:defPPr>
              <a:defRPr lang="zh-CN"/>
            </a:defPPr>
            <a:lvl1pPr marL="0" algn="r" defTabSz="913130" rtl="0" eaLnBrk="1" latinLnBrk="0" hangingPunct="1">
              <a:defRPr sz="1200" kern="1200">
                <a:solidFill>
                  <a:schemeClr val="tx1"/>
                </a:solidFill>
                <a:latin typeface="方正准圆简体" panose="03000509000000000000" pitchFamily="2" charset="-122"/>
                <a:ea typeface="方正准圆简体" panose="03000509000000000000" pitchFamily="2" charset="-122"/>
                <a:cs typeface="Arial" panose="020B0604020202020204" pitchFamily="34" charset="0"/>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70330" algn="l" defTabSz="913130" rtl="0" eaLnBrk="1" latinLnBrk="0" hangingPunct="1">
              <a:defRPr sz="1800" kern="1200">
                <a:solidFill>
                  <a:schemeClr val="tx1"/>
                </a:solidFill>
                <a:latin typeface="+mn-lt"/>
                <a:ea typeface="+mn-ea"/>
                <a:cs typeface="+mn-cs"/>
              </a:defRPr>
            </a:lvl4pPr>
            <a:lvl5pPr marL="1826895" algn="l" defTabSz="913130" rtl="0" eaLnBrk="1" latinLnBrk="0" hangingPunct="1">
              <a:defRPr sz="1800" kern="1200">
                <a:solidFill>
                  <a:schemeClr val="tx1"/>
                </a:solidFill>
                <a:latin typeface="+mn-lt"/>
                <a:ea typeface="+mn-ea"/>
                <a:cs typeface="+mn-cs"/>
              </a:defRPr>
            </a:lvl5pPr>
            <a:lvl6pPr marL="2283460" algn="l" defTabSz="913130" rtl="0" eaLnBrk="1" latinLnBrk="0" hangingPunct="1">
              <a:defRPr sz="1800" kern="1200">
                <a:solidFill>
                  <a:schemeClr val="tx1"/>
                </a:solidFill>
                <a:latin typeface="+mn-lt"/>
                <a:ea typeface="+mn-ea"/>
                <a:cs typeface="+mn-cs"/>
              </a:defRPr>
            </a:lvl6pPr>
            <a:lvl7pPr marL="2740025" algn="l" defTabSz="913130" rtl="0" eaLnBrk="1" latinLnBrk="0" hangingPunct="1">
              <a:defRPr sz="1800" kern="1200">
                <a:solidFill>
                  <a:schemeClr val="tx1"/>
                </a:solidFill>
                <a:latin typeface="+mn-lt"/>
                <a:ea typeface="+mn-ea"/>
                <a:cs typeface="+mn-cs"/>
              </a:defRPr>
            </a:lvl7pPr>
            <a:lvl8pPr marL="3197225" algn="l" defTabSz="913130" rtl="0" eaLnBrk="1" latinLnBrk="0" hangingPunct="1">
              <a:defRPr sz="1800" kern="1200">
                <a:solidFill>
                  <a:schemeClr val="tx1"/>
                </a:solidFill>
                <a:latin typeface="+mn-lt"/>
                <a:ea typeface="+mn-ea"/>
                <a:cs typeface="+mn-cs"/>
              </a:defRPr>
            </a:lvl8pPr>
            <a:lvl9pPr marL="3653790" algn="l" defTabSz="913130" rtl="0" eaLnBrk="1" latinLnBrk="0" hangingPunct="1">
              <a:defRPr sz="1800" kern="1200">
                <a:solidFill>
                  <a:schemeClr val="tx1"/>
                </a:solidFill>
                <a:latin typeface="+mn-lt"/>
                <a:ea typeface="+mn-ea"/>
                <a:cs typeface="+mn-cs"/>
              </a:defRPr>
            </a:lvl9pPr>
          </a:lstStyle>
          <a:p>
            <a:pPr marL="0" marR="0" lvl="0" indent="0" algn="r" defTabSz="685165" rtl="0" eaLnBrk="1" fontAlgn="auto" latinLnBrk="0" hangingPunct="1">
              <a:lnSpc>
                <a:spcPct val="100000"/>
              </a:lnSpc>
              <a:spcBef>
                <a:spcPts val="0"/>
              </a:spcBef>
              <a:spcAft>
                <a:spcPts val="0"/>
              </a:spcAft>
              <a:buClrTx/>
              <a:buSzTx/>
              <a:buFontTx/>
              <a:buNone/>
              <a:defRPr/>
            </a:pPr>
            <a:fld id="{D9031528-5AE3-48B4-B7AE-562877B1C66F}" type="slidenum">
              <a:rPr kumimoji="0" lang="zh-CN" altLang="en-US" sz="900" b="0" i="0" u="none" strike="noStrike" kern="1200" cap="none" spc="0" normalizeH="0" baseline="0" noProof="0" smtClean="0">
                <a:ln>
                  <a:noFill/>
                </a:ln>
                <a:solidFill>
                  <a:srgbClr val="000000"/>
                </a:solidFill>
                <a:effectLst/>
                <a:uLnTx/>
                <a:uFillTx/>
                <a:latin typeface="方正小标宋_GBK" panose="02000000000000000000" charset="-122"/>
                <a:ea typeface="方正小标宋_GBK" panose="02000000000000000000" charset="-122"/>
                <a:cs typeface="方正小标宋_GBK" panose="02000000000000000000" charset="-122"/>
                <a:sym typeface="方正小标宋_GBK" panose="02000000000000000000" charset="-122"/>
              </a:rPr>
            </a:fld>
            <a:endParaRPr kumimoji="0" lang="zh-CN" altLang="en-US" sz="900" b="0" i="0" u="none" strike="noStrike" kern="1200" cap="none" spc="0" normalizeH="0" baseline="0" noProof="0" dirty="0">
              <a:ln>
                <a:noFill/>
              </a:ln>
              <a:solidFill>
                <a:srgbClr val="000000"/>
              </a:solidFill>
              <a:effectLst/>
              <a:uLnTx/>
              <a:uFillTx/>
              <a:latin typeface="方正小标宋_GBK" panose="02000000000000000000" charset="-122"/>
              <a:ea typeface="方正小标宋_GBK" panose="02000000000000000000" charset="-122"/>
              <a:cs typeface="方正小标宋_GBK" panose="02000000000000000000" charset="-122"/>
              <a:sym typeface="方正小标宋_GBK" panose="02000000000000000000" charset="-122"/>
            </a:endParaRPr>
          </a:p>
        </p:txBody>
      </p:sp>
      <p:pic>
        <p:nvPicPr>
          <p:cNvPr id="13" name="图片 12"/>
          <p:cNvPicPr>
            <a:picLocks noChangeAspect="1"/>
          </p:cNvPicPr>
          <p:nvPr userDrawn="1"/>
        </p:nvPicPr>
        <p:blipFill>
          <a:blip r:embed="rId12" cstate="screen"/>
          <a:stretch>
            <a:fillRect/>
          </a:stretch>
        </p:blipFill>
        <p:spPr>
          <a:xfrm>
            <a:off x="7727950" y="54362"/>
            <a:ext cx="1416050" cy="496832"/>
          </a:xfrm>
          <a:prstGeom prst="rect">
            <a:avLst/>
          </a:prstGeom>
        </p:spPr>
      </p:pic>
      <p:sp>
        <p:nvSpPr>
          <p:cNvPr id="15" name="矩形 14"/>
          <p:cNvSpPr/>
          <p:nvPr userDrawn="1"/>
        </p:nvSpPr>
        <p:spPr>
          <a:xfrm>
            <a:off x="1" y="108725"/>
            <a:ext cx="225812" cy="388107"/>
          </a:xfrm>
          <a:prstGeom prst="rect">
            <a:avLst/>
          </a:prstGeom>
          <a:solidFill>
            <a:srgbClr val="F05A23"/>
          </a:solidFill>
          <a:ln w="12700" cap="flat" cmpd="sng" algn="ctr">
            <a:noFill/>
            <a:prstDash val="solid"/>
            <a:miter lim="800000"/>
          </a:ln>
          <a:effectLst/>
        </p:spPr>
        <p:txBody>
          <a:bodyPr rtlCol="0" anchor="ctr"/>
          <a:lstStyle/>
          <a:p>
            <a:pPr marL="0" marR="0" lvl="0" indent="0" algn="ctr" defTabSz="685165"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微软雅黑" panose="020B0503020204020204" pitchFamily="34" charset="-122"/>
              <a:ea typeface="黑体" panose="02010609060101010101" pitchFamily="49" charset="-122"/>
              <a:cs typeface="微软雅黑" panose="020B0503020204020204" pitchFamily="34" charset="-122"/>
            </a:endParaRPr>
          </a:p>
        </p:txBody>
      </p:sp>
      <p:sp>
        <p:nvSpPr>
          <p:cNvPr id="16" name="矩形 15"/>
          <p:cNvSpPr/>
          <p:nvPr userDrawn="1"/>
        </p:nvSpPr>
        <p:spPr>
          <a:xfrm>
            <a:off x="259266" y="108725"/>
            <a:ext cx="100361" cy="388107"/>
          </a:xfrm>
          <a:prstGeom prst="rect">
            <a:avLst/>
          </a:prstGeom>
          <a:solidFill>
            <a:srgbClr val="F05A23"/>
          </a:solidFill>
          <a:ln w="12700" cap="flat" cmpd="sng" algn="ctr">
            <a:noFill/>
            <a:prstDash val="solid"/>
            <a:miter lim="800000"/>
          </a:ln>
          <a:effectLst/>
        </p:spPr>
        <p:txBody>
          <a:bodyPr rtlCol="0" anchor="ctr"/>
          <a:lstStyle/>
          <a:p>
            <a:pPr marL="0" marR="0" lvl="0" indent="0" algn="ctr" defTabSz="685165"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微软雅黑" panose="020B0503020204020204" pitchFamily="34" charset="-122"/>
              <a:ea typeface="黑体" panose="02010609060101010101" pitchFamily="49" charset="-122"/>
              <a:cs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灯片编号占位符 5"/>
          <p:cNvSpPr txBox="1"/>
          <p:nvPr userDrawn="1"/>
        </p:nvSpPr>
        <p:spPr>
          <a:xfrm>
            <a:off x="8766078" y="4852885"/>
            <a:ext cx="377930" cy="279406"/>
          </a:xfrm>
          <a:prstGeom prst="rect">
            <a:avLst/>
          </a:prstGeom>
        </p:spPr>
        <p:txBody>
          <a:bodyPr vert="horz" lIns="69897" tIns="34949" rIns="69897" bIns="34949" rtlCol="0" anchor="ctr"/>
          <a:lstStyle>
            <a:defPPr>
              <a:defRPr lang="zh-CN"/>
            </a:defPPr>
            <a:lvl1pPr marL="0" algn="r" defTabSz="913130" rtl="0" eaLnBrk="1" latinLnBrk="0" hangingPunct="1">
              <a:defRPr sz="1200" kern="1200">
                <a:solidFill>
                  <a:schemeClr val="tx1"/>
                </a:solidFill>
                <a:latin typeface="方正准圆简体" panose="03000509000000000000" pitchFamily="2" charset="-122"/>
                <a:ea typeface="方正准圆简体" panose="03000509000000000000" pitchFamily="2" charset="-122"/>
                <a:cs typeface="Arial" panose="020B0604020202020204" pitchFamily="34" charset="0"/>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70330" algn="l" defTabSz="913130" rtl="0" eaLnBrk="1" latinLnBrk="0" hangingPunct="1">
              <a:defRPr sz="1800" kern="1200">
                <a:solidFill>
                  <a:schemeClr val="tx1"/>
                </a:solidFill>
                <a:latin typeface="+mn-lt"/>
                <a:ea typeface="+mn-ea"/>
                <a:cs typeface="+mn-cs"/>
              </a:defRPr>
            </a:lvl4pPr>
            <a:lvl5pPr marL="1826895" algn="l" defTabSz="913130" rtl="0" eaLnBrk="1" latinLnBrk="0" hangingPunct="1">
              <a:defRPr sz="1800" kern="1200">
                <a:solidFill>
                  <a:schemeClr val="tx1"/>
                </a:solidFill>
                <a:latin typeface="+mn-lt"/>
                <a:ea typeface="+mn-ea"/>
                <a:cs typeface="+mn-cs"/>
              </a:defRPr>
            </a:lvl5pPr>
            <a:lvl6pPr marL="2283460" algn="l" defTabSz="913130" rtl="0" eaLnBrk="1" latinLnBrk="0" hangingPunct="1">
              <a:defRPr sz="1800" kern="1200">
                <a:solidFill>
                  <a:schemeClr val="tx1"/>
                </a:solidFill>
                <a:latin typeface="+mn-lt"/>
                <a:ea typeface="+mn-ea"/>
                <a:cs typeface="+mn-cs"/>
              </a:defRPr>
            </a:lvl6pPr>
            <a:lvl7pPr marL="2740025" algn="l" defTabSz="913130" rtl="0" eaLnBrk="1" latinLnBrk="0" hangingPunct="1">
              <a:defRPr sz="1800" kern="1200">
                <a:solidFill>
                  <a:schemeClr val="tx1"/>
                </a:solidFill>
                <a:latin typeface="+mn-lt"/>
                <a:ea typeface="+mn-ea"/>
                <a:cs typeface="+mn-cs"/>
              </a:defRPr>
            </a:lvl7pPr>
            <a:lvl8pPr marL="3197225" algn="l" defTabSz="913130" rtl="0" eaLnBrk="1" latinLnBrk="0" hangingPunct="1">
              <a:defRPr sz="1800" kern="1200">
                <a:solidFill>
                  <a:schemeClr val="tx1"/>
                </a:solidFill>
                <a:latin typeface="+mn-lt"/>
                <a:ea typeface="+mn-ea"/>
                <a:cs typeface="+mn-cs"/>
              </a:defRPr>
            </a:lvl8pPr>
            <a:lvl9pPr marL="3653790" algn="l" defTabSz="913130" rtl="0" eaLnBrk="1" latinLnBrk="0" hangingPunct="1">
              <a:defRPr sz="1800" kern="1200">
                <a:solidFill>
                  <a:schemeClr val="tx1"/>
                </a:solidFill>
                <a:latin typeface="+mn-lt"/>
                <a:ea typeface="+mn-ea"/>
                <a:cs typeface="+mn-cs"/>
              </a:defRPr>
            </a:lvl9pPr>
          </a:lstStyle>
          <a:p>
            <a:pPr marL="0" marR="0" lvl="0" indent="0" algn="r" defTabSz="685165" rtl="0" eaLnBrk="1" fontAlgn="auto" latinLnBrk="0" hangingPunct="1">
              <a:lnSpc>
                <a:spcPct val="100000"/>
              </a:lnSpc>
              <a:spcBef>
                <a:spcPts val="0"/>
              </a:spcBef>
              <a:spcAft>
                <a:spcPts val="0"/>
              </a:spcAft>
              <a:buClrTx/>
              <a:buSzTx/>
              <a:buFontTx/>
              <a:buNone/>
              <a:defRPr/>
            </a:pPr>
            <a:fld id="{D9031528-5AE3-48B4-B7AE-562877B1C66F}" type="slidenum">
              <a:rPr kumimoji="0" lang="zh-CN" altLang="en-US" sz="900" b="0" i="0" u="none" strike="noStrike" kern="1200" cap="none" spc="0" normalizeH="0" baseline="0" noProof="0" smtClean="0">
                <a:ln>
                  <a:noFill/>
                </a:ln>
                <a:solidFill>
                  <a:srgbClr val="000000"/>
                </a:solidFill>
                <a:effectLst/>
                <a:uLnTx/>
                <a:uFillTx/>
                <a:latin typeface="方正小标宋_GBK" panose="02000000000000000000" charset="-122"/>
                <a:ea typeface="方正小标宋_GBK" panose="02000000000000000000" charset="-122"/>
                <a:cs typeface="方正小标宋_GBK" panose="02000000000000000000" charset="-122"/>
                <a:sym typeface="方正小标宋_GBK" panose="02000000000000000000" charset="-122"/>
              </a:rPr>
            </a:fld>
            <a:endParaRPr kumimoji="0" lang="zh-CN" altLang="en-US" sz="900" b="0" i="0" u="none" strike="noStrike" kern="1200" cap="none" spc="0" normalizeH="0" baseline="0" noProof="0" dirty="0">
              <a:ln>
                <a:noFill/>
              </a:ln>
              <a:solidFill>
                <a:srgbClr val="000000"/>
              </a:solidFill>
              <a:effectLst/>
              <a:uLnTx/>
              <a:uFillTx/>
              <a:latin typeface="方正小标宋_GBK" panose="02000000000000000000" charset="-122"/>
              <a:ea typeface="方正小标宋_GBK" panose="02000000000000000000" charset="-122"/>
              <a:cs typeface="方正小标宋_GBK" panose="02000000000000000000" charset="-122"/>
              <a:sym typeface="方正小标宋_GBK" panose="02000000000000000000" charset="-122"/>
            </a:endParaRPr>
          </a:p>
        </p:txBody>
      </p:sp>
      <p:pic>
        <p:nvPicPr>
          <p:cNvPr id="13" name="图片 12"/>
          <p:cNvPicPr>
            <a:picLocks noChangeAspect="1"/>
          </p:cNvPicPr>
          <p:nvPr userDrawn="1"/>
        </p:nvPicPr>
        <p:blipFill>
          <a:blip r:embed="rId13" cstate="screen"/>
          <a:stretch>
            <a:fillRect/>
          </a:stretch>
        </p:blipFill>
        <p:spPr>
          <a:xfrm>
            <a:off x="7727950" y="54362"/>
            <a:ext cx="1416050" cy="496832"/>
          </a:xfrm>
          <a:prstGeom prst="rect">
            <a:avLst/>
          </a:prstGeom>
        </p:spPr>
      </p:pic>
      <p:sp>
        <p:nvSpPr>
          <p:cNvPr id="15" name="矩形 14"/>
          <p:cNvSpPr/>
          <p:nvPr userDrawn="1"/>
        </p:nvSpPr>
        <p:spPr>
          <a:xfrm>
            <a:off x="1" y="108725"/>
            <a:ext cx="225812" cy="388107"/>
          </a:xfrm>
          <a:prstGeom prst="rect">
            <a:avLst/>
          </a:prstGeom>
          <a:solidFill>
            <a:srgbClr val="F05A23"/>
          </a:solidFill>
          <a:ln w="12700" cap="flat" cmpd="sng" algn="ctr">
            <a:noFill/>
            <a:prstDash val="solid"/>
            <a:miter lim="800000"/>
          </a:ln>
          <a:effectLst/>
        </p:spPr>
        <p:txBody>
          <a:bodyPr rtlCol="0" anchor="ctr"/>
          <a:lstStyle/>
          <a:p>
            <a:pPr marL="0" marR="0" lvl="0" indent="0" algn="ctr" defTabSz="685165"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微软雅黑" panose="020B0503020204020204" pitchFamily="34" charset="-122"/>
              <a:ea typeface="黑体" panose="02010609060101010101" pitchFamily="49" charset="-122"/>
              <a:cs typeface="微软雅黑" panose="020B0503020204020204" pitchFamily="34" charset="-122"/>
            </a:endParaRPr>
          </a:p>
        </p:txBody>
      </p:sp>
      <p:sp>
        <p:nvSpPr>
          <p:cNvPr id="16" name="矩形 15"/>
          <p:cNvSpPr/>
          <p:nvPr userDrawn="1"/>
        </p:nvSpPr>
        <p:spPr>
          <a:xfrm>
            <a:off x="259266" y="108725"/>
            <a:ext cx="100361" cy="388107"/>
          </a:xfrm>
          <a:prstGeom prst="rect">
            <a:avLst/>
          </a:prstGeom>
          <a:solidFill>
            <a:srgbClr val="F05A23"/>
          </a:solidFill>
          <a:ln w="12700" cap="flat" cmpd="sng" algn="ctr">
            <a:noFill/>
            <a:prstDash val="solid"/>
            <a:miter lim="800000"/>
          </a:ln>
          <a:effectLst/>
        </p:spPr>
        <p:txBody>
          <a:bodyPr rtlCol="0" anchor="ctr"/>
          <a:lstStyle/>
          <a:p>
            <a:pPr marL="0" marR="0" lvl="0" indent="0" algn="ctr" defTabSz="685165"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微软雅黑" panose="020B0503020204020204" pitchFamily="34" charset="-122"/>
              <a:ea typeface="黑体" panose="02010609060101010101" pitchFamily="49" charset="-122"/>
              <a:cs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a:xfrm>
            <a:off x="0" y="1"/>
            <a:ext cx="9143999" cy="5144018"/>
          </a:xfrm>
          <a:prstGeom prst="rect">
            <a:avLst/>
          </a:prstGeom>
        </p:spPr>
      </p:pic>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CFB11A6-FAB5-4A35-8105-9CDB122727B5}" type="datetime1">
              <a:rPr lang="zh-CN" altLang="en-US" smtClean="0"/>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1050" b="1">
                <a:solidFill>
                  <a:schemeClr val="bg1">
                    <a:lumMod val="50000"/>
                  </a:schemeClr>
                </a:solidFill>
                <a:latin typeface="方正准圆简体" panose="03000509000000000000" pitchFamily="2" charset="-122"/>
                <a:ea typeface="方正准圆简体" panose="03000509000000000000" pitchFamily="2" charset="-122"/>
              </a:defRPr>
            </a:lvl1pPr>
          </a:lstStyle>
          <a:p>
            <a:r>
              <a:rPr lang="en-US" altLang="zh-CN"/>
              <a:t>1</a:t>
            </a:r>
            <a:endParaRPr lang="zh-CN" altLang="en-US"/>
          </a:p>
        </p:txBody>
      </p:sp>
      <p:sp>
        <p:nvSpPr>
          <p:cNvPr id="13" name="页脚占位符 200"/>
          <p:cNvSpPr txBox="1"/>
          <p:nvPr userDrawn="1"/>
        </p:nvSpPr>
        <p:spPr>
          <a:xfrm>
            <a:off x="2553416" y="4896827"/>
            <a:ext cx="4059099" cy="19015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675">
                <a:solidFill>
                  <a:schemeClr val="bg1">
                    <a:lumMod val="50000"/>
                  </a:schemeClr>
                </a:solidFill>
                <a:latin typeface="方正准圆简体" panose="03000509000000000000" pitchFamily="2" charset="-122"/>
                <a:ea typeface="方正准圆简体" panose="03000509000000000000" pitchFamily="2" charset="-122"/>
                <a:cs typeface="宋体" panose="02010600030101010101" pitchFamily="2" charset="-122"/>
              </a:rPr>
              <a:t>（</a:t>
            </a:r>
            <a:r>
              <a:rPr lang="zh-CN" altLang="zh-CN" sz="675">
                <a:solidFill>
                  <a:schemeClr val="bg1">
                    <a:lumMod val="50000"/>
                  </a:schemeClr>
                </a:solidFill>
                <a:latin typeface="方正准圆简体" panose="03000509000000000000" pitchFamily="2" charset="-122"/>
                <a:ea typeface="方正准圆简体" panose="03000509000000000000" pitchFamily="2" charset="-122"/>
                <a:cs typeface="宋体" panose="02010600030101010101" pitchFamily="2" charset="-122"/>
              </a:rPr>
              <a:t>本材料非宣传推介材料，仅供渠道内部交流使用，不得直接向投资者提供</a:t>
            </a:r>
            <a:r>
              <a:rPr lang="zh-CN" altLang="en-US" sz="675">
                <a:solidFill>
                  <a:schemeClr val="bg1">
                    <a:lumMod val="50000"/>
                  </a:schemeClr>
                </a:solidFill>
                <a:latin typeface="方正准圆简体" panose="03000509000000000000" pitchFamily="2" charset="-122"/>
                <a:ea typeface="方正准圆简体" panose="03000509000000000000" pitchFamily="2" charset="-122"/>
                <a:cs typeface="宋体" panose="02010600030101010101" pitchFamily="2" charset="-122"/>
              </a:rPr>
              <a:t>）</a:t>
            </a:r>
            <a:endParaRPr lang="zh-CN" altLang="en-US" sz="675">
              <a:solidFill>
                <a:schemeClr val="bg1">
                  <a:lumMod val="50000"/>
                </a:schemeClr>
              </a:solidFill>
              <a:latin typeface="方正准圆简体" panose="03000509000000000000" pitchFamily="2" charset="-122"/>
              <a:ea typeface="方正准圆简体" panose="03000509000000000000" pitchFamily="2" charset="-122"/>
            </a:endParaRPr>
          </a:p>
          <a:p>
            <a:pPr algn="ctr">
              <a:defRPr/>
            </a:pPr>
            <a:endParaRPr lang="zh-CN" altLang="en-US" sz="375">
              <a:solidFill>
                <a:schemeClr val="bg1">
                  <a:lumMod val="50000"/>
                </a:schemeClr>
              </a:solidFill>
              <a:latin typeface="方正准圆简体" panose="03000509000000000000" pitchFamily="2" charset="-122"/>
              <a:ea typeface="方正准圆简体" panose="03000509000000000000" pitchFamily="2" charset="-122"/>
            </a:endParaRPr>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37.xml"/><Relationship Id="rId3" Type="http://schemas.openxmlformats.org/officeDocument/2006/relationships/image" Target="../media/image7.png"/><Relationship Id="rId2" Type="http://schemas.openxmlformats.org/officeDocument/2006/relationships/image" Target="../media/image14.jpeg"/><Relationship Id="rId1"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32.xml"/><Relationship Id="rId4" Type="http://schemas.openxmlformats.org/officeDocument/2006/relationships/image" Target="../media/image16.png"/><Relationship Id="rId3" Type="http://schemas.openxmlformats.org/officeDocument/2006/relationships/tags" Target="../tags/tag10.xml"/><Relationship Id="rId2" Type="http://schemas.openxmlformats.org/officeDocument/2006/relationships/image" Target="../media/image15.jpeg"/><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2.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9.xml"/><Relationship Id="rId1" Type="http://schemas.openxmlformats.org/officeDocument/2006/relationships/image" Target="../media/image17.emf"/></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9.xml"/><Relationship Id="rId2" Type="http://schemas.openxmlformats.org/officeDocument/2006/relationships/image" Target="../media/image19.emf"/><Relationship Id="rId1" Type="http://schemas.openxmlformats.org/officeDocument/2006/relationships/image" Target="../media/image18.em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9.xml"/><Relationship Id="rId1"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9.xml"/><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9.xml"/><Relationship Id="rId1"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9.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9.xml"/><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image" Target="../media/image23.png"/><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2.xml"/><Relationship Id="rId2" Type="http://schemas.openxmlformats.org/officeDocument/2006/relationships/image" Target="../media/image25.png"/><Relationship Id="rId1" Type="http://schemas.openxmlformats.org/officeDocument/2006/relationships/image" Target="../media/image2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6.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67.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chart" Target="../charts/char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6.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56.xml"/><Relationship Id="rId2" Type="http://schemas.openxmlformats.org/officeDocument/2006/relationships/tags" Target="../tags/tag14.xml"/><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43.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 descr="N:\我的作业\平安基金\PPT\003.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3960" y="3001946"/>
            <a:ext cx="7155974" cy="2086078"/>
          </a:xfrm>
          <a:prstGeom prst="rect">
            <a:avLst/>
          </a:prstGeom>
          <a:noFill/>
          <a:extLst>
            <a:ext uri="{909E8E84-426E-40DD-AFC4-6F175D3DCCD1}">
              <a14:hiddenFill xmlns:a14="http://schemas.microsoft.com/office/drawing/2010/main">
                <a:solidFill>
                  <a:srgbClr val="FFFFFF"/>
                </a:solidFill>
              </a14:hiddenFill>
            </a:ext>
          </a:extLst>
        </p:spPr>
      </p:pic>
      <p:grpSp>
        <p:nvGrpSpPr>
          <p:cNvPr id="73" name="组合 72"/>
          <p:cNvGrpSpPr/>
          <p:nvPr/>
        </p:nvGrpSpPr>
        <p:grpSpPr>
          <a:xfrm>
            <a:off x="1701356" y="2358893"/>
            <a:ext cx="5741290" cy="34289"/>
            <a:chOff x="508001" y="6013978"/>
            <a:chExt cx="7256468" cy="0"/>
          </a:xfrm>
        </p:grpSpPr>
        <p:cxnSp>
          <p:nvCxnSpPr>
            <p:cNvPr id="23" name="直接连接符 22"/>
            <p:cNvCxnSpPr/>
            <p:nvPr/>
          </p:nvCxnSpPr>
          <p:spPr>
            <a:xfrm>
              <a:off x="508001" y="6013978"/>
              <a:ext cx="6066972" cy="0"/>
            </a:xfrm>
            <a:prstGeom prst="line">
              <a:avLst/>
            </a:prstGeom>
            <a:ln>
              <a:solidFill>
                <a:srgbClr val="F05A23"/>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766940" y="6013978"/>
              <a:ext cx="1997529" cy="0"/>
            </a:xfrm>
            <a:prstGeom prst="line">
              <a:avLst/>
            </a:prstGeom>
            <a:ln w="101600">
              <a:solidFill>
                <a:srgbClr val="F05A23"/>
              </a:solidFill>
            </a:ln>
          </p:spPr>
          <p:style>
            <a:lnRef idx="1">
              <a:schemeClr val="accent1"/>
            </a:lnRef>
            <a:fillRef idx="0">
              <a:schemeClr val="accent1"/>
            </a:fillRef>
            <a:effectRef idx="0">
              <a:schemeClr val="accent1"/>
            </a:effectRef>
            <a:fontRef idx="minor">
              <a:schemeClr val="tx1"/>
            </a:fontRef>
          </p:style>
        </p:cxnSp>
      </p:grpSp>
      <p:pic>
        <p:nvPicPr>
          <p:cNvPr id="30" name="图片 29"/>
          <p:cNvPicPr>
            <a:picLocks noChangeAspect="1"/>
          </p:cNvPicPr>
          <p:nvPr/>
        </p:nvPicPr>
        <p:blipFill rotWithShape="1">
          <a:blip r:embed="rId2" cstate="print">
            <a:extLst>
              <a:ext uri="{28A0092B-C50C-407E-A947-70E740481C1C}">
                <a14:useLocalDpi xmlns:a14="http://schemas.microsoft.com/office/drawing/2010/main" val="0"/>
              </a:ext>
            </a:extLst>
          </a:blip>
          <a:srcRect l="9060" t="22248" r="56823" b="67226"/>
          <a:stretch>
            <a:fillRect/>
          </a:stretch>
        </p:blipFill>
        <p:spPr>
          <a:xfrm>
            <a:off x="7377134" y="160320"/>
            <a:ext cx="1525599" cy="335632"/>
          </a:xfrm>
          <a:prstGeom prst="rect">
            <a:avLst/>
          </a:prstGeom>
        </p:spPr>
      </p:pic>
      <p:pic>
        <p:nvPicPr>
          <p:cNvPr id="31" name="图片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54508" y="4467347"/>
            <a:ext cx="1391915" cy="488364"/>
          </a:xfrm>
          <a:prstGeom prst="rect">
            <a:avLst/>
          </a:prstGeom>
        </p:spPr>
      </p:pic>
      <p:sp>
        <p:nvSpPr>
          <p:cNvPr id="11" name="矩形 10"/>
          <p:cNvSpPr/>
          <p:nvPr/>
        </p:nvSpPr>
        <p:spPr>
          <a:xfrm>
            <a:off x="1631633" y="1363967"/>
            <a:ext cx="5811012" cy="1506855"/>
          </a:xfrm>
          <a:prstGeom prst="rect">
            <a:avLst/>
          </a:prstGeom>
        </p:spPr>
        <p:txBody>
          <a:bodyPr wrap="square">
            <a:spAutoFit/>
            <a:scene3d>
              <a:camera prst="orthographicFront"/>
              <a:lightRig rig="threePt" dir="t"/>
            </a:scene3d>
            <a:sp3d contourW="12700"/>
          </a:bodyPr>
          <a:lstStyle/>
          <a:p>
            <a:pPr marL="0" marR="0" lvl="0" indent="0" algn="dist" defTabSz="457200" rtl="0" eaLnBrk="1" fontAlgn="auto" latinLnBrk="0" hangingPunct="1">
              <a:lnSpc>
                <a:spcPct val="200000"/>
              </a:lnSpc>
              <a:spcBef>
                <a:spcPts val="0"/>
              </a:spcBef>
              <a:spcAft>
                <a:spcPts val="0"/>
              </a:spcAft>
              <a:buClrTx/>
              <a:buSzTx/>
              <a:buFontTx/>
              <a:buNone/>
              <a:defRPr/>
            </a:pPr>
            <a:r>
              <a:rPr lang="zh-CN" altLang="en-US" sz="3000" b="1">
                <a:solidFill>
                  <a:srgbClr val="000000">
                    <a:lumMod val="85000"/>
                    <a:lumOff val="15000"/>
                  </a:srgbClr>
                </a:solidFill>
                <a:latin typeface="Century Gothic" panose="020B0502020202020204" pitchFamily="34" charset="0"/>
                <a:ea typeface="微软雅黑" panose="020B0503020204020204" pitchFamily="34" charset="-122"/>
              </a:rPr>
              <a:t>小微盘及宽基指增解决方案</a:t>
            </a:r>
            <a:endParaRPr lang="zh-CN" altLang="en-US" sz="3000" b="1">
              <a:solidFill>
                <a:srgbClr val="000000">
                  <a:lumMod val="85000"/>
                  <a:lumOff val="15000"/>
                </a:srgbClr>
              </a:solidFill>
              <a:latin typeface="Century Gothic" panose="020B0502020202020204" pitchFamily="34" charset="0"/>
              <a:ea typeface="微软雅黑" panose="020B0503020204020204" pitchFamily="34" charset="-122"/>
            </a:endParaRPr>
          </a:p>
          <a:p>
            <a:pPr marL="0" marR="0" lvl="0" indent="0" algn="r" defTabSz="457200" rtl="0" eaLnBrk="1" fontAlgn="auto" latinLnBrk="0" hangingPunct="1">
              <a:lnSpc>
                <a:spcPct val="200000"/>
              </a:lnSpc>
              <a:spcBef>
                <a:spcPts val="0"/>
              </a:spcBef>
              <a:spcAft>
                <a:spcPts val="0"/>
              </a:spcAft>
              <a:buClrTx/>
              <a:buSzTx/>
              <a:buFontTx/>
              <a:buNone/>
              <a:defRPr/>
            </a:pPr>
            <a:r>
              <a:rPr kumimoji="0" lang="zh-CN" altLang="en-US" sz="1600" i="0" u="none" strike="noStrike" kern="1200" cap="none" spc="0" normalizeH="0" baseline="0" noProof="0" dirty="0">
                <a:ln>
                  <a:noFill/>
                </a:ln>
                <a:solidFill>
                  <a:srgbClr val="000000">
                    <a:lumMod val="85000"/>
                    <a:lumOff val="15000"/>
                  </a:srgbClr>
                </a:solidFill>
                <a:effectLst/>
                <a:uLnTx/>
                <a:uFillTx/>
                <a:latin typeface="Century Gothic" panose="020B0502020202020204" pitchFamily="34" charset="0"/>
                <a:ea typeface="微软雅黑" panose="020B0503020204020204" pitchFamily="34" charset="-122"/>
                <a:cs typeface="+mn-cs"/>
              </a:rPr>
              <a:t>王海畅</a:t>
            </a:r>
            <a:endParaRPr kumimoji="0" lang="zh-CN" altLang="en-US" sz="1600" i="0" u="none" strike="noStrike" kern="1200" cap="none" spc="0" normalizeH="0" baseline="0" noProof="0" dirty="0">
              <a:ln>
                <a:noFill/>
              </a:ln>
              <a:solidFill>
                <a:srgbClr val="000000">
                  <a:lumMod val="85000"/>
                  <a:lumOff val="15000"/>
                </a:srgbClr>
              </a:solidFill>
              <a:effectLst/>
              <a:uLnTx/>
              <a:uFillTx/>
              <a:latin typeface="Century Gothic" panose="020B0502020202020204" pitchFamily="34" charset="0"/>
              <a:ea typeface="微软雅黑" panose="020B0503020204020204" pitchFamily="34" charset="-122"/>
              <a:cs typeface="+mn-cs"/>
            </a:endParaRPr>
          </a:p>
        </p:txBody>
      </p:sp>
      <p:sp>
        <p:nvSpPr>
          <p:cNvPr id="3" name="文本框 2"/>
          <p:cNvSpPr txBox="1"/>
          <p:nvPr/>
        </p:nvSpPr>
        <p:spPr>
          <a:xfrm>
            <a:off x="5862208" y="3206258"/>
            <a:ext cx="1580438" cy="275590"/>
          </a:xfrm>
          <a:prstGeom prst="rect">
            <a:avLst/>
          </a:prstGeom>
          <a:noFill/>
        </p:spPr>
        <p:txBody>
          <a:bodyPr wrap="square" rtlCol="0">
            <a:spAutoFit/>
          </a:bodyPr>
          <a:lstStyle/>
          <a:p>
            <a:pPr algn="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05</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月</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 name="标题 1"/>
          <p:cNvSpPr txBox="1"/>
          <p:nvPr/>
        </p:nvSpPr>
        <p:spPr>
          <a:xfrm>
            <a:off x="739616" y="996791"/>
            <a:ext cx="7563803" cy="28365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1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 </a:t>
            </a:r>
            <a:r>
              <a:rPr kumimoji="0" lang="zh-CN" altLang="en-US" sz="1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个人介绍</a:t>
            </a:r>
            <a:endParaRPr kumimoji="0" lang="zh-CN" altLang="en-US" sz="1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1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 </a:t>
            </a:r>
            <a:r>
              <a:rPr kumimoji="0" lang="zh-CN" altLang="en-US" sz="1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微盘风格策略介绍</a:t>
            </a:r>
            <a:endParaRPr kumimoji="0" lang="zh-CN" altLang="en-US" sz="1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1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3. </a:t>
            </a:r>
            <a:r>
              <a:rPr kumimoji="0" lang="zh-CN" altLang="en-US" sz="1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宽基指增策略介绍</a:t>
            </a:r>
            <a:r>
              <a:rPr kumimoji="0" lang="zh-CN" altLang="en-US" sz="12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（以中证</a:t>
            </a:r>
            <a:r>
              <a:rPr kumimoji="0" lang="en-US" altLang="zh-CN" sz="12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A500</a:t>
            </a:r>
            <a:r>
              <a:rPr kumimoji="0" lang="zh-CN" altLang="en-US" sz="12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指增为例）</a:t>
            </a:r>
            <a:endParaRPr kumimoji="0" lang="zh-CN" altLang="en-US" sz="9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1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1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13"/>
          <p:cNvSpPr txBox="1"/>
          <p:nvPr/>
        </p:nvSpPr>
        <p:spPr>
          <a:xfrm>
            <a:off x="3180398" y="145733"/>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 name="标题 1"/>
          <p:cNvSpPr txBox="1"/>
          <p:nvPr/>
        </p:nvSpPr>
        <p:spPr>
          <a:xfrm>
            <a:off x="827405" y="1779905"/>
            <a:ext cx="7564120" cy="541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 </a:t>
            </a:r>
            <a:r>
              <a:rPr kumimoji="0"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个人介绍</a:t>
            </a:r>
            <a:endParaRPr kumimoji="0"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90000"/>
              </a:lnSpc>
              <a:spcBef>
                <a:spcPct val="0"/>
              </a:spcBef>
              <a:spcAft>
                <a:spcPts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90000"/>
              </a:lnSpc>
              <a:spcBef>
                <a:spcPct val="0"/>
              </a:spcBef>
              <a:spcAft>
                <a:spcPts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90000"/>
              </a:lnSpc>
              <a:spcBef>
                <a:spcPct val="0"/>
              </a:spcBef>
              <a:spcAft>
                <a:spcPts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13"/>
          <p:cNvSpPr txBox="1"/>
          <p:nvPr/>
        </p:nvSpPr>
        <p:spPr>
          <a:xfrm>
            <a:off x="3180398" y="145733"/>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表, 漏斗图&#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00" y="-2369"/>
            <a:ext cx="9144000" cy="5143500"/>
          </a:xfrm>
          <a:prstGeom prst="rect">
            <a:avLst/>
          </a:prstGeom>
        </p:spPr>
      </p:pic>
      <p:sp>
        <p:nvSpPr>
          <p:cNvPr id="18" name="矩形 17"/>
          <p:cNvSpPr/>
          <p:nvPr/>
        </p:nvSpPr>
        <p:spPr>
          <a:xfrm>
            <a:off x="733901" y="766286"/>
            <a:ext cx="1811179" cy="3653314"/>
          </a:xfrm>
          <a:prstGeom prst="rect">
            <a:avLst/>
          </a:prstGeom>
          <a:noFill/>
          <a:ln>
            <a:noFill/>
          </a:ln>
          <a:extLst>
            <a:ext uri="{909E8E84-426E-40DD-AFC4-6F175D3DCCD1}">
              <a14:hiddenFill xmlns:a14="http://schemas.microsoft.com/office/drawing/2010/main">
                <a:solidFill>
                  <a:srgbClr val="D8DDE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3919220" y="746125"/>
            <a:ext cx="5224145" cy="1802130"/>
          </a:xfrm>
          <a:prstGeom prst="rect">
            <a:avLst/>
          </a:prstGeom>
        </p:spPr>
        <p:txBody>
          <a:bodyPr wrap="square">
            <a:spAutoFit/>
          </a:bodyPr>
          <a:lstStyle/>
          <a:p>
            <a:pPr marL="171450" marR="0" lvl="0" indent="-171450" algn="just" defTabSz="266700" rtl="0" eaLnBrk="1" fontAlgn="auto" latinLnBrk="0" hangingPunct="1">
              <a:lnSpc>
                <a:spcPct val="150000"/>
              </a:lnSpc>
              <a:spcBef>
                <a:spcPts val="0"/>
              </a:spcBef>
              <a:spcAft>
                <a:spcPts val="0"/>
              </a:spcAft>
              <a:buClr>
                <a:srgbClr val="FF6600"/>
              </a:buClr>
              <a:buSzTx/>
              <a:buFont typeface="Wingdings" panose="05000000000000000000" charset="0"/>
              <a:buChar char="n"/>
              <a:defRPr/>
            </a:pPr>
            <a:r>
              <a:rPr kumimoji="1" lang="zh-CN" altLang="en-US" sz="1000" b="1" i="0" u="none" strike="noStrike" kern="1200" cap="none" spc="0" normalizeH="0" baseline="0" dirty="0">
                <a:solidFill>
                  <a:schemeClr val="tx1"/>
                </a:solidFill>
                <a:latin typeface="方正准圆简体" panose="03000509000000000000" pitchFamily="2" charset="-122"/>
                <a:ea typeface="方正准圆简体" panose="03000509000000000000" pitchFamily="2" charset="-122"/>
              </a:rPr>
              <a:t>研究理念：坚持</a:t>
            </a:r>
            <a:r>
              <a:rPr kumimoji="1" lang="zh-CN" altLang="en-US" sz="1000" b="1" i="0" u="none" strike="noStrike" kern="1200" cap="none" spc="0" normalizeH="0" baseline="0" dirty="0">
                <a:solidFill>
                  <a:srgbClr val="F96015"/>
                </a:solidFill>
                <a:latin typeface="方正准圆简体" panose="03000509000000000000" pitchFamily="2" charset="-122"/>
                <a:ea typeface="方正准圆简体" panose="03000509000000000000" pitchFamily="2" charset="-122"/>
              </a:rPr>
              <a:t>特征</a:t>
            </a:r>
            <a:r>
              <a:rPr kumimoji="1" lang="zh-CN" altLang="en-US" sz="1000" b="1" i="0" u="none" strike="noStrike" kern="1200" cap="none" spc="0" normalizeH="0" baseline="0" dirty="0">
                <a:solidFill>
                  <a:srgbClr val="FF6600"/>
                </a:solidFill>
                <a:latin typeface="方正准圆简体" panose="03000509000000000000" pitchFamily="2" charset="-122"/>
                <a:ea typeface="方正准圆简体" panose="03000509000000000000" pitchFamily="2" charset="-122"/>
              </a:rPr>
              <a:t>工程</a:t>
            </a:r>
            <a:r>
              <a:rPr kumimoji="1" lang="zh-CN" altLang="en-US" sz="1000" b="1" i="0" u="none" strike="noStrike" kern="1200" cap="none" spc="0" normalizeH="0" baseline="0" dirty="0">
                <a:solidFill>
                  <a:schemeClr val="tx1"/>
                </a:solidFill>
                <a:latin typeface="方正准圆简体" panose="03000509000000000000" pitchFamily="2" charset="-122"/>
                <a:ea typeface="方正准圆简体" panose="03000509000000000000" pitchFamily="2" charset="-122"/>
              </a:rPr>
              <a:t>与</a:t>
            </a:r>
            <a:r>
              <a:rPr kumimoji="1" lang="zh-CN" altLang="en-US" sz="1000" b="1" i="0" u="none" strike="noStrike" kern="1200" cap="none" spc="0" normalizeH="0" baseline="0" dirty="0">
                <a:solidFill>
                  <a:srgbClr val="FF6600"/>
                </a:solidFill>
                <a:latin typeface="方正准圆简体" panose="03000509000000000000" pitchFamily="2" charset="-122"/>
                <a:ea typeface="方正准圆简体" panose="03000509000000000000" pitchFamily="2" charset="-122"/>
              </a:rPr>
              <a:t>机器学习算法</a:t>
            </a:r>
            <a:r>
              <a:rPr kumimoji="1" lang="zh-CN" altLang="en-US" sz="1000" b="1" i="0" u="none" strike="noStrike" kern="1200" cap="none" spc="0" normalizeH="0" baseline="0" dirty="0">
                <a:solidFill>
                  <a:schemeClr val="tx1"/>
                </a:solidFill>
                <a:latin typeface="方正准圆简体" panose="03000509000000000000" pitchFamily="2" charset="-122"/>
                <a:ea typeface="方正准圆简体" panose="03000509000000000000" pitchFamily="2" charset="-122"/>
              </a:rPr>
              <a:t>双线推进</a:t>
            </a:r>
            <a:endParaRPr kumimoji="1" lang="zh-CN" altLang="en-US" sz="1000" b="1" i="0" u="none" strike="noStrike" kern="1200" cap="none" spc="0" normalizeH="0" baseline="0" dirty="0">
              <a:solidFill>
                <a:srgbClr val="FF6600"/>
              </a:solidFill>
              <a:latin typeface="方正准圆简体" panose="03000509000000000000" pitchFamily="2" charset="-122"/>
              <a:ea typeface="方正准圆简体" panose="03000509000000000000" pitchFamily="2" charset="-122"/>
            </a:endParaRPr>
          </a:p>
          <a:p>
            <a:pPr marL="171450" marR="0" lvl="0" indent="-171450" algn="just" defTabSz="266700" rtl="0" eaLnBrk="1" fontAlgn="auto" latinLnBrk="0" hangingPunct="1">
              <a:lnSpc>
                <a:spcPct val="150000"/>
              </a:lnSpc>
              <a:spcBef>
                <a:spcPts val="0"/>
              </a:spcBef>
              <a:spcAft>
                <a:spcPts val="0"/>
              </a:spcAft>
              <a:buClr>
                <a:srgbClr val="FF6600"/>
              </a:buClr>
              <a:buSzTx/>
              <a:buFont typeface="Wingdings" panose="05000000000000000000" charset="0"/>
              <a:buChar char="n"/>
              <a:defRPr/>
            </a:pPr>
            <a:r>
              <a:rPr kumimoji="1" lang="zh-CN" altLang="en-US" sz="1000" b="1" i="0" u="none" strike="noStrike" kern="1200" cap="none" spc="0" normalizeH="0" baseline="0" dirty="0">
                <a:solidFill>
                  <a:schemeClr val="tx1"/>
                </a:solidFill>
                <a:latin typeface="方正准圆简体" panose="03000509000000000000" pitchFamily="2" charset="-122"/>
                <a:ea typeface="方正准圆简体" panose="03000509000000000000" pitchFamily="2" charset="-122"/>
              </a:rPr>
              <a:t>投资目标：</a:t>
            </a:r>
            <a:r>
              <a:rPr kumimoji="1" lang="zh-CN" altLang="en-US" sz="1000" b="1" dirty="0">
                <a:latin typeface="方正准圆简体" panose="03000509000000000000" pitchFamily="2" charset="-122"/>
                <a:ea typeface="方正准圆简体" panose="03000509000000000000" pitchFamily="2" charset="-122"/>
                <a:sym typeface="+mn-ea"/>
              </a:rPr>
              <a:t>追求</a:t>
            </a:r>
            <a:r>
              <a:rPr kumimoji="1" lang="zh-CN" altLang="en-US" sz="1000" b="1" dirty="0">
                <a:solidFill>
                  <a:srgbClr val="FF6600"/>
                </a:solidFill>
                <a:latin typeface="方正准圆简体" panose="03000509000000000000" pitchFamily="2" charset="-122"/>
                <a:ea typeface="方正准圆简体" panose="03000509000000000000" pitchFamily="2" charset="-122"/>
                <a:sym typeface="+mn-ea"/>
              </a:rPr>
              <a:t>业绩</a:t>
            </a:r>
            <a:r>
              <a:rPr kumimoji="1" lang="zh-CN" altLang="en-US" sz="1000" b="1" dirty="0">
                <a:latin typeface="方正准圆简体" panose="03000509000000000000" pitchFamily="2" charset="-122"/>
                <a:ea typeface="方正准圆简体" panose="03000509000000000000" pitchFamily="2" charset="-122"/>
                <a:sym typeface="+mn-ea"/>
              </a:rPr>
              <a:t>的同时</a:t>
            </a:r>
            <a:r>
              <a:rPr kumimoji="1" lang="zh-CN" altLang="en-US" sz="1000" b="1" dirty="0">
                <a:solidFill>
                  <a:srgbClr val="FF6600"/>
                </a:solidFill>
                <a:latin typeface="方正准圆简体" panose="03000509000000000000" pitchFamily="2" charset="-122"/>
                <a:ea typeface="方正准圆简体" panose="03000509000000000000" pitchFamily="2" charset="-122"/>
                <a:sym typeface="+mn-ea"/>
              </a:rPr>
              <a:t>兼顾业绩的可解释性</a:t>
            </a:r>
            <a:endParaRPr kumimoji="1" lang="zh-CN" altLang="en-US" sz="1000" b="1" dirty="0">
              <a:solidFill>
                <a:srgbClr val="FF6600"/>
              </a:solidFill>
              <a:latin typeface="方正准圆简体" panose="03000509000000000000" pitchFamily="2" charset="-122"/>
              <a:ea typeface="方正准圆简体" panose="03000509000000000000" pitchFamily="2" charset="-122"/>
              <a:sym typeface="+mn-ea"/>
            </a:endParaRPr>
          </a:p>
          <a:p>
            <a:pPr marL="171450" marR="0" lvl="0" indent="-171450" algn="just" defTabSz="266700" rtl="0" eaLnBrk="1" fontAlgn="auto" latinLnBrk="0" hangingPunct="1">
              <a:lnSpc>
                <a:spcPct val="150000"/>
              </a:lnSpc>
              <a:spcBef>
                <a:spcPts val="0"/>
              </a:spcBef>
              <a:spcAft>
                <a:spcPts val="0"/>
              </a:spcAft>
              <a:buClr>
                <a:srgbClr val="FF6600"/>
              </a:buClr>
              <a:buSzTx/>
              <a:buFont typeface="Wingdings" panose="05000000000000000000" charset="0"/>
              <a:buChar char="n"/>
              <a:defRPr/>
            </a:pPr>
            <a:r>
              <a:rPr kumimoji="1" lang="zh-CN" altLang="en-US" sz="1000" b="1" dirty="0">
                <a:solidFill>
                  <a:schemeClr val="tx1"/>
                </a:solidFill>
                <a:latin typeface="方正准圆简体" panose="03000509000000000000" pitchFamily="2" charset="-122"/>
                <a:ea typeface="方正准圆简体" panose="03000509000000000000" pitchFamily="2" charset="-122"/>
                <a:sym typeface="+mn-ea"/>
              </a:rPr>
              <a:t>工作风格：在</a:t>
            </a:r>
            <a:r>
              <a:rPr kumimoji="1" lang="en-US" altLang="zh-CN" sz="1000" b="1" dirty="0">
                <a:solidFill>
                  <a:schemeClr val="tx1"/>
                </a:solidFill>
                <a:latin typeface="方正准圆简体" panose="03000509000000000000" pitchFamily="2" charset="-122"/>
                <a:ea typeface="方正准圆简体" panose="03000509000000000000" pitchFamily="2" charset="-122"/>
                <a:sym typeface="+mn-ea"/>
              </a:rPr>
              <a:t>AI Agent</a:t>
            </a:r>
            <a:r>
              <a:rPr kumimoji="1" lang="zh-CN" altLang="en-US" sz="1000" b="1" dirty="0">
                <a:solidFill>
                  <a:schemeClr val="tx1"/>
                </a:solidFill>
                <a:latin typeface="方正准圆简体" panose="03000509000000000000" pitchFamily="2" charset="-122"/>
                <a:ea typeface="方正准圆简体" panose="03000509000000000000" pitchFamily="2" charset="-122"/>
                <a:sym typeface="+mn-ea"/>
              </a:rPr>
              <a:t>模式泛滥的时代仍</a:t>
            </a:r>
            <a:r>
              <a:rPr kumimoji="1" lang="zh-CN" altLang="en-US" sz="1000" b="1" dirty="0">
                <a:solidFill>
                  <a:srgbClr val="F96015"/>
                </a:solidFill>
                <a:latin typeface="方正准圆简体" panose="03000509000000000000" pitchFamily="2" charset="-122"/>
                <a:ea typeface="方正准圆简体" panose="03000509000000000000" pitchFamily="2" charset="-122"/>
                <a:sym typeface="+mn-ea"/>
              </a:rPr>
              <a:t>全流程完整把控</a:t>
            </a:r>
            <a:r>
              <a:rPr kumimoji="1" lang="zh-CN" altLang="en-US" sz="1000" b="1" dirty="0">
                <a:solidFill>
                  <a:schemeClr val="tx1"/>
                </a:solidFill>
                <a:latin typeface="方正准圆简体" panose="03000509000000000000" pitchFamily="2" charset="-122"/>
                <a:ea typeface="方正准圆简体" panose="03000509000000000000" pitchFamily="2" charset="-122"/>
                <a:sym typeface="+mn-ea"/>
              </a:rPr>
              <a:t>量化模型搭建</a:t>
            </a:r>
            <a:endParaRPr kumimoji="0" lang="zh-CN" altLang="en-US"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marR="0" lvl="0" indent="-171450" algn="just" defTabSz="266700" rtl="0" eaLnBrk="1" fontAlgn="auto" latinLnBrk="0" hangingPunct="1">
              <a:lnSpc>
                <a:spcPct val="150000"/>
              </a:lnSpc>
              <a:spcBef>
                <a:spcPts val="0"/>
              </a:spcBef>
              <a:spcAft>
                <a:spcPts val="0"/>
              </a:spcAft>
              <a:buClr>
                <a:srgbClr val="FF6600"/>
              </a:buClr>
              <a:buSzTx/>
              <a:buFont typeface="Wingdings" panose="05000000000000000000" charset="0"/>
              <a:buChar char="n"/>
              <a:defRPr/>
            </a:pPr>
            <a:r>
              <a:rPr kumimoji="1" lang="zh-CN" altLang="en-US" sz="1000" b="1" i="0" u="none" strike="noStrike" kern="1200" cap="none" spc="0" normalizeH="0" baseline="0" dirty="0">
                <a:solidFill>
                  <a:schemeClr val="tx1"/>
                </a:solidFill>
                <a:latin typeface="方正准圆简体" panose="03000509000000000000" pitchFamily="2" charset="-122"/>
                <a:ea typeface="方正准圆简体" panose="03000509000000000000" pitchFamily="2" charset="-122"/>
              </a:rPr>
              <a:t>代表产品：</a:t>
            </a:r>
            <a:r>
              <a:rPr kumimoji="1" lang="zh-CN" altLang="en-US" sz="1000" b="1" i="0" u="none" strike="noStrike" kern="1200" cap="none" spc="0" normalizeH="0" baseline="0" dirty="0">
                <a:solidFill>
                  <a:srgbClr val="FF6600"/>
                </a:solidFill>
                <a:latin typeface="方正准圆简体" panose="03000509000000000000" pitchFamily="2" charset="-122"/>
                <a:ea typeface="方正准圆简体" panose="03000509000000000000" pitchFamily="2" charset="-122"/>
              </a:rPr>
              <a:t>诺安多策略（320016）</a:t>
            </a:r>
            <a:r>
              <a:rPr kumimoji="1" lang="zh-CN" altLang="en-US" sz="1000" b="1" i="0" u="none" strike="noStrike" kern="1200" cap="none" spc="0" normalizeH="0" baseline="0" dirty="0">
                <a:solidFill>
                  <a:schemeClr val="tx1"/>
                </a:solidFill>
                <a:latin typeface="方正准圆简体" panose="03000509000000000000" pitchFamily="2" charset="-122"/>
                <a:ea typeface="方正准圆简体" panose="03000509000000000000" pitchFamily="2" charset="-122"/>
              </a:rPr>
              <a:t>，离任时</a:t>
            </a:r>
            <a:r>
              <a:rPr kumimoji="1" lang="zh-CN" altLang="en-US" sz="1000" b="1" i="0" u="none" strike="noStrike" kern="1200" cap="none" spc="0" normalizeH="0" baseline="0" dirty="0">
                <a:solidFill>
                  <a:srgbClr val="F96015"/>
                </a:solidFill>
                <a:latin typeface="方正准圆简体" panose="03000509000000000000" pitchFamily="2" charset="-122"/>
                <a:ea typeface="方正准圆简体" panose="03000509000000000000" pitchFamily="2" charset="-122"/>
              </a:rPr>
              <a:t>规模</a:t>
            </a:r>
            <a:r>
              <a:rPr kumimoji="1" lang="en-US" altLang="zh-CN" sz="1000" b="1" i="0" u="none" strike="noStrike" kern="1200" cap="none" spc="0" normalizeH="0" baseline="0" dirty="0">
                <a:solidFill>
                  <a:srgbClr val="F96015"/>
                </a:solidFill>
                <a:latin typeface="方正准圆简体" panose="03000509000000000000" pitchFamily="2" charset="-122"/>
                <a:ea typeface="方正准圆简体" panose="03000509000000000000" pitchFamily="2" charset="-122"/>
              </a:rPr>
              <a:t>33</a:t>
            </a:r>
            <a:r>
              <a:rPr kumimoji="1" lang="zh-CN" altLang="en-US" sz="1000" b="1" i="0" u="none" strike="noStrike" kern="1200" cap="none" spc="0" normalizeH="0" baseline="0" dirty="0">
                <a:solidFill>
                  <a:srgbClr val="F96015"/>
                </a:solidFill>
                <a:latin typeface="方正准圆简体" panose="03000509000000000000" pitchFamily="2" charset="-122"/>
                <a:ea typeface="方正准圆简体" panose="03000509000000000000" pitchFamily="2" charset="-122"/>
              </a:rPr>
              <a:t>亿元</a:t>
            </a:r>
            <a:endParaRPr kumimoji="1" lang="zh-CN" altLang="en-US" sz="1000" b="1" i="0" u="none" strike="noStrike" kern="1200" cap="none" spc="0" normalizeH="0" baseline="0" dirty="0">
              <a:solidFill>
                <a:schemeClr val="tx1"/>
              </a:solidFill>
              <a:latin typeface="方正准圆简体" panose="03000509000000000000" pitchFamily="2" charset="-122"/>
              <a:ea typeface="方正准圆简体" panose="03000509000000000000" pitchFamily="2" charset="-122"/>
            </a:endParaRPr>
          </a:p>
          <a:p>
            <a:pPr marL="0" marR="0" lvl="0" indent="0" algn="just" defTabSz="266700" rtl="0" eaLnBrk="1" fontAlgn="auto" latinLnBrk="0" hangingPunct="1">
              <a:lnSpc>
                <a:spcPct val="150000"/>
              </a:lnSpc>
              <a:spcBef>
                <a:spcPts val="0"/>
              </a:spcBef>
              <a:spcAft>
                <a:spcPts val="0"/>
              </a:spcAft>
              <a:buClr>
                <a:srgbClr val="FF6600"/>
              </a:buClr>
              <a:buSzTx/>
              <a:buFont typeface="Wingdings" panose="05000000000000000000" charset="0"/>
              <a:buNone/>
              <a:defRPr/>
            </a:pPr>
            <a:endParaRPr kumimoji="0" lang="zh-CN" altLang="en-US" sz="9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285750" marR="0" lvl="0" indent="-285750" algn="just" defTabSz="266700" rtl="0" eaLnBrk="1" fontAlgn="auto" latinLnBrk="0" hangingPunct="1">
              <a:lnSpc>
                <a:spcPct val="130000"/>
              </a:lnSpc>
              <a:spcBef>
                <a:spcPts val="0"/>
              </a:spcBef>
              <a:spcAft>
                <a:spcPts val="0"/>
              </a:spcAft>
              <a:buClr>
                <a:srgbClr val="FF6600"/>
              </a:buClr>
              <a:buSzTx/>
              <a:buFont typeface="Arial" panose="020B0604020202020204" pitchFamily="34" charset="0"/>
              <a:buChar char="•"/>
              <a:defRPr/>
            </a:pPr>
            <a:r>
              <a:rPr kumimoji="1" lang="zh-CN" altLang="en-US" sz="1000" b="1" i="0" u="none" strike="noStrike" kern="1200" cap="none" spc="0" normalizeH="0" baseline="0" dirty="0">
                <a:solidFill>
                  <a:schemeClr val="tx1"/>
                </a:solidFill>
                <a:latin typeface="方正准圆简体" panose="03000509000000000000" pitchFamily="2" charset="-122"/>
                <a:ea typeface="方正准圆简体" panose="03000509000000000000" pitchFamily="2" charset="-122"/>
              </a:rPr>
              <a:t>任职区间：2022.11.03 ~ 2025.11.08</a:t>
            </a:r>
            <a:endParaRPr kumimoji="1" lang="zh-CN" altLang="en-US" sz="1000" b="1" i="0" u="none" strike="noStrike" kern="1200" cap="none" spc="0" normalizeH="0" baseline="0" dirty="0">
              <a:solidFill>
                <a:schemeClr val="tx1"/>
              </a:solidFill>
              <a:latin typeface="方正准圆简体" panose="03000509000000000000" pitchFamily="2" charset="-122"/>
              <a:ea typeface="方正准圆简体" panose="03000509000000000000" pitchFamily="2" charset="-122"/>
            </a:endParaRPr>
          </a:p>
          <a:p>
            <a:pPr marL="285750" marR="0" lvl="0" indent="-285750" algn="just" defTabSz="266700" rtl="0" eaLnBrk="1" fontAlgn="auto" latinLnBrk="0" hangingPunct="1">
              <a:lnSpc>
                <a:spcPct val="130000"/>
              </a:lnSpc>
              <a:spcBef>
                <a:spcPts val="0"/>
              </a:spcBef>
              <a:spcAft>
                <a:spcPts val="0"/>
              </a:spcAft>
              <a:buClr>
                <a:srgbClr val="FF6600"/>
              </a:buClr>
              <a:buSzTx/>
              <a:buFont typeface="Arial" panose="020B0604020202020204" pitchFamily="34" charset="0"/>
              <a:buChar char="•"/>
              <a:defRPr/>
            </a:pPr>
            <a:r>
              <a:rPr kumimoji="1" lang="zh-CN" altLang="en-US" sz="1000" b="1" i="0" u="none" strike="noStrike" kern="1200" cap="none" spc="0" normalizeH="0" baseline="0" dirty="0">
                <a:solidFill>
                  <a:schemeClr val="tx1"/>
                </a:solidFill>
                <a:latin typeface="方正准圆简体" panose="03000509000000000000" pitchFamily="2" charset="-122"/>
                <a:ea typeface="方正准圆简体" panose="03000509000000000000" pitchFamily="2" charset="-122"/>
              </a:rPr>
              <a:t>任职期间基金复权单位净值回报率 75.74%，wind同类排名</a:t>
            </a:r>
            <a:r>
              <a:rPr kumimoji="1" lang="zh-CN" altLang="en-US" sz="1000" b="1" i="0" u="none" strike="noStrike" kern="1200" cap="none" spc="0" normalizeH="0" baseline="0" dirty="0">
                <a:solidFill>
                  <a:srgbClr val="FF6600"/>
                </a:solidFill>
                <a:latin typeface="方正准圆简体" panose="03000509000000000000" pitchFamily="2" charset="-122"/>
                <a:ea typeface="方正准圆简体" panose="03000509000000000000" pitchFamily="2" charset="-122"/>
              </a:rPr>
              <a:t> 105/3222（前5%）</a:t>
            </a:r>
            <a:endParaRPr kumimoji="1" lang="zh-CN" altLang="en-US" sz="1200" b="1" i="0" u="none" strike="noStrike" kern="1200" cap="none" spc="0" normalizeH="0" baseline="0" dirty="0">
              <a:solidFill>
                <a:srgbClr val="FF6600"/>
              </a:solidFill>
              <a:latin typeface="方正准圆简体" panose="03000509000000000000" pitchFamily="2" charset="-122"/>
              <a:ea typeface="方正准圆简体" panose="03000509000000000000" pitchFamily="2" charset="-122"/>
            </a:endParaRPr>
          </a:p>
          <a:p>
            <a:pPr marL="285750" marR="0" lvl="0" indent="-285750" algn="just" defTabSz="266700" rtl="0" eaLnBrk="1" fontAlgn="auto" latinLnBrk="0" hangingPunct="1">
              <a:lnSpc>
                <a:spcPct val="130000"/>
              </a:lnSpc>
              <a:spcBef>
                <a:spcPts val="0"/>
              </a:spcBef>
              <a:spcAft>
                <a:spcPts val="0"/>
              </a:spcAft>
              <a:buClr>
                <a:srgbClr val="FF6600"/>
              </a:buClr>
              <a:buSzTx/>
              <a:buFont typeface="Arial" panose="020B0604020202020204" pitchFamily="34" charset="0"/>
              <a:buChar char="•"/>
              <a:defRPr/>
            </a:pPr>
            <a:endParaRPr kumimoji="0" lang="zh-CN" altLang="en-US" sz="900" b="1" i="0" u="none" strike="noStrike" kern="1200" cap="none" spc="0" normalizeH="0" baseline="0" noProof="0" dirty="0">
              <a:ln>
                <a:noFill/>
              </a:ln>
              <a:solidFill>
                <a:srgbClr val="EA7824"/>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5" name="图表 14"/>
          <p:cNvGraphicFramePr/>
          <p:nvPr/>
        </p:nvGraphicFramePr>
        <p:xfrm>
          <a:off x="3199765" y="2741295"/>
          <a:ext cx="2951480" cy="2397760"/>
        </p:xfrm>
        <a:graphic>
          <a:graphicData uri="http://schemas.openxmlformats.org/drawingml/2006/chart">
            <c:chart xmlns:c="http://schemas.openxmlformats.org/drawingml/2006/chart" xmlns:r="http://schemas.openxmlformats.org/officeDocument/2006/relationships" r:id="rId1"/>
          </a:graphicData>
        </a:graphic>
      </p:graphicFrame>
      <p:sp>
        <p:nvSpPr>
          <p:cNvPr id="20" name="文本框 19"/>
          <p:cNvSpPr txBox="1"/>
          <p:nvPr/>
        </p:nvSpPr>
        <p:spPr>
          <a:xfrm>
            <a:off x="351473" y="2662238"/>
            <a:ext cx="2059781" cy="575945"/>
          </a:xfrm>
          <a:prstGeom prst="rect">
            <a:avLst/>
          </a:prstGeom>
        </p:spPr>
        <p:txBody>
          <a:bodyPr wrap="square">
            <a:spAutoFit/>
          </a:bodyPr>
          <a:lstStyle/>
          <a:p>
            <a:pPr marL="0" marR="0" lvl="0" indent="0" algn="ctr" defTabSz="266700" rtl="0" eaLnBrk="1" fontAlgn="auto" latinLnBrk="0" hangingPunct="1">
              <a:lnSpc>
                <a:spcPct val="150000"/>
              </a:lnSpc>
              <a:spcBef>
                <a:spcPts val="0"/>
              </a:spcBef>
              <a:spcAft>
                <a:spcPts val="0"/>
              </a:spcAft>
              <a:buClr>
                <a:srgbClr val="FF6600"/>
              </a:buClr>
              <a:buSzTx/>
              <a:buFont typeface="Wingdings" panose="05000000000000000000" charset="0"/>
              <a:buNone/>
              <a:defRPr/>
            </a:pPr>
            <a:r>
              <a:rPr kumimoji="0" lang="zh-CN" altLang="en-US" sz="105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基金经理</a:t>
            </a:r>
            <a:r>
              <a:rPr kumimoji="0" lang="zh-CN" altLang="en-US" sz="90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（静默期至</a:t>
            </a:r>
            <a:r>
              <a:rPr kumimoji="0" lang="en-US" altLang="zh-CN" sz="90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2026.05</a:t>
            </a:r>
            <a:r>
              <a:rPr kumimoji="0" lang="zh-CN" altLang="en-US" sz="90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a:t>
            </a:r>
            <a:endParaRPr kumimoji="0" lang="zh-CN" altLang="en-US" sz="105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endParaRPr>
          </a:p>
          <a:p>
            <a:pPr marL="0" marR="0" lvl="0" indent="0" algn="ctr" defTabSz="266700" rtl="0" eaLnBrk="1" fontAlgn="auto" latinLnBrk="0" hangingPunct="1">
              <a:lnSpc>
                <a:spcPct val="150000"/>
              </a:lnSpc>
              <a:spcBef>
                <a:spcPts val="0"/>
              </a:spcBef>
              <a:spcAft>
                <a:spcPts val="0"/>
              </a:spcAft>
              <a:buClr>
                <a:srgbClr val="FF6600"/>
              </a:buClr>
              <a:buSzTx/>
              <a:buFont typeface="Wingdings" panose="05000000000000000000" charset="0"/>
              <a:buNone/>
              <a:defRPr/>
            </a:pPr>
            <a:r>
              <a:rPr kumimoji="0" lang="zh-CN" altLang="en-US" sz="105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王海畅</a:t>
            </a:r>
            <a:endParaRPr kumimoji="0" lang="zh-CN" altLang="en-US" sz="105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endParaRPr>
          </a:p>
        </p:txBody>
      </p:sp>
      <p:sp>
        <p:nvSpPr>
          <p:cNvPr id="14" name="文本框 13"/>
          <p:cNvSpPr txBox="1"/>
          <p:nvPr/>
        </p:nvSpPr>
        <p:spPr>
          <a:xfrm>
            <a:off x="26670" y="5005864"/>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微软雅黑" panose="020B0503020204020204" pitchFamily="34" charset="-122"/>
              </a:rPr>
              <a:t>本材料非基金宣传推介材料，仅供公司内部交流使用，不得直接向投资者提供</a:t>
            </a:r>
            <a:endParaRPr kumimoji="0" lang="zh-CN" altLang="en-US" sz="45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微软雅黑" panose="020B0503020204020204" pitchFamily="34" charset="-122"/>
            </a:endParaRPr>
          </a:p>
        </p:txBody>
      </p:sp>
      <p:sp>
        <p:nvSpPr>
          <p:cNvPr id="16" name="文本框 15"/>
          <p:cNvSpPr txBox="1"/>
          <p:nvPr/>
        </p:nvSpPr>
        <p:spPr>
          <a:xfrm>
            <a:off x="467678" y="3219133"/>
            <a:ext cx="2636520" cy="27559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75"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sym typeface="+mn-ea"/>
              </a:rPr>
              <a:t>从业年限</a:t>
            </a:r>
            <a:r>
              <a:rPr kumimoji="0" lang="zh-CN" altLang="en-US" sz="675"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sym typeface="+mn-ea"/>
              </a:rPr>
              <a:t>：</a:t>
            </a:r>
            <a:r>
              <a:rPr kumimoji="0" lang="en-US" altLang="zh-CN" sz="120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sym typeface="+mn-ea"/>
              </a:rPr>
              <a:t>9</a:t>
            </a:r>
            <a:r>
              <a:rPr kumimoji="0" lang="zh-CN" altLang="en-US" sz="75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sym typeface="+mn-ea"/>
              </a:rPr>
              <a:t>年  </a:t>
            </a:r>
            <a:r>
              <a:rPr kumimoji="0" lang="zh-CN" altLang="en-US" sz="120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sym typeface="+mn-ea"/>
              </a:rPr>
              <a:t>  </a:t>
            </a:r>
            <a:r>
              <a:rPr kumimoji="0" lang="zh-CN" altLang="en-US" sz="675"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sym typeface="+mn-ea"/>
              </a:rPr>
              <a:t>投资年</a:t>
            </a:r>
            <a:r>
              <a:rPr kumimoji="0" lang="zh-CN" altLang="en-US" sz="675"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sym typeface="+mn-ea"/>
              </a:rPr>
              <a:t>限：</a:t>
            </a:r>
            <a:r>
              <a:rPr kumimoji="0" lang="en-US" altLang="zh-CN" sz="120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sym typeface="+mn-ea"/>
              </a:rPr>
              <a:t>3年</a:t>
            </a:r>
            <a:endParaRPr kumimoji="0" lang="en-US" altLang="zh-CN" sz="120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sym typeface="+mn-ea"/>
            </a:endParaRPr>
          </a:p>
        </p:txBody>
      </p:sp>
      <p:sp>
        <p:nvSpPr>
          <p:cNvPr id="12" name="文本框 11"/>
          <p:cNvSpPr txBox="1"/>
          <p:nvPr/>
        </p:nvSpPr>
        <p:spPr>
          <a:xfrm>
            <a:off x="323533" y="3579654"/>
            <a:ext cx="2035969" cy="737235"/>
          </a:xfrm>
          <a:prstGeom prst="rect">
            <a:avLst/>
          </a:prstGeom>
        </p:spPr>
        <p:txBody>
          <a:bodyPr wrap="square">
            <a:spAutoFit/>
          </a:bodyPr>
          <a:p>
            <a:pPr marL="171450" marR="0" lvl="0" indent="-171450" algn="l" defTabSz="266700" rtl="0" eaLnBrk="1" fontAlgn="auto" latinLnBrk="0" hangingPunct="1">
              <a:lnSpc>
                <a:spcPct val="150000"/>
              </a:lnSpc>
              <a:spcBef>
                <a:spcPts val="0"/>
              </a:spcBef>
              <a:spcAft>
                <a:spcPts val="0"/>
              </a:spcAft>
              <a:buClr>
                <a:srgbClr val="EEEEEF"/>
              </a:buClr>
              <a:buSzTx/>
              <a:buFont typeface="Arial" panose="020B0604020202020204" pitchFamily="34" charset="0"/>
              <a:buChar char="•"/>
              <a:defRPr/>
            </a:pPr>
            <a:r>
              <a:rPr kumimoji="0" lang="zh-CN" altLang="en-US" sz="70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微软雅黑" panose="020B0503020204020204" pitchFamily="34" charset="-122"/>
                <a:sym typeface="+mn-ea"/>
              </a:rPr>
              <a:t>中央财经大学数据与应用数学专业学士，哥伦比亚大学统计学硕士。</a:t>
            </a:r>
            <a:endParaRPr kumimoji="0" lang="zh-CN" altLang="en-US" sz="70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微软雅黑" panose="020B0503020204020204" pitchFamily="34" charset="-122"/>
              <a:sym typeface="+mn-ea"/>
            </a:endParaRPr>
          </a:p>
          <a:p>
            <a:pPr marL="171450" marR="0" lvl="0" indent="-171450" algn="l" defTabSz="266700" rtl="0" eaLnBrk="1" fontAlgn="auto" latinLnBrk="0" hangingPunct="1">
              <a:lnSpc>
                <a:spcPct val="150000"/>
              </a:lnSpc>
              <a:spcBef>
                <a:spcPts val="0"/>
              </a:spcBef>
              <a:spcAft>
                <a:spcPts val="0"/>
              </a:spcAft>
              <a:buClr>
                <a:srgbClr val="EEEEEF"/>
              </a:buClr>
              <a:buSzTx/>
              <a:buFont typeface="Arial" panose="020B0604020202020204" pitchFamily="34" charset="0"/>
              <a:buChar char="•"/>
              <a:defRPr/>
            </a:pPr>
            <a:r>
              <a:rPr kumimoji="0" lang="zh-CN" altLang="en-US" sz="70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微软雅黑" panose="020B0503020204020204" pitchFamily="34" charset="-122"/>
                <a:sym typeface="+mn-ea"/>
              </a:rPr>
              <a:t>曾任诺安基金多资产投资部基金经理、量化研究员。</a:t>
            </a:r>
            <a:endParaRPr kumimoji="0" lang="zh-CN" altLang="en-US" sz="700" b="1" i="0" u="none" strike="noStrike" kern="1200" cap="none" spc="0" normalizeH="0" baseline="0" noProof="0">
              <a:ln>
                <a:noFill/>
              </a:ln>
              <a:solidFill>
                <a:schemeClr val="bg1"/>
              </a:solidFill>
              <a:effectLst/>
              <a:uLnTx/>
              <a:uFillTx/>
              <a:latin typeface="方正准圆简体" panose="03000509000000000000" pitchFamily="2" charset="-122"/>
              <a:ea typeface="方正准圆简体" panose="03000509000000000000" pitchFamily="2" charset="-122"/>
              <a:cs typeface="微软雅黑" panose="020B0503020204020204" pitchFamily="34" charset="-122"/>
              <a:sym typeface="+mn-ea"/>
            </a:endParaRPr>
          </a:p>
        </p:txBody>
      </p:sp>
      <p:graphicFrame>
        <p:nvGraphicFramePr>
          <p:cNvPr id="19" name="表格 18"/>
          <p:cNvGraphicFramePr/>
          <p:nvPr>
            <p:custDataLst>
              <p:tags r:id="rId3"/>
            </p:custDataLst>
          </p:nvPr>
        </p:nvGraphicFramePr>
        <p:xfrm>
          <a:off x="6151880" y="2741295"/>
          <a:ext cx="2992755" cy="2316480"/>
        </p:xfrm>
        <a:graphic>
          <a:graphicData uri="http://schemas.openxmlformats.org/drawingml/2006/table">
            <a:tbl>
              <a:tblPr/>
              <a:tblGrid>
                <a:gridCol w="871220"/>
                <a:gridCol w="1013460"/>
                <a:gridCol w="1108075"/>
              </a:tblGrid>
              <a:tr h="411480">
                <a:tc>
                  <a:txBody>
                    <a:bodyPr/>
                    <a:p>
                      <a:pPr algn="ctr" fontAlgn="b"/>
                      <a:r>
                        <a:rPr lang="zh-CN" altLang="en-US" sz="900" b="1" i="0">
                          <a:solidFill>
                            <a:schemeClr val="bg1"/>
                          </a:solidFill>
                          <a:latin typeface="方正准圆简体" panose="03000509000000000000" pitchFamily="2" charset="-122"/>
                          <a:ea typeface="方正准圆简体" panose="03000509000000000000" pitchFamily="2" charset="-122"/>
                        </a:rPr>
                        <a:t>指标</a:t>
                      </a:r>
                      <a:endParaRPr lang="zh-CN" altLang="en-US" sz="900" b="1" i="0">
                        <a:solidFill>
                          <a:schemeClr val="bg1"/>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solidFill>
                      <a:srgbClr val="F96015"/>
                    </a:solidFill>
                  </a:tcPr>
                </a:tc>
                <a:tc>
                  <a:txBody>
                    <a:bodyPr/>
                    <a:p>
                      <a:pPr algn="ctr" fontAlgn="b"/>
                      <a:r>
                        <a:rPr lang="zh-CN" altLang="en-US" sz="900" b="1" i="0">
                          <a:solidFill>
                            <a:schemeClr val="bg1"/>
                          </a:solidFill>
                          <a:latin typeface="方正准圆简体" panose="03000509000000000000" pitchFamily="2" charset="-122"/>
                          <a:ea typeface="方正准圆简体" panose="03000509000000000000" pitchFamily="2" charset="-122"/>
                        </a:rPr>
                        <a:t>任职期间</a:t>
                      </a:r>
                      <a:endParaRPr lang="zh-CN" altLang="en-US" sz="900" b="1" i="0">
                        <a:solidFill>
                          <a:schemeClr val="bg1"/>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solidFill>
                      <a:srgbClr val="F96015"/>
                    </a:solidFill>
                  </a:tcPr>
                </a:tc>
                <a:tc>
                  <a:txBody>
                    <a:bodyPr/>
                    <a:p>
                      <a:pPr algn="ctr" fontAlgn="b"/>
                      <a:r>
                        <a:rPr lang="en-US" altLang="zh-CN" sz="900" b="1" i="0">
                          <a:solidFill>
                            <a:schemeClr val="bg1"/>
                          </a:solidFill>
                          <a:latin typeface="方正准圆简体" panose="03000509000000000000" pitchFamily="2" charset="-122"/>
                          <a:ea typeface="方正准圆简体" panose="03000509000000000000" pitchFamily="2" charset="-122"/>
                          <a:cs typeface="方正准圆简体" panose="03000509000000000000" pitchFamily="2" charset="-122"/>
                        </a:rPr>
                        <a:t>2025</a:t>
                      </a:r>
                      <a:r>
                        <a:rPr lang="zh-CN" altLang="en-US" sz="900" b="1" i="0">
                          <a:solidFill>
                            <a:schemeClr val="bg1"/>
                          </a:solidFill>
                          <a:latin typeface="方正准圆简体" panose="03000509000000000000" pitchFamily="2" charset="-122"/>
                          <a:ea typeface="方正准圆简体" panose="03000509000000000000" pitchFamily="2" charset="-122"/>
                          <a:cs typeface="方正准圆简体" panose="03000509000000000000" pitchFamily="2" charset="-122"/>
                        </a:rPr>
                        <a:t>年以来</a:t>
                      </a:r>
                      <a:endParaRPr lang="zh-CN" altLang="en-US" sz="900" b="1" i="0">
                        <a:solidFill>
                          <a:schemeClr val="bg1"/>
                        </a:solidFill>
                        <a:latin typeface="方正准圆简体" panose="03000509000000000000" pitchFamily="2" charset="-122"/>
                        <a:ea typeface="方正准圆简体" panose="03000509000000000000" pitchFamily="2" charset="-122"/>
                        <a:cs typeface="方正准圆简体" panose="03000509000000000000" pitchFamily="2" charset="-122"/>
                      </a:endParaRPr>
                    </a:p>
                    <a:p>
                      <a:pPr algn="ctr" fontAlgn="b"/>
                      <a:r>
                        <a:rPr lang="zh-CN" altLang="en-US" sz="900" b="1" i="0">
                          <a:solidFill>
                            <a:schemeClr val="bg1"/>
                          </a:solidFill>
                          <a:latin typeface="方正准圆简体" panose="03000509000000000000" pitchFamily="2" charset="-122"/>
                          <a:ea typeface="方正准圆简体" panose="03000509000000000000" pitchFamily="2" charset="-122"/>
                          <a:cs typeface="方正准圆简体" panose="03000509000000000000" pitchFamily="2" charset="-122"/>
                        </a:rPr>
                        <a:t>（截至</a:t>
                      </a:r>
                      <a:r>
                        <a:rPr lang="en-US" altLang="zh-CN" sz="900" b="1" i="0">
                          <a:solidFill>
                            <a:schemeClr val="bg1"/>
                          </a:solidFill>
                          <a:latin typeface="方正准圆简体" panose="03000509000000000000" pitchFamily="2" charset="-122"/>
                          <a:ea typeface="方正准圆简体" panose="03000509000000000000" pitchFamily="2" charset="-122"/>
                          <a:cs typeface="方正准圆简体" panose="03000509000000000000" pitchFamily="2" charset="-122"/>
                        </a:rPr>
                        <a:t>11.07</a:t>
                      </a:r>
                      <a:r>
                        <a:rPr lang="zh-CN" altLang="en-US" sz="900" b="1" i="0">
                          <a:solidFill>
                            <a:schemeClr val="bg1"/>
                          </a:solidFill>
                          <a:latin typeface="方正准圆简体" panose="03000509000000000000" pitchFamily="2" charset="-122"/>
                          <a:ea typeface="方正准圆简体" panose="03000509000000000000" pitchFamily="2" charset="-122"/>
                          <a:cs typeface="方正准圆简体" panose="03000509000000000000" pitchFamily="2" charset="-122"/>
                        </a:rPr>
                        <a:t>）</a:t>
                      </a:r>
                      <a:endParaRPr lang="zh-CN" altLang="en-US" sz="900" b="1" i="0">
                        <a:solidFill>
                          <a:schemeClr val="bg1"/>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5000" marR="5000" marT="5000" marB="0" anchor="b" anchorCtr="0">
                    <a:lnL>
                      <a:noFill/>
                    </a:lnL>
                    <a:lnR>
                      <a:noFill/>
                    </a:lnR>
                    <a:lnT>
                      <a:noFill/>
                    </a:lnT>
                    <a:lnB>
                      <a:noFill/>
                    </a:lnB>
                    <a:solidFill>
                      <a:srgbClr val="F96015"/>
                    </a:solidFill>
                  </a:tcPr>
                </a:tc>
              </a:tr>
              <a:tr h="380365">
                <a:tc>
                  <a:txBody>
                    <a:bodyPr/>
                    <a:p>
                      <a:pPr algn="ctr" fontAlgn="b"/>
                      <a:r>
                        <a:rPr lang="zh-CN" altLang="en-US" sz="650" b="0" i="0">
                          <a:solidFill>
                            <a:srgbClr val="000000"/>
                          </a:solidFill>
                          <a:latin typeface="方正准圆简体" panose="03000509000000000000" pitchFamily="2" charset="-122"/>
                          <a:ea typeface="方正准圆简体" panose="03000509000000000000" pitchFamily="2" charset="-122"/>
                        </a:rPr>
                        <a:t>基金收益率</a:t>
                      </a:r>
                      <a:endParaRPr lang="zh-CN" altLang="en-US" sz="650" b="0" i="0">
                        <a:solidFill>
                          <a:srgbClr val="000000"/>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noFill/>
                  </a:tcPr>
                </a:tc>
                <a:tc>
                  <a:txBody>
                    <a:bodyPr/>
                    <a:p>
                      <a:pPr algn="ctr" fontAlgn="b"/>
                      <a:r>
                        <a:rPr lang="en-US" altLang="zh-CN" sz="1000" b="0" i="0">
                          <a:solidFill>
                            <a:srgbClr val="000000"/>
                          </a:solidFill>
                          <a:latin typeface="方正准圆简体" panose="03000509000000000000" pitchFamily="2" charset="-122"/>
                          <a:ea typeface="方正准圆简体" panose="03000509000000000000" pitchFamily="2" charset="-122"/>
                        </a:rPr>
                        <a:t>75.74%</a:t>
                      </a:r>
                      <a:endParaRPr lang="en-US" altLang="zh-CN" sz="1000" b="0" i="0">
                        <a:solidFill>
                          <a:srgbClr val="000000"/>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noFill/>
                  </a:tcPr>
                </a:tc>
                <a:tc>
                  <a:txBody>
                    <a:bodyPr/>
                    <a:p>
                      <a:pPr algn="ctr" fontAlgn="b"/>
                      <a:r>
                        <a:rPr lang="en-US" altLang="zh-CN" sz="1000" b="0" i="0">
                          <a:solidFill>
                            <a:srgbClr val="000000"/>
                          </a:solidFill>
                          <a:latin typeface="方正准圆简体" panose="03000509000000000000" pitchFamily="2" charset="-122"/>
                          <a:ea typeface="方正准圆简体" panose="03000509000000000000" pitchFamily="2" charset="-122"/>
                        </a:rPr>
                        <a:t>73.37%</a:t>
                      </a:r>
                      <a:endParaRPr lang="en-US" altLang="zh-CN" sz="1000" b="0" i="0">
                        <a:solidFill>
                          <a:srgbClr val="000000"/>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noFill/>
                  </a:tcPr>
                </a:tc>
              </a:tr>
              <a:tr h="382270">
                <a:tc>
                  <a:txBody>
                    <a:bodyPr/>
                    <a:p>
                      <a:pPr algn="ctr" fontAlgn="b"/>
                      <a:r>
                        <a:rPr lang="zh-CN" altLang="en-US" sz="650" b="0" i="0">
                          <a:solidFill>
                            <a:srgbClr val="000000"/>
                          </a:solidFill>
                          <a:latin typeface="方正准圆简体" panose="03000509000000000000" pitchFamily="2" charset="-122"/>
                          <a:ea typeface="方正准圆简体" panose="03000509000000000000" pitchFamily="2" charset="-122"/>
                        </a:rPr>
                        <a:t>基准收益率</a:t>
                      </a:r>
                      <a:endParaRPr lang="zh-CN" altLang="en-US" sz="650" b="0" i="0">
                        <a:solidFill>
                          <a:srgbClr val="000000"/>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noFill/>
                  </a:tcPr>
                </a:tc>
                <a:tc>
                  <a:txBody>
                    <a:bodyPr/>
                    <a:p>
                      <a:pPr algn="ctr" fontAlgn="b"/>
                      <a:r>
                        <a:rPr lang="en-US" altLang="zh-CN" sz="1000" b="0" i="0">
                          <a:solidFill>
                            <a:srgbClr val="000000"/>
                          </a:solidFill>
                          <a:latin typeface="方正准圆简体" panose="03000509000000000000" pitchFamily="2" charset="-122"/>
                          <a:ea typeface="方正准圆简体" panose="03000509000000000000" pitchFamily="2" charset="-122"/>
                        </a:rPr>
                        <a:t>24.67%</a:t>
                      </a:r>
                      <a:endParaRPr lang="en-US" altLang="zh-CN" sz="1000" b="0" i="0">
                        <a:solidFill>
                          <a:srgbClr val="000000"/>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noFill/>
                  </a:tcPr>
                </a:tc>
                <a:tc>
                  <a:txBody>
                    <a:bodyPr/>
                    <a:p>
                      <a:pPr algn="ctr" fontAlgn="b"/>
                      <a:r>
                        <a:rPr lang="en-US" altLang="zh-CN" sz="1000" b="0" i="0">
                          <a:solidFill>
                            <a:srgbClr val="000000"/>
                          </a:solidFill>
                          <a:latin typeface="方正准圆简体" panose="03000509000000000000" pitchFamily="2" charset="-122"/>
                          <a:ea typeface="方正准圆简体" panose="03000509000000000000" pitchFamily="2" charset="-122"/>
                        </a:rPr>
                        <a:t>14.45%</a:t>
                      </a:r>
                      <a:endParaRPr lang="en-US" altLang="zh-CN" sz="1000" b="0" i="0">
                        <a:solidFill>
                          <a:srgbClr val="000000"/>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noFill/>
                  </a:tcPr>
                </a:tc>
              </a:tr>
              <a:tr h="381000">
                <a:tc>
                  <a:txBody>
                    <a:bodyPr/>
                    <a:p>
                      <a:pPr algn="ctr" fontAlgn="b"/>
                      <a:r>
                        <a:rPr lang="zh-CN" altLang="en-US" sz="65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rPr>
                        <a:t>中证</a:t>
                      </a:r>
                      <a:r>
                        <a:rPr lang="en-US" altLang="zh-CN" sz="65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rPr>
                        <a:t>2000</a:t>
                      </a:r>
                      <a:r>
                        <a:rPr lang="zh-CN" altLang="en-US" sz="65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rPr>
                        <a:t>指数收益率</a:t>
                      </a:r>
                      <a:endParaRPr lang="zh-CN" altLang="en-US" sz="65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5000" marR="5000" marT="5000" marB="0" anchor="b" anchorCtr="0">
                    <a:lnL>
                      <a:noFill/>
                    </a:lnL>
                    <a:lnR>
                      <a:noFill/>
                    </a:lnR>
                    <a:lnT>
                      <a:noFill/>
                    </a:lnT>
                    <a:lnB>
                      <a:noFill/>
                    </a:lnB>
                    <a:noFill/>
                  </a:tcPr>
                </a:tc>
                <a:tc>
                  <a:txBody>
                    <a:bodyPr/>
                    <a:p>
                      <a:pPr algn="ctr" fontAlgn="b"/>
                      <a:r>
                        <a:rPr lang="en-US" altLang="zh-CN" sz="1000" b="0" i="0">
                          <a:solidFill>
                            <a:srgbClr val="000000"/>
                          </a:solidFill>
                          <a:latin typeface="方正准圆简体" panose="03000509000000000000" pitchFamily="2" charset="-122"/>
                          <a:ea typeface="方正准圆简体" panose="03000509000000000000" pitchFamily="2" charset="-122"/>
                        </a:rPr>
                        <a:t>35.11%</a:t>
                      </a:r>
                      <a:endParaRPr lang="en-US" altLang="zh-CN" sz="1000" b="0" i="0">
                        <a:solidFill>
                          <a:srgbClr val="000000"/>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noFill/>
                  </a:tcPr>
                </a:tc>
                <a:tc>
                  <a:txBody>
                    <a:bodyPr/>
                    <a:p>
                      <a:pPr algn="ctr" fontAlgn="b"/>
                      <a:r>
                        <a:rPr lang="en-US" altLang="zh-CN" sz="1000" b="0" i="0">
                          <a:solidFill>
                            <a:srgbClr val="000000"/>
                          </a:solidFill>
                          <a:latin typeface="方正准圆简体" panose="03000509000000000000" pitchFamily="2" charset="-122"/>
                          <a:ea typeface="方正准圆简体" panose="03000509000000000000" pitchFamily="2" charset="-122"/>
                        </a:rPr>
                        <a:t>33.35%</a:t>
                      </a:r>
                      <a:endParaRPr lang="en-US" altLang="zh-CN" sz="1000" b="0" i="0">
                        <a:solidFill>
                          <a:srgbClr val="000000"/>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noFill/>
                  </a:tcPr>
                </a:tc>
              </a:tr>
              <a:tr h="381000">
                <a:tc>
                  <a:txBody>
                    <a:bodyPr/>
                    <a:p>
                      <a:pPr algn="ctr" fontAlgn="b"/>
                      <a:r>
                        <a:rPr lang="zh-CN" altLang="en-US" sz="650" b="0" i="0">
                          <a:solidFill>
                            <a:srgbClr val="000000"/>
                          </a:solidFill>
                          <a:latin typeface="方正准圆简体" panose="03000509000000000000" pitchFamily="2" charset="-122"/>
                          <a:ea typeface="方正准圆简体" panose="03000509000000000000" pitchFamily="2" charset="-122"/>
                        </a:rPr>
                        <a:t>期间排名</a:t>
                      </a:r>
                      <a:endParaRPr lang="zh-CN" altLang="en-US" sz="650" b="0" i="0">
                        <a:solidFill>
                          <a:srgbClr val="000000"/>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noFill/>
                  </a:tcPr>
                </a:tc>
                <a:tc>
                  <a:txBody>
                    <a:bodyPr/>
                    <a:p>
                      <a:pPr algn="ctr" fontAlgn="b"/>
                      <a:r>
                        <a:rPr lang="en-US" altLang="zh-CN" sz="80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rPr>
                        <a:t>105/3203</a:t>
                      </a:r>
                      <a:r>
                        <a:rPr lang="zh-CN" altLang="en-US" sz="80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rPr>
                        <a:t>（前</a:t>
                      </a:r>
                      <a:r>
                        <a:rPr lang="en-US" altLang="zh-CN" sz="80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rPr>
                        <a:t>5%</a:t>
                      </a:r>
                      <a:r>
                        <a:rPr lang="zh-CN" altLang="en-US" sz="80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rPr>
                        <a:t>）</a:t>
                      </a:r>
                      <a:endParaRPr lang="zh-CN" altLang="en-US" sz="80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5000" marR="5000" marT="5000" marB="0" anchor="b" anchorCtr="0">
                    <a:lnL>
                      <a:noFill/>
                    </a:lnL>
                    <a:lnR>
                      <a:noFill/>
                    </a:lnR>
                    <a:lnT>
                      <a:noFill/>
                    </a:lnT>
                    <a:lnB>
                      <a:noFill/>
                    </a:lnB>
                    <a:noFill/>
                  </a:tcPr>
                </a:tc>
                <a:tc>
                  <a:txBody>
                    <a:bodyPr/>
                    <a:p>
                      <a:pPr algn="ctr" fontAlgn="b"/>
                      <a:r>
                        <a:rPr lang="en-US" altLang="zh-CN" sz="80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rPr>
                        <a:t>191/4459</a:t>
                      </a:r>
                      <a:r>
                        <a:rPr lang="zh-CN" altLang="en-US" sz="80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rPr>
                        <a:t>（前</a:t>
                      </a:r>
                      <a:r>
                        <a:rPr lang="en-US" altLang="zh-CN" sz="80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rPr>
                        <a:t>5%</a:t>
                      </a:r>
                      <a:r>
                        <a:rPr lang="zh-CN" altLang="en-US" sz="80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rPr>
                        <a:t>）</a:t>
                      </a:r>
                      <a:endParaRPr lang="zh-CN" altLang="en-US" sz="800" b="0" i="0">
                        <a:solidFill>
                          <a:srgbClr val="000000"/>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5000" marR="5000" marT="5000" marB="0" anchor="b" anchorCtr="0">
                    <a:lnL>
                      <a:noFill/>
                    </a:lnL>
                    <a:lnR>
                      <a:noFill/>
                    </a:lnR>
                    <a:lnT>
                      <a:noFill/>
                    </a:lnT>
                    <a:lnB>
                      <a:noFill/>
                    </a:lnB>
                    <a:noFill/>
                  </a:tcPr>
                </a:tc>
              </a:tr>
              <a:tr h="380365">
                <a:tc>
                  <a:txBody>
                    <a:bodyPr/>
                    <a:p>
                      <a:pPr algn="ctr" fontAlgn="b"/>
                      <a:r>
                        <a:rPr lang="zh-CN" altLang="en-US" sz="650" b="0" i="0">
                          <a:solidFill>
                            <a:srgbClr val="000000"/>
                          </a:solidFill>
                          <a:latin typeface="方正准圆简体" panose="03000509000000000000" pitchFamily="2" charset="-122"/>
                          <a:ea typeface="方正准圆简体" panose="03000509000000000000" pitchFamily="2" charset="-122"/>
                        </a:rPr>
                        <a:t>期间最大回撤率</a:t>
                      </a:r>
                      <a:endParaRPr lang="zh-CN" altLang="en-US" sz="650" b="0" i="0">
                        <a:solidFill>
                          <a:srgbClr val="000000"/>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noFill/>
                  </a:tcPr>
                </a:tc>
                <a:tc>
                  <a:txBody>
                    <a:bodyPr/>
                    <a:p>
                      <a:pPr algn="ctr" fontAlgn="b"/>
                      <a:r>
                        <a:rPr lang="en-US" altLang="zh-CN" sz="1000" b="0" i="0">
                          <a:solidFill>
                            <a:srgbClr val="000000"/>
                          </a:solidFill>
                          <a:latin typeface="方正准圆简体" panose="03000509000000000000" pitchFamily="2" charset="-122"/>
                          <a:ea typeface="方正准圆简体" panose="03000509000000000000" pitchFamily="2" charset="-122"/>
                        </a:rPr>
                        <a:t>-48.05%</a:t>
                      </a:r>
                      <a:endParaRPr lang="en-US" altLang="zh-CN" sz="1000" b="0" i="0">
                        <a:solidFill>
                          <a:srgbClr val="000000"/>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noFill/>
                  </a:tcPr>
                </a:tc>
                <a:tc>
                  <a:txBody>
                    <a:bodyPr/>
                    <a:p>
                      <a:pPr algn="ctr" fontAlgn="b"/>
                      <a:r>
                        <a:rPr lang="en-US" altLang="zh-CN" sz="1000" b="0" i="0">
                          <a:solidFill>
                            <a:srgbClr val="000000"/>
                          </a:solidFill>
                          <a:latin typeface="方正准圆简体" panose="03000509000000000000" pitchFamily="2" charset="-122"/>
                          <a:ea typeface="方正准圆简体" panose="03000509000000000000" pitchFamily="2" charset="-122"/>
                        </a:rPr>
                        <a:t>-13.70%</a:t>
                      </a:r>
                      <a:endParaRPr lang="en-US" altLang="zh-CN" sz="1000" b="0" i="0">
                        <a:solidFill>
                          <a:srgbClr val="000000"/>
                        </a:solidFill>
                        <a:latin typeface="方正准圆简体" panose="03000509000000000000" pitchFamily="2" charset="-122"/>
                        <a:ea typeface="方正准圆简体" panose="03000509000000000000" pitchFamily="2" charset="-122"/>
                      </a:endParaRPr>
                    </a:p>
                  </a:txBody>
                  <a:tcPr marL="5000" marR="5000" marT="5000" marB="0" anchor="b" anchorCtr="0">
                    <a:lnL>
                      <a:noFill/>
                    </a:lnL>
                    <a:lnR>
                      <a:noFill/>
                    </a:lnR>
                    <a:lnT>
                      <a:noFill/>
                    </a:lnT>
                    <a:lnB>
                      <a:noFill/>
                    </a:lnB>
                    <a:noFill/>
                  </a:tcPr>
                </a:tc>
              </a:tr>
            </a:tbl>
          </a:graphicData>
        </a:graphic>
      </p:graphicFrame>
      <p:sp>
        <p:nvSpPr>
          <p:cNvPr id="69" name="矩形 68"/>
          <p:cNvSpPr/>
          <p:nvPr/>
        </p:nvSpPr>
        <p:spPr>
          <a:xfrm>
            <a:off x="0" y="4752975"/>
            <a:ext cx="2368868" cy="275590"/>
          </a:xfrm>
          <a:prstGeom prst="rect">
            <a:avLst/>
          </a:prstGeom>
        </p:spPr>
        <p:txBody>
          <a:bodyPr wrap="square">
            <a:spAutoFit/>
          </a:bodyPr>
          <a:lstStyle/>
          <a:p>
            <a:pPr marL="0" marR="0" lvl="0" indent="0" algn="l" defTabSz="911225" rtl="0" eaLnBrk="1" fontAlgn="auto" latinLnBrk="0" hangingPunct="1">
              <a:lnSpc>
                <a:spcPct val="100000"/>
              </a:lnSpc>
              <a:spcBef>
                <a:spcPts val="0"/>
              </a:spcBef>
              <a:spcAft>
                <a:spcPts val="0"/>
              </a:spcAft>
              <a:buClrTx/>
              <a:buSzTx/>
              <a:buFontTx/>
              <a:buNone/>
              <a:defRPr/>
            </a:pPr>
            <a:r>
              <a:rPr kumimoji="0" lang="zh-CN" altLang="en-US"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数据来源：</a:t>
            </a:r>
            <a:r>
              <a:rPr kumimoji="0" lang="en-US" altLang="zh-CN"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WIND</a:t>
            </a:r>
            <a:r>
              <a:rPr kumimoji="0" lang="zh-CN" altLang="en-US"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，截至</a:t>
            </a:r>
            <a:r>
              <a:rPr kumimoji="0" lang="en-US" altLang="zh-CN"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2025</a:t>
            </a:r>
            <a:r>
              <a:rPr kumimoji="0" lang="zh-CN" altLang="en-US"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年</a:t>
            </a:r>
            <a:r>
              <a:rPr kumimoji="0" lang="en-US" altLang="zh-CN"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11</a:t>
            </a:r>
            <a:r>
              <a:rPr kumimoji="0" lang="zh-CN" altLang="en-US"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月</a:t>
            </a:r>
            <a:r>
              <a:rPr kumimoji="0" lang="en-US" altLang="zh-CN"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7</a:t>
            </a:r>
            <a:r>
              <a:rPr kumimoji="0" lang="zh-CN" altLang="en-US"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日；基金业绩及排名以</a:t>
            </a:r>
            <a:r>
              <a:rPr kumimoji="0" lang="en-US" altLang="zh-CN"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A</a:t>
            </a:r>
            <a:r>
              <a:rPr kumimoji="0" lang="zh-CN" altLang="en-US"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份额（如有）为准，采用</a:t>
            </a:r>
            <a:r>
              <a:rPr kumimoji="0" lang="en-US" altLang="zh-CN"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WIND</a:t>
            </a:r>
            <a:r>
              <a:rPr kumimoji="0" lang="zh-CN" altLang="en-US"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rPr>
              <a:t>二级分类同类排名。</a:t>
            </a:r>
            <a:endParaRPr kumimoji="0" lang="zh-CN" altLang="en-US" sz="600" b="1" i="0" u="none" strike="noStrike" kern="1200" cap="none" spc="0" normalizeH="0" baseline="0" noProof="0" dirty="0">
              <a:ln>
                <a:noFill/>
              </a:ln>
              <a:solidFill>
                <a:schemeClr val="bg1"/>
              </a:solidFill>
              <a:effectLst/>
              <a:uLnTx/>
              <a:uFillTx/>
              <a:latin typeface="方正准圆简体" panose="03000509000000000000" pitchFamily="2" charset="-122"/>
              <a:ea typeface="方正准圆简体" panose="03000509000000000000" pitchFamily="2" charset="-122"/>
              <a:cs typeface="方正准圆简体" panose="03000509000000000000" pitchFamily="2" charset="-122"/>
            </a:endParaRPr>
          </a:p>
        </p:txBody>
      </p:sp>
      <p:pic>
        <p:nvPicPr>
          <p:cNvPr id="3" name="图片 2"/>
          <p:cNvPicPr>
            <a:picLocks noChangeAspect="1"/>
          </p:cNvPicPr>
          <p:nvPr/>
        </p:nvPicPr>
        <p:blipFill>
          <a:blip r:embed="rId4"/>
          <a:stretch>
            <a:fillRect/>
          </a:stretch>
        </p:blipFill>
        <p:spPr>
          <a:xfrm>
            <a:off x="467995" y="960120"/>
            <a:ext cx="1758315" cy="1758315"/>
          </a:xfrm>
          <a:prstGeom prst="rect">
            <a:avLst/>
          </a:prstGeom>
          <a:ln>
            <a:noFill/>
          </a:ln>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 name="标题 1"/>
          <p:cNvSpPr txBox="1"/>
          <p:nvPr/>
        </p:nvSpPr>
        <p:spPr>
          <a:xfrm>
            <a:off x="827405" y="1779905"/>
            <a:ext cx="7564120" cy="541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 </a:t>
            </a:r>
            <a:r>
              <a:rPr kumimoji="0"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微盘风格策略介绍</a:t>
            </a:r>
            <a:endParaRPr kumimoji="0"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90000"/>
              </a:lnSpc>
              <a:spcBef>
                <a:spcPct val="0"/>
              </a:spcBef>
              <a:spcAft>
                <a:spcPts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90000"/>
              </a:lnSpc>
              <a:spcBef>
                <a:spcPct val="0"/>
              </a:spcBef>
              <a:spcAft>
                <a:spcPts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90000"/>
              </a:lnSpc>
              <a:spcBef>
                <a:spcPct val="0"/>
              </a:spcBef>
              <a:spcAft>
                <a:spcPts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13"/>
          <p:cNvSpPr txBox="1"/>
          <p:nvPr/>
        </p:nvSpPr>
        <p:spPr>
          <a:xfrm>
            <a:off x="3180398" y="145733"/>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925" y="0"/>
            <a:ext cx="8250293" cy="730354"/>
          </a:xfrm>
        </p:spPr>
        <p:txBody>
          <a:bodyPr>
            <a:normAutofit/>
          </a:bodyPr>
          <a:lstStyle/>
          <a:p>
            <a:r>
              <a:rPr lang="zh-CN" altLang="en-US" sz="1800" smtClean="0">
                <a:latin typeface="方正准圆简体" panose="03000509000000000000" pitchFamily="2" charset="-122"/>
                <a:ea typeface="方正准圆简体" panose="03000509000000000000" pitchFamily="2" charset="-122"/>
              </a:rPr>
              <a:t>微盘指数分析</a:t>
            </a:r>
            <a:endParaRPr lang="zh-CN" altLang="en-US" sz="1800" smtClean="0">
              <a:latin typeface="方正准圆简体" panose="03000509000000000000" pitchFamily="2" charset="-122"/>
              <a:ea typeface="方正准圆简体" panose="03000509000000000000" pitchFamily="2" charset="-122"/>
            </a:endParaRPr>
          </a:p>
        </p:txBody>
      </p:sp>
      <p:sp>
        <p:nvSpPr>
          <p:cNvPr id="3" name="灯片编号占位符 2"/>
          <p:cNvSpPr>
            <a:spLocks noGrp="1"/>
          </p:cNvSpPr>
          <p:nvPr>
            <p:ph type="sldNum" sz="quarter" idx="10"/>
          </p:nvPr>
        </p:nvSpPr>
        <p:spPr>
          <a:xfrm>
            <a:off x="8465883" y="4717116"/>
            <a:ext cx="394607" cy="273844"/>
          </a:xfrm>
        </p:spPr>
        <p:txBody>
          <a:bodyPr/>
          <a:lstStyle/>
          <a:p>
            <a:fld id="{09321FF8-95CF-4FCD-B001-FA7673DD6BBC}" type="slidenum">
              <a:rPr lang="zh-CN" altLang="en-US" sz="1350" smtClean="0"/>
            </a:fld>
            <a:endParaRPr lang="zh-CN" altLang="en-US" sz="1350" dirty="0"/>
          </a:p>
        </p:txBody>
      </p:sp>
      <p:sp>
        <p:nvSpPr>
          <p:cNvPr id="11" name="文本框 10"/>
          <p:cNvSpPr txBox="1"/>
          <p:nvPr/>
        </p:nvSpPr>
        <p:spPr>
          <a:xfrm>
            <a:off x="838676" y="826294"/>
            <a:ext cx="7627144" cy="633889"/>
          </a:xfrm>
          <a:prstGeom prst="rect">
            <a:avLst/>
          </a:prstGeom>
          <a:noFill/>
        </p:spPr>
        <p:txBody>
          <a:bodyPr wrap="square" rtlCol="0">
            <a:noAutofit/>
          </a:bodyPr>
          <a:lstStyle/>
          <a:p>
            <a:pPr marL="285750" indent="-285750">
              <a:lnSpc>
                <a:spcPct val="120000"/>
              </a:lnSpc>
              <a:buFont typeface="Arial" panose="020B0604020202020204" pitchFamily="34" charset="0"/>
              <a:buChar char="•"/>
            </a:pPr>
            <a:r>
              <a:rPr lang="en-US" altLang="zh-CN" sz="1350" kern="600" spc="160" smtClean="0">
                <a:latin typeface="华文楷体" panose="02010600040101010101" pitchFamily="2" charset="-122"/>
                <a:ea typeface="华文楷体" panose="02010600040101010101" pitchFamily="2" charset="-122"/>
              </a:rPr>
              <a:t>2010</a:t>
            </a:r>
            <a:r>
              <a:rPr lang="zh-CN" altLang="en-US" sz="1350" kern="600" spc="160" smtClean="0">
                <a:latin typeface="华文楷体" panose="02010600040101010101" pitchFamily="2" charset="-122"/>
                <a:ea typeface="华文楷体" panose="02010600040101010101" pitchFamily="2" charset="-122"/>
              </a:rPr>
              <a:t>年以来，微盘策略年化收益率</a:t>
            </a:r>
            <a:r>
              <a:rPr lang="en-US" altLang="zh-CN" sz="1350" kern="600" spc="160" smtClean="0">
                <a:latin typeface="华文楷体" panose="02010600040101010101" pitchFamily="2" charset="-122"/>
                <a:ea typeface="华文楷体" panose="02010600040101010101" pitchFamily="2" charset="-122"/>
              </a:rPr>
              <a:t>30.72%</a:t>
            </a:r>
            <a:r>
              <a:rPr lang="zh-CN" altLang="en-US" sz="1350" kern="600" spc="160" smtClean="0">
                <a:latin typeface="华文楷体" panose="02010600040101010101" pitchFamily="2" charset="-122"/>
                <a:ea typeface="华文楷体" panose="02010600040101010101" pitchFamily="2" charset="-122"/>
              </a:rPr>
              <a:t>，超额收益率显著；</a:t>
            </a:r>
            <a:endParaRPr lang="zh-CN" altLang="en-US" sz="1350" kern="600" spc="160" smtClean="0">
              <a:latin typeface="华文楷体" panose="02010600040101010101" pitchFamily="2" charset="-122"/>
              <a:ea typeface="华文楷体" panose="02010600040101010101" pitchFamily="2" charset="-122"/>
            </a:endParaRPr>
          </a:p>
          <a:p>
            <a:pPr marL="285750" indent="-285750">
              <a:lnSpc>
                <a:spcPct val="120000"/>
              </a:lnSpc>
              <a:buFont typeface="Arial" panose="020B0604020202020204" pitchFamily="34" charset="0"/>
              <a:buChar char="•"/>
            </a:pPr>
            <a:r>
              <a:rPr lang="en-US" sz="1350" kern="600" spc="160" smtClean="0">
                <a:latin typeface="华文楷体" panose="02010600040101010101" pitchFamily="2" charset="-122"/>
                <a:ea typeface="华文楷体" panose="02010600040101010101" pitchFamily="2" charset="-122"/>
              </a:rPr>
              <a:t>16</a:t>
            </a:r>
            <a:r>
              <a:rPr lang="zh-CN" altLang="en-US" sz="1350" kern="600" spc="160" smtClean="0">
                <a:latin typeface="华文楷体" panose="02010600040101010101" pitchFamily="2" charset="-122"/>
                <a:ea typeface="华文楷体" panose="02010600040101010101" pitchFamily="2" charset="-122"/>
              </a:rPr>
              <a:t>年中有</a:t>
            </a:r>
            <a:r>
              <a:rPr lang="en-US" altLang="zh-CN" sz="1350" kern="600" spc="160" smtClean="0">
                <a:latin typeface="华文楷体" panose="02010600040101010101" pitchFamily="2" charset="-122"/>
                <a:ea typeface="华文楷体" panose="02010600040101010101" pitchFamily="2" charset="-122"/>
              </a:rPr>
              <a:t>13</a:t>
            </a:r>
            <a:r>
              <a:rPr lang="zh-CN" altLang="en-US" sz="1350" kern="600" spc="160" smtClean="0">
                <a:latin typeface="华文楷体" panose="02010600040101010101" pitchFamily="2" charset="-122"/>
                <a:ea typeface="华文楷体" panose="02010600040101010101" pitchFamily="2" charset="-122"/>
              </a:rPr>
              <a:t>年收益率排名第一，胜率较高</a:t>
            </a:r>
            <a:endParaRPr lang="zh-CN" altLang="en-US" sz="1350" kern="600" spc="160" smtClean="0">
              <a:latin typeface="华文楷体" panose="02010600040101010101" pitchFamily="2" charset="-122"/>
              <a:ea typeface="华文楷体" panose="02010600040101010101" pitchFamily="2" charset="-122"/>
            </a:endParaRPr>
          </a:p>
          <a:p>
            <a:pPr>
              <a:lnSpc>
                <a:spcPct val="120000"/>
              </a:lnSpc>
            </a:pPr>
            <a:endParaRPr lang="zh-CN" altLang="en-US" sz="1350" kern="600" spc="160" smtClean="0">
              <a:latin typeface="华文楷体" panose="02010600040101010101" pitchFamily="2" charset="-122"/>
              <a:ea typeface="华文楷体" panose="02010600040101010101" pitchFamily="2" charset="-122"/>
            </a:endParaRPr>
          </a:p>
        </p:txBody>
      </p:sp>
      <p:graphicFrame>
        <p:nvGraphicFramePr>
          <p:cNvPr id="12" name="表格 11"/>
          <p:cNvGraphicFramePr/>
          <p:nvPr>
            <p:custDataLst>
              <p:tags r:id="rId1"/>
            </p:custDataLst>
          </p:nvPr>
        </p:nvGraphicFramePr>
        <p:xfrm>
          <a:off x="667226" y="1768316"/>
          <a:ext cx="7539990" cy="1422400"/>
        </p:xfrm>
        <a:graphic>
          <a:graphicData uri="http://schemas.openxmlformats.org/drawingml/2006/table">
            <a:tbl>
              <a:tblPr/>
              <a:tblGrid>
                <a:gridCol w="1176020"/>
                <a:gridCol w="1052195"/>
                <a:gridCol w="765175"/>
                <a:gridCol w="765175"/>
                <a:gridCol w="765175"/>
                <a:gridCol w="720090"/>
                <a:gridCol w="765810"/>
                <a:gridCol w="765175"/>
                <a:gridCol w="765175"/>
              </a:tblGrid>
              <a:tr h="284480">
                <a:tc>
                  <a:txBody>
                    <a:bodyPr/>
                    <a:lstStyle/>
                    <a:p>
                      <a:pPr algn="ctr" fontAlgn="t"/>
                      <a:r>
                        <a:rPr lang="zh-CN" altLang="en-US" sz="1050" b="1" i="0">
                          <a:solidFill>
                            <a:srgbClr val="000000"/>
                          </a:solidFill>
                          <a:latin typeface="华文楷体" panose="02010600040101010101" pitchFamily="2" charset="-122"/>
                          <a:ea typeface="华文楷体" panose="02010600040101010101" pitchFamily="2" charset="-122"/>
                        </a:rPr>
                        <a:t>指数</a:t>
                      </a:r>
                      <a:endParaRPr lang="zh-CN" altLang="en-US" sz="1050" b="1"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2010</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2011</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2012</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2013</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2014</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2015</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2016</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2017</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84480">
                <a:tc>
                  <a:txBody>
                    <a:bodyPr/>
                    <a:lstStyle/>
                    <a:p>
                      <a:pPr algn="ctr" fontAlgn="b"/>
                      <a:r>
                        <a:rPr lang="zh-CN" altLang="en-US" sz="1050" b="0" i="0">
                          <a:solidFill>
                            <a:srgbClr val="000000"/>
                          </a:solidFill>
                          <a:latin typeface="华文楷体" panose="02010600040101010101" pitchFamily="2" charset="-122"/>
                          <a:ea typeface="华文楷体" panose="02010600040101010101" pitchFamily="2" charset="-122"/>
                        </a:rPr>
                        <a:t>万得微</a:t>
                      </a:r>
                      <a:r>
                        <a:rPr lang="en-US" altLang="zh-CN" sz="1050" b="0" i="0">
                          <a:solidFill>
                            <a:srgbClr val="000000"/>
                          </a:solidFill>
                          <a:latin typeface="华文楷体" panose="02010600040101010101" pitchFamily="2" charset="-122"/>
                          <a:ea typeface="华文楷体" panose="02010600040101010101" pitchFamily="2" charset="-122"/>
                        </a:rPr>
                        <a:t>盘</a:t>
                      </a:r>
                      <a:r>
                        <a:rPr lang="zh-CN" altLang="en-US" sz="1050" b="0" i="0">
                          <a:solidFill>
                            <a:srgbClr val="000000"/>
                          </a:solidFill>
                          <a:latin typeface="华文楷体" panose="02010600040101010101" pitchFamily="2" charset="-122"/>
                          <a:ea typeface="华文楷体" panose="02010600040101010101" pitchFamily="2" charset="-122"/>
                        </a:rPr>
                        <a:t>指数</a:t>
                      </a:r>
                      <a:endParaRPr lang="zh-CN" altLang="en-US"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31.66%</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-23.59%</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14.33%</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50.63%</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78.43%</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229.03%</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24.18%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-21.33%</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r>
              <a:tr h="284480">
                <a:tc>
                  <a:txBody>
                    <a:bodyPr/>
                    <a:lstStyle/>
                    <a:p>
                      <a:pPr algn="ctr" fontAlgn="b"/>
                      <a:r>
                        <a:rPr lang="zh-CN" altLang="en-US"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沪深</a:t>
                      </a:r>
                      <a:r>
                        <a:rPr lang="en-US" altLang="zh-CN"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300</a:t>
                      </a:r>
                      <a:endParaRPr lang="en-US" altLang="zh-CN"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-12.51%</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-25.01%</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A8C72"/>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7.55%</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DBE7C"/>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-7.65%</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51.66%</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ED380"/>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5.58%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-11.28%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E182"/>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21.78%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r>
              <a:tr h="284480">
                <a:tc>
                  <a:txBody>
                    <a:bodyPr/>
                    <a:lstStyle/>
                    <a:p>
                      <a:pPr algn="ctr" fontAlgn="b"/>
                      <a:r>
                        <a:rPr lang="zh-CN" altLang="en-US"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中证</a:t>
                      </a:r>
                      <a:r>
                        <a:rPr lang="en-US" altLang="zh-CN"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500</a:t>
                      </a:r>
                      <a:endParaRPr lang="en-US" altLang="zh-CN"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10.07%</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E9E482"/>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-33.83%</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0.28%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4CC7D"/>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16.89%</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BE081"/>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39.01%</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A4D07E"/>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43.12%</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CFDD81"/>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-17.78%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A2D07E"/>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-0.20%</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EC77D"/>
                    </a:solidFill>
                  </a:tcPr>
                </a:tc>
              </a:tr>
              <a:tr h="284480">
                <a:tc>
                  <a:txBody>
                    <a:bodyPr/>
                    <a:lstStyle/>
                    <a:p>
                      <a:pPr algn="ctr" fontAlgn="b"/>
                      <a:r>
                        <a:rPr lang="zh-CN" altLang="en-US"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中证</a:t>
                      </a:r>
                      <a:r>
                        <a:rPr lang="en-US" altLang="zh-CN"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1000</a:t>
                      </a:r>
                      <a:endParaRPr lang="en-US" altLang="zh-CN"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17.40%</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ED17F"/>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-32.96%</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EC67C"/>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-1.43%</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31.59%</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EC77E"/>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34.46%</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76.10%</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DF82"/>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-20.01%</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-17.35%</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4CC7D"/>
                    </a:solidFill>
                  </a:tcPr>
                </a:tc>
              </a:tr>
            </a:tbl>
          </a:graphicData>
        </a:graphic>
      </p:graphicFrame>
      <p:graphicFrame>
        <p:nvGraphicFramePr>
          <p:cNvPr id="13" name="表格 12"/>
          <p:cNvGraphicFramePr/>
          <p:nvPr>
            <p:custDataLst>
              <p:tags r:id="rId2"/>
            </p:custDataLst>
          </p:nvPr>
        </p:nvGraphicFramePr>
        <p:xfrm>
          <a:off x="657701" y="3462338"/>
          <a:ext cx="7549515" cy="1422400"/>
        </p:xfrm>
        <a:graphic>
          <a:graphicData uri="http://schemas.openxmlformats.org/drawingml/2006/table">
            <a:tbl>
              <a:tblPr/>
              <a:tblGrid>
                <a:gridCol w="1178560"/>
                <a:gridCol w="1051560"/>
                <a:gridCol w="767080"/>
                <a:gridCol w="766445"/>
                <a:gridCol w="765810"/>
                <a:gridCol w="720725"/>
                <a:gridCol w="767080"/>
                <a:gridCol w="765810"/>
                <a:gridCol w="766445"/>
              </a:tblGrid>
              <a:tr h="284480">
                <a:tc>
                  <a:txBody>
                    <a:bodyPr/>
                    <a:lstStyle/>
                    <a:p>
                      <a:pPr algn="ctr" fontAlgn="t"/>
                      <a:r>
                        <a:rPr lang="zh-CN" altLang="en-US" sz="1050" b="1" i="0">
                          <a:solidFill>
                            <a:srgbClr val="000000"/>
                          </a:solidFill>
                          <a:latin typeface="华文楷体" panose="02010600040101010101" pitchFamily="2" charset="-122"/>
                          <a:ea typeface="华文楷体" panose="02010600040101010101" pitchFamily="2" charset="-122"/>
                        </a:rPr>
                        <a:t>指数</a:t>
                      </a:r>
                      <a:endParaRPr lang="zh-CN" altLang="en-US" sz="1050" b="1"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2018</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2019</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2020</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2021</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2022</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2023</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2024</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t"/>
                      <a:r>
                        <a:rPr lang="en-US" altLang="zh-CN"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2025</a:t>
                      </a:r>
                      <a:r>
                        <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年</a:t>
                      </a:r>
                      <a:endParaRPr lang="zh-CN" altLang="en-US" sz="1050" b="1"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84480">
                <a:tc>
                  <a:txBody>
                    <a:bodyPr/>
                    <a:lstStyle/>
                    <a:p>
                      <a:pPr algn="ctr" fontAlgn="b"/>
                      <a:r>
                        <a:rPr lang="zh-CN" altLang="en-US" sz="1050" b="0" i="0">
                          <a:solidFill>
                            <a:srgbClr val="000000"/>
                          </a:solidFill>
                          <a:latin typeface="华文楷体" panose="02010600040101010101" pitchFamily="2" charset="-122"/>
                          <a:ea typeface="华文楷体" panose="02010600040101010101" pitchFamily="2" charset="-122"/>
                        </a:rPr>
                        <a:t>万得微盘指数</a:t>
                      </a:r>
                      <a:endParaRPr lang="zh-CN" altLang="en-US"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-13.47%</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44.20%</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17.56%</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39.93%</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15.54%</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49.88%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10.00%</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DC17C"/>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48.40%</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r>
              <a:tr h="284480">
                <a:tc>
                  <a:txBody>
                    <a:bodyPr/>
                    <a:lstStyle/>
                    <a:p>
                      <a:pPr algn="ctr" fontAlgn="b"/>
                      <a:r>
                        <a:rPr lang="zh-CN" altLang="en-US"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沪深</a:t>
                      </a:r>
                      <a:r>
                        <a:rPr lang="en-US" altLang="zh-CN"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300</a:t>
                      </a:r>
                      <a:endParaRPr lang="en-US" altLang="zh-CN"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-25.31%</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ECB7E"/>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36.07%</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DBB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27.21%</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-5.20%</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-21.63%</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-11.38%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14.68%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8696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3.58%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r>
              <a:tr h="284480">
                <a:tc>
                  <a:txBody>
                    <a:bodyPr/>
                    <a:lstStyle/>
                    <a:p>
                      <a:pPr algn="ctr" fontAlgn="b"/>
                      <a:r>
                        <a:rPr lang="zh-CN" altLang="en-US"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中证</a:t>
                      </a:r>
                      <a:r>
                        <a:rPr lang="en-US" altLang="zh-CN"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500</a:t>
                      </a:r>
                      <a:endParaRPr lang="en-US" altLang="zh-CN"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-33.32%</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ACD37F"/>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26.38%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77C37C"/>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20.87%</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DE82"/>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15.58%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EEE683"/>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-20.31%</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E984"/>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-7.42%</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EBE582"/>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5.46%</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C8DB80"/>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8.74%</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BE081"/>
                    </a:solidFill>
                  </a:tcPr>
                </a:tc>
              </a:tr>
              <a:tr h="284480">
                <a:tc>
                  <a:txBody>
                    <a:bodyPr/>
                    <a:lstStyle/>
                    <a:p>
                      <a:pPr algn="ctr" fontAlgn="b"/>
                      <a:r>
                        <a:rPr lang="zh-CN" altLang="en-US"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中证</a:t>
                      </a:r>
                      <a:r>
                        <a:rPr lang="en-US" altLang="zh-CN"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1000</a:t>
                      </a:r>
                      <a:endParaRPr lang="en-US" altLang="zh-CN" sz="1050" b="0" i="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-36.87%</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25.67%</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19.39%</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2DE81"/>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20.52%</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DD82"/>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-21.58%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EC1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-6.28%</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EA84"/>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1.20%</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63BE7B"/>
                    </a:solidFill>
                  </a:tcPr>
                </a:tc>
                <a:tc>
                  <a:txBody>
                    <a:bodyPr/>
                    <a:lstStyle/>
                    <a:p>
                      <a:pPr algn="ctr" fontAlgn="b"/>
                      <a:r>
                        <a:rPr lang="en-US" altLang="zh-CN" sz="1050" b="0" i="0">
                          <a:solidFill>
                            <a:srgbClr val="000000"/>
                          </a:solidFill>
                          <a:latin typeface="华文楷体" panose="02010600040101010101" pitchFamily="2" charset="-122"/>
                          <a:ea typeface="华文楷体" panose="02010600040101010101" pitchFamily="2" charset="-122"/>
                        </a:rPr>
                        <a:t>11.81%</a:t>
                      </a:r>
                      <a:endParaRPr lang="en-US" altLang="zh-CN" sz="1050" b="0" i="0">
                        <a:solidFill>
                          <a:srgbClr val="000000"/>
                        </a:solidFill>
                        <a:latin typeface="华文楷体" panose="02010600040101010101" pitchFamily="2" charset="-122"/>
                        <a:ea typeface="华文楷体" panose="02010600040101010101" pitchFamily="2" charset="-122"/>
                      </a:endParaRPr>
                    </a:p>
                  </a:txBody>
                  <a:tcPr marL="7381" marR="7381" marT="7381"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E683"/>
                    </a:solidFill>
                  </a:tcPr>
                </a:tc>
              </a:tr>
            </a:tbl>
          </a:graphicData>
        </a:graphic>
      </p:graphicFrame>
      <p:sp>
        <p:nvSpPr>
          <p:cNvPr id="6" name="文本框 5"/>
          <p:cNvSpPr txBox="1"/>
          <p:nvPr/>
        </p:nvSpPr>
        <p:spPr>
          <a:xfrm>
            <a:off x="3268980" y="5005864"/>
            <a:ext cx="6108859" cy="160655"/>
          </a:xfrm>
          <a:prstGeom prst="rect">
            <a:avLst/>
          </a:prstGeom>
          <a:noFill/>
        </p:spPr>
        <p:txBody>
          <a:bodyPr wrap="square" rtlCol="0" anchor="t">
            <a:spAutoFit/>
          </a:bodyPr>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925" y="0"/>
            <a:ext cx="8250293" cy="730354"/>
          </a:xfrm>
        </p:spPr>
        <p:txBody>
          <a:bodyPr>
            <a:normAutofit/>
          </a:bodyPr>
          <a:lstStyle/>
          <a:p>
            <a:r>
              <a:rPr lang="zh-CN" altLang="en-US" sz="1800" smtClean="0">
                <a:latin typeface="方正准圆简体" panose="03000509000000000000" pitchFamily="2" charset="-122"/>
                <a:ea typeface="方正准圆简体" panose="03000509000000000000" pitchFamily="2" charset="-122"/>
                <a:sym typeface="+mn-ea"/>
              </a:rPr>
              <a:t>微盘指数分析</a:t>
            </a:r>
            <a:endParaRPr lang="zh-CN" altLang="en-US" sz="1800" smtClean="0">
              <a:latin typeface="方正准圆简体" panose="03000509000000000000" pitchFamily="2" charset="-122"/>
              <a:ea typeface="方正准圆简体" panose="03000509000000000000" pitchFamily="2" charset="-122"/>
              <a:sym typeface="+mn-ea"/>
            </a:endParaRPr>
          </a:p>
        </p:txBody>
      </p:sp>
      <p:sp>
        <p:nvSpPr>
          <p:cNvPr id="3" name="灯片编号占位符 2"/>
          <p:cNvSpPr>
            <a:spLocks noGrp="1"/>
          </p:cNvSpPr>
          <p:nvPr>
            <p:ph type="sldNum" sz="quarter" idx="10"/>
          </p:nvPr>
        </p:nvSpPr>
        <p:spPr>
          <a:xfrm>
            <a:off x="8465883" y="4717116"/>
            <a:ext cx="394607" cy="273844"/>
          </a:xfrm>
        </p:spPr>
        <p:txBody>
          <a:bodyPr/>
          <a:lstStyle/>
          <a:p>
            <a:fld id="{09321FF8-95CF-4FCD-B001-FA7673DD6BBC}" type="slidenum">
              <a:rPr lang="zh-CN" altLang="en-US" sz="1350" smtClean="0"/>
            </a:fld>
            <a:endParaRPr lang="zh-CN" altLang="en-US" sz="1350" dirty="0"/>
          </a:p>
        </p:txBody>
      </p:sp>
      <p:sp>
        <p:nvSpPr>
          <p:cNvPr id="4" name="文本框 3"/>
          <p:cNvSpPr txBox="1"/>
          <p:nvPr/>
        </p:nvSpPr>
        <p:spPr>
          <a:xfrm>
            <a:off x="178594" y="1062038"/>
            <a:ext cx="8648224" cy="3619024"/>
          </a:xfrm>
          <a:prstGeom prst="rect">
            <a:avLst/>
          </a:prstGeom>
          <a:noFill/>
        </p:spPr>
        <p:txBody>
          <a:bodyPr wrap="square" rtlCol="0">
            <a:noAutofit/>
          </a:bodyPr>
          <a:p>
            <a:pPr marL="285750" indent="-285750">
              <a:buFont typeface="Arial" panose="020B0604020202020204" pitchFamily="34" charset="0"/>
              <a:buChar char="•"/>
            </a:pPr>
            <a:r>
              <a:rPr lang="zh-CN" altLang="en-US" sz="1200">
                <a:latin typeface="华文楷体" panose="02010600040101010101" pitchFamily="2" charset="-122"/>
                <a:ea typeface="华文楷体" panose="02010600040101010101" pitchFamily="2" charset="-122"/>
                <a:cs typeface="华文楷体" panose="02010600040101010101" pitchFamily="2" charset="-122"/>
              </a:rPr>
              <a:t>指数名称（</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2024.12.31</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以前）：万得微盘股指数（日度再平衡）</a:t>
            </a: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200">
                <a:latin typeface="华文楷体" panose="02010600040101010101" pitchFamily="2" charset="-122"/>
                <a:ea typeface="华文楷体" panose="02010600040101010101" pitchFamily="2" charset="-122"/>
                <a:cs typeface="华文楷体" panose="02010600040101010101" pitchFamily="2" charset="-122"/>
              </a:rPr>
              <a:t>指数名称（</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2025</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年后）：①万得微盘股日频等权指数（日度再平衡）②万得微盘股指数（月度再平衡）</a:t>
            </a: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200">
                <a:latin typeface="华文楷体" panose="02010600040101010101" pitchFamily="2" charset="-122"/>
                <a:ea typeface="华文楷体" panose="02010600040101010101" pitchFamily="2" charset="-122"/>
                <a:cs typeface="华文楷体" panose="02010600040101010101" pitchFamily="2" charset="-122"/>
              </a:rPr>
              <a:t>编制规则：剔除时点</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ST</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股票后昨收总市值最小的</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400</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只</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A</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股（未含北交所）</a:t>
            </a: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200">
                <a:latin typeface="华文楷体" panose="02010600040101010101" pitchFamily="2" charset="-122"/>
                <a:ea typeface="华文楷体" panose="02010600040101010101" pitchFamily="2" charset="-122"/>
                <a:cs typeface="华文楷体" panose="02010600040101010101" pitchFamily="2" charset="-122"/>
              </a:rPr>
              <a:t>换手情况：日度单边</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2.9%</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，月度单边</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13.1%</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，年度单边</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38.1%</a:t>
            </a:r>
            <a:endParaRPr lang="en-US" altLang="zh-CN"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endParaRPr lang="en-US" altLang="zh-CN"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200">
                <a:latin typeface="华文楷体" panose="02010600040101010101" pitchFamily="2" charset="-122"/>
                <a:ea typeface="华文楷体" panose="02010600040101010101" pitchFamily="2" charset="-122"/>
                <a:cs typeface="华文楷体" panose="02010600040101010101" pitchFamily="2" charset="-122"/>
              </a:rPr>
              <a:t>盈利能力：微盘股成分平均</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PIT ROE_TTM</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2024</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0.66%</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，沪深</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300</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为</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 10.20% </a:t>
            </a:r>
            <a:endParaRPr lang="en-US" altLang="zh-CN"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200">
                <a:latin typeface="华文楷体" panose="02010600040101010101" pitchFamily="2" charset="-122"/>
                <a:ea typeface="华文楷体" panose="02010600040101010101" pitchFamily="2" charset="-122"/>
                <a:cs typeface="华文楷体" panose="02010600040101010101" pitchFamily="2" charset="-122"/>
              </a:rPr>
              <a:t>估值情况：微盘成分平均</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PIT PB_LF</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2024</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）为</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1.87</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，沪深</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300</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为</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 2.06</a:t>
            </a:r>
            <a:endParaRPr lang="en-US" altLang="zh-CN"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200">
                <a:latin typeface="华文楷体" panose="02010600040101010101" pitchFamily="2" charset="-122"/>
                <a:ea typeface="华文楷体" panose="02010600040101010101" pitchFamily="2" charset="-122"/>
                <a:cs typeface="华文楷体" panose="02010600040101010101" pitchFamily="2" charset="-122"/>
              </a:rPr>
              <a:t>流动性情况：小微盘股票总市值在</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9000</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亿附近，日均成交额在</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200</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亿附近波动，换手率约</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2.2%</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；全</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A</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总市值约</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100</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万亿，每日成交额</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1~2</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万亿，换手率</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1%~2%</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a:t>
            </a: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200">
                <a:latin typeface="华文楷体" panose="02010600040101010101" pitchFamily="2" charset="-122"/>
                <a:ea typeface="华文楷体" panose="02010600040101010101" pitchFamily="2" charset="-122"/>
                <a:cs typeface="华文楷体" panose="02010600040101010101" pitchFamily="2" charset="-122"/>
              </a:rPr>
              <a:t>指数年度收益与当年宏观经济情况相关性不高。长期相对主流宽基指数的超额收益主要源于以下几个方面：</a:t>
            </a: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200">
                <a:latin typeface="华文楷体" panose="02010600040101010101" pitchFamily="2" charset="-122"/>
                <a:ea typeface="华文楷体" panose="02010600040101010101" pitchFamily="2" charset="-122"/>
                <a:cs typeface="华文楷体" panose="02010600040101010101" pitchFamily="2" charset="-122"/>
              </a:rPr>
              <a:t>①</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 </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小市值溢价</a:t>
            </a: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200">
                <a:latin typeface="华文楷体" panose="02010600040101010101" pitchFamily="2" charset="-122"/>
                <a:ea typeface="华文楷体" panose="02010600040101010101" pitchFamily="2" charset="-122"/>
                <a:cs typeface="华文楷体" panose="02010600040101010101" pitchFamily="2" charset="-122"/>
              </a:rPr>
              <a:t>②</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 </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注意力缺失带来的错误定价空间</a:t>
            </a: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200">
                <a:latin typeface="华文楷体" panose="02010600040101010101" pitchFamily="2" charset="-122"/>
                <a:ea typeface="华文楷体" panose="02010600040101010101" pitchFamily="2" charset="-122"/>
                <a:cs typeface="华文楷体" panose="02010600040101010101" pitchFamily="2" charset="-122"/>
              </a:rPr>
              <a:t>③</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 </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高频再平衡机制</a:t>
            </a: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200">
                <a:latin typeface="华文楷体" panose="02010600040101010101" pitchFamily="2" charset="-122"/>
                <a:ea typeface="华文楷体" panose="02010600040101010101" pitchFamily="2" charset="-122"/>
                <a:cs typeface="华文楷体" panose="02010600040101010101" pitchFamily="2" charset="-122"/>
              </a:rPr>
              <a:t>④</a:t>
            </a:r>
            <a:r>
              <a:rPr lang="en-US" altLang="zh-CN" sz="1200">
                <a:latin typeface="华文楷体" panose="02010600040101010101" pitchFamily="2" charset="-122"/>
                <a:ea typeface="华文楷体" panose="02010600040101010101" pitchFamily="2" charset="-122"/>
                <a:cs typeface="华文楷体" panose="02010600040101010101" pitchFamily="2" charset="-122"/>
              </a:rPr>
              <a:t> </a:t>
            </a:r>
            <a:r>
              <a:rPr lang="zh-CN" altLang="en-US" sz="1200">
                <a:latin typeface="华文楷体" panose="02010600040101010101" pitchFamily="2" charset="-122"/>
                <a:ea typeface="华文楷体" panose="02010600040101010101" pitchFamily="2" charset="-122"/>
                <a:cs typeface="华文楷体" panose="02010600040101010101" pitchFamily="2" charset="-122"/>
              </a:rPr>
              <a:t>做空机制缺失</a:t>
            </a:r>
            <a:endParaRPr lang="zh-CN" altLang="en-US" sz="1200">
              <a:latin typeface="华文楷体" panose="02010600040101010101" pitchFamily="2" charset="-122"/>
              <a:ea typeface="华文楷体" panose="02010600040101010101" pitchFamily="2" charset="-122"/>
              <a:cs typeface="华文楷体" panose="02010600040101010101" pitchFamily="2" charset="-122"/>
            </a:endParaRPr>
          </a:p>
        </p:txBody>
      </p:sp>
      <p:sp>
        <p:nvSpPr>
          <p:cNvPr id="6" name="文本框 5"/>
          <p:cNvSpPr txBox="1"/>
          <p:nvPr/>
        </p:nvSpPr>
        <p:spPr>
          <a:xfrm>
            <a:off x="3268980" y="5005864"/>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925" y="0"/>
            <a:ext cx="8250293" cy="730354"/>
          </a:xfrm>
        </p:spPr>
        <p:txBody>
          <a:bodyPr>
            <a:normAutofit/>
          </a:bodyPr>
          <a:lstStyle/>
          <a:p>
            <a:r>
              <a:rPr lang="zh-CN" altLang="en-US" sz="1800" smtClean="0">
                <a:latin typeface="方正准圆简体" panose="03000509000000000000" pitchFamily="2" charset="-122"/>
                <a:ea typeface="方正准圆简体" panose="03000509000000000000" pitchFamily="2" charset="-122"/>
                <a:sym typeface="+mn-ea"/>
              </a:rPr>
              <a:t>微盘指数分析</a:t>
            </a:r>
            <a:endParaRPr lang="zh-CN" altLang="en-US" sz="1800" smtClean="0">
              <a:latin typeface="方正准圆简体" panose="03000509000000000000" pitchFamily="2" charset="-122"/>
              <a:ea typeface="方正准圆简体" panose="03000509000000000000" pitchFamily="2" charset="-122"/>
              <a:sym typeface="+mn-ea"/>
            </a:endParaRPr>
          </a:p>
        </p:txBody>
      </p:sp>
      <p:sp>
        <p:nvSpPr>
          <p:cNvPr id="3" name="灯片编号占位符 2"/>
          <p:cNvSpPr>
            <a:spLocks noGrp="1"/>
          </p:cNvSpPr>
          <p:nvPr>
            <p:ph type="sldNum" sz="quarter" idx="10"/>
          </p:nvPr>
        </p:nvSpPr>
        <p:spPr>
          <a:xfrm>
            <a:off x="8465883" y="4717116"/>
            <a:ext cx="394607" cy="273844"/>
          </a:xfrm>
        </p:spPr>
        <p:txBody>
          <a:bodyPr/>
          <a:lstStyle/>
          <a:p>
            <a:fld id="{09321FF8-95CF-4FCD-B001-FA7673DD6BBC}" type="slidenum">
              <a:rPr lang="zh-CN" altLang="en-US" sz="1350" smtClean="0"/>
            </a:fld>
            <a:endParaRPr lang="zh-CN" altLang="en-US" sz="1350" dirty="0"/>
          </a:p>
        </p:txBody>
      </p:sp>
      <p:sp>
        <p:nvSpPr>
          <p:cNvPr id="11" name="文本框 10"/>
          <p:cNvSpPr txBox="1"/>
          <p:nvPr/>
        </p:nvSpPr>
        <p:spPr>
          <a:xfrm>
            <a:off x="289560" y="730568"/>
            <a:ext cx="8673465" cy="1357313"/>
          </a:xfrm>
          <a:prstGeom prst="rect">
            <a:avLst/>
          </a:prstGeom>
          <a:noFill/>
        </p:spPr>
        <p:txBody>
          <a:bodyPr wrap="square" rtlCol="0">
            <a:noAutofit/>
          </a:bodyPr>
          <a:lstStyle/>
          <a:p>
            <a:pPr marL="285750" indent="-285750">
              <a:lnSpc>
                <a:spcPct val="120000"/>
              </a:lnSpc>
              <a:buFont typeface="Arial" panose="020B0604020202020204" pitchFamily="34" charset="0"/>
              <a:buChar char="•"/>
            </a:pPr>
            <a:r>
              <a:rPr lang="zh-CN" altLang="en-US" sz="1350" kern="600" spc="160" smtClean="0">
                <a:latin typeface="华文楷体" panose="02010600040101010101" pitchFamily="2" charset="-122"/>
                <a:ea typeface="华文楷体" panose="02010600040101010101" pitchFamily="2" charset="-122"/>
              </a:rPr>
              <a:t>从</a:t>
            </a:r>
            <a:r>
              <a:rPr lang="en-US" altLang="zh-CN" sz="1350" kern="600" spc="160" smtClean="0">
                <a:latin typeface="华文楷体" panose="02010600040101010101" pitchFamily="2" charset="-122"/>
                <a:ea typeface="华文楷体" panose="02010600040101010101" pitchFamily="2" charset="-122"/>
              </a:rPr>
              <a:t>“</a:t>
            </a:r>
            <a:r>
              <a:rPr lang="zh-CN" altLang="en-US" sz="1350" kern="600" spc="160" smtClean="0">
                <a:latin typeface="华文楷体" panose="02010600040101010101" pitchFamily="2" charset="-122"/>
                <a:ea typeface="华文楷体" panose="02010600040101010101" pitchFamily="2" charset="-122"/>
              </a:rPr>
              <a:t>成份股自调入至调出期间</a:t>
            </a:r>
            <a:r>
              <a:rPr lang="en-US" altLang="zh-CN" sz="1350" kern="600" spc="160" smtClean="0">
                <a:latin typeface="华文楷体" panose="02010600040101010101" pitchFamily="2" charset="-122"/>
                <a:ea typeface="华文楷体" panose="02010600040101010101" pitchFamily="2" charset="-122"/>
              </a:rPr>
              <a:t>”</a:t>
            </a:r>
            <a:r>
              <a:rPr lang="zh-CN" altLang="en-US" sz="1350" kern="600" spc="160" smtClean="0">
                <a:latin typeface="华文楷体" panose="02010600040101010101" pitchFamily="2" charset="-122"/>
                <a:ea typeface="华文楷体" panose="02010600040101010101" pitchFamily="2" charset="-122"/>
              </a:rPr>
              <a:t>的收益分布看，微盘股指数成份呈现</a:t>
            </a:r>
            <a:r>
              <a:rPr lang="en-US" altLang="zh-CN" sz="1350" kern="600" spc="160" smtClean="0">
                <a:latin typeface="华文楷体" panose="02010600040101010101" pitchFamily="2" charset="-122"/>
                <a:ea typeface="华文楷体" panose="02010600040101010101" pitchFamily="2" charset="-122"/>
              </a:rPr>
              <a:t>“</a:t>
            </a:r>
            <a:r>
              <a:rPr lang="zh-CN" altLang="en-US" sz="1350" kern="600" spc="160" smtClean="0">
                <a:latin typeface="华文楷体" panose="02010600040101010101" pitchFamily="2" charset="-122"/>
                <a:ea typeface="华文楷体" panose="02010600040101010101" pitchFamily="2" charset="-122"/>
              </a:rPr>
              <a:t>中位数收益和平均数收益均为正</a:t>
            </a:r>
            <a:r>
              <a:rPr lang="en-US" altLang="zh-CN" sz="1350" kern="600" spc="160" smtClean="0">
                <a:latin typeface="华文楷体" panose="02010600040101010101" pitchFamily="2" charset="-122"/>
                <a:ea typeface="华文楷体" panose="02010600040101010101" pitchFamily="2" charset="-122"/>
              </a:rPr>
              <a:t>”</a:t>
            </a:r>
            <a:r>
              <a:rPr lang="zh-CN" altLang="en-US" sz="1350" kern="600" spc="160" smtClean="0">
                <a:latin typeface="华文楷体" panose="02010600040101010101" pitchFamily="2" charset="-122"/>
                <a:ea typeface="华文楷体" panose="02010600040101010101" pitchFamily="2" charset="-122"/>
              </a:rPr>
              <a:t>的稀缺特质。</a:t>
            </a:r>
            <a:endParaRPr lang="zh-CN" altLang="en-US" sz="1350" kern="600" spc="160" smtClean="0">
              <a:latin typeface="华文楷体" panose="02010600040101010101" pitchFamily="2" charset="-122"/>
              <a:ea typeface="华文楷体" panose="02010600040101010101" pitchFamily="2" charset="-122"/>
            </a:endParaRPr>
          </a:p>
          <a:p>
            <a:pPr marL="285750" indent="-285750">
              <a:lnSpc>
                <a:spcPct val="120000"/>
              </a:lnSpc>
              <a:buFont typeface="Arial" panose="020B0604020202020204" pitchFamily="34" charset="0"/>
              <a:buChar char="•"/>
            </a:pPr>
            <a:endParaRPr lang="zh-CN" altLang="en-US" sz="1350" kern="600" spc="160" smtClean="0">
              <a:latin typeface="华文楷体" panose="02010600040101010101" pitchFamily="2" charset="-122"/>
              <a:ea typeface="华文楷体" panose="02010600040101010101" pitchFamily="2" charset="-122"/>
            </a:endParaRPr>
          </a:p>
          <a:p>
            <a:pPr marL="285750" indent="-285750">
              <a:lnSpc>
                <a:spcPct val="120000"/>
              </a:lnSpc>
              <a:buFont typeface="Arial" panose="020B0604020202020204" pitchFamily="34" charset="0"/>
              <a:buChar char="•"/>
            </a:pPr>
            <a:r>
              <a:rPr lang="en-US" altLang="zh-CN" sz="1350" kern="600" spc="160" smtClean="0">
                <a:latin typeface="华文楷体" panose="02010600040101010101" pitchFamily="2" charset="-122"/>
                <a:ea typeface="华文楷体" panose="02010600040101010101" pitchFamily="2" charset="-122"/>
              </a:rPr>
              <a:t>“</a:t>
            </a:r>
            <a:r>
              <a:rPr lang="zh-CN" altLang="en-US" sz="1350" kern="600" spc="160" smtClean="0">
                <a:latin typeface="华文楷体" panose="02010600040101010101" pitchFamily="2" charset="-122"/>
                <a:ea typeface="华文楷体" panose="02010600040101010101" pitchFamily="2" charset="-122"/>
              </a:rPr>
              <a:t>退市新规</a:t>
            </a:r>
            <a:r>
              <a:rPr lang="en-US" altLang="zh-CN" sz="1350" kern="600" spc="160" smtClean="0">
                <a:latin typeface="华文楷体" panose="02010600040101010101" pitchFamily="2" charset="-122"/>
                <a:ea typeface="华文楷体" panose="02010600040101010101" pitchFamily="2" charset="-122"/>
              </a:rPr>
              <a:t>”</a:t>
            </a:r>
            <a:r>
              <a:rPr lang="zh-CN" altLang="en-US" sz="1350" kern="600" spc="160" smtClean="0">
                <a:latin typeface="华文楷体" panose="02010600040101010101" pitchFamily="2" charset="-122"/>
                <a:ea typeface="华文楷体" panose="02010600040101010101" pitchFamily="2" charset="-122"/>
              </a:rPr>
              <a:t>实施以来，在</a:t>
            </a:r>
            <a:r>
              <a:rPr lang="en-US" altLang="zh-CN" sz="1350" kern="600" spc="160" smtClean="0">
                <a:latin typeface="华文楷体" panose="02010600040101010101" pitchFamily="2" charset="-122"/>
                <a:ea typeface="华文楷体" panose="02010600040101010101" pitchFamily="2" charset="-122"/>
              </a:rPr>
              <a:t>“</a:t>
            </a:r>
            <a:r>
              <a:rPr lang="zh-CN" altLang="en-US" sz="1350" kern="600" spc="160" smtClean="0">
                <a:latin typeface="华文楷体" panose="02010600040101010101" pitchFamily="2" charset="-122"/>
                <a:ea typeface="华文楷体" panose="02010600040101010101" pitchFamily="2" charset="-122"/>
              </a:rPr>
              <a:t>被实施风险警示</a:t>
            </a:r>
            <a:r>
              <a:rPr lang="en-US" altLang="zh-CN" sz="1350" kern="600" spc="160" smtClean="0">
                <a:latin typeface="华文楷体" panose="02010600040101010101" pitchFamily="2" charset="-122"/>
                <a:ea typeface="华文楷体" panose="02010600040101010101" pitchFamily="2" charset="-122"/>
              </a:rPr>
              <a:t>”</a:t>
            </a:r>
            <a:r>
              <a:rPr lang="zh-CN" altLang="en-US" sz="1350" kern="600" spc="160" smtClean="0">
                <a:latin typeface="华文楷体" panose="02010600040101010101" pitchFamily="2" charset="-122"/>
                <a:ea typeface="华文楷体" panose="02010600040101010101" pitchFamily="2" charset="-122"/>
              </a:rPr>
              <a:t>的问题上，经过统一的时点基本面指标预筛选后，微盘股指数成份股并未承担明显异于常态的尾部风险。</a:t>
            </a:r>
            <a:endParaRPr lang="zh-CN" altLang="en-US" sz="1350" kern="600" spc="160" smtClean="0">
              <a:latin typeface="华文楷体" panose="02010600040101010101" pitchFamily="2" charset="-122"/>
              <a:ea typeface="华文楷体" panose="02010600040101010101" pitchFamily="2" charset="-122"/>
            </a:endParaRPr>
          </a:p>
          <a:p>
            <a:pPr>
              <a:lnSpc>
                <a:spcPct val="120000"/>
              </a:lnSpc>
            </a:pPr>
            <a:endParaRPr lang="zh-CN" altLang="en-US" sz="1350" kern="600" spc="160" smtClean="0">
              <a:latin typeface="华文楷体" panose="02010600040101010101" pitchFamily="2" charset="-122"/>
              <a:ea typeface="华文楷体" panose="02010600040101010101" pitchFamily="2" charset="-122"/>
            </a:endParaRPr>
          </a:p>
        </p:txBody>
      </p:sp>
      <p:pic>
        <p:nvPicPr>
          <p:cNvPr id="8" name="图片 7"/>
          <p:cNvPicPr>
            <a:picLocks noChangeAspect="1"/>
          </p:cNvPicPr>
          <p:nvPr/>
        </p:nvPicPr>
        <p:blipFill>
          <a:blip r:embed="rId1"/>
          <a:stretch>
            <a:fillRect/>
          </a:stretch>
        </p:blipFill>
        <p:spPr>
          <a:xfrm>
            <a:off x="125730" y="2412683"/>
            <a:ext cx="8892064" cy="1063943"/>
          </a:xfrm>
          <a:prstGeom prst="rect">
            <a:avLst/>
          </a:prstGeom>
        </p:spPr>
      </p:pic>
      <p:sp>
        <p:nvSpPr>
          <p:cNvPr id="6" name="文本框 5"/>
          <p:cNvSpPr txBox="1"/>
          <p:nvPr/>
        </p:nvSpPr>
        <p:spPr>
          <a:xfrm>
            <a:off x="3268980" y="5005864"/>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925" y="0"/>
            <a:ext cx="8250293" cy="730354"/>
          </a:xfrm>
        </p:spPr>
        <p:txBody>
          <a:bodyPr>
            <a:normAutofit/>
          </a:bodyPr>
          <a:lstStyle/>
          <a:p>
            <a:r>
              <a:rPr lang="zh-CN" altLang="en-US" sz="1800" smtClean="0">
                <a:latin typeface="方正准圆简体" panose="03000509000000000000" pitchFamily="2" charset="-122"/>
                <a:ea typeface="方正准圆简体" panose="03000509000000000000" pitchFamily="2" charset="-122"/>
                <a:sym typeface="+mn-ea"/>
              </a:rPr>
              <a:t>微盘指数分析</a:t>
            </a:r>
            <a:endParaRPr lang="zh-CN" altLang="en-US" sz="1800" smtClean="0">
              <a:latin typeface="方正准圆简体" panose="03000509000000000000" pitchFamily="2" charset="-122"/>
              <a:ea typeface="方正准圆简体" panose="03000509000000000000" pitchFamily="2" charset="-122"/>
              <a:sym typeface="+mn-ea"/>
            </a:endParaRPr>
          </a:p>
        </p:txBody>
      </p:sp>
      <p:sp>
        <p:nvSpPr>
          <p:cNvPr id="3" name="灯片编号占位符 2"/>
          <p:cNvSpPr>
            <a:spLocks noGrp="1"/>
          </p:cNvSpPr>
          <p:nvPr>
            <p:ph type="sldNum" sz="quarter" idx="10"/>
          </p:nvPr>
        </p:nvSpPr>
        <p:spPr>
          <a:xfrm>
            <a:off x="8465883" y="4717116"/>
            <a:ext cx="394607" cy="273844"/>
          </a:xfrm>
        </p:spPr>
        <p:txBody>
          <a:bodyPr/>
          <a:lstStyle/>
          <a:p>
            <a:fld id="{09321FF8-95CF-4FCD-B001-FA7673DD6BBC}" type="slidenum">
              <a:rPr lang="zh-CN" altLang="en-US" sz="1350" smtClean="0"/>
            </a:fld>
            <a:endParaRPr lang="zh-CN" altLang="en-US" sz="1350" dirty="0"/>
          </a:p>
        </p:txBody>
      </p:sp>
      <p:sp>
        <p:nvSpPr>
          <p:cNvPr id="11" name="文本框 10"/>
          <p:cNvSpPr txBox="1"/>
          <p:nvPr/>
        </p:nvSpPr>
        <p:spPr>
          <a:xfrm>
            <a:off x="289560" y="730568"/>
            <a:ext cx="8673465" cy="711518"/>
          </a:xfrm>
          <a:prstGeom prst="rect">
            <a:avLst/>
          </a:prstGeom>
          <a:noFill/>
        </p:spPr>
        <p:txBody>
          <a:bodyPr wrap="square" rtlCol="0">
            <a:noAutofit/>
          </a:bodyPr>
          <a:lstStyle/>
          <a:p>
            <a:pPr marL="285750" indent="-285750">
              <a:lnSpc>
                <a:spcPct val="120000"/>
              </a:lnSpc>
              <a:buFont typeface="Arial" panose="020B0604020202020204" pitchFamily="34" charset="0"/>
              <a:buChar char="•"/>
            </a:pPr>
            <a:r>
              <a:rPr lang="zh-CN" altLang="en-US" sz="1350" kern="600" spc="160" smtClean="0">
                <a:latin typeface="华文楷体" panose="02010600040101010101" pitchFamily="2" charset="-122"/>
                <a:ea typeface="华文楷体" panose="02010600040101010101" pitchFamily="2" charset="-122"/>
              </a:rPr>
              <a:t>从长期复合收益率看，微盘指数相对主要宽基指数而言具有显著优势。</a:t>
            </a:r>
            <a:endParaRPr lang="zh-CN" altLang="en-US" sz="1350" kern="600" spc="160" smtClean="0">
              <a:latin typeface="华文楷体" panose="02010600040101010101" pitchFamily="2" charset="-122"/>
              <a:ea typeface="华文楷体" panose="02010600040101010101" pitchFamily="2" charset="-122"/>
            </a:endParaRPr>
          </a:p>
          <a:p>
            <a:pPr marL="285750" indent="-285750">
              <a:lnSpc>
                <a:spcPct val="120000"/>
              </a:lnSpc>
              <a:buFont typeface="Arial" panose="020B0604020202020204" pitchFamily="34" charset="0"/>
              <a:buChar char="•"/>
            </a:pPr>
            <a:r>
              <a:rPr lang="zh-CN" altLang="en-US" sz="1350" kern="600" spc="160" smtClean="0">
                <a:latin typeface="华文楷体" panose="02010600040101010101" pitchFamily="2" charset="-122"/>
                <a:ea typeface="华文楷体" panose="02010600040101010101" pitchFamily="2" charset="-122"/>
              </a:rPr>
              <a:t>从短期回撤看，微盘指数同样是一个</a:t>
            </a:r>
            <a:r>
              <a:rPr lang="zh-CN" altLang="en-US" sz="1350" b="1" u="sng" kern="600" spc="160" smtClean="0">
                <a:latin typeface="华文楷体" panose="02010600040101010101" pitchFamily="2" charset="-122"/>
                <a:ea typeface="华文楷体" panose="02010600040101010101" pitchFamily="2" charset="-122"/>
              </a:rPr>
              <a:t>回撤期较短、适合回撤加仓</a:t>
            </a:r>
            <a:r>
              <a:rPr lang="zh-CN" altLang="en-US" sz="1350" kern="600" spc="160" smtClean="0">
                <a:latin typeface="华文楷体" panose="02010600040101010101" pitchFamily="2" charset="-122"/>
                <a:ea typeface="华文楷体" panose="02010600040101010101" pitchFamily="2" charset="-122"/>
              </a:rPr>
              <a:t>的指数。</a:t>
            </a:r>
            <a:endParaRPr lang="zh-CN" altLang="en-US" sz="1350" kern="600" spc="160" smtClean="0">
              <a:latin typeface="华文楷体" panose="02010600040101010101" pitchFamily="2" charset="-122"/>
              <a:ea typeface="华文楷体" panose="02010600040101010101" pitchFamily="2" charset="-122"/>
            </a:endParaRPr>
          </a:p>
        </p:txBody>
      </p:sp>
      <p:pic>
        <p:nvPicPr>
          <p:cNvPr id="6" name="图片 5"/>
          <p:cNvPicPr>
            <a:picLocks noChangeAspect="1"/>
          </p:cNvPicPr>
          <p:nvPr/>
        </p:nvPicPr>
        <p:blipFill>
          <a:blip r:embed="rId1"/>
          <a:stretch>
            <a:fillRect/>
          </a:stretch>
        </p:blipFill>
        <p:spPr>
          <a:xfrm>
            <a:off x="1120616" y="3309938"/>
            <a:ext cx="7188994" cy="1681163"/>
          </a:xfrm>
          <a:prstGeom prst="rect">
            <a:avLst/>
          </a:prstGeom>
        </p:spPr>
      </p:pic>
      <p:sp>
        <p:nvSpPr>
          <p:cNvPr id="7" name="文本框 6"/>
          <p:cNvSpPr txBox="1"/>
          <p:nvPr/>
        </p:nvSpPr>
        <p:spPr>
          <a:xfrm>
            <a:off x="3268980" y="5005864"/>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1120616" y="1502093"/>
            <a:ext cx="7188994" cy="12687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925" y="0"/>
            <a:ext cx="8250293" cy="730354"/>
          </a:xfrm>
        </p:spPr>
        <p:txBody>
          <a:bodyPr>
            <a:normAutofit/>
          </a:bodyPr>
          <a:lstStyle/>
          <a:p>
            <a:r>
              <a:rPr lang="zh-CN" altLang="en-US" sz="1800" smtClean="0">
                <a:latin typeface="方正准圆简体" panose="03000509000000000000" pitchFamily="2" charset="-122"/>
                <a:ea typeface="方正准圆简体" panose="03000509000000000000" pitchFamily="2" charset="-122"/>
              </a:rPr>
              <a:t>微盘基金分析</a:t>
            </a:r>
            <a:endParaRPr lang="zh-CN" altLang="en-US" sz="1800" smtClean="0">
              <a:latin typeface="方正准圆简体" panose="03000509000000000000" pitchFamily="2" charset="-122"/>
              <a:ea typeface="方正准圆简体" panose="03000509000000000000" pitchFamily="2" charset="-122"/>
            </a:endParaRPr>
          </a:p>
        </p:txBody>
      </p:sp>
      <p:sp>
        <p:nvSpPr>
          <p:cNvPr id="3" name="灯片编号占位符 2"/>
          <p:cNvSpPr>
            <a:spLocks noGrp="1"/>
          </p:cNvSpPr>
          <p:nvPr>
            <p:ph type="sldNum" sz="quarter" idx="10"/>
          </p:nvPr>
        </p:nvSpPr>
        <p:spPr>
          <a:xfrm>
            <a:off x="8465883" y="4717116"/>
            <a:ext cx="394607" cy="273844"/>
          </a:xfrm>
        </p:spPr>
        <p:txBody>
          <a:bodyPr/>
          <a:lstStyle/>
          <a:p>
            <a:fld id="{09321FF8-95CF-4FCD-B001-FA7673DD6BBC}" type="slidenum">
              <a:rPr lang="zh-CN" altLang="en-US" sz="1350" smtClean="0"/>
            </a:fld>
            <a:endParaRPr lang="zh-CN" altLang="en-US" sz="1350" dirty="0"/>
          </a:p>
        </p:txBody>
      </p:sp>
      <p:sp>
        <p:nvSpPr>
          <p:cNvPr id="8" name="文本框 7"/>
          <p:cNvSpPr txBox="1"/>
          <p:nvPr/>
        </p:nvSpPr>
        <p:spPr>
          <a:xfrm>
            <a:off x="838676" y="826294"/>
            <a:ext cx="7627144" cy="633889"/>
          </a:xfrm>
          <a:prstGeom prst="rect">
            <a:avLst/>
          </a:prstGeom>
          <a:noFill/>
        </p:spPr>
        <p:txBody>
          <a:bodyPr wrap="square" rtlCol="0">
            <a:noAutofit/>
          </a:bodyPr>
          <a:lstStyle/>
          <a:p>
            <a:pPr marL="285750" indent="-285750">
              <a:lnSpc>
                <a:spcPct val="120000"/>
              </a:lnSpc>
              <a:buFont typeface="Arial" panose="020B0604020202020204" pitchFamily="34" charset="0"/>
              <a:buChar char="•"/>
            </a:pPr>
            <a:r>
              <a:rPr lang="en-US" altLang="zh-CN" sz="1350" kern="600" spc="160" smtClean="0">
                <a:latin typeface="华文楷体" panose="02010600040101010101" pitchFamily="2" charset="-122"/>
                <a:ea typeface="华文楷体" panose="02010600040101010101" pitchFamily="2" charset="-122"/>
              </a:rPr>
              <a:t>2024</a:t>
            </a:r>
            <a:r>
              <a:rPr lang="zh-CN" altLang="en-US" sz="1350" kern="600" spc="160" smtClean="0">
                <a:latin typeface="华文楷体" panose="02010600040101010101" pitchFamily="2" charset="-122"/>
                <a:ea typeface="华文楷体" panose="02010600040101010101" pitchFamily="2" charset="-122"/>
              </a:rPr>
              <a:t>年以来，诺安多策略整体走势与万得微盘指数几乎一致；</a:t>
            </a:r>
            <a:endParaRPr lang="zh-CN" altLang="en-US" sz="1350" kern="600" spc="160" smtClean="0">
              <a:latin typeface="华文楷体" panose="02010600040101010101" pitchFamily="2" charset="-122"/>
              <a:ea typeface="华文楷体" panose="02010600040101010101" pitchFamily="2" charset="-122"/>
            </a:endParaRPr>
          </a:p>
          <a:p>
            <a:pPr marL="285750" indent="-285750">
              <a:lnSpc>
                <a:spcPct val="120000"/>
              </a:lnSpc>
              <a:buFont typeface="Arial" panose="020B0604020202020204" pitchFamily="34" charset="0"/>
              <a:buChar char="•"/>
            </a:pPr>
            <a:r>
              <a:rPr lang="zh-CN" altLang="en-US" sz="1350" kern="600" spc="160" smtClean="0">
                <a:latin typeface="华文楷体" panose="02010600040101010101" pitchFamily="2" charset="-122"/>
                <a:ea typeface="华文楷体" panose="02010600040101010101" pitchFamily="2" charset="-122"/>
              </a:rPr>
              <a:t>诺安多策略目前</a:t>
            </a:r>
            <a:r>
              <a:rPr lang="en-US" altLang="zh-CN" sz="1350" kern="600" spc="160" smtClean="0">
                <a:latin typeface="华文楷体" panose="02010600040101010101" pitchFamily="2" charset="-122"/>
                <a:ea typeface="华文楷体" panose="02010600040101010101" pitchFamily="2" charset="-122"/>
              </a:rPr>
              <a:t>41</a:t>
            </a:r>
            <a:r>
              <a:rPr lang="zh-CN" altLang="en-US" sz="1350" kern="600" spc="160" smtClean="0">
                <a:latin typeface="华文楷体" panose="02010600040101010101" pitchFamily="2" charset="-122"/>
                <a:ea typeface="华文楷体" panose="02010600040101010101" pitchFamily="2" charset="-122"/>
              </a:rPr>
              <a:t>亿左右，暂停大额申购，市场仍有微盘配置需求</a:t>
            </a:r>
            <a:endParaRPr lang="zh-CN" altLang="en-US" sz="1350" kern="600" spc="160" smtClean="0">
              <a:latin typeface="华文楷体" panose="02010600040101010101" pitchFamily="2" charset="-122"/>
              <a:ea typeface="华文楷体" panose="02010600040101010101" pitchFamily="2" charset="-122"/>
            </a:endParaRPr>
          </a:p>
          <a:p>
            <a:pPr>
              <a:lnSpc>
                <a:spcPct val="120000"/>
              </a:lnSpc>
            </a:pPr>
            <a:endParaRPr lang="zh-CN" altLang="en-US" sz="1350" kern="600" spc="160" smtClean="0">
              <a:latin typeface="华文楷体" panose="02010600040101010101" pitchFamily="2" charset="-122"/>
              <a:ea typeface="华文楷体" panose="02010600040101010101" pitchFamily="2" charset="-122"/>
            </a:endParaRPr>
          </a:p>
        </p:txBody>
      </p:sp>
      <p:graphicFrame>
        <p:nvGraphicFramePr>
          <p:cNvPr id="11" name="图表 10"/>
          <p:cNvGraphicFramePr/>
          <p:nvPr/>
        </p:nvGraphicFramePr>
        <p:xfrm>
          <a:off x="542925" y="1556122"/>
          <a:ext cx="7922895" cy="3434837"/>
        </p:xfrm>
        <a:graphic>
          <a:graphicData uri="http://schemas.openxmlformats.org/drawingml/2006/chart">
            <c:chart xmlns:c="http://schemas.openxmlformats.org/drawingml/2006/chart" xmlns:r="http://schemas.openxmlformats.org/officeDocument/2006/relationships" r:id="rId1"/>
          </a:graphicData>
        </a:graphic>
      </p:graphicFrame>
      <p:sp>
        <p:nvSpPr>
          <p:cNvPr id="7" name="文本框 6"/>
          <p:cNvSpPr txBox="1"/>
          <p:nvPr/>
        </p:nvSpPr>
        <p:spPr>
          <a:xfrm>
            <a:off x="3268980" y="5005864"/>
            <a:ext cx="6108859" cy="160655"/>
          </a:xfrm>
          <a:prstGeom prst="rect">
            <a:avLst/>
          </a:prstGeom>
          <a:noFill/>
        </p:spPr>
        <p:txBody>
          <a:bodyPr wrap="square" rtlCol="0" anchor="t">
            <a:spAutoFit/>
          </a:bodyPr>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925" y="0"/>
            <a:ext cx="8250293" cy="730354"/>
          </a:xfrm>
        </p:spPr>
        <p:txBody>
          <a:bodyPr>
            <a:normAutofit/>
          </a:bodyPr>
          <a:lstStyle/>
          <a:p>
            <a:r>
              <a:rPr lang="zh-CN" altLang="en-US" sz="1800" smtClean="0">
                <a:latin typeface="方正准圆简体" panose="03000509000000000000" pitchFamily="2" charset="-122"/>
                <a:ea typeface="方正准圆简体" panose="03000509000000000000" pitchFamily="2" charset="-122"/>
              </a:rPr>
              <a:t>微盘基金分析</a:t>
            </a:r>
            <a:endParaRPr lang="zh-CN" altLang="en-US" sz="1800" smtClean="0">
              <a:latin typeface="方正准圆简体" panose="03000509000000000000" pitchFamily="2" charset="-122"/>
              <a:ea typeface="方正准圆简体" panose="03000509000000000000" pitchFamily="2" charset="-122"/>
            </a:endParaRPr>
          </a:p>
        </p:txBody>
      </p:sp>
      <p:sp>
        <p:nvSpPr>
          <p:cNvPr id="3" name="灯片编号占位符 2"/>
          <p:cNvSpPr>
            <a:spLocks noGrp="1"/>
          </p:cNvSpPr>
          <p:nvPr>
            <p:ph type="sldNum" sz="quarter" idx="10"/>
          </p:nvPr>
        </p:nvSpPr>
        <p:spPr>
          <a:xfrm>
            <a:off x="8465883" y="4717116"/>
            <a:ext cx="394607" cy="273844"/>
          </a:xfrm>
        </p:spPr>
        <p:txBody>
          <a:bodyPr/>
          <a:lstStyle/>
          <a:p>
            <a:fld id="{09321FF8-95CF-4FCD-B001-FA7673DD6BBC}" type="slidenum">
              <a:rPr lang="zh-CN" altLang="en-US" sz="1350" smtClean="0"/>
            </a:fld>
            <a:endParaRPr lang="zh-CN" altLang="en-US" sz="1350" dirty="0"/>
          </a:p>
        </p:txBody>
      </p:sp>
      <p:sp>
        <p:nvSpPr>
          <p:cNvPr id="5" name="文本框 4"/>
          <p:cNvSpPr txBox="1"/>
          <p:nvPr/>
        </p:nvSpPr>
        <p:spPr>
          <a:xfrm>
            <a:off x="179070" y="810578"/>
            <a:ext cx="8681561" cy="3752374"/>
          </a:xfrm>
          <a:prstGeom prst="rect">
            <a:avLst/>
          </a:prstGeom>
          <a:noFill/>
        </p:spPr>
        <p:txBody>
          <a:bodyPr wrap="square" rtlCol="0">
            <a:noAutofit/>
          </a:bodyPr>
          <a:p>
            <a:pPr marL="285750" indent="-285750">
              <a:buFont typeface="Arial" panose="020B0604020202020204" pitchFamily="34" charset="0"/>
              <a:buChar char="•"/>
            </a:pPr>
            <a:r>
              <a:rPr lang="zh-CN" altLang="en-US" sz="1350">
                <a:latin typeface="华文楷体" panose="02010600040101010101" pitchFamily="2" charset="-122"/>
                <a:ea typeface="华文楷体" panose="02010600040101010101" pitchFamily="2" charset="-122"/>
                <a:cs typeface="华文楷体" panose="02010600040101010101" pitchFamily="2" charset="-122"/>
              </a:rPr>
              <a:t>前单位产品诺安多策略截至</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2025</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年</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Q4</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的规模为</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41.91</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亿元，限制申购，暂停大额申购，开放赎回。</a:t>
            </a:r>
            <a:endParaRPr lang="zh-CN" altLang="en-US" sz="135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endParaRPr lang="zh-CN" altLang="en-US" sz="135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350">
                <a:latin typeface="华文楷体" panose="02010600040101010101" pitchFamily="2" charset="-122"/>
                <a:ea typeface="华文楷体" panose="02010600040101010101" pitchFamily="2" charset="-122"/>
                <a:cs typeface="华文楷体" panose="02010600040101010101" pitchFamily="2" charset="-122"/>
              </a:rPr>
              <a:t>平安新锐量化规模</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10</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亿以前暂不考虑限购的问题。</a:t>
            </a:r>
            <a:endParaRPr lang="zh-CN" altLang="en-US" sz="135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endParaRPr lang="zh-CN" altLang="en-US" sz="135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350">
                <a:latin typeface="华文楷体" panose="02010600040101010101" pitchFamily="2" charset="-122"/>
                <a:ea typeface="华文楷体" panose="02010600040101010101" pitchFamily="2" charset="-122"/>
                <a:cs typeface="华文楷体" panose="02010600040101010101" pitchFamily="2" charset="-122"/>
              </a:rPr>
              <a:t>投资范式上的相似：</a:t>
            </a:r>
            <a:endParaRPr lang="zh-CN" altLang="en-US" sz="1350">
              <a:latin typeface="华文楷体" panose="02010600040101010101" pitchFamily="2" charset="-122"/>
              <a:ea typeface="华文楷体" panose="02010600040101010101" pitchFamily="2" charset="-122"/>
              <a:cs typeface="华文楷体" panose="02010600040101010101" pitchFamily="2" charset="-122"/>
            </a:endParaRPr>
          </a:p>
          <a:p>
            <a:pPr indent="457200">
              <a:buFont typeface="Arial" panose="020B0604020202020204" pitchFamily="34" charset="0"/>
              <a:buNone/>
            </a:pPr>
            <a:r>
              <a:rPr lang="zh-CN" altLang="en-US" sz="1350">
                <a:latin typeface="华文楷体" panose="02010600040101010101" pitchFamily="2" charset="-122"/>
                <a:ea typeface="华文楷体" panose="02010600040101010101" pitchFamily="2" charset="-122"/>
                <a:cs typeface="华文楷体" panose="02010600040101010101" pitchFamily="2" charset="-122"/>
              </a:rPr>
              <a:t>①</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 </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基建</a:t>
            </a:r>
            <a:endParaRPr lang="zh-CN" altLang="en-US" sz="1350">
              <a:latin typeface="华文楷体" panose="02010600040101010101" pitchFamily="2" charset="-122"/>
              <a:ea typeface="华文楷体" panose="02010600040101010101" pitchFamily="2" charset="-122"/>
              <a:cs typeface="华文楷体" panose="02010600040101010101" pitchFamily="2" charset="-122"/>
            </a:endParaRPr>
          </a:p>
          <a:p>
            <a:pPr indent="457200">
              <a:buFont typeface="Arial" panose="020B0604020202020204" pitchFamily="34" charset="0"/>
              <a:buNone/>
            </a:pPr>
            <a:r>
              <a:rPr lang="zh-CN" altLang="en-US" sz="1350">
                <a:latin typeface="华文楷体" panose="02010600040101010101" pitchFamily="2" charset="-122"/>
                <a:ea typeface="华文楷体" panose="02010600040101010101" pitchFamily="2" charset="-122"/>
                <a:cs typeface="华文楷体" panose="02010600040101010101" pitchFamily="2" charset="-122"/>
              </a:rPr>
              <a:t>②</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 </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目标：均为</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力争跟上收益可获得性不佳的万得微盘股日频等权指数</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，为投资者提供显著优于中证</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1000</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、中证</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2000</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等小盘宽基指数的长期超额收益。</a:t>
            </a:r>
            <a:endParaRPr lang="zh-CN" altLang="en-US" sz="1350">
              <a:latin typeface="华文楷体" panose="02010600040101010101" pitchFamily="2" charset="-122"/>
              <a:ea typeface="华文楷体" panose="02010600040101010101" pitchFamily="2" charset="-122"/>
              <a:cs typeface="华文楷体" panose="02010600040101010101" pitchFamily="2" charset="-122"/>
            </a:endParaRPr>
          </a:p>
          <a:p>
            <a:pPr indent="457200">
              <a:buFont typeface="Arial" panose="020B0604020202020204" pitchFamily="34" charset="0"/>
              <a:buNone/>
            </a:pPr>
            <a:endParaRPr lang="zh-CN" altLang="en-US" sz="1350">
              <a:latin typeface="华文楷体" panose="02010600040101010101" pitchFamily="2" charset="-122"/>
              <a:ea typeface="华文楷体" panose="02010600040101010101" pitchFamily="2" charset="-122"/>
              <a:cs typeface="华文楷体" panose="02010600040101010101" pitchFamily="2" charset="-122"/>
            </a:endParaRPr>
          </a:p>
          <a:p>
            <a:pPr marL="285750" indent="-285750">
              <a:buFont typeface="Arial" panose="020B0604020202020204" pitchFamily="34" charset="0"/>
              <a:buChar char="•"/>
            </a:pPr>
            <a:r>
              <a:rPr lang="zh-CN" altLang="en-US" sz="1350">
                <a:latin typeface="华文楷体" panose="02010600040101010101" pitchFamily="2" charset="-122"/>
                <a:ea typeface="华文楷体" panose="02010600040101010101" pitchFamily="2" charset="-122"/>
                <a:cs typeface="华文楷体" panose="02010600040101010101" pitchFamily="2" charset="-122"/>
              </a:rPr>
              <a:t>投资范式上的区别：</a:t>
            </a:r>
            <a:endParaRPr lang="zh-CN" altLang="en-US" sz="1350">
              <a:latin typeface="华文楷体" panose="02010600040101010101" pitchFamily="2" charset="-122"/>
              <a:ea typeface="华文楷体" panose="02010600040101010101" pitchFamily="2" charset="-122"/>
              <a:cs typeface="华文楷体" panose="02010600040101010101" pitchFamily="2" charset="-122"/>
            </a:endParaRPr>
          </a:p>
          <a:p>
            <a:pPr lvl="1" indent="0">
              <a:buFont typeface="Arial" panose="020B0604020202020204" pitchFamily="34" charset="0"/>
              <a:buNone/>
            </a:pPr>
            <a:r>
              <a:rPr lang="zh-CN" altLang="en-US" sz="1350">
                <a:latin typeface="华文楷体" panose="02010600040101010101" pitchFamily="2" charset="-122"/>
                <a:ea typeface="华文楷体" panose="02010600040101010101" pitchFamily="2" charset="-122"/>
                <a:cs typeface="华文楷体" panose="02010600040101010101" pitchFamily="2" charset="-122"/>
              </a:rPr>
              <a:t>①</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 </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旧模式对模型训练的输入数据限定为</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OHLC</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，不含人工特征。新模式会解除这个限制，在这一点上对齐量化私募和外资资管的做法。</a:t>
            </a:r>
            <a:endParaRPr lang="zh-CN" altLang="en-US" sz="1350">
              <a:latin typeface="华文楷体" panose="02010600040101010101" pitchFamily="2" charset="-122"/>
              <a:ea typeface="华文楷体" panose="02010600040101010101" pitchFamily="2" charset="-122"/>
              <a:cs typeface="华文楷体" panose="02010600040101010101" pitchFamily="2" charset="-122"/>
            </a:endParaRPr>
          </a:p>
          <a:p>
            <a:pPr lvl="1" indent="0">
              <a:buFont typeface="Arial" panose="020B0604020202020204" pitchFamily="34" charset="0"/>
              <a:buNone/>
            </a:pPr>
            <a:r>
              <a:rPr lang="zh-CN" altLang="en-US" sz="1350">
                <a:latin typeface="华文楷体" panose="02010600040101010101" pitchFamily="2" charset="-122"/>
                <a:ea typeface="华文楷体" panose="02010600040101010101" pitchFamily="2" charset="-122"/>
                <a:cs typeface="华文楷体" panose="02010600040101010101" pitchFamily="2" charset="-122"/>
              </a:rPr>
              <a:t>②</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 </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新模式将引入平安基金在</a:t>
            </a:r>
            <a:r>
              <a:rPr lang="en-US" altLang="zh-CN" sz="1350">
                <a:latin typeface="华文楷体" panose="02010600040101010101" pitchFamily="2" charset="-122"/>
                <a:ea typeface="华文楷体" panose="02010600040101010101" pitchFamily="2" charset="-122"/>
                <a:cs typeface="华文楷体" panose="02010600040101010101" pitchFamily="2" charset="-122"/>
              </a:rPr>
              <a:t>FOF</a:t>
            </a:r>
            <a:r>
              <a:rPr lang="zh-CN" altLang="en-US" sz="1350">
                <a:latin typeface="华文楷体" panose="02010600040101010101" pitchFamily="2" charset="-122"/>
                <a:ea typeface="华文楷体" panose="02010600040101010101" pitchFamily="2" charset="-122"/>
                <a:cs typeface="华文楷体" panose="02010600040101010101" pitchFamily="2" charset="-122"/>
              </a:rPr>
              <a:t>投资上的研究积累，给图网络架构带来信息增益。</a:t>
            </a:r>
            <a:endParaRPr lang="zh-CN" altLang="en-US" sz="1350">
              <a:latin typeface="华文楷体" panose="02010600040101010101" pitchFamily="2" charset="-122"/>
              <a:ea typeface="华文楷体" panose="02010600040101010101" pitchFamily="2" charset="-122"/>
              <a:cs typeface="华文楷体" panose="02010600040101010101" pitchFamily="2" charset="-122"/>
            </a:endParaRPr>
          </a:p>
          <a:p>
            <a:pPr lvl="1" indent="0">
              <a:buFont typeface="Arial" panose="020B0604020202020204" pitchFamily="34" charset="0"/>
              <a:buNone/>
            </a:pPr>
            <a:endParaRPr lang="zh-CN" altLang="en-US" sz="1350">
              <a:latin typeface="华文楷体" panose="02010600040101010101" pitchFamily="2" charset="-122"/>
              <a:ea typeface="华文楷体" panose="02010600040101010101" pitchFamily="2" charset="-122"/>
              <a:cs typeface="华文楷体" panose="02010600040101010101" pitchFamily="2" charset="-122"/>
            </a:endParaRPr>
          </a:p>
        </p:txBody>
      </p:sp>
      <p:sp>
        <p:nvSpPr>
          <p:cNvPr id="7" name="文本框 6"/>
          <p:cNvSpPr txBox="1"/>
          <p:nvPr/>
        </p:nvSpPr>
        <p:spPr>
          <a:xfrm>
            <a:off x="3268980" y="5005864"/>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0"/>
          </p:nvPr>
        </p:nvSpPr>
        <p:spPr>
          <a:xfrm>
            <a:off x="8465883" y="4717116"/>
            <a:ext cx="394607" cy="273844"/>
          </a:xfrm>
        </p:spPr>
        <p:txBody>
          <a:bodyPr/>
          <a:p>
            <a:fld id="{09321FF8-95CF-4FCD-B001-FA7673DD6BBC}" type="slidenum">
              <a:rPr lang="zh-CN" altLang="en-US" sz="1350" smtClean="0"/>
            </a:fld>
            <a:endParaRPr lang="zh-CN" altLang="en-US" sz="1350" dirty="0"/>
          </a:p>
        </p:txBody>
      </p:sp>
      <p:sp>
        <p:nvSpPr>
          <p:cNvPr id="6" name="标题 5"/>
          <p:cNvSpPr>
            <a:spLocks noGrp="1"/>
          </p:cNvSpPr>
          <p:nvPr>
            <p:ph type="title"/>
          </p:nvPr>
        </p:nvSpPr>
        <p:spPr>
          <a:xfrm>
            <a:off x="542925" y="0"/>
            <a:ext cx="8250293" cy="730354"/>
          </a:xfrm>
        </p:spPr>
        <p:txBody>
          <a:bodyPr>
            <a:normAutofit/>
          </a:bodyPr>
          <a:p>
            <a:r>
              <a:rPr lang="zh-CN" altLang="en-US" sz="1800" smtClean="0">
                <a:latin typeface="方正准圆简体" panose="03000509000000000000" pitchFamily="2" charset="-122"/>
                <a:ea typeface="方正准圆简体" panose="03000509000000000000" pitchFamily="2" charset="-122"/>
              </a:rPr>
              <a:t>微盘基金分析</a:t>
            </a:r>
            <a:endParaRPr lang="zh-CN" altLang="en-US" sz="1800" smtClean="0">
              <a:latin typeface="方正准圆简体" panose="03000509000000000000" pitchFamily="2" charset="-122"/>
              <a:ea typeface="方正准圆简体" panose="03000509000000000000" pitchFamily="2" charset="-122"/>
            </a:endParaRPr>
          </a:p>
        </p:txBody>
      </p:sp>
      <p:pic>
        <p:nvPicPr>
          <p:cNvPr id="7" name="图片 6"/>
          <p:cNvPicPr>
            <a:picLocks noChangeAspect="1"/>
          </p:cNvPicPr>
          <p:nvPr/>
        </p:nvPicPr>
        <p:blipFill>
          <a:blip r:embed="rId1"/>
          <a:stretch>
            <a:fillRect/>
          </a:stretch>
        </p:blipFill>
        <p:spPr>
          <a:xfrm>
            <a:off x="926783" y="854869"/>
            <a:ext cx="8128159" cy="3993356"/>
          </a:xfrm>
          <a:prstGeom prst="rect">
            <a:avLst/>
          </a:prstGeom>
        </p:spPr>
      </p:pic>
      <p:sp>
        <p:nvSpPr>
          <p:cNvPr id="8" name="文本框 7"/>
          <p:cNvSpPr txBox="1"/>
          <p:nvPr/>
        </p:nvSpPr>
        <p:spPr>
          <a:xfrm>
            <a:off x="3268980" y="5005864"/>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a:xfrm>
            <a:off x="542925" y="0"/>
            <a:ext cx="8250293" cy="730354"/>
          </a:xfrm>
        </p:spPr>
        <p:txBody>
          <a:bodyPr>
            <a:normAutofit/>
          </a:bodyPr>
          <a:lstStyle/>
          <a:p>
            <a:r>
              <a:rPr lang="zh-CN" altLang="en-US" sz="1800" smtClean="0">
                <a:latin typeface="方正准圆简体" panose="03000509000000000000" pitchFamily="2" charset="-122"/>
                <a:ea typeface="方正准圆简体" panose="03000509000000000000" pitchFamily="2" charset="-122"/>
                <a:cs typeface="Calibri" panose="020F0502020204030204" pitchFamily="34" charset="0"/>
              </a:rPr>
              <a:t>微盘策略概述</a:t>
            </a:r>
            <a:endParaRPr lang="zh-CN" altLang="en-US" sz="1800" smtClean="0">
              <a:latin typeface="方正准圆简体" panose="03000509000000000000" pitchFamily="2" charset="-122"/>
              <a:ea typeface="方正准圆简体" panose="03000509000000000000" pitchFamily="2" charset="-122"/>
              <a:cs typeface="Calibri" panose="020F0502020204030204" pitchFamily="34" charset="0"/>
            </a:endParaRPr>
          </a:p>
        </p:txBody>
      </p:sp>
      <p:sp>
        <p:nvSpPr>
          <p:cNvPr id="2" name="灯片编号占位符 1"/>
          <p:cNvSpPr>
            <a:spLocks noGrp="1"/>
          </p:cNvSpPr>
          <p:nvPr>
            <p:ph type="sldNum" sz="quarter" idx="10"/>
          </p:nvPr>
        </p:nvSpPr>
        <p:spPr>
          <a:xfrm>
            <a:off x="8465883" y="4717116"/>
            <a:ext cx="394607" cy="273844"/>
          </a:xfrm>
        </p:spPr>
        <p:txBody>
          <a:bodyPr/>
          <a:lstStyle/>
          <a:p>
            <a:fld id="{09321FF8-95CF-4FCD-B001-FA7673DD6BBC}" type="slidenum">
              <a:rPr lang="zh-CN" altLang="en-US" sz="1350" smtClean="0"/>
            </a:fld>
            <a:endParaRPr lang="zh-CN" altLang="en-US" sz="1350" dirty="0"/>
          </a:p>
        </p:txBody>
      </p:sp>
      <p:sp>
        <p:nvSpPr>
          <p:cNvPr id="4" name="文本框 3"/>
          <p:cNvSpPr txBox="1"/>
          <p:nvPr/>
        </p:nvSpPr>
        <p:spPr>
          <a:xfrm>
            <a:off x="476250" y="985361"/>
            <a:ext cx="8134350" cy="3457575"/>
          </a:xfrm>
          <a:prstGeom prst="rect">
            <a:avLst/>
          </a:prstGeom>
          <a:noFill/>
        </p:spPr>
        <p:txBody>
          <a:bodyPr wrap="square" rtlCol="0">
            <a:noAutofit/>
          </a:bodyPr>
          <a:lstStyle/>
          <a:p>
            <a:pPr algn="l">
              <a:lnSpc>
                <a:spcPct val="120000"/>
              </a:lnSpc>
            </a:pPr>
            <a:r>
              <a:rPr lang="en-US" altLang="zh-CN" sz="1350" kern="600" spc="160" smtClean="0">
                <a:latin typeface="华文楷体" panose="02010600040101010101" pitchFamily="2" charset="-122"/>
                <a:ea typeface="华文楷体" panose="02010600040101010101" pitchFamily="2" charset="-122"/>
              </a:rPr>
              <a:t>1.</a:t>
            </a:r>
            <a:r>
              <a:rPr lang="zh-CN" altLang="en-US" sz="1350" kern="600" spc="160" smtClean="0">
                <a:latin typeface="华文楷体" panose="02010600040101010101" pitchFamily="2" charset="-122"/>
                <a:ea typeface="华文楷体" panose="02010600040101010101" pitchFamily="2" charset="-122"/>
              </a:rPr>
              <a:t>投</a:t>
            </a:r>
            <a:r>
              <a:rPr lang="zh-CN" altLang="en-US" sz="1350" kern="600" spc="160">
                <a:latin typeface="华文楷体" panose="02010600040101010101" pitchFamily="2" charset="-122"/>
                <a:ea typeface="华文楷体" panose="02010600040101010101" pitchFamily="2" charset="-122"/>
              </a:rPr>
              <a:t>资范</a:t>
            </a:r>
            <a:r>
              <a:rPr lang="zh-CN" altLang="en-US" sz="1350" kern="600" spc="160" smtClean="0">
                <a:latin typeface="华文楷体" panose="02010600040101010101" pitchFamily="2" charset="-122"/>
                <a:ea typeface="华文楷体" panose="02010600040101010101" pitchFamily="2" charset="-122"/>
              </a:rPr>
              <a:t>围：</a:t>
            </a:r>
            <a:r>
              <a:rPr lang="zh-CN" altLang="en-US" sz="1350" kern="600" spc="160" smtClean="0">
                <a:latin typeface="华文楷体" panose="02010600040101010101" pitchFamily="2" charset="-122"/>
                <a:ea typeface="华文楷体" panose="02010600040101010101" pitchFamily="2" charset="-122"/>
                <a:sym typeface="+mn-ea"/>
              </a:rPr>
              <a:t>上海证券交易所、深圳证券交易所上市的所有上市公司</a:t>
            </a:r>
            <a:endParaRPr lang="en-US" altLang="zh-CN" sz="1350" kern="600" spc="160" smtClean="0">
              <a:latin typeface="华文楷体" panose="02010600040101010101" pitchFamily="2" charset="-122"/>
              <a:ea typeface="华文楷体" panose="02010600040101010101" pitchFamily="2" charset="-122"/>
            </a:endParaRPr>
          </a:p>
          <a:p>
            <a:pPr algn="l">
              <a:lnSpc>
                <a:spcPct val="120000"/>
              </a:lnSpc>
            </a:pPr>
            <a:endParaRPr lang="en-US" altLang="zh-CN" sz="1350" kern="600" spc="160">
              <a:latin typeface="华文楷体" panose="02010600040101010101" pitchFamily="2" charset="-122"/>
              <a:ea typeface="华文楷体" panose="02010600040101010101" pitchFamily="2" charset="-122"/>
            </a:endParaRPr>
          </a:p>
          <a:p>
            <a:pPr algn="l">
              <a:lnSpc>
                <a:spcPct val="120000"/>
              </a:lnSpc>
            </a:pPr>
            <a:r>
              <a:rPr lang="en-US" altLang="zh-CN" sz="1350" kern="600" spc="160" smtClean="0">
                <a:latin typeface="华文楷体" panose="02010600040101010101" pitchFamily="2" charset="-122"/>
                <a:ea typeface="华文楷体" panose="02010600040101010101" pitchFamily="2" charset="-122"/>
              </a:rPr>
              <a:t>2.</a:t>
            </a:r>
            <a:r>
              <a:rPr lang="zh-CN" altLang="en-US" sz="1350" kern="600" spc="160" smtClean="0">
                <a:latin typeface="华文楷体" panose="02010600040101010101" pitchFamily="2" charset="-122"/>
                <a:ea typeface="华文楷体" panose="02010600040101010101" pitchFamily="2" charset="-122"/>
              </a:rPr>
              <a:t>筛选条件：</a:t>
            </a:r>
            <a:endParaRPr lang="en-US" altLang="zh-CN" sz="1350" kern="600" spc="160" smtClean="0">
              <a:latin typeface="华文楷体" panose="02010600040101010101" pitchFamily="2" charset="-122"/>
              <a:ea typeface="华文楷体" panose="02010600040101010101" pitchFamily="2" charset="-122"/>
            </a:endParaRPr>
          </a:p>
          <a:p>
            <a:pPr marL="342900" indent="-342900" algn="l">
              <a:lnSpc>
                <a:spcPct val="120000"/>
              </a:lnSpc>
              <a:buFont typeface="+mj-ea"/>
              <a:buAutoNum type="circleNumDbPlain"/>
            </a:pPr>
            <a:r>
              <a:rPr lang="zh-CN" altLang="en-US" sz="1350" kern="600" spc="160" smtClean="0">
                <a:latin typeface="华文楷体" panose="02010600040101010101" pitchFamily="2" charset="-122"/>
                <a:ea typeface="华文楷体" panose="02010600040101010101" pitchFamily="2" charset="-122"/>
                <a:sym typeface="+mn-ea"/>
              </a:rPr>
              <a:t>剔除</a:t>
            </a:r>
            <a:r>
              <a:rPr lang="en-US" altLang="zh-CN" sz="1350" kern="600" spc="160" smtClean="0">
                <a:latin typeface="华文楷体" panose="02010600040101010101" pitchFamily="2" charset="-122"/>
                <a:ea typeface="华文楷体" panose="02010600040101010101" pitchFamily="2" charset="-122"/>
                <a:sym typeface="+mn-ea"/>
              </a:rPr>
              <a:t>ST</a:t>
            </a:r>
            <a:r>
              <a:rPr lang="zh-CN" altLang="en-US" sz="1350" kern="600" spc="160" smtClean="0">
                <a:latin typeface="华文楷体" panose="02010600040101010101" pitchFamily="2" charset="-122"/>
                <a:ea typeface="华文楷体" panose="02010600040101010101" pitchFamily="2" charset="-122"/>
                <a:sym typeface="+mn-ea"/>
              </a:rPr>
              <a:t>、</a:t>
            </a:r>
            <a:r>
              <a:rPr lang="en-US" altLang="zh-CN" sz="1350" kern="600" spc="160" smtClean="0">
                <a:latin typeface="华文楷体" panose="02010600040101010101" pitchFamily="2" charset="-122"/>
                <a:ea typeface="华文楷体" panose="02010600040101010101" pitchFamily="2" charset="-122"/>
                <a:sym typeface="+mn-ea"/>
              </a:rPr>
              <a:t>*ST</a:t>
            </a:r>
            <a:r>
              <a:rPr lang="zh-CN" altLang="en-US" sz="1350" kern="600" spc="160" smtClean="0">
                <a:latin typeface="华文楷体" panose="02010600040101010101" pitchFamily="2" charset="-122"/>
                <a:ea typeface="华文楷体" panose="02010600040101010101" pitchFamily="2" charset="-122"/>
                <a:sym typeface="+mn-ea"/>
              </a:rPr>
              <a:t>及退市警示标的</a:t>
            </a:r>
            <a:endParaRPr lang="zh-CN" altLang="en-US" sz="1350" kern="600" spc="160" smtClean="0">
              <a:latin typeface="华文楷体" panose="02010600040101010101" pitchFamily="2" charset="-122"/>
              <a:ea typeface="华文楷体" panose="02010600040101010101" pitchFamily="2" charset="-122"/>
              <a:sym typeface="+mn-ea"/>
            </a:endParaRPr>
          </a:p>
          <a:p>
            <a:pPr marL="342900" indent="-342900" algn="l">
              <a:lnSpc>
                <a:spcPct val="120000"/>
              </a:lnSpc>
              <a:buFont typeface="+mj-ea"/>
              <a:buAutoNum type="circleNumDbPlain"/>
            </a:pPr>
            <a:r>
              <a:rPr lang="zh-CN" altLang="en-US" sz="1350" kern="600" spc="160" smtClean="0">
                <a:latin typeface="华文楷体" panose="02010600040101010101" pitchFamily="2" charset="-122"/>
                <a:ea typeface="华文楷体" panose="02010600040101010101" pitchFamily="2" charset="-122"/>
              </a:rPr>
              <a:t>剔除日均成交额较低的股票</a:t>
            </a:r>
            <a:endParaRPr lang="en-US" altLang="zh-CN" sz="1350" kern="600" spc="160" smtClean="0">
              <a:latin typeface="华文楷体" panose="02010600040101010101" pitchFamily="2" charset="-122"/>
              <a:ea typeface="华文楷体" panose="02010600040101010101" pitchFamily="2" charset="-122"/>
            </a:endParaRPr>
          </a:p>
          <a:p>
            <a:pPr marL="342900" indent="-342900">
              <a:lnSpc>
                <a:spcPct val="120000"/>
              </a:lnSpc>
              <a:buFont typeface="+mj-ea"/>
              <a:buAutoNum type="circleNumDbPlain"/>
            </a:pPr>
            <a:r>
              <a:rPr lang="zh-CN" altLang="en-US" sz="1350" kern="600" spc="160">
                <a:latin typeface="华文楷体" panose="02010600040101010101" pitchFamily="2" charset="-122"/>
                <a:ea typeface="华文楷体" panose="02010600040101010101" pitchFamily="2" charset="-122"/>
              </a:rPr>
              <a:t>剔除涨跌停的股票</a:t>
            </a:r>
            <a:endParaRPr lang="zh-CN" altLang="en-US" sz="1350" kern="600" spc="160">
              <a:latin typeface="华文楷体" panose="02010600040101010101" pitchFamily="2" charset="-122"/>
              <a:ea typeface="华文楷体" panose="02010600040101010101" pitchFamily="2" charset="-122"/>
            </a:endParaRPr>
          </a:p>
          <a:p>
            <a:pPr marL="342900" indent="-342900">
              <a:lnSpc>
                <a:spcPct val="120000"/>
              </a:lnSpc>
              <a:buFont typeface="+mj-ea"/>
              <a:buAutoNum type="circleNumDbPlain"/>
            </a:pPr>
            <a:endParaRPr lang="en-US" altLang="zh-CN" sz="1350" kern="600" spc="160">
              <a:latin typeface="华文楷体" panose="02010600040101010101" pitchFamily="2" charset="-122"/>
              <a:ea typeface="华文楷体" panose="02010600040101010101" pitchFamily="2" charset="-122"/>
            </a:endParaRPr>
          </a:p>
          <a:p>
            <a:pPr>
              <a:lnSpc>
                <a:spcPct val="120000"/>
              </a:lnSpc>
            </a:pPr>
            <a:r>
              <a:rPr lang="en-US" altLang="zh-CN" sz="1350" kern="600" spc="160" smtClean="0">
                <a:latin typeface="华文楷体" panose="02010600040101010101" pitchFamily="2" charset="-122"/>
                <a:ea typeface="华文楷体" panose="02010600040101010101" pitchFamily="2" charset="-122"/>
              </a:rPr>
              <a:t>3.</a:t>
            </a:r>
            <a:r>
              <a:rPr lang="zh-CN" altLang="en-US" sz="1350" kern="600" spc="160" smtClean="0">
                <a:latin typeface="华文楷体" panose="02010600040101010101" pitchFamily="2" charset="-122"/>
                <a:ea typeface="华文楷体" panose="02010600040101010101" pitchFamily="2" charset="-122"/>
              </a:rPr>
              <a:t>选股方式：</a:t>
            </a:r>
            <a:r>
              <a:rPr lang="zh-CN" altLang="en-US" sz="1350" kern="600" spc="160">
                <a:latin typeface="华文楷体" panose="02010600040101010101" pitchFamily="2" charset="-122"/>
                <a:ea typeface="华文楷体" panose="02010600040101010101" pitchFamily="2" charset="-122"/>
              </a:rPr>
              <a:t>满</a:t>
            </a:r>
            <a:r>
              <a:rPr lang="zh-CN" altLang="en-US" sz="1350" kern="600" spc="160" smtClean="0">
                <a:latin typeface="华文楷体" panose="02010600040101010101" pitchFamily="2" charset="-122"/>
                <a:ea typeface="华文楷体" panose="02010600040101010101" pitchFamily="2" charset="-122"/>
              </a:rPr>
              <a:t>足筛选条件的所有股票中，优先在微盘股指数成分域，</a:t>
            </a:r>
            <a:r>
              <a:rPr lang="zh-CN" altLang="en-US" sz="1350" kern="600" spc="160">
                <a:latin typeface="华文楷体" panose="02010600040101010101" pitchFamily="2" charset="-122"/>
                <a:ea typeface="华文楷体" panose="02010600040101010101" pitchFamily="2" charset="-122"/>
              </a:rPr>
              <a:t>综</a:t>
            </a:r>
            <a:r>
              <a:rPr lang="zh-CN" altLang="en-US" sz="1350" kern="600" spc="160" smtClean="0">
                <a:latin typeface="华文楷体" panose="02010600040101010101" pitchFamily="2" charset="-122"/>
                <a:ea typeface="华文楷体" panose="02010600040101010101" pitchFamily="2" charset="-122"/>
              </a:rPr>
              <a:t>合考虑估值和流动性、技术指标和深度学习因子，优选出</a:t>
            </a:r>
            <a:r>
              <a:rPr lang="en-US" altLang="zh-CN" sz="1350" kern="600" spc="160" smtClean="0">
                <a:latin typeface="华文楷体" panose="02010600040101010101" pitchFamily="2" charset="-122"/>
                <a:ea typeface="华文楷体" panose="02010600040101010101" pitchFamily="2" charset="-122"/>
              </a:rPr>
              <a:t>300</a:t>
            </a:r>
            <a:r>
              <a:rPr lang="zh-CN" altLang="en-US" sz="1350" kern="600" spc="160">
                <a:latin typeface="华文楷体" panose="02010600040101010101" pitchFamily="2" charset="-122"/>
                <a:ea typeface="华文楷体" panose="02010600040101010101" pitchFamily="2" charset="-122"/>
              </a:rPr>
              <a:t>个</a:t>
            </a:r>
            <a:r>
              <a:rPr lang="zh-CN" altLang="en-US" sz="1350" kern="600" spc="160" smtClean="0">
                <a:latin typeface="华文楷体" panose="02010600040101010101" pitchFamily="2" charset="-122"/>
                <a:ea typeface="华文楷体" panose="02010600040101010101" pitchFamily="2" charset="-122"/>
              </a:rPr>
              <a:t>股票，最终构建投资组合</a:t>
            </a:r>
            <a:endParaRPr lang="zh-CN" altLang="en-US" sz="1350" kern="600" spc="160" smtClean="0">
              <a:latin typeface="华文楷体" panose="02010600040101010101" pitchFamily="2" charset="-122"/>
              <a:ea typeface="华文楷体" panose="02010600040101010101" pitchFamily="2" charset="-122"/>
            </a:endParaRPr>
          </a:p>
          <a:p>
            <a:pPr>
              <a:lnSpc>
                <a:spcPct val="120000"/>
              </a:lnSpc>
            </a:pPr>
            <a:endParaRPr lang="zh-CN" altLang="en-US" sz="1350" kern="600" spc="160" smtClean="0">
              <a:latin typeface="华文楷体" panose="02010600040101010101" pitchFamily="2" charset="-122"/>
              <a:ea typeface="华文楷体" panose="02010600040101010101" pitchFamily="2" charset="-122"/>
            </a:endParaRPr>
          </a:p>
          <a:p>
            <a:pPr algn="l">
              <a:lnSpc>
                <a:spcPct val="120000"/>
              </a:lnSpc>
            </a:pPr>
            <a:r>
              <a:rPr lang="en-US" altLang="zh-CN" sz="1350" kern="600" spc="160" smtClean="0">
                <a:latin typeface="华文楷体" panose="02010600040101010101" pitchFamily="2" charset="-122"/>
                <a:ea typeface="华文楷体" panose="02010600040101010101" pitchFamily="2" charset="-122"/>
                <a:sym typeface="+mn-ea"/>
              </a:rPr>
              <a:t>4.</a:t>
            </a:r>
            <a:r>
              <a:rPr lang="zh-CN" altLang="en-US" sz="1350" kern="600" spc="160" smtClean="0">
                <a:latin typeface="华文楷体" panose="02010600040101010101" pitchFamily="2" charset="-122"/>
                <a:ea typeface="华文楷体" panose="02010600040101010101" pitchFamily="2" charset="-122"/>
                <a:sym typeface="+mn-ea"/>
              </a:rPr>
              <a:t>策略效果：</a:t>
            </a:r>
            <a:r>
              <a:rPr lang="zh-CN" altLang="en-US" sz="1350" b="1" kern="600" spc="160">
                <a:solidFill>
                  <a:srgbClr val="FF0000"/>
                </a:solidFill>
                <a:latin typeface="华文楷体" panose="02010600040101010101" pitchFamily="2" charset="-122"/>
                <a:ea typeface="华文楷体" panose="02010600040101010101" pitchFamily="2" charset="-122"/>
                <a:sym typeface="+mn-ea"/>
              </a:rPr>
              <a:t>最</a:t>
            </a:r>
            <a:r>
              <a:rPr lang="zh-CN" altLang="en-US" sz="1350" b="1" kern="600" spc="160" smtClean="0">
                <a:solidFill>
                  <a:srgbClr val="FF0000"/>
                </a:solidFill>
                <a:latin typeface="华文楷体" panose="02010600040101010101" pitchFamily="2" charset="-122"/>
                <a:ea typeface="华文楷体" panose="02010600040101010101" pitchFamily="2" charset="-122"/>
                <a:sym typeface="+mn-ea"/>
              </a:rPr>
              <a:t>近</a:t>
            </a:r>
            <a:r>
              <a:rPr lang="en-US" altLang="zh-CN" sz="1350" b="1" kern="600" spc="160" smtClean="0">
                <a:solidFill>
                  <a:srgbClr val="FF0000"/>
                </a:solidFill>
                <a:latin typeface="华文楷体" panose="02010600040101010101" pitchFamily="2" charset="-122"/>
                <a:ea typeface="华文楷体" panose="02010600040101010101" pitchFamily="2" charset="-122"/>
                <a:sym typeface="+mn-ea"/>
              </a:rPr>
              <a:t>7</a:t>
            </a:r>
            <a:r>
              <a:rPr lang="zh-CN" altLang="en-US" sz="1350" b="1" kern="600" spc="160" smtClean="0">
                <a:solidFill>
                  <a:srgbClr val="FF0000"/>
                </a:solidFill>
                <a:latin typeface="华文楷体" panose="02010600040101010101" pitchFamily="2" charset="-122"/>
                <a:ea typeface="华文楷体" panose="02010600040101010101" pitchFamily="2" charset="-122"/>
                <a:sym typeface="+mn-ea"/>
              </a:rPr>
              <a:t>年每年都是正收益；</a:t>
            </a:r>
            <a:r>
              <a:rPr lang="zh-CN" altLang="en-US" sz="1350" kern="600" spc="160" smtClean="0">
                <a:latin typeface="华文楷体" panose="02010600040101010101" pitchFamily="2" charset="-122"/>
                <a:ea typeface="华文楷体" panose="02010600040101010101" pitchFamily="2" charset="-122"/>
                <a:sym typeface="+mn-ea"/>
              </a:rPr>
              <a:t>最近</a:t>
            </a:r>
            <a:r>
              <a:rPr lang="en-US" altLang="zh-CN" sz="1350" kern="600" spc="160" smtClean="0">
                <a:latin typeface="华文楷体" panose="02010600040101010101" pitchFamily="2" charset="-122"/>
                <a:ea typeface="华文楷体" panose="02010600040101010101" pitchFamily="2" charset="-122"/>
                <a:sym typeface="+mn-ea"/>
              </a:rPr>
              <a:t>9</a:t>
            </a:r>
            <a:r>
              <a:rPr lang="zh-CN" altLang="en-US" sz="1350" kern="600" spc="160" smtClean="0">
                <a:latin typeface="华文楷体" panose="02010600040101010101" pitchFamily="2" charset="-122"/>
                <a:ea typeface="华文楷体" panose="02010600040101010101" pitchFamily="2" charset="-122"/>
                <a:sym typeface="+mn-ea"/>
              </a:rPr>
              <a:t>年年化收益率</a:t>
            </a:r>
            <a:r>
              <a:rPr lang="en-US" altLang="zh-CN" sz="1350" kern="600" spc="160" smtClean="0">
                <a:latin typeface="华文楷体" panose="02010600040101010101" pitchFamily="2" charset="-122"/>
                <a:ea typeface="华文楷体" panose="02010600040101010101" pitchFamily="2" charset="-122"/>
                <a:sym typeface="+mn-ea"/>
              </a:rPr>
              <a:t>23.65%</a:t>
            </a:r>
            <a:r>
              <a:rPr lang="zh-CN" altLang="en-US" sz="1350" kern="600" spc="160" smtClean="0">
                <a:latin typeface="华文楷体" panose="02010600040101010101" pitchFamily="2" charset="-122"/>
                <a:ea typeface="华文楷体" panose="02010600040101010101" pitchFamily="2" charset="-122"/>
                <a:sym typeface="+mn-ea"/>
              </a:rPr>
              <a:t>；排名同类</a:t>
            </a:r>
            <a:r>
              <a:rPr lang="zh-CN" altLang="en-US" sz="1350" kern="600" spc="160" smtClean="0">
                <a:solidFill>
                  <a:srgbClr val="FF0000"/>
                </a:solidFill>
                <a:latin typeface="华文楷体" panose="02010600040101010101" pitchFamily="2" charset="-122"/>
                <a:ea typeface="华文楷体" panose="02010600040101010101" pitchFamily="2" charset="-122"/>
                <a:sym typeface="+mn-ea"/>
              </a:rPr>
              <a:t>前</a:t>
            </a:r>
            <a:r>
              <a:rPr lang="en-US" altLang="zh-CN" sz="1350" kern="600" spc="160" smtClean="0">
                <a:solidFill>
                  <a:srgbClr val="FF0000"/>
                </a:solidFill>
                <a:latin typeface="华文楷体" panose="02010600040101010101" pitchFamily="2" charset="-122"/>
                <a:ea typeface="华文楷体" panose="02010600040101010101" pitchFamily="2" charset="-122"/>
                <a:sym typeface="+mn-ea"/>
              </a:rPr>
              <a:t>1%</a:t>
            </a:r>
            <a:r>
              <a:rPr lang="zh-CN" altLang="en-US" sz="1350" kern="600" spc="160" smtClean="0">
                <a:latin typeface="华文楷体" panose="02010600040101010101" pitchFamily="2" charset="-122"/>
                <a:ea typeface="华文楷体" panose="02010600040101010101" pitchFamily="2" charset="-122"/>
                <a:sym typeface="+mn-ea"/>
              </a:rPr>
              <a:t>（主动股基）</a:t>
            </a:r>
            <a:endParaRPr lang="en-US" altLang="zh-CN" sz="1350" kern="600" spc="160" smtClean="0">
              <a:latin typeface="华文楷体" panose="02010600040101010101" pitchFamily="2" charset="-122"/>
              <a:ea typeface="华文楷体" panose="02010600040101010101" pitchFamily="2" charset="-122"/>
            </a:endParaRPr>
          </a:p>
          <a:p>
            <a:pPr>
              <a:lnSpc>
                <a:spcPct val="120000"/>
              </a:lnSpc>
            </a:pPr>
            <a:endParaRPr lang="zh-CN" altLang="en-US" sz="1350" kern="600" spc="160" smtClean="0">
              <a:latin typeface="华文楷体" panose="02010600040101010101" pitchFamily="2" charset="-122"/>
              <a:ea typeface="华文楷体" panose="02010600040101010101" pitchFamily="2" charset="-122"/>
            </a:endParaRPr>
          </a:p>
          <a:p>
            <a:pPr>
              <a:lnSpc>
                <a:spcPct val="120000"/>
              </a:lnSpc>
            </a:pPr>
            <a:endParaRPr lang="zh-CN" altLang="en-US" sz="1350" kern="600" spc="160" smtClean="0">
              <a:latin typeface="华文楷体" panose="02010600040101010101" pitchFamily="2" charset="-122"/>
              <a:ea typeface="华文楷体" panose="02010600040101010101" pitchFamily="2" charset="-122"/>
            </a:endParaRPr>
          </a:p>
        </p:txBody>
      </p:sp>
      <p:sp>
        <p:nvSpPr>
          <p:cNvPr id="7" name="文本框 6"/>
          <p:cNvSpPr txBox="1"/>
          <p:nvPr/>
        </p:nvSpPr>
        <p:spPr>
          <a:xfrm>
            <a:off x="3268980" y="5005864"/>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925" y="0"/>
            <a:ext cx="8250293" cy="730354"/>
          </a:xfrm>
        </p:spPr>
        <p:txBody>
          <a:bodyPr>
            <a:normAutofit/>
          </a:bodyPr>
          <a:lstStyle/>
          <a:p>
            <a:r>
              <a:rPr lang="zh-CN" altLang="en-US" sz="1800">
                <a:latin typeface="方正准圆简体" panose="03000509000000000000" pitchFamily="2" charset="-122"/>
                <a:ea typeface="方正准圆简体" panose="03000509000000000000" pitchFamily="2" charset="-122"/>
                <a:sym typeface="+mn-ea"/>
              </a:rPr>
              <a:t>股票</a:t>
            </a:r>
            <a:r>
              <a:rPr lang="zh-CN" altLang="en-US" sz="1800" smtClean="0">
                <a:latin typeface="方正准圆简体" panose="03000509000000000000" pitchFamily="2" charset="-122"/>
                <a:ea typeface="方正准圆简体" panose="03000509000000000000" pitchFamily="2" charset="-122"/>
                <a:sym typeface="+mn-ea"/>
              </a:rPr>
              <a:t>组合回测净值</a:t>
            </a:r>
            <a:endParaRPr lang="zh-CN" altLang="en-US" sz="1800" smtClean="0">
              <a:latin typeface="方正准圆简体" panose="03000509000000000000" pitchFamily="2" charset="-122"/>
              <a:ea typeface="方正准圆简体" panose="03000509000000000000" pitchFamily="2" charset="-122"/>
              <a:sym typeface="+mn-ea"/>
            </a:endParaRPr>
          </a:p>
        </p:txBody>
      </p:sp>
      <p:sp>
        <p:nvSpPr>
          <p:cNvPr id="3" name="灯片编号占位符 2"/>
          <p:cNvSpPr>
            <a:spLocks noGrp="1"/>
          </p:cNvSpPr>
          <p:nvPr>
            <p:ph type="sldNum" sz="quarter" idx="10"/>
          </p:nvPr>
        </p:nvSpPr>
        <p:spPr>
          <a:xfrm>
            <a:off x="8465883" y="4717116"/>
            <a:ext cx="394607" cy="273844"/>
          </a:xfrm>
        </p:spPr>
        <p:txBody>
          <a:bodyPr/>
          <a:lstStyle/>
          <a:p>
            <a:fld id="{09321FF8-95CF-4FCD-B001-FA7673DD6BBC}" type="slidenum">
              <a:rPr lang="zh-CN" altLang="en-US" sz="1350" smtClean="0"/>
            </a:fld>
            <a:endParaRPr lang="zh-CN" altLang="en-US" sz="1350" dirty="0"/>
          </a:p>
        </p:txBody>
      </p:sp>
      <p:graphicFrame>
        <p:nvGraphicFramePr>
          <p:cNvPr id="9" name="图表 8"/>
          <p:cNvGraphicFramePr/>
          <p:nvPr/>
        </p:nvGraphicFramePr>
        <p:xfrm>
          <a:off x="743903" y="1566863"/>
          <a:ext cx="7849553" cy="3545681"/>
        </p:xfrm>
        <a:graphic>
          <a:graphicData uri="http://schemas.openxmlformats.org/drawingml/2006/chart">
            <c:chart xmlns:c="http://schemas.openxmlformats.org/drawingml/2006/chart" xmlns:r="http://schemas.openxmlformats.org/officeDocument/2006/relationships" r:id="rId1"/>
          </a:graphicData>
        </a:graphic>
      </p:graphicFrame>
      <p:sp>
        <p:nvSpPr>
          <p:cNvPr id="4" name="矩形 3"/>
          <p:cNvSpPr/>
          <p:nvPr/>
        </p:nvSpPr>
        <p:spPr>
          <a:xfrm>
            <a:off x="581645" y="813770"/>
            <a:ext cx="8045583" cy="339725"/>
          </a:xfrm>
          <a:prstGeom prst="rect">
            <a:avLst/>
          </a:prstGeom>
        </p:spPr>
        <p:txBody>
          <a:bodyPr wrap="square">
            <a:spAutoFit/>
          </a:bodyPr>
          <a:lstStyle/>
          <a:p>
            <a:pPr marL="285750" indent="-285750">
              <a:lnSpc>
                <a:spcPct val="120000"/>
              </a:lnSpc>
              <a:buFont typeface="Arial" panose="020B0604020202020204" pitchFamily="34" charset="0"/>
              <a:buChar char="•"/>
            </a:pPr>
            <a:r>
              <a:rPr lang="zh-CN" altLang="en-US" sz="1350" kern="600" spc="160" smtClean="0">
                <a:latin typeface="华文楷体" panose="02010600040101010101" pitchFamily="2" charset="-122"/>
                <a:ea typeface="华文楷体" panose="02010600040101010101" pitchFamily="2" charset="-122"/>
              </a:rPr>
              <a:t>策略长期能跑赢微盘指数</a:t>
            </a:r>
            <a:endParaRPr lang="zh-CN" altLang="en-US" sz="1350" kern="600" spc="160" smtClean="0">
              <a:latin typeface="华文楷体" panose="02010600040101010101" pitchFamily="2" charset="-122"/>
              <a:ea typeface="华文楷体" panose="02010600040101010101" pitchFamily="2" charset="-122"/>
            </a:endParaRPr>
          </a:p>
        </p:txBody>
      </p:sp>
      <p:sp>
        <p:nvSpPr>
          <p:cNvPr id="7" name="文本框 6"/>
          <p:cNvSpPr txBox="1"/>
          <p:nvPr/>
        </p:nvSpPr>
        <p:spPr>
          <a:xfrm>
            <a:off x="3268980" y="5005864"/>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925" y="0"/>
            <a:ext cx="8250293" cy="730354"/>
          </a:xfrm>
        </p:spPr>
        <p:txBody>
          <a:bodyPr>
            <a:normAutofit/>
          </a:bodyPr>
          <a:lstStyle/>
          <a:p>
            <a:r>
              <a:rPr lang="zh-CN" altLang="en-US" sz="1800">
                <a:latin typeface="方正准圆简体" panose="03000509000000000000" pitchFamily="2" charset="-122"/>
                <a:ea typeface="方正准圆简体" panose="03000509000000000000" pitchFamily="2" charset="-122"/>
                <a:cs typeface="方正准圆简体" panose="03000509000000000000" pitchFamily="2" charset="-122"/>
                <a:sym typeface="+mn-ea"/>
              </a:rPr>
              <a:t>股票</a:t>
            </a:r>
            <a:r>
              <a:rPr lang="zh-CN" altLang="en-US" sz="1800" smtClean="0">
                <a:latin typeface="方正准圆简体" panose="03000509000000000000" pitchFamily="2" charset="-122"/>
                <a:ea typeface="方正准圆简体" panose="03000509000000000000" pitchFamily="2" charset="-122"/>
                <a:cs typeface="方正准圆简体" panose="03000509000000000000" pitchFamily="2" charset="-122"/>
                <a:sym typeface="+mn-ea"/>
              </a:rPr>
              <a:t>组合回测指标</a:t>
            </a:r>
            <a:endParaRPr lang="zh-CN" altLang="en-US" sz="1800" smtClean="0">
              <a:latin typeface="方正准圆简体" panose="03000509000000000000" pitchFamily="2" charset="-122"/>
              <a:ea typeface="方正准圆简体" panose="03000509000000000000" pitchFamily="2" charset="-122"/>
              <a:cs typeface="方正准圆简体" panose="03000509000000000000" pitchFamily="2" charset="-122"/>
            </a:endParaRPr>
          </a:p>
        </p:txBody>
      </p:sp>
      <p:sp>
        <p:nvSpPr>
          <p:cNvPr id="3" name="灯片编号占位符 2"/>
          <p:cNvSpPr>
            <a:spLocks noGrp="1"/>
          </p:cNvSpPr>
          <p:nvPr>
            <p:ph type="sldNum" sz="quarter" idx="10"/>
          </p:nvPr>
        </p:nvSpPr>
        <p:spPr>
          <a:xfrm>
            <a:off x="8465883" y="4717116"/>
            <a:ext cx="394607" cy="273844"/>
          </a:xfrm>
        </p:spPr>
        <p:txBody>
          <a:bodyPr/>
          <a:lstStyle/>
          <a:p>
            <a:fld id="{09321FF8-95CF-4FCD-B001-FA7673DD6BBC}" type="slidenum">
              <a:rPr lang="zh-CN" altLang="en-US" sz="1350" smtClean="0"/>
            </a:fld>
            <a:endParaRPr lang="zh-CN" altLang="en-US" sz="1350" dirty="0"/>
          </a:p>
        </p:txBody>
      </p:sp>
      <p:graphicFrame>
        <p:nvGraphicFramePr>
          <p:cNvPr id="5" name="表格 4"/>
          <p:cNvGraphicFramePr>
            <a:graphicFrameLocks noGrp="1"/>
          </p:cNvGraphicFramePr>
          <p:nvPr>
            <p:custDataLst>
              <p:tags r:id="rId1"/>
            </p:custDataLst>
          </p:nvPr>
        </p:nvGraphicFramePr>
        <p:xfrm>
          <a:off x="356235" y="1454944"/>
          <a:ext cx="8272780" cy="3543300"/>
        </p:xfrm>
        <a:graphic>
          <a:graphicData uri="http://schemas.openxmlformats.org/drawingml/2006/table">
            <a:tbl>
              <a:tblPr>
                <a:tableStyleId>{5C22544A-7EE6-4342-B048-85BDC9FD1C3A}</a:tableStyleId>
              </a:tblPr>
              <a:tblGrid>
                <a:gridCol w="1177925"/>
                <a:gridCol w="709930"/>
                <a:gridCol w="709295"/>
                <a:gridCol w="709295"/>
                <a:gridCol w="709930"/>
                <a:gridCol w="708660"/>
                <a:gridCol w="709930"/>
                <a:gridCol w="709295"/>
                <a:gridCol w="709295"/>
                <a:gridCol w="709930"/>
                <a:gridCol w="709295"/>
              </a:tblGrid>
              <a:tr h="236220">
                <a:tc>
                  <a:txBody>
                    <a:bodyPr/>
                    <a:lstStyle/>
                    <a:p>
                      <a:pPr algn="ctr" fontAlgn="t"/>
                      <a:r>
                        <a:rPr lang="zh-CN" altLang="en-US" sz="1200" b="1" u="none" strike="noStrike">
                          <a:effectLst/>
                          <a:latin typeface="华文楷体" panose="02010600040101010101" pitchFamily="2" charset="-122"/>
                          <a:ea typeface="华文楷体" panose="02010600040101010101" pitchFamily="2" charset="-122"/>
                        </a:rPr>
                        <a:t>指标</a:t>
                      </a:r>
                      <a:endParaRPr lang="zh-CN" altLang="en-US" sz="1200" b="1"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t"/>
                      <a:r>
                        <a:rPr lang="zh-CN" altLang="en-US" sz="1200" b="1" i="0" u="none" strike="noStrike" smtClean="0">
                          <a:solidFill>
                            <a:schemeClr val="dk1"/>
                          </a:solidFill>
                          <a:effectLst/>
                          <a:latin typeface="华文楷体" panose="02010600040101010101" pitchFamily="2" charset="-122"/>
                          <a:ea typeface="华文楷体" panose="02010600040101010101" pitchFamily="2" charset="-122"/>
                        </a:rPr>
                        <a:t>全区间</a:t>
                      </a:r>
                      <a:endParaRPr lang="zh-CN" altLang="en-US" sz="1200" b="1"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solidFill>
                      <a:schemeClr val="accent1">
                        <a:lumMod val="40000"/>
                        <a:lumOff val="60000"/>
                      </a:schemeClr>
                    </a:solidFill>
                  </a:tcPr>
                </a:tc>
                <a:tc>
                  <a:txBody>
                    <a:bodyPr/>
                    <a:lstStyle/>
                    <a:p>
                      <a:pPr algn="ctr" fontAlgn="t"/>
                      <a:r>
                        <a:rPr lang="en-US" altLang="zh-CN" sz="1200" b="1" u="none" strike="noStrike">
                          <a:effectLst/>
                          <a:latin typeface="华文楷体" panose="02010600040101010101" pitchFamily="2" charset="-122"/>
                          <a:ea typeface="华文楷体" panose="02010600040101010101" pitchFamily="2" charset="-122"/>
                        </a:rPr>
                        <a:t>2017</a:t>
                      </a:r>
                      <a:r>
                        <a:rPr lang="zh-CN" altLang="en-US" sz="1200" b="1" u="none" strike="noStrike">
                          <a:effectLst/>
                          <a:latin typeface="华文楷体" panose="02010600040101010101" pitchFamily="2" charset="-122"/>
                          <a:ea typeface="华文楷体" panose="02010600040101010101" pitchFamily="2" charset="-122"/>
                        </a:rPr>
                        <a:t>年</a:t>
                      </a:r>
                      <a:endParaRPr lang="zh-CN" altLang="en-US" sz="1200" b="1"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t"/>
                      <a:r>
                        <a:rPr lang="en-US" altLang="zh-CN" sz="1200" b="1" u="none" strike="noStrike">
                          <a:effectLst/>
                          <a:latin typeface="华文楷体" panose="02010600040101010101" pitchFamily="2" charset="-122"/>
                          <a:ea typeface="华文楷体" panose="02010600040101010101" pitchFamily="2" charset="-122"/>
                        </a:rPr>
                        <a:t>2018</a:t>
                      </a:r>
                      <a:r>
                        <a:rPr lang="zh-CN" altLang="en-US" sz="1200" b="1" u="none" strike="noStrike">
                          <a:effectLst/>
                          <a:latin typeface="华文楷体" panose="02010600040101010101" pitchFamily="2" charset="-122"/>
                          <a:ea typeface="华文楷体" panose="02010600040101010101" pitchFamily="2" charset="-122"/>
                        </a:rPr>
                        <a:t>年</a:t>
                      </a:r>
                      <a:endParaRPr lang="zh-CN" altLang="en-US" sz="1200" b="1"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t"/>
                      <a:r>
                        <a:rPr lang="en-US" altLang="zh-CN" sz="1200" b="1" u="none" strike="noStrike">
                          <a:effectLst/>
                          <a:latin typeface="华文楷体" panose="02010600040101010101" pitchFamily="2" charset="-122"/>
                          <a:ea typeface="华文楷体" panose="02010600040101010101" pitchFamily="2" charset="-122"/>
                        </a:rPr>
                        <a:t>2019</a:t>
                      </a:r>
                      <a:r>
                        <a:rPr lang="zh-CN" altLang="en-US" sz="1200" b="1" u="none" strike="noStrike">
                          <a:effectLst/>
                          <a:latin typeface="华文楷体" panose="02010600040101010101" pitchFamily="2" charset="-122"/>
                          <a:ea typeface="华文楷体" panose="02010600040101010101" pitchFamily="2" charset="-122"/>
                        </a:rPr>
                        <a:t>年</a:t>
                      </a:r>
                      <a:endParaRPr lang="zh-CN" altLang="en-US" sz="1200" b="1"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t"/>
                      <a:r>
                        <a:rPr lang="en-US" altLang="zh-CN" sz="1200" b="1" u="none" strike="noStrike">
                          <a:effectLst/>
                          <a:latin typeface="华文楷体" panose="02010600040101010101" pitchFamily="2" charset="-122"/>
                          <a:ea typeface="华文楷体" panose="02010600040101010101" pitchFamily="2" charset="-122"/>
                        </a:rPr>
                        <a:t>2020</a:t>
                      </a:r>
                      <a:r>
                        <a:rPr lang="zh-CN" altLang="en-US" sz="1200" b="1" u="none" strike="noStrike">
                          <a:effectLst/>
                          <a:latin typeface="华文楷体" panose="02010600040101010101" pitchFamily="2" charset="-122"/>
                          <a:ea typeface="华文楷体" panose="02010600040101010101" pitchFamily="2" charset="-122"/>
                        </a:rPr>
                        <a:t>年</a:t>
                      </a:r>
                      <a:endParaRPr lang="zh-CN" altLang="en-US" sz="1200" b="1"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t"/>
                      <a:r>
                        <a:rPr lang="en-US" altLang="zh-CN" sz="1200" b="1" u="none" strike="noStrike">
                          <a:effectLst/>
                          <a:latin typeface="华文楷体" panose="02010600040101010101" pitchFamily="2" charset="-122"/>
                          <a:ea typeface="华文楷体" panose="02010600040101010101" pitchFamily="2" charset="-122"/>
                        </a:rPr>
                        <a:t>2021</a:t>
                      </a:r>
                      <a:r>
                        <a:rPr lang="zh-CN" altLang="en-US" sz="1200" b="1" u="none" strike="noStrike">
                          <a:effectLst/>
                          <a:latin typeface="华文楷体" panose="02010600040101010101" pitchFamily="2" charset="-122"/>
                          <a:ea typeface="华文楷体" panose="02010600040101010101" pitchFamily="2" charset="-122"/>
                        </a:rPr>
                        <a:t>年</a:t>
                      </a:r>
                      <a:endParaRPr lang="zh-CN" altLang="en-US" sz="1200" b="1"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t"/>
                      <a:r>
                        <a:rPr lang="en-US" altLang="zh-CN" sz="1200" b="1" u="none" strike="noStrike">
                          <a:effectLst/>
                          <a:latin typeface="华文楷体" panose="02010600040101010101" pitchFamily="2" charset="-122"/>
                          <a:ea typeface="华文楷体" panose="02010600040101010101" pitchFamily="2" charset="-122"/>
                        </a:rPr>
                        <a:t>2022</a:t>
                      </a:r>
                      <a:r>
                        <a:rPr lang="zh-CN" altLang="en-US" sz="1200" b="1" u="none" strike="noStrike">
                          <a:effectLst/>
                          <a:latin typeface="华文楷体" panose="02010600040101010101" pitchFamily="2" charset="-122"/>
                          <a:ea typeface="华文楷体" panose="02010600040101010101" pitchFamily="2" charset="-122"/>
                        </a:rPr>
                        <a:t>年</a:t>
                      </a:r>
                      <a:endParaRPr lang="zh-CN" altLang="en-US" sz="1200" b="1"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t"/>
                      <a:r>
                        <a:rPr lang="en-US" altLang="zh-CN" sz="1200" b="1" u="none" strike="noStrike">
                          <a:effectLst/>
                          <a:latin typeface="华文楷体" panose="02010600040101010101" pitchFamily="2" charset="-122"/>
                          <a:ea typeface="华文楷体" panose="02010600040101010101" pitchFamily="2" charset="-122"/>
                        </a:rPr>
                        <a:t>2023</a:t>
                      </a:r>
                      <a:r>
                        <a:rPr lang="zh-CN" altLang="en-US" sz="1200" b="1" u="none" strike="noStrike">
                          <a:effectLst/>
                          <a:latin typeface="华文楷体" panose="02010600040101010101" pitchFamily="2" charset="-122"/>
                          <a:ea typeface="华文楷体" panose="02010600040101010101" pitchFamily="2" charset="-122"/>
                        </a:rPr>
                        <a:t>年</a:t>
                      </a:r>
                      <a:endParaRPr lang="zh-CN" altLang="en-US" sz="1200" b="1"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t"/>
                      <a:r>
                        <a:rPr lang="en-US" altLang="zh-CN" sz="1200" b="1" u="none" strike="noStrike">
                          <a:effectLst/>
                          <a:latin typeface="华文楷体" panose="02010600040101010101" pitchFamily="2" charset="-122"/>
                          <a:ea typeface="华文楷体" panose="02010600040101010101" pitchFamily="2" charset="-122"/>
                        </a:rPr>
                        <a:t>2024</a:t>
                      </a:r>
                      <a:r>
                        <a:rPr lang="zh-CN" altLang="en-US" sz="1200" b="1" u="none" strike="noStrike">
                          <a:effectLst/>
                          <a:latin typeface="华文楷体" panose="02010600040101010101" pitchFamily="2" charset="-122"/>
                          <a:ea typeface="华文楷体" panose="02010600040101010101" pitchFamily="2" charset="-122"/>
                        </a:rPr>
                        <a:t>年</a:t>
                      </a:r>
                      <a:endParaRPr lang="zh-CN" altLang="en-US" sz="1200" b="1"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t"/>
                      <a:r>
                        <a:rPr lang="en-US" altLang="zh-CN" sz="1200" b="1" u="none" strike="noStrike">
                          <a:effectLst/>
                          <a:latin typeface="华文楷体" panose="02010600040101010101" pitchFamily="2" charset="-122"/>
                          <a:ea typeface="华文楷体" panose="02010600040101010101" pitchFamily="2" charset="-122"/>
                        </a:rPr>
                        <a:t>2025</a:t>
                      </a:r>
                      <a:r>
                        <a:rPr lang="zh-CN" altLang="en-US" sz="1200" b="1" u="none" strike="noStrike">
                          <a:effectLst/>
                          <a:latin typeface="华文楷体" panose="02010600040101010101" pitchFamily="2" charset="-122"/>
                          <a:ea typeface="华文楷体" panose="02010600040101010101" pitchFamily="2" charset="-122"/>
                        </a:rPr>
                        <a:t>年</a:t>
                      </a:r>
                      <a:endParaRPr lang="zh-CN" altLang="en-US" sz="1200" b="1"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r>
              <a:tr h="236220">
                <a:tc>
                  <a:txBody>
                    <a:bodyPr/>
                    <a:lstStyle/>
                    <a:p>
                      <a:pPr algn="ctr" fontAlgn="b"/>
                      <a:r>
                        <a:rPr lang="zh-CN" altLang="en-US" sz="1200" u="none" strike="noStrike">
                          <a:effectLst/>
                          <a:latin typeface="华文楷体" panose="02010600040101010101" pitchFamily="2" charset="-122"/>
                          <a:ea typeface="华文楷体" panose="02010600040101010101" pitchFamily="2" charset="-122"/>
                        </a:rPr>
                        <a:t>开始日期</a:t>
                      </a:r>
                      <a:endParaRPr lang="zh-CN" altLang="en-US"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2016-12-30</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solidFill>
                      <a:schemeClr val="accent1">
                        <a:lumMod val="40000"/>
                        <a:lumOff val="60000"/>
                      </a:schemeClr>
                    </a:solidFill>
                  </a:tcP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2015-12-31</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2016-12-30</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2017-12-29</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2018-12-28</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2019-12-31</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2020-12-31</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2021-12-31</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2022-12-30</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2023-12-29</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r>
              <a:tr h="236220">
                <a:tc>
                  <a:txBody>
                    <a:bodyPr/>
                    <a:lstStyle/>
                    <a:p>
                      <a:pPr algn="ctr" fontAlgn="b"/>
                      <a:r>
                        <a:rPr lang="zh-CN" altLang="en-US" sz="1200" u="none" strike="noStrike">
                          <a:effectLst/>
                          <a:latin typeface="华文楷体" panose="02010600040101010101" pitchFamily="2" charset="-122"/>
                          <a:ea typeface="华文楷体" panose="02010600040101010101" pitchFamily="2" charset="-122"/>
                        </a:rPr>
                        <a:t>截止日期</a:t>
                      </a:r>
                      <a:endParaRPr lang="zh-CN" altLang="en-US"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2025-07-31</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solidFill>
                      <a:schemeClr val="accent1">
                        <a:lumMod val="40000"/>
                        <a:lumOff val="60000"/>
                      </a:schemeClr>
                    </a:solidFill>
                  </a:tcP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2016-12-30</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2017-12-29</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2018-12-28</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2019-12-31</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2020-12-31</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2021-12-31</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2022-12-30</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2023-12-29</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u="none" strike="noStrike">
                          <a:effectLst/>
                          <a:latin typeface="华文楷体" panose="02010600040101010101" pitchFamily="2" charset="-122"/>
                          <a:ea typeface="华文楷体" panose="02010600040101010101" pitchFamily="2" charset="-122"/>
                        </a:rPr>
                        <a:t>2024-12-31</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r>
              <a:tr h="236220">
                <a:tc>
                  <a:txBody>
                    <a:bodyPr/>
                    <a:lstStyle/>
                    <a:p>
                      <a:pPr algn="ctr" fontAlgn="b"/>
                      <a:r>
                        <a:rPr lang="zh-CN" altLang="en-US" sz="1200" u="none" strike="noStrike">
                          <a:effectLst/>
                          <a:latin typeface="华文楷体" panose="02010600040101010101" pitchFamily="2" charset="-122"/>
                          <a:ea typeface="华文楷体" panose="02010600040101010101" pitchFamily="2" charset="-122"/>
                        </a:rPr>
                        <a:t>累计收益率</a:t>
                      </a:r>
                      <a:endParaRPr lang="zh-CN" altLang="en-US"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486.47%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solidFill>
                      <a:schemeClr val="accent1">
                        <a:lumMod val="40000"/>
                        <a:lumOff val="60000"/>
                      </a:schemeClr>
                    </a:solidFill>
                  </a:tcPr>
                </a:tc>
                <a:tc>
                  <a:txBody>
                    <a:bodyPr/>
                    <a:lstStyle/>
                    <a:p>
                      <a:pPr algn="ctr" fontAlgn="b"/>
                      <a:r>
                        <a:rPr lang="en-US" altLang="zh-CN" sz="1200" b="0" i="0">
                          <a:solidFill>
                            <a:srgbClr val="FF0000"/>
                          </a:solidFill>
                          <a:latin typeface="华文楷体" panose="02010600040101010101" pitchFamily="2" charset="-122"/>
                          <a:ea typeface="华文楷体" panose="02010600040101010101" pitchFamily="2" charset="-122"/>
                        </a:rPr>
                        <a:t>-20.81%</a:t>
                      </a:r>
                      <a:endParaRPr lang="en-US" altLang="zh-CN" sz="1200" b="0" i="0">
                        <a:solidFill>
                          <a:srgbClr val="FF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FF0000"/>
                          </a:solidFill>
                          <a:latin typeface="华文楷体" panose="02010600040101010101" pitchFamily="2" charset="-122"/>
                          <a:ea typeface="华文楷体" panose="02010600040101010101" pitchFamily="2" charset="-122"/>
                        </a:rPr>
                        <a:t>-8.97%</a:t>
                      </a:r>
                      <a:endParaRPr lang="en-US" altLang="zh-CN" sz="1200" b="0" i="0">
                        <a:solidFill>
                          <a:srgbClr val="FF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FF0000"/>
                          </a:solidFill>
                          <a:latin typeface="华文楷体" panose="02010600040101010101" pitchFamily="2" charset="-122"/>
                          <a:ea typeface="华文楷体" panose="02010600040101010101" pitchFamily="2" charset="-122"/>
                        </a:rPr>
                        <a:t>46.18%</a:t>
                      </a:r>
                      <a:endParaRPr lang="en-US" altLang="zh-CN" sz="1200" b="0" i="0">
                        <a:solidFill>
                          <a:srgbClr val="FF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FF0000"/>
                          </a:solidFill>
                          <a:latin typeface="华文楷体" panose="02010600040101010101" pitchFamily="2" charset="-122"/>
                          <a:ea typeface="华文楷体" panose="02010600040101010101" pitchFamily="2" charset="-122"/>
                        </a:rPr>
                        <a:t>23.85%</a:t>
                      </a:r>
                      <a:endParaRPr lang="en-US" altLang="zh-CN" sz="1200" b="0" i="0">
                        <a:solidFill>
                          <a:srgbClr val="FF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FF0000"/>
                          </a:solidFill>
                          <a:latin typeface="华文楷体" panose="02010600040101010101" pitchFamily="2" charset="-122"/>
                          <a:ea typeface="华文楷体" panose="02010600040101010101" pitchFamily="2" charset="-122"/>
                        </a:rPr>
                        <a:t>46.53%</a:t>
                      </a:r>
                      <a:endParaRPr lang="en-US" altLang="zh-CN" sz="1200" b="0" i="0">
                        <a:solidFill>
                          <a:srgbClr val="FF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FF0000"/>
                          </a:solidFill>
                          <a:latin typeface="华文楷体" panose="02010600040101010101" pitchFamily="2" charset="-122"/>
                          <a:ea typeface="华文楷体" panose="02010600040101010101" pitchFamily="2" charset="-122"/>
                        </a:rPr>
                        <a:t>17.06%</a:t>
                      </a:r>
                      <a:endParaRPr lang="en-US" altLang="zh-CN" sz="1200" b="0" i="0">
                        <a:solidFill>
                          <a:srgbClr val="FF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FF0000"/>
                          </a:solidFill>
                          <a:latin typeface="华文楷体" panose="02010600040101010101" pitchFamily="2" charset="-122"/>
                          <a:ea typeface="华文楷体" panose="02010600040101010101" pitchFamily="2" charset="-122"/>
                        </a:rPr>
                        <a:t>48.93%</a:t>
                      </a:r>
                      <a:endParaRPr lang="en-US" altLang="zh-CN" sz="1200" b="0" i="0">
                        <a:solidFill>
                          <a:srgbClr val="FF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FF0000"/>
                          </a:solidFill>
                          <a:latin typeface="华文楷体" panose="02010600040101010101" pitchFamily="2" charset="-122"/>
                          <a:ea typeface="华文楷体" panose="02010600040101010101" pitchFamily="2" charset="-122"/>
                        </a:rPr>
                        <a:t>12.03%</a:t>
                      </a:r>
                      <a:endParaRPr lang="en-US" altLang="zh-CN" sz="1200" b="0" i="0">
                        <a:solidFill>
                          <a:srgbClr val="FF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FF0000"/>
                          </a:solidFill>
                          <a:latin typeface="华文楷体" panose="02010600040101010101" pitchFamily="2" charset="-122"/>
                          <a:ea typeface="华文楷体" panose="02010600040101010101" pitchFamily="2" charset="-122"/>
                        </a:rPr>
                        <a:t>57.02%</a:t>
                      </a:r>
                      <a:endParaRPr lang="en-US" altLang="zh-CN" sz="1200" b="0" i="0">
                        <a:solidFill>
                          <a:srgbClr val="FF0000"/>
                        </a:solidFill>
                        <a:latin typeface="华文楷体" panose="02010600040101010101" pitchFamily="2" charset="-122"/>
                        <a:ea typeface="华文楷体" panose="02010600040101010101" pitchFamily="2" charset="-122"/>
                      </a:endParaRPr>
                    </a:p>
                  </a:txBody>
                  <a:tcPr marL="7381" marR="7381" marT="7381" marB="0" anchor="b"/>
                </a:tc>
              </a:tr>
              <a:tr h="236220">
                <a:tc>
                  <a:txBody>
                    <a:bodyPr/>
                    <a:lstStyle/>
                    <a:p>
                      <a:pPr algn="ctr" fontAlgn="b"/>
                      <a:r>
                        <a:rPr lang="zh-CN" altLang="en-US" sz="1200" u="none" strike="noStrike">
                          <a:effectLst/>
                          <a:latin typeface="华文楷体" panose="02010600040101010101" pitchFamily="2" charset="-122"/>
                          <a:ea typeface="华文楷体" panose="02010600040101010101" pitchFamily="2" charset="-122"/>
                        </a:rPr>
                        <a:t>年化收益率</a:t>
                      </a:r>
                      <a:endParaRPr lang="zh-CN" altLang="en-US"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23.65%</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solidFill>
                      <a:schemeClr val="accent1">
                        <a:lumMod val="40000"/>
                        <a:lumOff val="60000"/>
                      </a:schemeClr>
                    </a:solidFill>
                  </a:tcPr>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r>
              <a:tr h="236220">
                <a:tc>
                  <a:txBody>
                    <a:bodyPr/>
                    <a:lstStyle/>
                    <a:p>
                      <a:pPr algn="ctr" fontAlgn="b"/>
                      <a:r>
                        <a:rPr lang="zh-CN" altLang="en-US" sz="1200" u="none" strike="noStrike">
                          <a:effectLst/>
                          <a:latin typeface="华文楷体" panose="02010600040101010101" pitchFamily="2" charset="-122"/>
                          <a:ea typeface="华文楷体" panose="02010600040101010101" pitchFamily="2" charset="-122"/>
                        </a:rPr>
                        <a:t>年化波动率</a:t>
                      </a:r>
                      <a:endParaRPr lang="zh-CN" altLang="en-US"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29.34%</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solidFill>
                      <a:schemeClr val="accent1">
                        <a:lumMod val="40000"/>
                        <a:lumOff val="60000"/>
                      </a:schemeClr>
                    </a:solidFill>
                  </a:tcP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24.17%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30.28%</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25.28%</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25.52%</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20.57%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27.69%</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18.19%</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50.64%</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29.99%</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r>
              <a:tr h="236220">
                <a:tc>
                  <a:txBody>
                    <a:bodyPr/>
                    <a:lstStyle/>
                    <a:p>
                      <a:pPr algn="ctr" fontAlgn="b"/>
                      <a:r>
                        <a:rPr lang="zh-CN" altLang="en-US" sz="1200" u="none" strike="noStrike">
                          <a:effectLst/>
                          <a:latin typeface="华文楷体" panose="02010600040101010101" pitchFamily="2" charset="-122"/>
                          <a:ea typeface="华文楷体" panose="02010600040101010101" pitchFamily="2" charset="-122"/>
                        </a:rPr>
                        <a:t>夏普比率</a:t>
                      </a:r>
                      <a:endParaRPr lang="zh-CN" altLang="en-US"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87.24%</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solidFill>
                      <a:schemeClr val="accent1">
                        <a:lumMod val="40000"/>
                        <a:lumOff val="60000"/>
                      </a:schemeClr>
                    </a:solidFill>
                  </a:tcP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-86.65%</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-16.60%</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166.67%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99.15%</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201.47%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72.71%</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235.36%</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48.75%</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284.51%</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r>
              <a:tr h="236220">
                <a:tc>
                  <a:txBody>
                    <a:bodyPr/>
                    <a:lstStyle/>
                    <a:p>
                      <a:pPr algn="ctr" fontAlgn="b"/>
                      <a:r>
                        <a:rPr lang="zh-CN" altLang="en-US" sz="1200" u="none" strike="noStrike">
                          <a:effectLst/>
                          <a:latin typeface="华文楷体" panose="02010600040101010101" pitchFamily="2" charset="-122"/>
                          <a:ea typeface="华文楷体" panose="02010600040101010101" pitchFamily="2" charset="-122"/>
                        </a:rPr>
                        <a:t>索提诺比率</a:t>
                      </a:r>
                      <a:endParaRPr lang="zh-CN" altLang="en-US"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117.07%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solidFill>
                      <a:schemeClr val="accent1">
                        <a:lumMod val="40000"/>
                        <a:lumOff val="60000"/>
                      </a:schemeClr>
                    </a:solidFill>
                  </a:tcP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-104.62%</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-20.66%</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234.15%</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133.70%</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301.09%</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96.26%</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392.54%</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66.12%</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381.06%</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r>
              <a:tr h="236220">
                <a:tc>
                  <a:txBody>
                    <a:bodyPr/>
                    <a:lstStyle/>
                    <a:p>
                      <a:pPr algn="ctr" fontAlgn="b"/>
                      <a:r>
                        <a:rPr lang="zh-CN" altLang="en-US" sz="1200" u="none" strike="noStrike">
                          <a:effectLst/>
                          <a:latin typeface="华文楷体" panose="02010600040101010101" pitchFamily="2" charset="-122"/>
                          <a:ea typeface="华文楷体" panose="02010600040101010101" pitchFamily="2" charset="-122"/>
                        </a:rPr>
                        <a:t>最大回撤</a:t>
                      </a:r>
                      <a:endParaRPr lang="zh-CN" altLang="en-US"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-47.06%</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solidFill>
                      <a:schemeClr val="accent1">
                        <a:lumMod val="40000"/>
                        <a:lumOff val="60000"/>
                      </a:schemeClr>
                    </a:solidFill>
                  </a:tcP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-27.52%</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-29.78%</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-16.90%</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-17.87%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-16.59%</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-22.21%</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-11.87%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-47.06%</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-17.15%</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r>
              <a:tr h="236220">
                <a:tc>
                  <a:txBody>
                    <a:bodyPr/>
                    <a:lstStyle/>
                    <a:p>
                      <a:pPr algn="ctr" fontAlgn="b"/>
                      <a:r>
                        <a:rPr lang="zh-CN" altLang="en-US" sz="1200" u="none" strike="noStrike">
                          <a:effectLst/>
                          <a:latin typeface="华文楷体" panose="02010600040101010101" pitchFamily="2" charset="-122"/>
                          <a:ea typeface="华文楷体" panose="02010600040101010101" pitchFamily="2" charset="-122"/>
                        </a:rPr>
                        <a:t>最大回撤</a:t>
                      </a:r>
                      <a:r>
                        <a:rPr lang="en-US" altLang="zh-CN" sz="1200" u="none" strike="noStrike">
                          <a:effectLst/>
                          <a:latin typeface="华文楷体" panose="02010600040101010101" pitchFamily="2" charset="-122"/>
                          <a:ea typeface="华文楷体" panose="02010600040101010101" pitchFamily="2" charset="-122"/>
                        </a:rPr>
                        <a:t>(</a:t>
                      </a:r>
                      <a:r>
                        <a:rPr lang="zh-CN" altLang="en-US" sz="1200" u="none" strike="noStrike">
                          <a:effectLst/>
                          <a:latin typeface="华文楷体" panose="02010600040101010101" pitchFamily="2" charset="-122"/>
                          <a:ea typeface="华文楷体" panose="02010600040101010101" pitchFamily="2" charset="-122"/>
                        </a:rPr>
                        <a:t>年均</a:t>
                      </a:r>
                      <a:r>
                        <a:rPr lang="en-US" altLang="zh-CN" sz="1200" u="none" strike="noStrike">
                          <a:effectLst/>
                          <a:latin typeface="华文楷体" panose="02010600040101010101" pitchFamily="2" charset="-122"/>
                          <a:ea typeface="华文楷体" panose="02010600040101010101" pitchFamily="2" charset="-122"/>
                        </a:rPr>
                        <a:t>)</a:t>
                      </a:r>
                      <a:endParaRPr lang="en-US" altLang="zh-CN"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-22.99%</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solidFill>
                      <a:schemeClr val="accent1">
                        <a:lumMod val="40000"/>
                        <a:lumOff val="60000"/>
                      </a:schemeClr>
                    </a:solidFill>
                  </a:tcPr>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r>
              <a:tr h="236220">
                <a:tc>
                  <a:txBody>
                    <a:bodyPr/>
                    <a:lstStyle/>
                    <a:p>
                      <a:pPr algn="ctr" fontAlgn="b"/>
                      <a:r>
                        <a:rPr lang="zh-CN" altLang="en-US" sz="1200" u="none" strike="noStrike">
                          <a:effectLst/>
                          <a:latin typeface="华文楷体" panose="02010600040101010101" pitchFamily="2" charset="-122"/>
                          <a:ea typeface="华文楷体" panose="02010600040101010101" pitchFamily="2" charset="-122"/>
                        </a:rPr>
                        <a:t>卡玛比率</a:t>
                      </a:r>
                      <a:endParaRPr lang="zh-CN" altLang="en-US"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50.27%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solidFill>
                      <a:schemeClr val="accent1">
                        <a:lumMod val="40000"/>
                        <a:lumOff val="60000"/>
                      </a:schemeClr>
                    </a:solidFill>
                  </a:tcP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-77.26%</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-30.96%</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281.47%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137.79%</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290.16%</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79.58%</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428.68%</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26.47%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721.96%</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r>
              <a:tr h="236220">
                <a:tc>
                  <a:txBody>
                    <a:bodyPr/>
                    <a:lstStyle/>
                    <a:p>
                      <a:pPr algn="ctr" fontAlgn="b"/>
                      <a:r>
                        <a:rPr lang="zh-CN" altLang="en-US" sz="1200" b="0" i="0">
                          <a:effectLst/>
                          <a:latin typeface="华文楷体" panose="02010600040101010101" pitchFamily="2" charset="-122"/>
                          <a:ea typeface="华文楷体" panose="02010600040101010101" pitchFamily="2" charset="-122"/>
                        </a:rPr>
                        <a:t>累计超额</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zh-CN" altLang="en-US" sz="1200" b="0" i="0">
                          <a:effectLst/>
                          <a:latin typeface="华文楷体" panose="02010600040101010101" pitchFamily="2" charset="-122"/>
                          <a:ea typeface="华文楷体" panose="02010600040101010101" pitchFamily="2" charset="-122"/>
                        </a:rPr>
                        <a:t>129.97%</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solidFill>
                      <a:schemeClr val="accent1">
                        <a:lumMod val="40000"/>
                        <a:lumOff val="60000"/>
                      </a:schemeClr>
                    </a:solidFill>
                  </a:tcPr>
                </a:tc>
                <a:tc>
                  <a:txBody>
                    <a:bodyPr/>
                    <a:lstStyle/>
                    <a:p>
                      <a:pPr algn="ctr" fontAlgn="b"/>
                      <a:r>
                        <a:rPr lang="zh-CN" altLang="en-US" sz="1200" b="0" i="0">
                          <a:effectLst/>
                          <a:latin typeface="华文楷体" panose="02010600040101010101" pitchFamily="2" charset="-122"/>
                          <a:ea typeface="华文楷体" panose="02010600040101010101" pitchFamily="2" charset="-122"/>
                        </a:rPr>
                        <a:t>0.52%</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zh-CN" altLang="en-US" sz="1200" b="0" i="0">
                          <a:effectLst/>
                          <a:latin typeface="华文楷体" panose="02010600040101010101" pitchFamily="2" charset="-122"/>
                          <a:ea typeface="华文楷体" panose="02010600040101010101" pitchFamily="2" charset="-122"/>
                        </a:rPr>
                        <a:t>4.49%</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zh-CN" altLang="en-US" sz="1200" b="0" i="0">
                          <a:effectLst/>
                          <a:latin typeface="华文楷体" panose="02010600040101010101" pitchFamily="2" charset="-122"/>
                          <a:ea typeface="华文楷体" panose="02010600040101010101" pitchFamily="2" charset="-122"/>
                        </a:rPr>
                        <a:t>1.98%</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zh-CN" altLang="en-US" sz="1200" b="0" i="0">
                          <a:effectLst/>
                          <a:latin typeface="华文楷体" panose="02010600040101010101" pitchFamily="2" charset="-122"/>
                          <a:ea typeface="华文楷体" panose="02010600040101010101" pitchFamily="2" charset="-122"/>
                        </a:rPr>
                        <a:t>6.29%</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zh-CN" altLang="en-US" sz="1200" b="0" i="0">
                          <a:effectLst/>
                          <a:latin typeface="华文楷体" panose="02010600040101010101" pitchFamily="2" charset="-122"/>
                          <a:ea typeface="华文楷体" panose="02010600040101010101" pitchFamily="2" charset="-122"/>
                        </a:rPr>
                        <a:t>6.59%</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zh-CN" altLang="en-US" sz="1200" b="0" i="0">
                          <a:effectLst/>
                          <a:latin typeface="华文楷体" panose="02010600040101010101" pitchFamily="2" charset="-122"/>
                          <a:ea typeface="华文楷体" panose="02010600040101010101" pitchFamily="2" charset="-122"/>
                        </a:rPr>
                        <a:t>1.52%</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zh-CN" altLang="en-US" sz="1200" b="0" i="0">
                          <a:effectLst/>
                          <a:latin typeface="华文楷体" panose="02010600040101010101" pitchFamily="2" charset="-122"/>
                          <a:ea typeface="华文楷体" panose="02010600040101010101" pitchFamily="2" charset="-122"/>
                        </a:rPr>
                        <a:t>-0.95%</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zh-CN" altLang="en-US" sz="1200" b="0" i="0">
                          <a:effectLst/>
                          <a:latin typeface="华文楷体" panose="02010600040101010101" pitchFamily="2" charset="-122"/>
                          <a:ea typeface="华文楷体" panose="02010600040101010101" pitchFamily="2" charset="-122"/>
                        </a:rPr>
                        <a:t>2.03%</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zh-CN" altLang="en-US" sz="1200" b="0" i="0">
                          <a:effectLst/>
                          <a:latin typeface="华文楷体" panose="02010600040101010101" pitchFamily="2" charset="-122"/>
                          <a:ea typeface="华文楷体" panose="02010600040101010101" pitchFamily="2" charset="-122"/>
                        </a:rPr>
                        <a:t>8.62%</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r>
              <a:tr h="236220">
                <a:tc>
                  <a:txBody>
                    <a:bodyPr/>
                    <a:lstStyle/>
                    <a:p>
                      <a:pPr algn="ctr" fontAlgn="b"/>
                      <a:r>
                        <a:rPr lang="zh-CN" altLang="en-US" sz="1200" b="0" i="0">
                          <a:effectLst/>
                          <a:latin typeface="华文楷体" panose="02010600040101010101" pitchFamily="2" charset="-122"/>
                          <a:ea typeface="华文楷体" panose="02010600040101010101" pitchFamily="2" charset="-122"/>
                        </a:rPr>
                        <a:t>年化超额</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zh-CN" altLang="en-US" sz="1200" b="0" i="0">
                          <a:effectLst/>
                          <a:latin typeface="华文楷体" panose="02010600040101010101" pitchFamily="2" charset="-122"/>
                          <a:ea typeface="华文楷体" panose="02010600040101010101" pitchFamily="2" charset="-122"/>
                        </a:rPr>
                        <a:t>3.66%</a:t>
                      </a:r>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solidFill>
                      <a:schemeClr val="accent1">
                        <a:lumMod val="40000"/>
                        <a:lumOff val="60000"/>
                      </a:schemeClr>
                    </a:solidFill>
                  </a:tcPr>
                </a:tc>
                <a:tc>
                  <a:txBody>
                    <a:bodyPr/>
                    <a:lstStyle/>
                    <a:p>
                      <a:pPr algn="ctr" fontAlgn="b"/>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endParaRPr lang="zh-CN" altLang="en-US" sz="1200" b="0" i="0">
                        <a:effectLst/>
                        <a:latin typeface="华文楷体" panose="02010600040101010101" pitchFamily="2" charset="-122"/>
                        <a:ea typeface="华文楷体" panose="02010600040101010101" pitchFamily="2" charset="-122"/>
                      </a:endParaRPr>
                    </a:p>
                  </a:txBody>
                  <a:tcPr marL="7381" marR="7381" marT="7381" marB="0" anchor="b"/>
                </a:tc>
              </a:tr>
              <a:tr h="236220">
                <a:tc>
                  <a:txBody>
                    <a:bodyPr/>
                    <a:lstStyle/>
                    <a:p>
                      <a:pPr algn="ctr" fontAlgn="b"/>
                      <a:r>
                        <a:rPr lang="zh-CN" altLang="en-US" sz="1200" u="none" strike="noStrike">
                          <a:effectLst/>
                          <a:latin typeface="华文楷体" panose="02010600040101010101" pitchFamily="2" charset="-122"/>
                          <a:ea typeface="华文楷体" panose="02010600040101010101" pitchFamily="2" charset="-122"/>
                        </a:rPr>
                        <a:t>总换手率</a:t>
                      </a:r>
                      <a:endParaRPr lang="zh-CN" altLang="en-US"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3686.03%</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solidFill>
                      <a:schemeClr val="accent1">
                        <a:lumMod val="40000"/>
                        <a:lumOff val="60000"/>
                      </a:schemeClr>
                    </a:solidFill>
                  </a:tcP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443.85%</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477.95%</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380.66%</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415.09%</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422.07%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437.00%</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378.17%</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460.16%</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258.44%</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r>
              <a:tr h="236220">
                <a:tc>
                  <a:txBody>
                    <a:bodyPr/>
                    <a:lstStyle/>
                    <a:p>
                      <a:pPr algn="ctr" fontAlgn="b"/>
                      <a:r>
                        <a:rPr lang="zh-CN" altLang="en-US" sz="1200" u="none" strike="noStrike">
                          <a:effectLst/>
                          <a:latin typeface="华文楷体" panose="02010600040101010101" pitchFamily="2" charset="-122"/>
                          <a:ea typeface="华文楷体" panose="02010600040101010101" pitchFamily="2" charset="-122"/>
                        </a:rPr>
                        <a:t>收益排名分位数</a:t>
                      </a:r>
                      <a:endParaRPr lang="zh-CN" altLang="en-US" sz="1200" b="0" i="0" u="none" strike="noStrike">
                        <a:solidFill>
                          <a:srgbClr val="000000"/>
                        </a:solidFill>
                        <a:effectLst/>
                        <a:latin typeface="华文楷体" panose="02010600040101010101" pitchFamily="2" charset="-122"/>
                        <a:ea typeface="华文楷体" panose="02010600040101010101" pitchFamily="2" charset="-122"/>
                      </a:endParaRPr>
                    </a:p>
                  </a:txBody>
                  <a:tcPr marL="7143" marR="7143" marT="7143" marB="0" anchor="ctr"/>
                </a:tc>
                <a:tc>
                  <a:txBody>
                    <a:bodyPr/>
                    <a:lstStyle/>
                    <a:p>
                      <a:pPr algn="ctr" fontAlgn="b"/>
                      <a:r>
                        <a:rPr lang="en-US" altLang="zh-CN" sz="1200" b="0" i="0">
                          <a:solidFill>
                            <a:srgbClr val="FF0000"/>
                          </a:solidFill>
                          <a:latin typeface="华文楷体" panose="02010600040101010101" pitchFamily="2" charset="-122"/>
                          <a:ea typeface="华文楷体" panose="02010600040101010101" pitchFamily="2" charset="-122"/>
                        </a:rPr>
                        <a:t>0.18%</a:t>
                      </a:r>
                      <a:endParaRPr lang="en-US" altLang="zh-CN" sz="1200" b="0" i="0">
                        <a:solidFill>
                          <a:srgbClr val="FF0000"/>
                        </a:solidFill>
                        <a:latin typeface="华文楷体" panose="02010600040101010101" pitchFamily="2" charset="-122"/>
                        <a:ea typeface="华文楷体" panose="02010600040101010101" pitchFamily="2" charset="-122"/>
                      </a:endParaRPr>
                    </a:p>
                  </a:txBody>
                  <a:tcPr marL="7381" marR="7381" marT="7381" marB="0" anchor="b">
                    <a:solidFill>
                      <a:schemeClr val="accent1">
                        <a:lumMod val="40000"/>
                        <a:lumOff val="60000"/>
                      </a:schemeClr>
                    </a:solidFill>
                  </a:tcPr>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99.09%</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1.71%</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47.61%</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94.19%</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3.04%</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0.19%</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0.04%</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22.02%</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c>
                  <a:txBody>
                    <a:bodyPr/>
                    <a:lstStyle/>
                    <a:p>
                      <a:pPr algn="ctr" fontAlgn="b"/>
                      <a:r>
                        <a:rPr lang="en-US" altLang="zh-CN" sz="1200" b="0" i="0">
                          <a:solidFill>
                            <a:srgbClr val="000000"/>
                          </a:solidFill>
                          <a:latin typeface="华文楷体" panose="02010600040101010101" pitchFamily="2" charset="-122"/>
                          <a:ea typeface="华文楷体" panose="02010600040101010101" pitchFamily="2" charset="-122"/>
                        </a:rPr>
                        <a:t>2.28%</a:t>
                      </a:r>
                      <a:endParaRPr lang="en-US" altLang="zh-CN" sz="1200" b="0" i="0">
                        <a:solidFill>
                          <a:srgbClr val="000000"/>
                        </a:solidFill>
                        <a:latin typeface="华文楷体" panose="02010600040101010101" pitchFamily="2" charset="-122"/>
                        <a:ea typeface="华文楷体" panose="02010600040101010101" pitchFamily="2" charset="-122"/>
                      </a:endParaRPr>
                    </a:p>
                  </a:txBody>
                  <a:tcPr marL="7381" marR="7381" marT="7381" marB="0" anchor="b"/>
                </a:tc>
              </a:tr>
            </a:tbl>
          </a:graphicData>
        </a:graphic>
      </p:graphicFrame>
      <p:sp>
        <p:nvSpPr>
          <p:cNvPr id="4" name="矩形 3"/>
          <p:cNvSpPr/>
          <p:nvPr/>
        </p:nvSpPr>
        <p:spPr>
          <a:xfrm>
            <a:off x="367332" y="813770"/>
            <a:ext cx="8045583" cy="588645"/>
          </a:xfrm>
          <a:prstGeom prst="rect">
            <a:avLst/>
          </a:prstGeom>
        </p:spPr>
        <p:txBody>
          <a:bodyPr wrap="square">
            <a:spAutoFit/>
          </a:bodyPr>
          <a:lstStyle/>
          <a:p>
            <a:pPr marL="285750" indent="-285750">
              <a:lnSpc>
                <a:spcPct val="120000"/>
              </a:lnSpc>
              <a:buFont typeface="Arial" panose="020B0604020202020204" pitchFamily="34" charset="0"/>
              <a:buChar char="•"/>
            </a:pPr>
            <a:r>
              <a:rPr lang="zh-CN" altLang="en-US" sz="1350" kern="600" spc="160" smtClean="0">
                <a:latin typeface="华文楷体" panose="02010600040101010101" pitchFamily="2" charset="-122"/>
                <a:ea typeface="华文楷体" panose="02010600040101010101" pitchFamily="2" charset="-122"/>
              </a:rPr>
              <a:t>最近</a:t>
            </a:r>
            <a:r>
              <a:rPr lang="en-US" altLang="zh-CN" sz="1350" kern="600" spc="160" smtClean="0">
                <a:latin typeface="华文楷体" panose="02010600040101010101" pitchFamily="2" charset="-122"/>
                <a:ea typeface="华文楷体" panose="02010600040101010101" pitchFamily="2" charset="-122"/>
              </a:rPr>
              <a:t>5</a:t>
            </a:r>
            <a:r>
              <a:rPr lang="zh-CN" altLang="en-US" sz="1350" kern="600" spc="160" smtClean="0">
                <a:latin typeface="华文楷体" panose="02010600040101010101" pitchFamily="2" charset="-122"/>
                <a:ea typeface="华文楷体" panose="02010600040101010101" pitchFamily="2" charset="-122"/>
              </a:rPr>
              <a:t>年均排名靠前，最近</a:t>
            </a:r>
            <a:r>
              <a:rPr lang="en-US" altLang="zh-CN" sz="1350" kern="600" spc="160" smtClean="0">
                <a:latin typeface="华文楷体" panose="02010600040101010101" pitchFamily="2" charset="-122"/>
                <a:ea typeface="华文楷体" panose="02010600040101010101" pitchFamily="2" charset="-122"/>
              </a:rPr>
              <a:t>7</a:t>
            </a:r>
            <a:r>
              <a:rPr lang="zh-CN" altLang="en-US" sz="1350" kern="600" spc="160" smtClean="0">
                <a:latin typeface="华文楷体" panose="02010600040101010101" pitchFamily="2" charset="-122"/>
                <a:ea typeface="华文楷体" panose="02010600040101010101" pitchFamily="2" charset="-122"/>
              </a:rPr>
              <a:t>年正收益，且能稳定跑赢微盘指数</a:t>
            </a:r>
            <a:endParaRPr lang="zh-CN" altLang="en-US" sz="1350" kern="600" spc="160" smtClean="0">
              <a:latin typeface="华文楷体" panose="02010600040101010101" pitchFamily="2" charset="-122"/>
              <a:ea typeface="华文楷体" panose="02010600040101010101" pitchFamily="2" charset="-122"/>
            </a:endParaRPr>
          </a:p>
          <a:p>
            <a:pPr marL="285750" indent="-285750">
              <a:lnSpc>
                <a:spcPct val="120000"/>
              </a:lnSpc>
              <a:buFont typeface="Arial" panose="020B0604020202020204" pitchFamily="34" charset="0"/>
              <a:buChar char="•"/>
            </a:pPr>
            <a:r>
              <a:rPr lang="zh-CN" altLang="en-US" sz="1350" kern="600" spc="160" smtClean="0">
                <a:latin typeface="华文楷体" panose="02010600040101010101" pitchFamily="2" charset="-122"/>
                <a:ea typeface="华文楷体" panose="02010600040101010101" pitchFamily="2" charset="-122"/>
                <a:sym typeface="+mn-ea"/>
              </a:rPr>
              <a:t>排名范</a:t>
            </a:r>
            <a:r>
              <a:rPr lang="zh-CN" altLang="en-US" sz="1350" kern="600" spc="160">
                <a:latin typeface="华文楷体" panose="02010600040101010101" pitchFamily="2" charset="-122"/>
                <a:ea typeface="华文楷体" panose="02010600040101010101" pitchFamily="2" charset="-122"/>
                <a:sym typeface="+mn-ea"/>
              </a:rPr>
              <a:t>围普通股票型基金和偏股混合型基金</a:t>
            </a:r>
            <a:endParaRPr lang="zh-CN" altLang="en-US" sz="1350" kern="600" spc="160">
              <a:latin typeface="华文楷体" panose="02010600040101010101" pitchFamily="2" charset="-122"/>
              <a:ea typeface="华文楷体" panose="02010600040101010101" pitchFamily="2" charset="-122"/>
              <a:sym typeface="+mn-ea"/>
            </a:endParaRPr>
          </a:p>
        </p:txBody>
      </p:sp>
      <p:sp>
        <p:nvSpPr>
          <p:cNvPr id="7" name="文本框 6"/>
          <p:cNvSpPr txBox="1"/>
          <p:nvPr/>
        </p:nvSpPr>
        <p:spPr>
          <a:xfrm>
            <a:off x="3268980" y="5005864"/>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0"/>
          </p:nvPr>
        </p:nvSpPr>
        <p:spPr>
          <a:xfrm>
            <a:off x="8465883" y="4717116"/>
            <a:ext cx="394607" cy="273844"/>
          </a:xfrm>
        </p:spPr>
        <p:txBody>
          <a:bodyPr/>
          <a:p>
            <a:fld id="{09321FF8-95CF-4FCD-B001-FA7673DD6BBC}" type="slidenum">
              <a:rPr lang="zh-CN" altLang="en-US" sz="1350" smtClean="0"/>
            </a:fld>
            <a:endParaRPr lang="zh-CN" altLang="en-US" sz="1350" dirty="0"/>
          </a:p>
        </p:txBody>
      </p:sp>
      <p:pic>
        <p:nvPicPr>
          <p:cNvPr id="4" name="图片 2" descr="Plot_G04_400_100_10_15"/>
          <p:cNvPicPr>
            <a:picLocks noChangeAspect="1"/>
          </p:cNvPicPr>
          <p:nvPr/>
        </p:nvPicPr>
        <p:blipFill>
          <a:blip r:embed="rId1"/>
          <a:stretch>
            <a:fillRect/>
          </a:stretch>
        </p:blipFill>
        <p:spPr>
          <a:xfrm>
            <a:off x="642461" y="822960"/>
            <a:ext cx="7507129" cy="4223861"/>
          </a:xfrm>
          <a:prstGeom prst="rect">
            <a:avLst/>
          </a:prstGeom>
        </p:spPr>
      </p:pic>
      <p:sp>
        <p:nvSpPr>
          <p:cNvPr id="11" name="标题 10"/>
          <p:cNvSpPr>
            <a:spLocks noGrp="1"/>
          </p:cNvSpPr>
          <p:nvPr>
            <p:ph type="title"/>
          </p:nvPr>
        </p:nvSpPr>
        <p:spPr>
          <a:xfrm>
            <a:off x="542925" y="0"/>
            <a:ext cx="8250293" cy="730354"/>
          </a:xfrm>
        </p:spPr>
        <p:txBody>
          <a:bodyPr>
            <a:normAutofit/>
          </a:bodyPr>
          <a:p>
            <a:r>
              <a:rPr lang="zh-CN" altLang="en-US" sz="1800" smtClean="0">
                <a:latin typeface="方正准圆简体" panose="03000509000000000000" pitchFamily="2" charset="-122"/>
                <a:ea typeface="方正准圆简体" panose="03000509000000000000" pitchFamily="2" charset="-122"/>
                <a:cs typeface="Calibri" panose="020F0502020204030204" pitchFamily="34" charset="0"/>
              </a:rPr>
              <a:t>策略迭代</a:t>
            </a:r>
            <a:endParaRPr lang="zh-CN" altLang="en-US" sz="1800" smtClean="0">
              <a:latin typeface="方正准圆简体" panose="03000509000000000000" pitchFamily="2" charset="-122"/>
              <a:ea typeface="方正准圆简体" panose="03000509000000000000" pitchFamily="2" charset="-122"/>
              <a:cs typeface="Calibri" panose="020F0502020204030204" pitchFamily="34" charset="0"/>
            </a:endParaRPr>
          </a:p>
        </p:txBody>
      </p:sp>
      <p:sp>
        <p:nvSpPr>
          <p:cNvPr id="7" name="文本框 6"/>
          <p:cNvSpPr txBox="1"/>
          <p:nvPr/>
        </p:nvSpPr>
        <p:spPr>
          <a:xfrm>
            <a:off x="3268980" y="5005864"/>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179705" y="1203960"/>
            <a:ext cx="1433830" cy="423545"/>
          </a:xfrm>
          <a:prstGeom prst="rect">
            <a:avLst/>
          </a:prstGeom>
          <a:noFill/>
        </p:spPr>
        <p:txBody>
          <a:bodyPr wrap="none" rtlCol="0">
            <a:spAutoFit/>
          </a:bodyPr>
          <a:p>
            <a:pPr algn="l">
              <a:lnSpc>
                <a:spcPct val="120000"/>
              </a:lnSpc>
            </a:pPr>
            <a:r>
              <a:rPr lang="zh-CN" altLang="en-US" b="1" kern="600" spc="160" dirty="0" smtClean="0">
                <a:latin typeface="方正准圆简体" panose="03000509000000000000" pitchFamily="2" charset="-122"/>
                <a:ea typeface="方正准圆简体" panose="03000509000000000000" pitchFamily="2" charset="-122"/>
              </a:rPr>
              <a:t>成立以来：</a:t>
            </a:r>
            <a:endParaRPr lang="zh-CN" altLang="en-US" b="1" kern="600" spc="160" dirty="0" smtClean="0">
              <a:latin typeface="方正准圆简体" panose="03000509000000000000" pitchFamily="2" charset="-122"/>
              <a:ea typeface="方正准圆简体" panose="03000509000000000000" pitchFamily="2" charset="-122"/>
            </a:endParaRPr>
          </a:p>
        </p:txBody>
      </p:sp>
      <p:sp>
        <p:nvSpPr>
          <p:cNvPr id="8" name="文本框 7"/>
          <p:cNvSpPr txBox="1"/>
          <p:nvPr/>
        </p:nvSpPr>
        <p:spPr>
          <a:xfrm>
            <a:off x="4625340" y="1203960"/>
            <a:ext cx="1925320" cy="423545"/>
          </a:xfrm>
          <a:prstGeom prst="rect">
            <a:avLst/>
          </a:prstGeom>
          <a:noFill/>
        </p:spPr>
        <p:txBody>
          <a:bodyPr wrap="none" rtlCol="0">
            <a:spAutoFit/>
          </a:bodyPr>
          <a:p>
            <a:pPr algn="l">
              <a:lnSpc>
                <a:spcPct val="120000"/>
              </a:lnSpc>
            </a:pPr>
            <a:r>
              <a:rPr lang="zh-CN" altLang="en-US" b="1" kern="600" spc="160" dirty="0" smtClean="0">
                <a:latin typeface="方正准圆简体" panose="03000509000000000000" pitchFamily="2" charset="-122"/>
                <a:ea typeface="方正准圆简体" panose="03000509000000000000" pitchFamily="2" charset="-122"/>
              </a:rPr>
              <a:t>建仓完毕以来：</a:t>
            </a:r>
            <a:endParaRPr lang="zh-CN" altLang="en-US" b="1" kern="600" spc="160" dirty="0" smtClean="0">
              <a:latin typeface="方正准圆简体" panose="03000509000000000000" pitchFamily="2" charset="-122"/>
              <a:ea typeface="方正准圆简体" panose="03000509000000000000" pitchFamily="2" charset="-122"/>
            </a:endParaRPr>
          </a:p>
        </p:txBody>
      </p:sp>
      <p:sp>
        <p:nvSpPr>
          <p:cNvPr id="5" name="标题 1"/>
          <p:cNvSpPr>
            <a:spLocks noGrp="1"/>
          </p:cNvSpPr>
          <p:nvPr/>
        </p:nvSpPr>
        <p:spPr>
          <a:xfrm>
            <a:off x="542925" y="0"/>
            <a:ext cx="8250293" cy="730354"/>
          </a:xfr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zh-CN" altLang="en-US" sz="1800" smtClean="0">
                <a:latin typeface="方正准圆简体" panose="03000509000000000000" pitchFamily="2" charset="-122"/>
                <a:ea typeface="方正准圆简体" panose="03000509000000000000" pitchFamily="2" charset="-122"/>
                <a:cs typeface="方正准圆简体" panose="03000509000000000000" pitchFamily="2" charset="-122"/>
              </a:rPr>
              <a:t>实盘产品：平安新锐量化</a:t>
            </a:r>
            <a:r>
              <a:rPr lang="en-US" altLang="zh-CN" sz="1800" smtClean="0">
                <a:latin typeface="方正准圆简体" panose="03000509000000000000" pitchFamily="2" charset="-122"/>
                <a:ea typeface="方正准圆简体" panose="03000509000000000000" pitchFamily="2" charset="-122"/>
                <a:cs typeface="方正准圆简体" panose="03000509000000000000" pitchFamily="2" charset="-122"/>
              </a:rPr>
              <a:t> </a:t>
            </a:r>
            <a:r>
              <a:rPr lang="zh-CN" altLang="en-US" sz="1800" smtClean="0">
                <a:latin typeface="方正准圆简体" panose="03000509000000000000" pitchFamily="2" charset="-122"/>
                <a:ea typeface="方正准圆简体" panose="03000509000000000000" pitchFamily="2" charset="-122"/>
                <a:cs typeface="方正准圆简体" panose="03000509000000000000" pitchFamily="2" charset="-122"/>
              </a:rPr>
              <a:t>（</a:t>
            </a:r>
            <a:r>
              <a:rPr lang="en-US" altLang="zh-CN" sz="1800" smtClean="0">
                <a:latin typeface="方正准圆简体" panose="03000509000000000000" pitchFamily="2" charset="-122"/>
                <a:ea typeface="方正准圆简体" panose="03000509000000000000" pitchFamily="2" charset="-122"/>
                <a:cs typeface="方正准圆简体" panose="03000509000000000000" pitchFamily="2" charset="-122"/>
              </a:rPr>
              <a:t>A</a:t>
            </a:r>
            <a:r>
              <a:rPr lang="zh-CN" altLang="en-US" sz="1800" smtClean="0">
                <a:latin typeface="方正准圆简体" panose="03000509000000000000" pitchFamily="2" charset="-122"/>
                <a:ea typeface="方正准圆简体" panose="03000509000000000000" pitchFamily="2" charset="-122"/>
                <a:cs typeface="方正准圆简体" panose="03000509000000000000" pitchFamily="2" charset="-122"/>
              </a:rPr>
              <a:t>类：</a:t>
            </a:r>
            <a:r>
              <a:rPr lang="en-US" altLang="zh-CN" sz="1800" smtClean="0">
                <a:latin typeface="方正准圆简体" panose="03000509000000000000" pitchFamily="2" charset="-122"/>
                <a:ea typeface="方正准圆简体" panose="03000509000000000000" pitchFamily="2" charset="-122"/>
                <a:cs typeface="方正准圆简体" panose="03000509000000000000" pitchFamily="2" charset="-122"/>
              </a:rPr>
              <a:t>026257</a:t>
            </a:r>
            <a:r>
              <a:rPr lang="zh-CN" altLang="en-US" sz="1800" smtClean="0">
                <a:latin typeface="方正准圆简体" panose="03000509000000000000" pitchFamily="2" charset="-122"/>
                <a:ea typeface="方正准圆简体" panose="03000509000000000000" pitchFamily="2" charset="-122"/>
                <a:cs typeface="方正准圆简体" panose="03000509000000000000" pitchFamily="2" charset="-122"/>
              </a:rPr>
              <a:t>）</a:t>
            </a:r>
            <a:endParaRPr lang="zh-CN" altLang="en-US" sz="1800" smtClean="0">
              <a:latin typeface="方正准圆简体" panose="03000509000000000000" pitchFamily="2" charset="-122"/>
              <a:ea typeface="方正准圆简体" panose="03000509000000000000" pitchFamily="2" charset="-122"/>
              <a:cs typeface="方正准圆简体" panose="03000509000000000000" pitchFamily="2" charset="-122"/>
            </a:endParaRPr>
          </a:p>
        </p:txBody>
      </p:sp>
      <p:pic>
        <p:nvPicPr>
          <p:cNvPr id="4" name="图片 3"/>
          <p:cNvPicPr>
            <a:picLocks noChangeAspect="1"/>
          </p:cNvPicPr>
          <p:nvPr/>
        </p:nvPicPr>
        <p:blipFill>
          <a:blip r:embed="rId1"/>
          <a:stretch>
            <a:fillRect/>
          </a:stretch>
        </p:blipFill>
        <p:spPr>
          <a:xfrm>
            <a:off x="35560" y="1823720"/>
            <a:ext cx="4333875" cy="1034415"/>
          </a:xfrm>
          <a:prstGeom prst="rect">
            <a:avLst/>
          </a:prstGeom>
        </p:spPr>
      </p:pic>
      <p:pic>
        <p:nvPicPr>
          <p:cNvPr id="6" name="图片 5"/>
          <p:cNvPicPr>
            <a:picLocks noChangeAspect="1"/>
          </p:cNvPicPr>
          <p:nvPr/>
        </p:nvPicPr>
        <p:blipFill>
          <a:blip r:embed="rId2"/>
          <a:stretch>
            <a:fillRect/>
          </a:stretch>
        </p:blipFill>
        <p:spPr>
          <a:xfrm>
            <a:off x="4572000" y="1818005"/>
            <a:ext cx="4403725" cy="1040130"/>
          </a:xfrm>
          <a:prstGeom prst="rect">
            <a:avLst/>
          </a:prstGeom>
        </p:spPr>
      </p:pic>
      <p:sp>
        <p:nvSpPr>
          <p:cNvPr id="10" name="文本框 9"/>
          <p:cNvSpPr txBox="1"/>
          <p:nvPr/>
        </p:nvSpPr>
        <p:spPr>
          <a:xfrm>
            <a:off x="2915920" y="4948079"/>
            <a:ext cx="6108859" cy="191135"/>
          </a:xfrm>
          <a:prstGeom prst="rect">
            <a:avLst/>
          </a:prstGeom>
          <a:noFill/>
        </p:spPr>
        <p:txBody>
          <a:bodyPr wrap="square" rtlCol="0" anchor="t">
            <a:spAutoFit/>
          </a:bodyPr>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6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6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38290" y="1390512"/>
            <a:ext cx="1942114" cy="2913171"/>
          </a:xfrm>
          <a:prstGeom prst="rect">
            <a:avLst/>
          </a:prstGeom>
        </p:spPr>
      </p:pic>
      <p:sp>
        <p:nvSpPr>
          <p:cNvPr id="38" name="矩形 37"/>
          <p:cNvSpPr/>
          <p:nvPr/>
        </p:nvSpPr>
        <p:spPr>
          <a:xfrm>
            <a:off x="447415" y="1055217"/>
            <a:ext cx="1944314" cy="517274"/>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39" name="矩形 38"/>
          <p:cNvSpPr/>
          <p:nvPr/>
        </p:nvSpPr>
        <p:spPr>
          <a:xfrm>
            <a:off x="370120" y="1191497"/>
            <a:ext cx="2154902" cy="29908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50" b="0" i="0" u="none" strike="noStrike" kern="1200" cap="none" spc="0" normalizeH="0" baseline="0" noProof="0" smtClean="0">
                <a:ln>
                  <a:noFill/>
                </a:ln>
                <a:solidFill>
                  <a:prstClr val="white"/>
                </a:solidFill>
                <a:effectLst/>
                <a:uLnTx/>
                <a:uFillTx/>
                <a:latin typeface="方正粗圆简体" panose="03000509000000000000" pitchFamily="65" charset="-122"/>
                <a:ea typeface="方正粗圆简体" panose="03000509000000000000" pitchFamily="65" charset="-122"/>
                <a:cs typeface="+mn-cs"/>
              </a:rPr>
              <a:t>基</a:t>
            </a:r>
            <a:r>
              <a:rPr kumimoji="0" lang="zh-CN" altLang="en-US" sz="135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金经理</a:t>
            </a:r>
            <a:endParaRPr kumimoji="0" lang="zh-CN" altLang="en-US" sz="1350" b="0" i="0" u="none" strike="noStrike" kern="12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mn-cs"/>
            </a:endParaRPr>
          </a:p>
        </p:txBody>
      </p:sp>
      <p:pic>
        <p:nvPicPr>
          <p:cNvPr id="11" name="图片 10"/>
          <p:cNvPicPr>
            <a:picLocks noChangeAspect="1"/>
          </p:cNvPicPr>
          <p:nvPr/>
        </p:nvPicPr>
        <p:blipFill rotWithShape="1">
          <a:blip r:embed="rId2" cstate="print">
            <a:extLst>
              <a:ext uri="{28A0092B-C50C-407E-A947-70E740481C1C}">
                <a14:useLocalDpi xmlns:a14="http://schemas.microsoft.com/office/drawing/2010/main" val="0"/>
              </a:ext>
            </a:extLst>
          </a:blip>
          <a:srcRect b="22876"/>
          <a:stretch>
            <a:fillRect/>
          </a:stretch>
        </p:blipFill>
        <p:spPr>
          <a:xfrm>
            <a:off x="440721" y="3013785"/>
            <a:ext cx="1950230" cy="1726125"/>
          </a:xfrm>
          <a:prstGeom prst="rect">
            <a:avLst/>
          </a:prstGeom>
        </p:spPr>
      </p:pic>
      <p:sp>
        <p:nvSpPr>
          <p:cNvPr id="27" name="文本框 26"/>
          <p:cNvSpPr txBox="1"/>
          <p:nvPr/>
        </p:nvSpPr>
        <p:spPr>
          <a:xfrm>
            <a:off x="414002" y="4106785"/>
            <a:ext cx="1944314" cy="391160"/>
          </a:xfrm>
          <a:prstGeom prst="rect">
            <a:avLst/>
          </a:prstGeom>
          <a:noFill/>
        </p:spPr>
        <p:txBody>
          <a:bodyPr wrap="square">
            <a:spAutoFit/>
          </a:bodyPr>
          <a:lstStyle/>
          <a:p>
            <a:pPr lvl="0" algn="r">
              <a:lnSpc>
                <a:spcPct val="130000"/>
              </a:lnSpc>
              <a:defRPr/>
            </a:pPr>
            <a:r>
              <a:rPr lang="zh-CN" altLang="en-US" sz="750" smtClean="0">
                <a:solidFill>
                  <a:prstClr val="black"/>
                </a:solidFill>
                <a:latin typeface="方正准圆简体" panose="03000509000000000000" pitchFamily="2" charset="-122"/>
                <a:ea typeface="方正准圆简体" panose="03000509000000000000" pitchFamily="2" charset="-122"/>
              </a:rPr>
              <a:t>擅</a:t>
            </a:r>
            <a:r>
              <a:rPr lang="zh-CN" altLang="en-US" sz="750">
                <a:solidFill>
                  <a:prstClr val="black"/>
                </a:solidFill>
                <a:latin typeface="方正准圆简体" panose="03000509000000000000" pitchFamily="2" charset="-122"/>
                <a:ea typeface="方正准圆简体" panose="03000509000000000000" pitchFamily="2" charset="-122"/>
              </a:rPr>
              <a:t>长资产配置与权益投</a:t>
            </a:r>
            <a:r>
              <a:rPr lang="zh-CN" altLang="en-US" sz="750" smtClean="0">
                <a:solidFill>
                  <a:prstClr val="black"/>
                </a:solidFill>
                <a:latin typeface="方正准圆简体" panose="03000509000000000000" pitchFamily="2" charset="-122"/>
                <a:ea typeface="方正准圆简体" panose="03000509000000000000" pitchFamily="2" charset="-122"/>
              </a:rPr>
              <a:t>资</a:t>
            </a:r>
            <a:endParaRPr lang="en-US" altLang="zh-CN" sz="750" smtClean="0">
              <a:solidFill>
                <a:prstClr val="black"/>
              </a:solidFill>
              <a:latin typeface="方正准圆简体" panose="03000509000000000000" pitchFamily="2" charset="-122"/>
              <a:ea typeface="方正准圆简体" panose="03000509000000000000" pitchFamily="2" charset="-122"/>
            </a:endParaRPr>
          </a:p>
          <a:p>
            <a:pPr lvl="0" algn="r">
              <a:lnSpc>
                <a:spcPct val="130000"/>
              </a:lnSpc>
              <a:defRPr/>
            </a:pPr>
            <a:endParaRPr lang="en-US" altLang="zh-CN" sz="750" smtClean="0">
              <a:solidFill>
                <a:prstClr val="black"/>
              </a:solidFill>
              <a:latin typeface="方正准圆简体" panose="03000509000000000000" pitchFamily="2" charset="-122"/>
              <a:ea typeface="方正准圆简体" panose="03000509000000000000" pitchFamily="2" charset="-122"/>
            </a:endParaRPr>
          </a:p>
        </p:txBody>
      </p:sp>
      <p:sp>
        <p:nvSpPr>
          <p:cNvPr id="8" name="矩形 7"/>
          <p:cNvSpPr/>
          <p:nvPr/>
        </p:nvSpPr>
        <p:spPr>
          <a:xfrm>
            <a:off x="1489444" y="3634055"/>
            <a:ext cx="959129" cy="423545"/>
          </a:xfrm>
          <a:prstGeom prst="rect">
            <a:avLst/>
          </a:prstGeom>
        </p:spPr>
        <p:txBody>
          <a:bodyPr wrap="square">
            <a:spAutoFit/>
          </a:bodyPr>
          <a:lstStyle/>
          <a:p>
            <a:pPr marL="0" marR="0" lvl="0" indent="0" algn="just" defTabSz="914400" rtl="0" eaLnBrk="1" fontAlgn="auto" latinLnBrk="0" hangingPunct="1">
              <a:lnSpc>
                <a:spcPct val="120000"/>
              </a:lnSpc>
              <a:spcBef>
                <a:spcPts val="1000"/>
              </a:spcBef>
              <a:spcAft>
                <a:spcPts val="0"/>
              </a:spcAft>
              <a:buClr>
                <a:srgbClr val="FF6600"/>
              </a:buClr>
              <a:buSzTx/>
              <a:buFontTx/>
              <a:buNone/>
              <a:defRPr/>
            </a:pPr>
            <a:r>
              <a:rPr kumimoji="0" lang="zh-CN" altLang="en-US" b="1" i="0" u="none" strike="noStrike" kern="1200" cap="none" spc="0" normalizeH="0" baseline="0" noProof="0" smtClean="0">
                <a:ln>
                  <a:noFill/>
                </a:ln>
                <a:solidFill>
                  <a:srgbClr val="FF6600"/>
                </a:solidFill>
                <a:effectLst/>
                <a:uLnTx/>
                <a:uFillTx/>
                <a:latin typeface="方正粗圆简体" panose="03000509000000000000" pitchFamily="65" charset="-122"/>
                <a:ea typeface="方正粗圆简体" panose="03000509000000000000" pitchFamily="65" charset="-122"/>
                <a:cs typeface="+mn-cs"/>
              </a:rPr>
              <a:t>王瑞炮</a:t>
            </a:r>
            <a:endParaRPr kumimoji="0" lang="zh-CN" altLang="en-US" b="1" i="0" u="none" strike="noStrike" kern="1200" cap="none" spc="0" normalizeH="0" baseline="0" noProof="0">
              <a:ln>
                <a:noFill/>
              </a:ln>
              <a:solidFill>
                <a:srgbClr val="FF6600"/>
              </a:solidFill>
              <a:effectLst/>
              <a:uLnTx/>
              <a:uFillTx/>
              <a:latin typeface="方正粗圆简体" panose="03000509000000000000" pitchFamily="65" charset="-122"/>
              <a:ea typeface="方正粗圆简体" panose="03000509000000000000" pitchFamily="65" charset="-122"/>
              <a:cs typeface="+mn-cs"/>
            </a:endParaRPr>
          </a:p>
        </p:txBody>
      </p:sp>
      <p:sp>
        <p:nvSpPr>
          <p:cNvPr id="50" name="矩形 49"/>
          <p:cNvSpPr/>
          <p:nvPr/>
        </p:nvSpPr>
        <p:spPr>
          <a:xfrm>
            <a:off x="2782328" y="989802"/>
            <a:ext cx="3727070" cy="32194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1" i="0" u="none" strike="noStrike" kern="1200" cap="none" spc="0" normalizeH="0" baseline="0" noProof="0" dirty="0">
                <a:ln>
                  <a:noFill/>
                </a:ln>
                <a:solidFill>
                  <a:prstClr val="black"/>
                </a:solidFill>
                <a:effectLst/>
                <a:uLnTx/>
                <a:uFillTx/>
                <a:latin typeface="方正准圆简体" panose="03000509000000000000" pitchFamily="2" charset="-122"/>
                <a:ea typeface="方正准圆简体" panose="03000509000000000000" pitchFamily="2" charset="-122"/>
                <a:cs typeface="+mn-cs"/>
              </a:rPr>
              <a:t>从业年</a:t>
            </a:r>
            <a:r>
              <a:rPr kumimoji="0" lang="zh-CN" altLang="en-US" sz="900" b="1" i="0" u="none" strike="noStrike" kern="1200" cap="none" spc="0" normalizeH="0" baseline="0" noProof="0">
                <a:ln>
                  <a:noFill/>
                </a:ln>
                <a:solidFill>
                  <a:prstClr val="black"/>
                </a:solidFill>
                <a:effectLst/>
                <a:uLnTx/>
                <a:uFillTx/>
                <a:latin typeface="方正准圆简体" panose="03000509000000000000" pitchFamily="2" charset="-122"/>
                <a:ea typeface="方正准圆简体" panose="03000509000000000000" pitchFamily="2" charset="-122"/>
                <a:cs typeface="+mn-cs"/>
              </a:rPr>
              <a:t>限</a:t>
            </a:r>
            <a:r>
              <a:rPr kumimoji="0" lang="zh-CN" altLang="en-US" sz="900" b="1" i="0" u="none" strike="noStrike" kern="1200" cap="none" spc="0" normalizeH="0" baseline="0" noProof="0" smtClean="0">
                <a:ln>
                  <a:noFill/>
                </a:ln>
                <a:solidFill>
                  <a:prstClr val="black"/>
                </a:solidFill>
                <a:effectLst/>
                <a:uLnTx/>
                <a:uFillTx/>
                <a:latin typeface="方正准圆简体" panose="03000509000000000000" pitchFamily="2" charset="-122"/>
                <a:ea typeface="方正准圆简体" panose="03000509000000000000" pitchFamily="2" charset="-122"/>
                <a:cs typeface="+mn-cs"/>
              </a:rPr>
              <a:t>：</a:t>
            </a:r>
            <a:r>
              <a:rPr kumimoji="0" lang="en-US" altLang="zh-CN" sz="1500" b="1" i="0" u="none" strike="noStrike" kern="1200" cap="none" spc="0" normalizeH="0" baseline="0" noProof="0" smtClean="0">
                <a:ln>
                  <a:noFill/>
                </a:ln>
                <a:solidFill>
                  <a:srgbClr val="FF6600"/>
                </a:solidFill>
                <a:effectLst/>
                <a:uLnTx/>
                <a:uFillTx/>
                <a:latin typeface="方正粗圆简体" panose="03000509000000000000" pitchFamily="65" charset="-122"/>
                <a:ea typeface="方正粗圆简体" panose="03000509000000000000" pitchFamily="65" charset="-122"/>
                <a:cs typeface="+mn-cs"/>
              </a:rPr>
              <a:t>5</a:t>
            </a:r>
            <a:r>
              <a:rPr kumimoji="0" lang="zh-CN" altLang="en-US" sz="1050" b="1" i="0" u="none" strike="noStrike" kern="1200" cap="none" spc="0" normalizeH="0" baseline="0" noProof="0" smtClean="0">
                <a:ln>
                  <a:noFill/>
                </a:ln>
                <a:solidFill>
                  <a:srgbClr val="FF6600"/>
                </a:solidFill>
                <a:effectLst/>
                <a:uLnTx/>
                <a:uFillTx/>
                <a:latin typeface="方正粗圆简体" panose="03000509000000000000" pitchFamily="65" charset="-122"/>
                <a:ea typeface="方正粗圆简体" panose="03000509000000000000" pitchFamily="65" charset="-122"/>
                <a:cs typeface="+mn-cs"/>
              </a:rPr>
              <a:t>年</a:t>
            </a:r>
            <a:r>
              <a:rPr kumimoji="0" lang="zh-CN" altLang="en-US" sz="1050" b="1" i="0" u="none" strike="noStrike" kern="1200" cap="none" spc="0" normalizeH="0" baseline="0" noProof="0" smtClean="0">
                <a:ln>
                  <a:noFill/>
                </a:ln>
                <a:solidFill>
                  <a:srgbClr val="FF6600"/>
                </a:solidFill>
                <a:effectLst/>
                <a:uLnTx/>
                <a:uFillTx/>
                <a:latin typeface="方正准圆简体" panose="03000509000000000000" pitchFamily="2" charset="-122"/>
                <a:ea typeface="方正准圆简体" panose="03000509000000000000" pitchFamily="2" charset="-122"/>
                <a:cs typeface="+mn-cs"/>
              </a:rPr>
              <a:t>  </a:t>
            </a:r>
            <a:r>
              <a:rPr kumimoji="0" lang="zh-CN" altLang="en-US" sz="1500" b="1" i="0" u="none" strike="noStrike" kern="1200" cap="none" spc="0" normalizeH="0" baseline="0" noProof="0" smtClean="0">
                <a:ln>
                  <a:noFill/>
                </a:ln>
                <a:solidFill>
                  <a:srgbClr val="FF6600"/>
                </a:solidFill>
                <a:effectLst/>
                <a:uLnTx/>
                <a:uFillTx/>
                <a:latin typeface="方正准圆简体" panose="03000509000000000000" pitchFamily="2" charset="-122"/>
                <a:ea typeface="方正准圆简体" panose="03000509000000000000" pitchFamily="2" charset="-122"/>
                <a:cs typeface="+mn-cs"/>
              </a:rPr>
              <a:t>  </a:t>
            </a:r>
            <a:r>
              <a:rPr kumimoji="0" lang="zh-CN" altLang="en-US" sz="900" b="1" i="0" u="none" strike="noStrike" kern="1200" cap="none" spc="0" normalizeH="0" baseline="0" noProof="0" dirty="0">
                <a:ln>
                  <a:noFill/>
                </a:ln>
                <a:solidFill>
                  <a:prstClr val="black"/>
                </a:solidFill>
                <a:effectLst/>
                <a:uLnTx/>
                <a:uFillTx/>
                <a:latin typeface="方正准圆简体" panose="03000509000000000000" pitchFamily="2" charset="-122"/>
                <a:ea typeface="方正准圆简体" panose="03000509000000000000" pitchFamily="2" charset="-122"/>
                <a:cs typeface="+mn-cs"/>
              </a:rPr>
              <a:t>投资年</a:t>
            </a:r>
            <a:r>
              <a:rPr kumimoji="0" lang="zh-CN" altLang="en-US" sz="900" b="1" i="0" u="none" strike="noStrike" kern="1200" cap="none" spc="0" normalizeH="0" baseline="0" noProof="0">
                <a:ln>
                  <a:noFill/>
                </a:ln>
                <a:solidFill>
                  <a:prstClr val="black"/>
                </a:solidFill>
                <a:effectLst/>
                <a:uLnTx/>
                <a:uFillTx/>
                <a:latin typeface="方正准圆简体" panose="03000509000000000000" pitchFamily="2" charset="-122"/>
                <a:ea typeface="方正准圆简体" panose="03000509000000000000" pitchFamily="2" charset="-122"/>
                <a:cs typeface="+mn-cs"/>
              </a:rPr>
              <a:t>限</a:t>
            </a:r>
            <a:r>
              <a:rPr kumimoji="0" lang="zh-CN" altLang="en-US" sz="900" b="1" i="0" u="none" strike="noStrike" kern="1200" cap="none" spc="0" normalizeH="0" baseline="0" noProof="0" smtClean="0">
                <a:ln>
                  <a:noFill/>
                </a:ln>
                <a:solidFill>
                  <a:prstClr val="black"/>
                </a:solidFill>
                <a:effectLst/>
                <a:uLnTx/>
                <a:uFillTx/>
                <a:latin typeface="方正准圆简体" panose="03000509000000000000" pitchFamily="2" charset="-122"/>
                <a:ea typeface="方正准圆简体" panose="03000509000000000000" pitchFamily="2" charset="-122"/>
                <a:cs typeface="+mn-cs"/>
              </a:rPr>
              <a:t>：</a:t>
            </a:r>
            <a:r>
              <a:rPr kumimoji="0" lang="en-US" altLang="zh-CN" sz="1500" b="1" i="0" u="none" strike="noStrike" kern="1200" cap="none" spc="0" normalizeH="0" baseline="0" noProof="0" smtClean="0">
                <a:ln>
                  <a:noFill/>
                </a:ln>
                <a:solidFill>
                  <a:srgbClr val="FF6600"/>
                </a:solidFill>
                <a:effectLst/>
                <a:uLnTx/>
                <a:uFillTx/>
                <a:latin typeface="方正粗圆简体" panose="03000509000000000000" pitchFamily="65" charset="-122"/>
                <a:ea typeface="方正粗圆简体" panose="03000509000000000000" pitchFamily="65" charset="-122"/>
                <a:cs typeface="+mn-cs"/>
              </a:rPr>
              <a:t>2</a:t>
            </a:r>
            <a:r>
              <a:rPr kumimoji="0" lang="zh-CN" altLang="en-US" sz="1050" b="1" i="0" u="none" strike="noStrike" kern="1200" cap="none" spc="0" normalizeH="0" baseline="0" noProof="0" smtClean="0">
                <a:ln>
                  <a:noFill/>
                </a:ln>
                <a:solidFill>
                  <a:srgbClr val="FF6600"/>
                </a:solidFill>
                <a:effectLst/>
                <a:uLnTx/>
                <a:uFillTx/>
                <a:latin typeface="方正粗圆简体" panose="03000509000000000000" pitchFamily="65" charset="-122"/>
                <a:ea typeface="方正粗圆简体" panose="03000509000000000000" pitchFamily="65" charset="-122"/>
                <a:cs typeface="+mn-cs"/>
              </a:rPr>
              <a:t>年</a:t>
            </a:r>
            <a:endParaRPr kumimoji="0" lang="en-US" altLang="zh-CN" sz="1500" b="1" i="0" u="none" strike="noStrike" kern="1200" cap="none" spc="0" normalizeH="0" baseline="0" noProof="0" dirty="0">
              <a:ln>
                <a:noFill/>
              </a:ln>
              <a:solidFill>
                <a:srgbClr val="FF6600"/>
              </a:solidFill>
              <a:effectLst/>
              <a:uLnTx/>
              <a:uFillTx/>
              <a:latin typeface="方正粗圆简体" panose="03000509000000000000" pitchFamily="65" charset="-122"/>
              <a:ea typeface="方正粗圆简体" panose="03000509000000000000" pitchFamily="65" charset="-122"/>
              <a:cs typeface="+mn-cs"/>
            </a:endParaRPr>
          </a:p>
        </p:txBody>
      </p:sp>
      <p:sp>
        <p:nvSpPr>
          <p:cNvPr id="51" name="矩形 50"/>
          <p:cNvSpPr/>
          <p:nvPr/>
        </p:nvSpPr>
        <p:spPr>
          <a:xfrm>
            <a:off x="2796183" y="1289259"/>
            <a:ext cx="5550002" cy="397510"/>
          </a:xfrm>
          <a:prstGeom prst="rect">
            <a:avLst/>
          </a:prstGeom>
        </p:spPr>
        <p:txBody>
          <a:bodyPr wrap="square">
            <a:spAutoFit/>
          </a:bodyPr>
          <a:lstStyle/>
          <a:p>
            <a:pPr lvl="0">
              <a:lnSpc>
                <a:spcPct val="120000"/>
              </a:lnSpc>
              <a:buClr>
                <a:srgbClr val="F05A23"/>
              </a:buClr>
              <a:defRPr/>
            </a:pPr>
            <a:r>
              <a:rPr kumimoji="0" lang="zh-CN" altLang="en-US" sz="825" b="0" i="0" u="none" strike="noStrike" kern="1200" cap="none" spc="0" normalizeH="0" baseline="0" noProof="0" smtClean="0">
                <a:ln>
                  <a:noFill/>
                </a:ln>
                <a:solidFill>
                  <a:prstClr val="black">
                    <a:lumMod val="85000"/>
                    <a:lumOff val="15000"/>
                  </a:prstClr>
                </a:solidFill>
                <a:effectLst/>
                <a:uLnTx/>
                <a:uFillTx/>
                <a:latin typeface="方正准圆简体" panose="03000509000000000000" pitchFamily="2" charset="-122"/>
                <a:ea typeface="方正准圆简体" panose="03000509000000000000" pitchFamily="2" charset="-122"/>
                <a:cs typeface="+mn-cs"/>
              </a:rPr>
              <a:t>上海交通大学应用统计硕士，证</a:t>
            </a:r>
            <a:r>
              <a:rPr kumimoji="0" lang="zh-CN" altLang="en-US" sz="825" b="0" i="0" u="none" strike="noStrike" kern="1200" cap="none" spc="0" normalizeH="0" baseline="0" noProof="0" dirty="0">
                <a:ln>
                  <a:noFill/>
                </a:ln>
                <a:solidFill>
                  <a:prstClr val="black">
                    <a:lumMod val="85000"/>
                    <a:lumOff val="15000"/>
                  </a:prstClr>
                </a:solidFill>
                <a:effectLst/>
                <a:uLnTx/>
                <a:uFillTx/>
                <a:latin typeface="方正准圆简体" panose="03000509000000000000" pitchFamily="2" charset="-122"/>
                <a:ea typeface="方正准圆简体" panose="03000509000000000000" pitchFamily="2" charset="-122"/>
                <a:cs typeface="+mn-cs"/>
              </a:rPr>
              <a:t>券从</a:t>
            </a:r>
            <a:r>
              <a:rPr kumimoji="0" lang="zh-CN" altLang="en-US" sz="825" b="0" i="0" u="none" strike="noStrike" kern="1200" cap="none" spc="0" normalizeH="0" baseline="0" noProof="0">
                <a:ln>
                  <a:noFill/>
                </a:ln>
                <a:solidFill>
                  <a:prstClr val="black">
                    <a:lumMod val="85000"/>
                    <a:lumOff val="15000"/>
                  </a:prstClr>
                </a:solidFill>
                <a:effectLst/>
                <a:uLnTx/>
                <a:uFillTx/>
                <a:latin typeface="方正准圆简体" panose="03000509000000000000" pitchFamily="2" charset="-122"/>
                <a:ea typeface="方正准圆简体" panose="03000509000000000000" pitchFamily="2" charset="-122"/>
                <a:cs typeface="+mn-cs"/>
              </a:rPr>
              <a:t>业</a:t>
            </a:r>
            <a:r>
              <a:rPr kumimoji="0" lang="zh-CN" altLang="en-US" sz="825" b="0" i="0" u="none" strike="noStrike" kern="1200" cap="none" spc="0" normalizeH="0" baseline="0" noProof="0" smtClean="0">
                <a:ln>
                  <a:noFill/>
                </a:ln>
                <a:solidFill>
                  <a:prstClr val="black">
                    <a:lumMod val="85000"/>
                    <a:lumOff val="15000"/>
                  </a:prstClr>
                </a:solidFill>
                <a:effectLst/>
                <a:uLnTx/>
                <a:uFillTx/>
                <a:latin typeface="方正准圆简体" panose="03000509000000000000" pitchFamily="2" charset="-122"/>
                <a:ea typeface="方正准圆简体" panose="03000509000000000000" pitchFamily="2" charset="-122"/>
                <a:cs typeface="+mn-cs"/>
              </a:rPr>
              <a:t>自</a:t>
            </a:r>
            <a:r>
              <a:rPr lang="en-US" altLang="zh-CN" sz="825">
                <a:solidFill>
                  <a:prstClr val="black">
                    <a:lumMod val="85000"/>
                    <a:lumOff val="15000"/>
                  </a:prstClr>
                </a:solidFill>
                <a:latin typeface="方正准圆简体" panose="03000509000000000000" pitchFamily="2" charset="-122"/>
                <a:ea typeface="方正准圆简体" panose="03000509000000000000" pitchFamily="2" charset="-122"/>
              </a:rPr>
              <a:t>2020</a:t>
            </a:r>
            <a:r>
              <a:rPr lang="zh-CN" altLang="en-US" sz="825">
                <a:solidFill>
                  <a:prstClr val="black">
                    <a:lumMod val="85000"/>
                    <a:lumOff val="15000"/>
                  </a:prstClr>
                </a:solidFill>
                <a:latin typeface="方正准圆简体" panose="03000509000000000000" pitchFamily="2" charset="-122"/>
                <a:ea typeface="方正准圆简体" panose="03000509000000000000" pitchFamily="2" charset="-122"/>
              </a:rPr>
              <a:t>年</a:t>
            </a:r>
            <a:r>
              <a:rPr lang="en-US" altLang="zh-CN" sz="825">
                <a:solidFill>
                  <a:prstClr val="black">
                    <a:lumMod val="85000"/>
                    <a:lumOff val="15000"/>
                  </a:prstClr>
                </a:solidFill>
                <a:latin typeface="方正准圆简体" panose="03000509000000000000" pitchFamily="2" charset="-122"/>
                <a:ea typeface="方正准圆简体" panose="03000509000000000000" pitchFamily="2" charset="-122"/>
              </a:rPr>
              <a:t>10</a:t>
            </a:r>
            <a:r>
              <a:rPr lang="zh-CN" altLang="en-US" sz="825">
                <a:solidFill>
                  <a:prstClr val="black">
                    <a:lumMod val="85000"/>
                    <a:lumOff val="15000"/>
                  </a:prstClr>
                </a:solidFill>
                <a:latin typeface="方正准圆简体" panose="03000509000000000000" pitchFamily="2" charset="-122"/>
                <a:ea typeface="方正准圆简体" panose="03000509000000000000" pitchFamily="2" charset="-122"/>
              </a:rPr>
              <a:t>月</a:t>
            </a:r>
            <a:r>
              <a:rPr lang="en-US" altLang="zh-CN" sz="825">
                <a:solidFill>
                  <a:prstClr val="black">
                    <a:lumMod val="85000"/>
                    <a:lumOff val="15000"/>
                  </a:prstClr>
                </a:solidFill>
                <a:latin typeface="方正准圆简体" panose="03000509000000000000" pitchFamily="2" charset="-122"/>
                <a:ea typeface="方正准圆简体" panose="03000509000000000000" pitchFamily="2" charset="-122"/>
              </a:rPr>
              <a:t>30</a:t>
            </a:r>
            <a:r>
              <a:rPr lang="zh-CN" altLang="en-US" sz="825">
                <a:solidFill>
                  <a:prstClr val="black">
                    <a:lumMod val="85000"/>
                    <a:lumOff val="15000"/>
                  </a:prstClr>
                </a:solidFill>
                <a:latin typeface="方正准圆简体" panose="03000509000000000000" pitchFamily="2" charset="-122"/>
                <a:ea typeface="方正准圆简体" panose="03000509000000000000" pitchFamily="2" charset="-122"/>
              </a:rPr>
              <a:t>日起</a:t>
            </a:r>
            <a:r>
              <a:rPr kumimoji="0" lang="zh-CN" altLang="en-US" sz="825" b="0" i="0" u="none" strike="noStrike" kern="1200" cap="none" spc="0" normalizeH="0" baseline="0" noProof="0" dirty="0">
                <a:ln>
                  <a:noFill/>
                </a:ln>
                <a:solidFill>
                  <a:prstClr val="black">
                    <a:lumMod val="85000"/>
                    <a:lumOff val="15000"/>
                  </a:prstClr>
                </a:solidFill>
                <a:effectLst/>
                <a:uLnTx/>
                <a:uFillTx/>
                <a:latin typeface="方正准圆简体" panose="03000509000000000000" pitchFamily="2" charset="-122"/>
                <a:ea typeface="方正准圆简体" panose="03000509000000000000" pitchFamily="2" charset="-122"/>
                <a:cs typeface="+mn-cs"/>
              </a:rPr>
              <a:t>，投资管理经</a:t>
            </a:r>
            <a:r>
              <a:rPr kumimoji="0" lang="zh-CN" altLang="en-US" sz="825" b="0" i="0" u="none" strike="noStrike" kern="1200" cap="none" spc="0" normalizeH="0" baseline="0" noProof="0">
                <a:ln>
                  <a:noFill/>
                </a:ln>
                <a:solidFill>
                  <a:prstClr val="black">
                    <a:lumMod val="85000"/>
                    <a:lumOff val="15000"/>
                  </a:prstClr>
                </a:solidFill>
                <a:effectLst/>
                <a:uLnTx/>
                <a:uFillTx/>
                <a:latin typeface="方正准圆简体" panose="03000509000000000000" pitchFamily="2" charset="-122"/>
                <a:ea typeface="方正准圆简体" panose="03000509000000000000" pitchFamily="2" charset="-122"/>
                <a:cs typeface="+mn-cs"/>
              </a:rPr>
              <a:t>验</a:t>
            </a:r>
            <a:r>
              <a:rPr kumimoji="0" lang="zh-CN" altLang="en-US" sz="825" b="0" i="0" u="none" strike="noStrike" kern="1200" cap="none" spc="0" normalizeH="0" baseline="0" noProof="0" smtClean="0">
                <a:ln>
                  <a:noFill/>
                </a:ln>
                <a:solidFill>
                  <a:prstClr val="black">
                    <a:lumMod val="85000"/>
                    <a:lumOff val="15000"/>
                  </a:prstClr>
                </a:solidFill>
                <a:effectLst/>
                <a:uLnTx/>
                <a:uFillTx/>
                <a:latin typeface="方正准圆简体" panose="03000509000000000000" pitchFamily="2" charset="-122"/>
                <a:ea typeface="方正准圆简体" panose="03000509000000000000" pitchFamily="2" charset="-122"/>
                <a:cs typeface="+mn-cs"/>
              </a:rPr>
              <a:t>自</a:t>
            </a:r>
            <a:r>
              <a:rPr lang="en-US" altLang="zh-CN" sz="825">
                <a:solidFill>
                  <a:prstClr val="black">
                    <a:lumMod val="85000"/>
                    <a:lumOff val="15000"/>
                  </a:prstClr>
                </a:solidFill>
                <a:latin typeface="方正准圆简体" panose="03000509000000000000" pitchFamily="2" charset="-122"/>
                <a:ea typeface="方正准圆简体" panose="03000509000000000000" pitchFamily="2" charset="-122"/>
              </a:rPr>
              <a:t>2023</a:t>
            </a:r>
            <a:r>
              <a:rPr lang="zh-CN" altLang="en-US" sz="825">
                <a:solidFill>
                  <a:prstClr val="black">
                    <a:lumMod val="85000"/>
                    <a:lumOff val="15000"/>
                  </a:prstClr>
                </a:solidFill>
                <a:latin typeface="方正准圆简体" panose="03000509000000000000" pitchFamily="2" charset="-122"/>
                <a:ea typeface="方正准圆简体" panose="03000509000000000000" pitchFamily="2" charset="-122"/>
              </a:rPr>
              <a:t>年</a:t>
            </a:r>
            <a:r>
              <a:rPr lang="en-US" altLang="zh-CN" sz="825">
                <a:solidFill>
                  <a:prstClr val="black">
                    <a:lumMod val="85000"/>
                    <a:lumOff val="15000"/>
                  </a:prstClr>
                </a:solidFill>
                <a:latin typeface="方正准圆简体" panose="03000509000000000000" pitchFamily="2" charset="-122"/>
                <a:ea typeface="方正准圆简体" panose="03000509000000000000" pitchFamily="2" charset="-122"/>
              </a:rPr>
              <a:t>8</a:t>
            </a:r>
            <a:r>
              <a:rPr lang="zh-CN" altLang="en-US" sz="825">
                <a:solidFill>
                  <a:prstClr val="black">
                    <a:lumMod val="85000"/>
                    <a:lumOff val="15000"/>
                  </a:prstClr>
                </a:solidFill>
                <a:latin typeface="方正准圆简体" panose="03000509000000000000" pitchFamily="2" charset="-122"/>
                <a:ea typeface="方正准圆简体" panose="03000509000000000000" pitchFamily="2" charset="-122"/>
              </a:rPr>
              <a:t>月</a:t>
            </a:r>
            <a:r>
              <a:rPr lang="en-US" altLang="zh-CN" sz="825">
                <a:solidFill>
                  <a:prstClr val="black">
                    <a:lumMod val="85000"/>
                    <a:lumOff val="15000"/>
                  </a:prstClr>
                </a:solidFill>
                <a:latin typeface="方正准圆简体" panose="03000509000000000000" pitchFamily="2" charset="-122"/>
                <a:ea typeface="方正准圆简体" panose="03000509000000000000" pitchFamily="2" charset="-122"/>
              </a:rPr>
              <a:t>9</a:t>
            </a:r>
            <a:r>
              <a:rPr lang="zh-CN" altLang="en-US" sz="825">
                <a:solidFill>
                  <a:prstClr val="black">
                    <a:lumMod val="85000"/>
                    <a:lumOff val="15000"/>
                  </a:prstClr>
                </a:solidFill>
                <a:latin typeface="方正准圆简体" panose="03000509000000000000" pitchFamily="2" charset="-122"/>
                <a:ea typeface="方正准圆简体" panose="03000509000000000000" pitchFamily="2" charset="-122"/>
              </a:rPr>
              <a:t>日</a:t>
            </a:r>
            <a:r>
              <a:rPr lang="zh-CN" altLang="en-US" sz="825" smtClean="0">
                <a:solidFill>
                  <a:prstClr val="black">
                    <a:lumMod val="85000"/>
                    <a:lumOff val="15000"/>
                  </a:prstClr>
                </a:solidFill>
                <a:latin typeface="方正准圆简体" panose="03000509000000000000" pitchFamily="2" charset="-122"/>
                <a:ea typeface="方正准圆简体" panose="03000509000000000000" pitchFamily="2" charset="-122"/>
              </a:rPr>
              <a:t>起。</a:t>
            </a:r>
            <a:r>
              <a:rPr lang="en-US" altLang="zh-CN" sz="825">
                <a:solidFill>
                  <a:prstClr val="black">
                    <a:lumMod val="85000"/>
                    <a:lumOff val="15000"/>
                  </a:prstClr>
                </a:solidFill>
                <a:latin typeface="方正准圆简体" panose="03000509000000000000" pitchFamily="2" charset="-122"/>
                <a:ea typeface="方正准圆简体" panose="03000509000000000000" pitchFamily="2" charset="-122"/>
              </a:rPr>
              <a:t>2020</a:t>
            </a:r>
            <a:r>
              <a:rPr lang="zh-CN" altLang="en-US" sz="825">
                <a:solidFill>
                  <a:prstClr val="black">
                    <a:lumMod val="85000"/>
                    <a:lumOff val="15000"/>
                  </a:prstClr>
                </a:solidFill>
                <a:latin typeface="方正准圆简体" panose="03000509000000000000" pitchFamily="2" charset="-122"/>
                <a:ea typeface="方正准圆简体" panose="03000509000000000000" pitchFamily="2" charset="-122"/>
              </a:rPr>
              <a:t>年</a:t>
            </a:r>
            <a:r>
              <a:rPr lang="en-US" altLang="zh-CN" sz="825">
                <a:solidFill>
                  <a:prstClr val="black">
                    <a:lumMod val="85000"/>
                    <a:lumOff val="15000"/>
                  </a:prstClr>
                </a:solidFill>
                <a:latin typeface="方正准圆简体" panose="03000509000000000000" pitchFamily="2" charset="-122"/>
                <a:ea typeface="方正准圆简体" panose="03000509000000000000" pitchFamily="2" charset="-122"/>
              </a:rPr>
              <a:t>6</a:t>
            </a:r>
            <a:r>
              <a:rPr lang="zh-CN" altLang="en-US" sz="825">
                <a:solidFill>
                  <a:prstClr val="black">
                    <a:lumMod val="85000"/>
                    <a:lumOff val="15000"/>
                  </a:prstClr>
                </a:solidFill>
                <a:latin typeface="方正准圆简体" panose="03000509000000000000" pitchFamily="2" charset="-122"/>
                <a:ea typeface="方正准圆简体" panose="03000509000000000000" pitchFamily="2" charset="-122"/>
              </a:rPr>
              <a:t>月加入平安基金管理有限公司，担</a:t>
            </a:r>
            <a:r>
              <a:rPr lang="zh-CN" altLang="en-US" sz="825" smtClean="0">
                <a:solidFill>
                  <a:prstClr val="black">
                    <a:lumMod val="85000"/>
                    <a:lumOff val="15000"/>
                  </a:prstClr>
                </a:solidFill>
                <a:latin typeface="方正准圆简体" panose="03000509000000000000" pitchFamily="2" charset="-122"/>
                <a:ea typeface="方正准圆简体" panose="03000509000000000000" pitchFamily="2" charset="-122"/>
              </a:rPr>
              <a:t>任研</a:t>
            </a:r>
            <a:r>
              <a:rPr lang="zh-CN" altLang="en-US" sz="825">
                <a:solidFill>
                  <a:prstClr val="black">
                    <a:lumMod val="85000"/>
                    <a:lumOff val="15000"/>
                  </a:prstClr>
                </a:solidFill>
                <a:latin typeface="方正准圆简体" panose="03000509000000000000" pitchFamily="2" charset="-122"/>
                <a:ea typeface="方正准圆简体" panose="03000509000000000000" pitchFamily="2" charset="-122"/>
              </a:rPr>
              <a:t>究员，现担任平安添悦债券型证券投资基金基金经理。</a:t>
            </a:r>
            <a:endParaRPr kumimoji="0" lang="en-US" altLang="zh-CN" sz="825" b="0" i="0" u="none" strike="noStrike" kern="1200" cap="none" spc="0" normalizeH="0" baseline="0" noProof="0" dirty="0">
              <a:ln>
                <a:noFill/>
              </a:ln>
              <a:solidFill>
                <a:prstClr val="black"/>
              </a:solidFill>
              <a:effectLst/>
              <a:uLnTx/>
              <a:uFillTx/>
              <a:latin typeface="方正准圆简体" panose="03000509000000000000" pitchFamily="2" charset="-122"/>
              <a:ea typeface="方正准圆简体" panose="03000509000000000000" pitchFamily="2" charset="-122"/>
              <a:cs typeface="+mn-cs"/>
            </a:endParaRPr>
          </a:p>
        </p:txBody>
      </p:sp>
      <p:grpSp>
        <p:nvGrpSpPr>
          <p:cNvPr id="52" name="组合 51"/>
          <p:cNvGrpSpPr/>
          <p:nvPr/>
        </p:nvGrpSpPr>
        <p:grpSpPr>
          <a:xfrm>
            <a:off x="2803110" y="1795808"/>
            <a:ext cx="5543075" cy="311704"/>
            <a:chOff x="1145108" y="2020856"/>
            <a:chExt cx="1698407" cy="415606"/>
          </a:xfrm>
        </p:grpSpPr>
        <p:sp>
          <p:nvSpPr>
            <p:cNvPr id="53" name="圆角矩形 52"/>
            <p:cNvSpPr/>
            <p:nvPr/>
          </p:nvSpPr>
          <p:spPr>
            <a:xfrm>
              <a:off x="1145108" y="2020856"/>
              <a:ext cx="1698407" cy="402984"/>
            </a:xfrm>
            <a:prstGeom prst="roundRect">
              <a:avLst>
                <a:gd name="adj" fmla="val 0"/>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4" name="矩形 53"/>
            <p:cNvSpPr/>
            <p:nvPr/>
          </p:nvSpPr>
          <p:spPr>
            <a:xfrm>
              <a:off x="1371483" y="2037682"/>
              <a:ext cx="1201048" cy="39878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50" b="1"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投资理念</a:t>
              </a:r>
              <a:endParaRPr kumimoji="0" lang="zh-CN" altLang="en-US" sz="1350" b="1"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endParaRPr>
            </a:p>
          </p:txBody>
        </p:sp>
      </p:grpSp>
      <p:sp>
        <p:nvSpPr>
          <p:cNvPr id="55" name="圆角矩形 54"/>
          <p:cNvSpPr/>
          <p:nvPr/>
        </p:nvSpPr>
        <p:spPr>
          <a:xfrm>
            <a:off x="2804026" y="2103761"/>
            <a:ext cx="5542160" cy="549648"/>
          </a:xfrm>
          <a:prstGeom prst="roundRect">
            <a:avLst>
              <a:gd name="adj" fmla="val 0"/>
            </a:avLst>
          </a:prstGeom>
          <a:solidFill>
            <a:srgbClr val="FEF2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6" name="矩形 55"/>
          <p:cNvSpPr/>
          <p:nvPr/>
        </p:nvSpPr>
        <p:spPr>
          <a:xfrm>
            <a:off x="2867173" y="2130356"/>
            <a:ext cx="5452294" cy="506730"/>
          </a:xfrm>
          <a:prstGeom prst="rect">
            <a:avLst/>
          </a:prstGeom>
        </p:spPr>
        <p:txBody>
          <a:bodyPr wrap="square">
            <a:spAutoFit/>
            <a:scene3d>
              <a:camera prst="orthographicFront"/>
              <a:lightRig rig="threePt" dir="t"/>
            </a:scene3d>
            <a:sp3d contourW="12700"/>
          </a:bodyPr>
          <a:lstStyle/>
          <a:p>
            <a:pPr marL="179705" marR="0" lvl="0" indent="-179705" algn="just" defTabSz="913130" rtl="0" eaLnBrk="1" fontAlgn="auto" latinLnBrk="0" hangingPunct="1">
              <a:lnSpc>
                <a:spcPct val="150000"/>
              </a:lnSpc>
              <a:spcBef>
                <a:spcPts val="0"/>
              </a:spcBef>
              <a:spcAft>
                <a:spcPts val="0"/>
              </a:spcAft>
              <a:buClr>
                <a:srgbClr val="EE6000"/>
              </a:buClr>
              <a:buSzTx/>
              <a:buFont typeface="Wingdings" panose="05000000000000000000" pitchFamily="2" charset="2"/>
              <a:buChar char="n"/>
              <a:defRPr/>
            </a:pPr>
            <a:r>
              <a:rPr lang="zh-CN" altLang="en-US" sz="900" b="1" noProof="0" smtClean="0">
                <a:solidFill>
                  <a:srgbClr val="FF6600"/>
                </a:solidFill>
                <a:latin typeface="方正准圆简体" panose="03000509000000000000" pitchFamily="2" charset="-122"/>
                <a:ea typeface="方正准圆简体" panose="03000509000000000000" pitchFamily="2" charset="-122"/>
              </a:rPr>
              <a:t>相信配置的力量，</a:t>
            </a:r>
            <a:r>
              <a:rPr lang="zh-CN" altLang="en-US" sz="900" smtClean="0">
                <a:solidFill>
                  <a:prstClr val="black">
                    <a:lumMod val="75000"/>
                    <a:lumOff val="25000"/>
                  </a:prstClr>
                </a:solidFill>
                <a:latin typeface="方正准圆简体" panose="03000509000000000000" pitchFamily="2" charset="-122"/>
                <a:ea typeface="方正准圆简体" panose="03000509000000000000" pitchFamily="2" charset="-122"/>
              </a:rPr>
              <a:t>多</a:t>
            </a:r>
            <a:r>
              <a:rPr lang="zh-CN" altLang="en-US" sz="900">
                <a:solidFill>
                  <a:prstClr val="black">
                    <a:lumMod val="75000"/>
                    <a:lumOff val="25000"/>
                  </a:prstClr>
                </a:solidFill>
                <a:latin typeface="方正准圆简体" panose="03000509000000000000" pitchFamily="2" charset="-122"/>
                <a:ea typeface="方正准圆简体" panose="03000509000000000000" pitchFamily="2" charset="-122"/>
              </a:rPr>
              <a:t>元</a:t>
            </a:r>
            <a:r>
              <a:rPr lang="zh-CN" altLang="en-US" sz="900" smtClean="0">
                <a:solidFill>
                  <a:prstClr val="black">
                    <a:lumMod val="75000"/>
                    <a:lumOff val="25000"/>
                  </a:prstClr>
                </a:solidFill>
                <a:latin typeface="方正准圆简体" panose="03000509000000000000" pitchFamily="2" charset="-122"/>
                <a:ea typeface="方正准圆简体" panose="03000509000000000000" pitchFamily="2" charset="-122"/>
              </a:rPr>
              <a:t>分散，积小胜成大胜</a:t>
            </a:r>
            <a:endParaRPr lang="en-US" altLang="zh-CN" sz="900">
              <a:solidFill>
                <a:prstClr val="black">
                  <a:lumMod val="75000"/>
                  <a:lumOff val="25000"/>
                </a:prstClr>
              </a:solidFill>
              <a:latin typeface="方正准圆简体" panose="03000509000000000000" pitchFamily="2" charset="-122"/>
              <a:ea typeface="方正准圆简体" panose="03000509000000000000" pitchFamily="2" charset="-122"/>
            </a:endParaRPr>
          </a:p>
          <a:p>
            <a:pPr marL="179705" marR="0" lvl="0" indent="-179705" algn="just" defTabSz="913130" rtl="0" eaLnBrk="1" fontAlgn="auto" latinLnBrk="0" hangingPunct="1">
              <a:lnSpc>
                <a:spcPct val="150000"/>
              </a:lnSpc>
              <a:spcBef>
                <a:spcPts val="0"/>
              </a:spcBef>
              <a:spcAft>
                <a:spcPts val="0"/>
              </a:spcAft>
              <a:buClr>
                <a:srgbClr val="EE6000"/>
              </a:buClr>
              <a:buSzTx/>
              <a:buFont typeface="Wingdings" panose="05000000000000000000" pitchFamily="2" charset="2"/>
              <a:buChar char="n"/>
              <a:defRPr/>
            </a:pPr>
            <a:r>
              <a:rPr lang="zh-CN" altLang="en-US" sz="900" smtClean="0">
                <a:solidFill>
                  <a:prstClr val="black">
                    <a:lumMod val="75000"/>
                    <a:lumOff val="25000"/>
                  </a:prstClr>
                </a:solidFill>
                <a:latin typeface="方正准圆简体" panose="03000509000000000000" pitchFamily="2" charset="-122"/>
                <a:ea typeface="方正准圆简体" panose="03000509000000000000" pitchFamily="2" charset="-122"/>
              </a:rPr>
              <a:t>坚持</a:t>
            </a:r>
            <a:r>
              <a:rPr lang="zh-CN" altLang="en-US" sz="900" b="1">
                <a:solidFill>
                  <a:srgbClr val="FF6600"/>
                </a:solidFill>
                <a:latin typeface="方正准圆简体" panose="03000509000000000000" pitchFamily="2" charset="-122"/>
                <a:ea typeface="方正准圆简体" panose="03000509000000000000" pitchFamily="2" charset="-122"/>
              </a:rPr>
              <a:t>量化投资</a:t>
            </a:r>
            <a:r>
              <a:rPr lang="zh-CN" altLang="en-US" sz="900" smtClean="0">
                <a:solidFill>
                  <a:prstClr val="black">
                    <a:lumMod val="75000"/>
                    <a:lumOff val="25000"/>
                  </a:prstClr>
                </a:solidFill>
                <a:latin typeface="方正准圆简体" panose="03000509000000000000" pitchFamily="2" charset="-122"/>
                <a:ea typeface="方正准圆简体" panose="03000509000000000000" pitchFamily="2" charset="-122"/>
              </a:rPr>
              <a:t>，追求超额的稳健性和高胜率</a:t>
            </a:r>
            <a:endParaRPr kumimoji="0" lang="zh-CN" altLang="en-US" sz="900" b="0" i="0" u="none" strike="noStrike" kern="1200" cap="none" spc="0" normalizeH="0" baseline="0" noProof="0" dirty="0">
              <a:ln>
                <a:noFill/>
              </a:ln>
              <a:solidFill>
                <a:prstClr val="black">
                  <a:lumMod val="75000"/>
                  <a:lumOff val="25000"/>
                </a:prstClr>
              </a:solidFill>
              <a:effectLst/>
              <a:uLnTx/>
              <a:uFillTx/>
              <a:latin typeface="方正准圆简体" panose="03000509000000000000" pitchFamily="2" charset="-122"/>
              <a:ea typeface="方正准圆简体" panose="03000509000000000000" pitchFamily="2" charset="-122"/>
              <a:cs typeface="+mn-cs"/>
            </a:endParaRPr>
          </a:p>
        </p:txBody>
      </p:sp>
      <p:grpSp>
        <p:nvGrpSpPr>
          <p:cNvPr id="57" name="组合 56"/>
          <p:cNvGrpSpPr/>
          <p:nvPr/>
        </p:nvGrpSpPr>
        <p:grpSpPr>
          <a:xfrm>
            <a:off x="2803110" y="2797104"/>
            <a:ext cx="5543075" cy="311704"/>
            <a:chOff x="1145108" y="2020856"/>
            <a:chExt cx="1698407" cy="415606"/>
          </a:xfrm>
        </p:grpSpPr>
        <p:sp>
          <p:nvSpPr>
            <p:cNvPr id="58" name="圆角矩形 57"/>
            <p:cNvSpPr/>
            <p:nvPr/>
          </p:nvSpPr>
          <p:spPr>
            <a:xfrm>
              <a:off x="1145108" y="2020856"/>
              <a:ext cx="1698407" cy="402984"/>
            </a:xfrm>
            <a:prstGeom prst="roundRect">
              <a:avLst>
                <a:gd name="adj" fmla="val 0"/>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9" name="矩形 58"/>
            <p:cNvSpPr/>
            <p:nvPr/>
          </p:nvSpPr>
          <p:spPr>
            <a:xfrm>
              <a:off x="1371483" y="2037682"/>
              <a:ext cx="1201048" cy="398780"/>
            </a:xfrm>
            <a:prstGeom prst="rect">
              <a:avLst/>
            </a:prstGeom>
          </p:spPr>
          <p:txBody>
            <a:bodyPr wrap="square">
              <a:spAutoFit/>
            </a:bodyPr>
            <a:lstStyle/>
            <a:p>
              <a:pPr lvl="0" algn="ctr" eaLnBrk="0" fontAlgn="base" hangingPunct="0">
                <a:spcBef>
                  <a:spcPct val="0"/>
                </a:spcBef>
                <a:spcAft>
                  <a:spcPct val="0"/>
                </a:spcAft>
                <a:defRPr/>
              </a:pPr>
              <a:r>
                <a:rPr lang="zh-CN" altLang="en-US" sz="1350" b="1">
                  <a:solidFill>
                    <a:prstClr val="white"/>
                  </a:solidFill>
                  <a:latin typeface="方正粗圆简体" panose="03000509000000000000" pitchFamily="65" charset="-122"/>
                  <a:ea typeface="方正粗圆简体" panose="03000509000000000000" pitchFamily="65" charset="-122"/>
                </a:rPr>
                <a:t>投资框架</a:t>
              </a:r>
              <a:endParaRPr lang="zh-CN" altLang="en-US" sz="1350" b="1" dirty="0">
                <a:solidFill>
                  <a:prstClr val="white"/>
                </a:solidFill>
                <a:latin typeface="方正粗圆简体" panose="03000509000000000000" pitchFamily="65" charset="-122"/>
                <a:ea typeface="方正粗圆简体" panose="03000509000000000000" pitchFamily="65" charset="-122"/>
              </a:endParaRPr>
            </a:p>
          </p:txBody>
        </p:sp>
      </p:grpSp>
      <p:sp>
        <p:nvSpPr>
          <p:cNvPr id="62" name="圆角矩形 61"/>
          <p:cNvSpPr/>
          <p:nvPr/>
        </p:nvSpPr>
        <p:spPr>
          <a:xfrm>
            <a:off x="2804026" y="3105057"/>
            <a:ext cx="5542160" cy="549648"/>
          </a:xfrm>
          <a:prstGeom prst="roundRect">
            <a:avLst>
              <a:gd name="adj" fmla="val 0"/>
            </a:avLst>
          </a:prstGeom>
          <a:solidFill>
            <a:srgbClr val="FEF2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3" name="矩形 62"/>
          <p:cNvSpPr/>
          <p:nvPr/>
        </p:nvSpPr>
        <p:spPr>
          <a:xfrm>
            <a:off x="2867173" y="3131652"/>
            <a:ext cx="5452294" cy="506730"/>
          </a:xfrm>
          <a:prstGeom prst="rect">
            <a:avLst/>
          </a:prstGeom>
        </p:spPr>
        <p:txBody>
          <a:bodyPr wrap="square">
            <a:spAutoFit/>
            <a:scene3d>
              <a:camera prst="orthographicFront"/>
              <a:lightRig rig="threePt" dir="t"/>
            </a:scene3d>
            <a:sp3d contourW="12700"/>
          </a:bodyPr>
          <a:lstStyle/>
          <a:p>
            <a:pPr marL="179705" lvl="0" indent="-179705" algn="just" defTabSz="913130">
              <a:lnSpc>
                <a:spcPct val="150000"/>
              </a:lnSpc>
              <a:buClr>
                <a:srgbClr val="EE6000"/>
              </a:buClr>
              <a:buFont typeface="Wingdings" panose="05000000000000000000" pitchFamily="2" charset="2"/>
              <a:buChar char="n"/>
              <a:defRPr/>
            </a:pPr>
            <a:r>
              <a:rPr lang="zh-CN" altLang="en-US" sz="900" smtClean="0">
                <a:solidFill>
                  <a:prstClr val="black">
                    <a:lumMod val="75000"/>
                    <a:lumOff val="25000"/>
                  </a:prstClr>
                </a:solidFill>
                <a:latin typeface="方正准圆简体" panose="03000509000000000000" pitchFamily="2" charset="-122"/>
                <a:ea typeface="方正准圆简体" panose="03000509000000000000" pitchFamily="2" charset="-122"/>
              </a:rPr>
              <a:t>资产配置：基于量化模型确定大类资产比例，严控风险预算</a:t>
            </a:r>
            <a:endParaRPr lang="zh-CN" altLang="en-US" sz="900">
              <a:solidFill>
                <a:prstClr val="black">
                  <a:lumMod val="75000"/>
                  <a:lumOff val="25000"/>
                </a:prstClr>
              </a:solidFill>
              <a:latin typeface="方正准圆简体" panose="03000509000000000000" pitchFamily="2" charset="-122"/>
              <a:ea typeface="方正准圆简体" panose="03000509000000000000" pitchFamily="2" charset="-122"/>
            </a:endParaRPr>
          </a:p>
          <a:p>
            <a:pPr marL="179705" lvl="0" indent="-179705" algn="just" defTabSz="913130">
              <a:lnSpc>
                <a:spcPct val="150000"/>
              </a:lnSpc>
              <a:buClr>
                <a:srgbClr val="EE6000"/>
              </a:buClr>
              <a:buFont typeface="Wingdings" panose="05000000000000000000" pitchFamily="2" charset="2"/>
              <a:buChar char="n"/>
              <a:defRPr/>
            </a:pPr>
            <a:r>
              <a:rPr lang="zh-CN" altLang="en-US" sz="900" smtClean="0">
                <a:solidFill>
                  <a:prstClr val="black">
                    <a:lumMod val="75000"/>
                    <a:lumOff val="25000"/>
                  </a:prstClr>
                </a:solidFill>
                <a:latin typeface="方正准圆简体" panose="03000509000000000000" pitchFamily="2" charset="-122"/>
                <a:ea typeface="方正准圆简体" panose="03000509000000000000" pitchFamily="2" charset="-122"/>
              </a:rPr>
              <a:t>权益</a:t>
            </a:r>
            <a:r>
              <a:rPr lang="zh-CN" altLang="en-US" sz="900">
                <a:solidFill>
                  <a:prstClr val="black">
                    <a:lumMod val="75000"/>
                    <a:lumOff val="25000"/>
                  </a:prstClr>
                </a:solidFill>
                <a:latin typeface="方正准圆简体" panose="03000509000000000000" pitchFamily="2" charset="-122"/>
                <a:ea typeface="方正准圆简体" panose="03000509000000000000" pitchFamily="2" charset="-122"/>
              </a:rPr>
              <a:t>优选</a:t>
            </a:r>
            <a:r>
              <a:rPr lang="zh-CN" altLang="en-US" sz="900" smtClean="0">
                <a:solidFill>
                  <a:prstClr val="black">
                    <a:lumMod val="75000"/>
                    <a:lumOff val="25000"/>
                  </a:prstClr>
                </a:solidFill>
                <a:latin typeface="方正准圆简体" panose="03000509000000000000" pitchFamily="2" charset="-122"/>
                <a:ea typeface="方正准圆简体" panose="03000509000000000000" pitchFamily="2" charset="-122"/>
              </a:rPr>
              <a:t>：均衡配置，通过深度学习和量</a:t>
            </a:r>
            <a:r>
              <a:rPr lang="zh-CN" altLang="en-US" sz="900">
                <a:solidFill>
                  <a:prstClr val="black">
                    <a:lumMod val="75000"/>
                    <a:lumOff val="25000"/>
                  </a:prstClr>
                </a:solidFill>
                <a:latin typeface="方正准圆简体" panose="03000509000000000000" pitchFamily="2" charset="-122"/>
                <a:ea typeface="方正准圆简体" panose="03000509000000000000" pitchFamily="2" charset="-122"/>
              </a:rPr>
              <a:t>化多因子增强收</a:t>
            </a:r>
            <a:r>
              <a:rPr lang="zh-CN" altLang="en-US" sz="900" smtClean="0">
                <a:solidFill>
                  <a:prstClr val="black">
                    <a:lumMod val="75000"/>
                    <a:lumOff val="25000"/>
                  </a:prstClr>
                </a:solidFill>
                <a:latin typeface="方正准圆简体" panose="03000509000000000000" pitchFamily="2" charset="-122"/>
                <a:ea typeface="方正准圆简体" panose="03000509000000000000" pitchFamily="2" charset="-122"/>
              </a:rPr>
              <a:t>益</a:t>
            </a:r>
            <a:endParaRPr lang="zh-CN" altLang="en-US" sz="900">
              <a:solidFill>
                <a:prstClr val="black">
                  <a:lumMod val="75000"/>
                  <a:lumOff val="25000"/>
                </a:prstClr>
              </a:solidFill>
              <a:latin typeface="方正准圆简体" panose="03000509000000000000" pitchFamily="2" charset="-122"/>
              <a:ea typeface="方正准圆简体" panose="03000509000000000000" pitchFamily="2" charset="-122"/>
            </a:endParaRPr>
          </a:p>
        </p:txBody>
      </p:sp>
      <p:grpSp>
        <p:nvGrpSpPr>
          <p:cNvPr id="64" name="组合 63"/>
          <p:cNvGrpSpPr/>
          <p:nvPr/>
        </p:nvGrpSpPr>
        <p:grpSpPr>
          <a:xfrm>
            <a:off x="2803110" y="3807602"/>
            <a:ext cx="5543075" cy="311704"/>
            <a:chOff x="1145108" y="2020856"/>
            <a:chExt cx="1698407" cy="415606"/>
          </a:xfrm>
        </p:grpSpPr>
        <p:sp>
          <p:nvSpPr>
            <p:cNvPr id="65" name="圆角矩形 64"/>
            <p:cNvSpPr/>
            <p:nvPr/>
          </p:nvSpPr>
          <p:spPr>
            <a:xfrm>
              <a:off x="1145108" y="2020856"/>
              <a:ext cx="1698407" cy="402984"/>
            </a:xfrm>
            <a:prstGeom prst="roundRect">
              <a:avLst>
                <a:gd name="adj" fmla="val 0"/>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6" name="矩形 65"/>
            <p:cNvSpPr/>
            <p:nvPr/>
          </p:nvSpPr>
          <p:spPr>
            <a:xfrm>
              <a:off x="1371483" y="2037682"/>
              <a:ext cx="1201048" cy="398780"/>
            </a:xfrm>
            <a:prstGeom prst="rect">
              <a:avLst/>
            </a:prstGeom>
          </p:spPr>
          <p:txBody>
            <a:bodyPr wrap="square">
              <a:spAutoFit/>
            </a:bodyPr>
            <a:lstStyle/>
            <a:p>
              <a:pPr lvl="0" algn="ctr" eaLnBrk="0" fontAlgn="base" hangingPunct="0">
                <a:spcBef>
                  <a:spcPct val="0"/>
                </a:spcBef>
                <a:spcAft>
                  <a:spcPct val="0"/>
                </a:spcAft>
                <a:defRPr/>
              </a:pPr>
              <a:r>
                <a:rPr lang="zh-CN" altLang="en-US" sz="1350" b="1">
                  <a:solidFill>
                    <a:prstClr val="white"/>
                  </a:solidFill>
                  <a:latin typeface="方正粗圆简体" panose="03000509000000000000" pitchFamily="65" charset="-122"/>
                  <a:ea typeface="方正粗圆简体" panose="03000509000000000000" pitchFamily="65" charset="-122"/>
                </a:rPr>
                <a:t>投资优势</a:t>
              </a:r>
              <a:endParaRPr lang="zh-CN" altLang="en-US" sz="1350" b="1" dirty="0">
                <a:solidFill>
                  <a:prstClr val="white"/>
                </a:solidFill>
                <a:latin typeface="方正粗圆简体" panose="03000509000000000000" pitchFamily="65" charset="-122"/>
                <a:ea typeface="方正粗圆简体" panose="03000509000000000000" pitchFamily="65" charset="-122"/>
              </a:endParaRPr>
            </a:p>
          </p:txBody>
        </p:sp>
      </p:grpSp>
      <p:sp>
        <p:nvSpPr>
          <p:cNvPr id="67" name="圆角矩形 66"/>
          <p:cNvSpPr/>
          <p:nvPr/>
        </p:nvSpPr>
        <p:spPr>
          <a:xfrm>
            <a:off x="2804026" y="4097220"/>
            <a:ext cx="5542160" cy="624356"/>
          </a:xfrm>
          <a:prstGeom prst="roundRect">
            <a:avLst>
              <a:gd name="adj" fmla="val 0"/>
            </a:avLst>
          </a:prstGeom>
          <a:solidFill>
            <a:srgbClr val="FEF2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8" name="矩形 67"/>
          <p:cNvSpPr/>
          <p:nvPr/>
        </p:nvSpPr>
        <p:spPr>
          <a:xfrm>
            <a:off x="2867172" y="4106785"/>
            <a:ext cx="5452294" cy="589280"/>
          </a:xfrm>
          <a:prstGeom prst="rect">
            <a:avLst/>
          </a:prstGeom>
        </p:spPr>
        <p:txBody>
          <a:bodyPr wrap="square">
            <a:spAutoFit/>
            <a:scene3d>
              <a:camera prst="orthographicFront"/>
              <a:lightRig rig="threePt" dir="t"/>
            </a:scene3d>
            <a:sp3d contourW="12700"/>
          </a:bodyPr>
          <a:lstStyle/>
          <a:p>
            <a:pPr marL="179705" lvl="0" indent="-179705" algn="just" defTabSz="913130">
              <a:lnSpc>
                <a:spcPct val="120000"/>
              </a:lnSpc>
              <a:buClr>
                <a:srgbClr val="EE6000"/>
              </a:buClr>
              <a:buFont typeface="Wingdings" panose="05000000000000000000" pitchFamily="2" charset="2"/>
              <a:buChar char="n"/>
              <a:defRPr/>
            </a:pPr>
            <a:r>
              <a:rPr lang="zh-CN" altLang="en-US" sz="900">
                <a:solidFill>
                  <a:prstClr val="black">
                    <a:lumMod val="75000"/>
                    <a:lumOff val="25000"/>
                  </a:prstClr>
                </a:solidFill>
                <a:latin typeface="方正准圆简体" panose="03000509000000000000" pitchFamily="2" charset="-122"/>
                <a:ea typeface="方正准圆简体" panose="03000509000000000000" pitchFamily="2" charset="-122"/>
              </a:rPr>
              <a:t>量化投资体系臻</a:t>
            </a:r>
            <a:r>
              <a:rPr lang="zh-CN" altLang="en-US" sz="900" smtClean="0">
                <a:solidFill>
                  <a:prstClr val="black">
                    <a:lumMod val="75000"/>
                    <a:lumOff val="25000"/>
                  </a:prstClr>
                </a:solidFill>
                <a:latin typeface="方正准圆简体" panose="03000509000000000000" pitchFamily="2" charset="-122"/>
                <a:ea typeface="方正准圆简体" panose="03000509000000000000" pitchFamily="2" charset="-122"/>
              </a:rPr>
              <a:t>善：实时跟进最新的统计模型和机器学习技术，深入剖析投资业务逻辑，将二者有机结合在一起，不断优化实盘模型。</a:t>
            </a:r>
            <a:endParaRPr lang="en-US" altLang="zh-CN" sz="900" smtClean="0">
              <a:solidFill>
                <a:prstClr val="black">
                  <a:lumMod val="75000"/>
                  <a:lumOff val="25000"/>
                </a:prstClr>
              </a:solidFill>
              <a:latin typeface="方正准圆简体" panose="03000509000000000000" pitchFamily="2" charset="-122"/>
              <a:ea typeface="方正准圆简体" panose="03000509000000000000" pitchFamily="2" charset="-122"/>
            </a:endParaRPr>
          </a:p>
          <a:p>
            <a:pPr marL="179705" lvl="0" indent="-179705" algn="just" defTabSz="913130">
              <a:lnSpc>
                <a:spcPct val="120000"/>
              </a:lnSpc>
              <a:buClr>
                <a:srgbClr val="EE6000"/>
              </a:buClr>
              <a:buFont typeface="Wingdings" panose="05000000000000000000" pitchFamily="2" charset="2"/>
              <a:buChar char="n"/>
              <a:defRPr/>
            </a:pPr>
            <a:r>
              <a:rPr lang="zh-CN" altLang="en-US" sz="900">
                <a:solidFill>
                  <a:prstClr val="black">
                    <a:lumMod val="75000"/>
                    <a:lumOff val="25000"/>
                  </a:prstClr>
                </a:solidFill>
                <a:latin typeface="方正准圆简体" panose="03000509000000000000" pitchFamily="2" charset="-122"/>
                <a:ea typeface="方正准圆简体" panose="03000509000000000000" pitchFamily="2" charset="-122"/>
              </a:rPr>
              <a:t>量化</a:t>
            </a:r>
            <a:r>
              <a:rPr lang="en-US" altLang="zh-CN" sz="900">
                <a:solidFill>
                  <a:prstClr val="black">
                    <a:lumMod val="75000"/>
                    <a:lumOff val="25000"/>
                  </a:prstClr>
                </a:solidFill>
                <a:latin typeface="方正准圆简体" panose="03000509000000000000" pitchFamily="2" charset="-122"/>
                <a:ea typeface="方正准圆简体" panose="03000509000000000000" pitchFamily="2" charset="-122"/>
              </a:rPr>
              <a:t>alpha</a:t>
            </a:r>
            <a:r>
              <a:rPr lang="zh-CN" altLang="en-US" sz="900">
                <a:solidFill>
                  <a:prstClr val="black">
                    <a:lumMod val="75000"/>
                    <a:lumOff val="25000"/>
                  </a:prstClr>
                </a:solidFill>
                <a:latin typeface="方正准圆简体" panose="03000509000000000000" pitchFamily="2" charset="-122"/>
                <a:ea typeface="方正准圆简体" panose="03000509000000000000" pitchFamily="2" charset="-122"/>
              </a:rPr>
              <a:t>策略储备丰富：长期专注于量化研究</a:t>
            </a:r>
            <a:r>
              <a:rPr lang="zh-CN" altLang="en-US" sz="900" smtClean="0">
                <a:solidFill>
                  <a:prstClr val="black">
                    <a:lumMod val="75000"/>
                    <a:lumOff val="25000"/>
                  </a:prstClr>
                </a:solidFill>
                <a:latin typeface="方正准圆简体" panose="03000509000000000000" pitchFamily="2" charset="-122"/>
                <a:ea typeface="方正准圆简体" panose="03000509000000000000" pitchFamily="2" charset="-122"/>
              </a:rPr>
              <a:t>，积累了丰富的有效且低相关的策略</a:t>
            </a:r>
            <a:endParaRPr kumimoji="0" lang="en-US" altLang="zh-CN" sz="900" b="0" i="0" u="none" strike="noStrike" kern="1200" cap="none" spc="0" normalizeH="0" baseline="0" noProof="0" dirty="0">
              <a:ln>
                <a:noFill/>
              </a:ln>
              <a:solidFill>
                <a:prstClr val="black">
                  <a:lumMod val="75000"/>
                  <a:lumOff val="25000"/>
                </a:prstClr>
              </a:solidFill>
              <a:effectLst/>
              <a:uLnTx/>
              <a:uFillTx/>
              <a:latin typeface="方正准圆简体" panose="03000509000000000000" pitchFamily="2" charset="-122"/>
              <a:ea typeface="方正准圆简体" panose="03000509000000000000" pitchFamily="2" charset="-122"/>
              <a:cs typeface="+mn-cs"/>
            </a:endParaRPr>
          </a:p>
        </p:txBody>
      </p:sp>
      <p:sp>
        <p:nvSpPr>
          <p:cNvPr id="7" name="文本框 6"/>
          <p:cNvSpPr txBox="1"/>
          <p:nvPr/>
        </p:nvSpPr>
        <p:spPr>
          <a:xfrm>
            <a:off x="3268980" y="5005864"/>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 name="标题 1"/>
          <p:cNvSpPr txBox="1"/>
          <p:nvPr/>
        </p:nvSpPr>
        <p:spPr>
          <a:xfrm>
            <a:off x="827405" y="1779905"/>
            <a:ext cx="7564120" cy="541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3. </a:t>
            </a:r>
            <a:r>
              <a:rPr lang="zh-CN" altLang="en-US" sz="24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宽基指增策略介绍</a:t>
            </a:r>
            <a:r>
              <a:rPr lang="zh-CN" altLang="en-US" sz="1200"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（以中证</a:t>
            </a:r>
            <a:r>
              <a:rPr lang="en-US" altLang="zh-CN" sz="1200"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A500</a:t>
            </a:r>
            <a:r>
              <a:rPr lang="zh-CN" altLang="en-US" sz="1200"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指增为例）</a:t>
            </a:r>
            <a:endParaRPr kumimoji="0" lang="zh-CN" altLang="en-US" sz="240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90000"/>
              </a:lnSpc>
              <a:spcBef>
                <a:spcPct val="0"/>
              </a:spcBef>
              <a:spcAft>
                <a:spcPts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90000"/>
              </a:lnSpc>
              <a:spcBef>
                <a:spcPct val="0"/>
              </a:spcBef>
              <a:spcAft>
                <a:spcPts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ctr" defTabSz="914400" rtl="0" eaLnBrk="1" fontAlgn="auto" latinLnBrk="0" hangingPunct="1">
              <a:lnSpc>
                <a:spcPct val="90000"/>
              </a:lnSpc>
              <a:spcBef>
                <a:spcPct val="0"/>
              </a:spcBef>
              <a:spcAft>
                <a:spcPts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13"/>
          <p:cNvSpPr txBox="1"/>
          <p:nvPr/>
        </p:nvSpPr>
        <p:spPr>
          <a:xfrm>
            <a:off x="3180398" y="145733"/>
            <a:ext cx="6108859" cy="160655"/>
          </a:xfrm>
          <a:prstGeom prst="rect">
            <a:avLst/>
          </a:prstGeom>
          <a:noFill/>
        </p:spPr>
        <p:txBody>
          <a:bodyPr wrap="square" rtlCol="0" anchor="t">
            <a:spAutoFit/>
          </a:bodyPr>
          <a:lstStyle/>
          <a:p>
            <a:pPr marL="0" marR="0" lvl="0" indent="0" algn="l" defTabSz="1194435" rtl="0" eaLnBrk="1" fontAlgn="auto" latinLnBrk="0" hangingPunct="1">
              <a:lnSpc>
                <a:spcPct val="100000"/>
              </a:lnSpc>
              <a:spcBef>
                <a:spcPts val="0"/>
              </a:spcBef>
              <a:spcAft>
                <a:spcPts val="0"/>
              </a:spcAft>
              <a:buClrTx/>
              <a:buSzTx/>
              <a:buFontTx/>
              <a:buNone/>
              <a:defRPr/>
            </a:pPr>
            <a:r>
              <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本材料非基金宣传推介材料，仅供公司内部交流使用，不得直接向投资者提供</a:t>
            </a:r>
            <a:endParaRPr kumimoji="0" lang="zh-CN" altLang="en-US" sz="450" b="0" i="0" u="none" strike="noStrike" kern="1200" cap="none" spc="0" normalizeH="0" baseline="0" noProof="0">
              <a:ln>
                <a:noFill/>
              </a:ln>
              <a:solidFill>
                <a:prstClr val="black">
                  <a:lumMod val="50000"/>
                  <a:lumOff val="50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2924" y="39326"/>
            <a:ext cx="7919741"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prstClr val="white"/>
                </a:solidFill>
                <a:effectLst/>
                <a:uLnTx/>
                <a:uFillTx/>
                <a:latin typeface="方正粗圆简体" panose="03000509000000000000" pitchFamily="65" charset="-122"/>
                <a:ea typeface="方正粗圆简体" panose="03000509000000000000" pitchFamily="65" charset="-122"/>
                <a:cs typeface="+mn-cs"/>
              </a:rPr>
              <a:t>中证</a:t>
            </a:r>
            <a:r>
              <a:rPr kumimoji="0" lang="en-US" altLang="zh-CN" sz="2800" b="0" i="0" u="none" strike="noStrike" kern="1200" cap="none" spc="0" normalizeH="0" baseline="0" noProof="0">
                <a:ln>
                  <a:noFill/>
                </a:ln>
                <a:solidFill>
                  <a:prstClr val="white"/>
                </a:solidFill>
                <a:effectLst/>
                <a:uLnTx/>
                <a:uFillTx/>
                <a:latin typeface="方正粗圆简体" panose="03000509000000000000" pitchFamily="65" charset="-122"/>
                <a:ea typeface="方正粗圆简体" panose="03000509000000000000" pitchFamily="65" charset="-122"/>
                <a:cs typeface="+mn-cs"/>
              </a:rPr>
              <a:t>A500</a:t>
            </a:r>
            <a:r>
              <a:rPr kumimoji="0" lang="zh-CN" altLang="en-US" sz="2800" b="0" i="0" u="none" strike="noStrike" kern="1200" cap="none" spc="0" normalizeH="0" baseline="0" noProof="0">
                <a:ln>
                  <a:noFill/>
                </a:ln>
                <a:solidFill>
                  <a:prstClr val="white"/>
                </a:solidFill>
                <a:effectLst/>
                <a:uLnTx/>
                <a:uFillTx/>
                <a:latin typeface="方正粗圆简体" panose="03000509000000000000" pitchFamily="65" charset="-122"/>
                <a:ea typeface="方正粗圆简体" panose="03000509000000000000" pitchFamily="65" charset="-122"/>
                <a:cs typeface="+mn-cs"/>
              </a:rPr>
              <a:t>指数概况</a:t>
            </a:r>
            <a:endParaRPr kumimoji="0" lang="zh-CN" altLang="en-US" sz="28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endParaRPr>
          </a:p>
        </p:txBody>
      </p:sp>
      <p:sp>
        <p:nvSpPr>
          <p:cNvPr id="108" name="文本框 13"/>
          <p:cNvSpPr txBox="1"/>
          <p:nvPr/>
        </p:nvSpPr>
        <p:spPr>
          <a:xfrm>
            <a:off x="179070" y="915670"/>
            <a:ext cx="8547100" cy="3983990"/>
          </a:xfrm>
          <a:prstGeom prst="rect">
            <a:avLst/>
          </a:prstGeom>
          <a:noFill/>
        </p:spPr>
        <p:txBody>
          <a:bodyPr wrap="square" lIns="65803" tIns="32901" rIns="65803" bIns="32901" rtlCol="0">
            <a:noAutofit/>
          </a:bodyPr>
          <a:lstStyle/>
          <a:p>
            <a:pPr marL="171450" indent="-171450" algn="l" fontAlgn="base">
              <a:lnSpc>
                <a:spcPct val="120000"/>
              </a:lnSpc>
              <a:spcBef>
                <a:spcPct val="0"/>
              </a:spcBef>
              <a:spcAft>
                <a:spcPct val="0"/>
              </a:spcAft>
              <a:buClr>
                <a:srgbClr val="F96015"/>
              </a:buClr>
              <a:buFont typeface="Wingdings" panose="05000000000000000000" charset="0"/>
              <a:buChar char="l"/>
            </a:pPr>
            <a:r>
              <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rPr>
              <a:t>行业均衡编制，分散风险</a:t>
            </a:r>
            <a:endPar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indent="0" algn="l" fontAlgn="base">
              <a:lnSpc>
                <a:spcPct val="120000"/>
              </a:lnSpc>
              <a:spcBef>
                <a:spcPct val="0"/>
              </a:spcBef>
              <a:spcAft>
                <a:spcPct val="0"/>
              </a:spcAft>
              <a:buClr>
                <a:srgbClr val="F96015"/>
              </a:buClr>
              <a:buFont typeface="Wingdings" panose="05000000000000000000" charset="0"/>
              <a:buNone/>
            </a:pP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采用行业均衡选样方法，覆盖全部</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35</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个中证二级行业和超过</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90</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个三级行业（两指标均高于沪深</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300</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），各一级行业权重与中证全指保持一致，有效降低单一行业风险。</a:t>
            </a: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spcBef>
                <a:spcPct val="0"/>
              </a:spcBef>
              <a:spcAft>
                <a:spcPct val="0"/>
              </a:spcAft>
              <a:buClr>
                <a:srgbClr val="F96015"/>
              </a:buClr>
              <a:buFont typeface="Wingdings" panose="05000000000000000000" charset="0"/>
              <a:buChar char="l"/>
            </a:pP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buClr>
                <a:srgbClr val="F96015"/>
              </a:buClr>
              <a:buSzTx/>
              <a:buFont typeface="Wingdings" panose="05000000000000000000" charset="0"/>
              <a:buChar char="l"/>
            </a:pPr>
            <a:r>
              <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rPr>
              <a:t>龙头聚焦，代表性强</a:t>
            </a:r>
            <a:endPar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indent="0" algn="l" fontAlgn="base">
              <a:lnSpc>
                <a:spcPct val="120000"/>
              </a:lnSpc>
              <a:spcBef>
                <a:spcPct val="0"/>
              </a:spcBef>
              <a:spcAft>
                <a:spcPct val="0"/>
              </a:spcAft>
              <a:buClr>
                <a:srgbClr val="F96015"/>
              </a:buClr>
              <a:buFont typeface="Wingdings" panose="05000000000000000000" charset="0"/>
              <a:buNone/>
            </a:pP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从各行业选取</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500</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只市值较大、流动性较好的证券作为样本，优先选取细分行业中自由流通市值最大的龙头企业，反映各行业最具代表性上市公司的整体表现。</a:t>
            </a: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spcBef>
                <a:spcPct val="0"/>
              </a:spcBef>
              <a:spcAft>
                <a:spcPct val="0"/>
              </a:spcAft>
              <a:buClr>
                <a:srgbClr val="F96015"/>
              </a:buClr>
              <a:buFont typeface="Wingdings" panose="05000000000000000000" charset="0"/>
              <a:buChar char="l"/>
            </a:pP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spcBef>
                <a:spcPct val="0"/>
              </a:spcBef>
              <a:spcAft>
                <a:spcPct val="0"/>
              </a:spcAft>
              <a:buClr>
                <a:srgbClr val="F96015"/>
              </a:buClr>
              <a:buFont typeface="Wingdings" panose="05000000000000000000" charset="0"/>
              <a:buChar char="l"/>
            </a:pP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 </a:t>
            </a:r>
            <a:r>
              <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rPr>
              <a:t>ESG可持续投资筛选</a:t>
            </a: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indent="0" algn="l" fontAlgn="base">
              <a:lnSpc>
                <a:spcPct val="120000"/>
              </a:lnSpc>
              <a:spcBef>
                <a:spcPct val="0"/>
              </a:spcBef>
              <a:spcAft>
                <a:spcPct val="0"/>
              </a:spcAft>
              <a:buClr>
                <a:srgbClr val="F96015"/>
              </a:buClr>
              <a:buFont typeface="Wingdings" panose="05000000000000000000" charset="0"/>
              <a:buNone/>
            </a:pP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引入</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ESG</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负面剔除机制，剔除</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ESG</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评级</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C</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级及以下的上市公司，成分股</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ESG</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综合得分较高，契合全球可持续投资理念，降低潜在风险。</a:t>
            </a: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spcBef>
                <a:spcPct val="0"/>
              </a:spcBef>
              <a:spcAft>
                <a:spcPct val="0"/>
              </a:spcAft>
              <a:buClr>
                <a:srgbClr val="F96015"/>
              </a:buClr>
              <a:buFont typeface="Wingdings" panose="05000000000000000000" charset="0"/>
              <a:buChar char="l"/>
            </a:pP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buClr>
                <a:srgbClr val="F96015"/>
              </a:buClr>
              <a:buSzTx/>
              <a:buFont typeface="Wingdings" panose="05000000000000000000" charset="0"/>
              <a:buChar char="l"/>
            </a:pPr>
            <a:r>
              <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rPr>
              <a:t> 互联互通便利外资配置</a:t>
            </a:r>
            <a:endPar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indent="0" algn="l" fontAlgn="base">
              <a:lnSpc>
                <a:spcPct val="120000"/>
              </a:lnSpc>
              <a:spcBef>
                <a:spcPct val="0"/>
              </a:spcBef>
              <a:spcAft>
                <a:spcPct val="0"/>
              </a:spcAft>
              <a:buClr>
                <a:srgbClr val="F96015"/>
              </a:buClr>
              <a:buFont typeface="Wingdings" panose="05000000000000000000" charset="0"/>
              <a:buNone/>
            </a:pP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样本需属于沪股通或深股通证券，结合国际投资标准筛选条件，便利境内外中长期资金配置</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A</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股资产，吸引外资加速布局。</a:t>
            </a: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spcBef>
                <a:spcPct val="0"/>
              </a:spcBef>
              <a:spcAft>
                <a:spcPct val="0"/>
              </a:spcAft>
              <a:buClr>
                <a:srgbClr val="F96015"/>
              </a:buClr>
              <a:buFont typeface="Wingdings" panose="05000000000000000000" charset="0"/>
              <a:buChar char="l"/>
            </a:pP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buClr>
                <a:srgbClr val="F96015"/>
              </a:buClr>
              <a:buSzTx/>
              <a:buFont typeface="Wingdings" panose="05000000000000000000" charset="0"/>
              <a:buChar char="l"/>
            </a:pPr>
            <a:r>
              <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rPr>
              <a:t>市值覆盖率高，盈利能力强</a:t>
            </a:r>
            <a:endPar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indent="0" algn="l" fontAlgn="base">
              <a:lnSpc>
                <a:spcPct val="120000"/>
              </a:lnSpc>
              <a:spcBef>
                <a:spcPct val="0"/>
              </a:spcBef>
              <a:spcAft>
                <a:spcPct val="0"/>
              </a:spcAft>
              <a:buClr>
                <a:srgbClr val="F96015"/>
              </a:buClr>
              <a:buFont typeface="Wingdings" panose="05000000000000000000" charset="0"/>
              <a:buNone/>
            </a:pP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以不足</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10%</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的</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A</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股数量，覆盖</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A</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股市场过半的总市值，贡献近</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70%</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的归母净利润，体现成分股整体具有较强的盈利能力。</a:t>
            </a: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spcBef>
                <a:spcPct val="0"/>
              </a:spcBef>
              <a:spcAft>
                <a:spcPct val="0"/>
              </a:spcAft>
              <a:buClr>
                <a:srgbClr val="F96015"/>
              </a:buClr>
              <a:buFont typeface="Wingdings" panose="05000000000000000000" charset="0"/>
              <a:buChar char="l"/>
            </a:pP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buClr>
                <a:srgbClr val="F96015"/>
              </a:buClr>
              <a:buSzTx/>
              <a:buFont typeface="Wingdings" panose="05000000000000000000" charset="0"/>
              <a:buChar char="l"/>
            </a:pPr>
            <a:r>
              <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rPr>
              <a:t>新兴产业权重突出</a:t>
            </a:r>
            <a:endPar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indent="0" algn="l" fontAlgn="base">
              <a:lnSpc>
                <a:spcPct val="120000"/>
              </a:lnSpc>
              <a:spcBef>
                <a:spcPct val="0"/>
              </a:spcBef>
              <a:spcAft>
                <a:spcPct val="0"/>
              </a:spcAft>
              <a:buClr>
                <a:srgbClr val="F96015"/>
              </a:buClr>
              <a:buFont typeface="Wingdings" panose="05000000000000000000" charset="0"/>
              <a:buNone/>
            </a:pP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工业、信息技术、通信服务、医药卫生行业合计占据过半权重，高于其他可比宽基指数，更契合新质生产力和经济转型方向。</a:t>
            </a: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indent="0" algn="l" fontAlgn="base">
              <a:lnSpc>
                <a:spcPct val="120000"/>
              </a:lnSpc>
              <a:spcBef>
                <a:spcPct val="0"/>
              </a:spcBef>
              <a:spcAft>
                <a:spcPct val="0"/>
              </a:spcAft>
              <a:buClr>
                <a:srgbClr val="F96015"/>
              </a:buClr>
              <a:buFont typeface="Wingdings" panose="05000000000000000000" charset="0"/>
              <a:buNone/>
            </a:pP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buClr>
                <a:srgbClr val="F96015"/>
              </a:buClr>
              <a:buSzTx/>
              <a:buFont typeface="Wingdings" panose="05000000000000000000" charset="0"/>
              <a:buChar char="l"/>
            </a:pPr>
            <a:r>
              <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rPr>
              <a:t>纳入个人养老金投资范围</a:t>
            </a:r>
            <a:endPar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indent="0" algn="l" fontAlgn="base">
              <a:lnSpc>
                <a:spcPct val="120000"/>
              </a:lnSpc>
              <a:spcBef>
                <a:spcPct val="0"/>
              </a:spcBef>
              <a:spcAft>
                <a:spcPct val="0"/>
              </a:spcAft>
              <a:buClr>
                <a:srgbClr val="F96015"/>
              </a:buClr>
              <a:buFont typeface="Wingdings" panose="05000000000000000000" charset="0"/>
              <a:buNone/>
            </a:pP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中证</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A500</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相关基金产品已被纳入个人养老金基金范围，获得政策加持，稳固中长期投资价值，享受税收优惠等政策支持。</a:t>
            </a: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spcBef>
                <a:spcPct val="0"/>
              </a:spcBef>
              <a:spcAft>
                <a:spcPct val="0"/>
              </a:spcAft>
              <a:buClr>
                <a:srgbClr val="F96015"/>
              </a:buClr>
              <a:buFont typeface="Wingdings" panose="05000000000000000000" charset="0"/>
              <a:buChar char="l"/>
            </a:pP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marL="171450" indent="-171450" algn="l" fontAlgn="base">
              <a:lnSpc>
                <a:spcPct val="120000"/>
              </a:lnSpc>
              <a:spcBef>
                <a:spcPct val="0"/>
              </a:spcBef>
              <a:spcAft>
                <a:spcPct val="0"/>
              </a:spcAft>
              <a:buClr>
                <a:srgbClr val="F96015"/>
              </a:buClr>
              <a:buFont typeface="Wingdings" panose="05000000000000000000" charset="0"/>
              <a:buChar char="l"/>
            </a:pP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 </a:t>
            </a:r>
            <a:r>
              <a:rPr kumimoji="1" lang="zh-CN" altLang="en-US" sz="900" b="1" dirty="0">
                <a:solidFill>
                  <a:srgbClr val="FF6600"/>
                </a:solidFill>
                <a:latin typeface="方正准圆简体" panose="03000509000000000000" pitchFamily="2" charset="-122"/>
                <a:ea typeface="方正准圆简体" panose="03000509000000000000" pitchFamily="2" charset="-122"/>
                <a:sym typeface="微软雅黑" panose="020B0503020204020204" pitchFamily="34" charset="-122"/>
              </a:rPr>
              <a:t>市场规模快速增长，流动性好</a:t>
            </a: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indent="0" algn="l" fontAlgn="base">
              <a:lnSpc>
                <a:spcPct val="120000"/>
              </a:lnSpc>
              <a:spcBef>
                <a:spcPct val="0"/>
              </a:spcBef>
              <a:spcAft>
                <a:spcPct val="0"/>
              </a:spcAft>
              <a:buClr>
                <a:srgbClr val="F96015"/>
              </a:buClr>
              <a:buFont typeface="Wingdings" panose="05000000000000000000" charset="0"/>
              <a:buNone/>
            </a:pP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截至</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2025</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年末，挂钩被动指数产品合计规模超</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3000</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亿元，多只产品规模突破</a:t>
            </a:r>
            <a:r>
              <a:rPr lang="en-US" altLang="zh-CN"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200</a:t>
            </a:r>
            <a:r>
              <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rPr>
              <a:t>亿元，流动性充裕。</a:t>
            </a: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a:p>
            <a:pPr algn="l" fontAlgn="base">
              <a:lnSpc>
                <a:spcPct val="120000"/>
              </a:lnSpc>
              <a:spcBef>
                <a:spcPct val="0"/>
              </a:spcBef>
              <a:spcAft>
                <a:spcPct val="0"/>
              </a:spcAft>
            </a:pPr>
            <a:endParaRPr lang="zh-CN" altLang="en-US" sz="900" dirty="0">
              <a:solidFill>
                <a:prstClr val="black">
                  <a:lumMod val="65000"/>
                  <a:lumOff val="35000"/>
                </a:prstClr>
              </a:solidFill>
              <a:latin typeface="方正准圆简体" panose="03000509000000000000" pitchFamily="2" charset="-122"/>
              <a:ea typeface="方正准圆简体" panose="03000509000000000000" pitchFamily="2" charset="-122"/>
              <a:sym typeface="微软雅黑" panose="020B0503020204020204" pitchFamily="34" charset="-122"/>
            </a:endParaRPr>
          </a:p>
        </p:txBody>
      </p:sp>
      <p:sp>
        <p:nvSpPr>
          <p:cNvPr id="2" name="灯片编号占位符 1"/>
          <p:cNvSpPr>
            <a:spLocks noGrp="1"/>
          </p:cNvSpPr>
          <p:nvPr>
            <p:ph type="sldNum" sz="quarter" idx="12"/>
          </p:nvPr>
        </p:nvSpPr>
        <p:spPr/>
        <p:txBody>
          <a:bodyPr/>
          <a:lstStyle/>
          <a:p>
            <a:fld id="{B1DCB050-A3DA-4976-918E-4DC09AD04C88}" type="slidenum">
              <a:rPr lang="zh-CN" altLang="en-US" sz="790" smtClean="0"/>
            </a:fld>
            <a:endParaRPr lang="zh-CN" altLang="en-US" sz="790"/>
          </a:p>
        </p:txBody>
      </p:sp>
      <p:sp>
        <p:nvSpPr>
          <p:cNvPr id="6" name="文本框 5"/>
          <p:cNvSpPr txBox="1"/>
          <p:nvPr/>
        </p:nvSpPr>
        <p:spPr>
          <a:xfrm>
            <a:off x="3128010" y="4987290"/>
            <a:ext cx="3048000" cy="368300"/>
          </a:xfrm>
          <a:prstGeom prst="rect">
            <a:avLst/>
          </a:prstGeom>
          <a:noFill/>
        </p:spPr>
        <p:txBody>
          <a:bodyPr wrap="square" rtlCol="0">
            <a:spAutoFit/>
          </a:bodyPr>
          <a:p>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2924" y="39326"/>
            <a:ext cx="7919741"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公募指数增强产品的收益拆解</a:t>
            </a:r>
            <a:endParaRPr kumimoji="0" lang="zh-CN" altLang="en-US" sz="28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endParaRPr>
          </a:p>
        </p:txBody>
      </p:sp>
      <p:sp>
        <p:nvSpPr>
          <p:cNvPr id="2" name="灯片编号占位符 1"/>
          <p:cNvSpPr>
            <a:spLocks noGrp="1"/>
          </p:cNvSpPr>
          <p:nvPr>
            <p:ph type="sldNum" sz="quarter" idx="12"/>
          </p:nvPr>
        </p:nvSpPr>
        <p:spPr/>
        <p:txBody>
          <a:bodyPr/>
          <a:lstStyle/>
          <a:p>
            <a:fld id="{B1DCB050-A3DA-4976-918E-4DC09AD04C88}" type="slidenum">
              <a:rPr lang="zh-CN" altLang="en-US" sz="790" smtClean="0"/>
            </a:fld>
            <a:endParaRPr lang="zh-CN" altLang="en-US" sz="790"/>
          </a:p>
        </p:txBody>
      </p:sp>
      <p:sp>
        <p:nvSpPr>
          <p:cNvPr id="17" name="圆角矩形 16"/>
          <p:cNvSpPr/>
          <p:nvPr/>
        </p:nvSpPr>
        <p:spPr>
          <a:xfrm>
            <a:off x="972185" y="1347470"/>
            <a:ext cx="1206500" cy="203644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rgbClr val="F96015"/>
                </a:solidFill>
                <a:effectLst/>
                <a:latin typeface="方正准圆简体" panose="03000509000000000000" pitchFamily="2" charset="-122"/>
                <a:ea typeface="方正准圆简体" panose="03000509000000000000" pitchFamily="2" charset="-122"/>
              </a:rPr>
              <a:t>广义超额</a:t>
            </a:r>
            <a:endParaRPr lang="zh-CN" altLang="en-US" sz="1600" b="1">
              <a:solidFill>
                <a:srgbClr val="F96015"/>
              </a:solidFill>
              <a:effectLst/>
              <a:latin typeface="方正准圆简体" panose="03000509000000000000" pitchFamily="2" charset="-122"/>
              <a:ea typeface="方正准圆简体" panose="03000509000000000000" pitchFamily="2" charset="-122"/>
            </a:endParaRPr>
          </a:p>
        </p:txBody>
      </p:sp>
      <p:sp>
        <p:nvSpPr>
          <p:cNvPr id="4" name="圆角矩形 3"/>
          <p:cNvSpPr/>
          <p:nvPr/>
        </p:nvSpPr>
        <p:spPr>
          <a:xfrm>
            <a:off x="972185" y="3435985"/>
            <a:ext cx="1206500" cy="43688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rgbClr val="F96015"/>
                </a:solidFill>
                <a:effectLst/>
                <a:latin typeface="方正准圆简体" panose="03000509000000000000" pitchFamily="2" charset="-122"/>
                <a:ea typeface="方正准圆简体" panose="03000509000000000000" pitchFamily="2" charset="-122"/>
              </a:rPr>
              <a:t>指数收益</a:t>
            </a:r>
            <a:endParaRPr lang="zh-CN" altLang="en-US" sz="1600" b="1">
              <a:solidFill>
                <a:srgbClr val="F96015"/>
              </a:solidFill>
              <a:effectLst/>
              <a:latin typeface="方正准圆简体" panose="03000509000000000000" pitchFamily="2" charset="-122"/>
              <a:ea typeface="方正准圆简体" panose="03000509000000000000" pitchFamily="2" charset="-122"/>
            </a:endParaRPr>
          </a:p>
        </p:txBody>
      </p:sp>
      <p:sp>
        <p:nvSpPr>
          <p:cNvPr id="5" name="圆角矩形 4"/>
          <p:cNvSpPr/>
          <p:nvPr/>
        </p:nvSpPr>
        <p:spPr>
          <a:xfrm>
            <a:off x="3708400" y="1347470"/>
            <a:ext cx="1586865" cy="108585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rgbClr val="F96015"/>
                </a:solidFill>
                <a:effectLst/>
                <a:latin typeface="方正准圆简体" panose="03000509000000000000" pitchFamily="2" charset="-122"/>
                <a:ea typeface="方正准圆简体" panose="03000509000000000000" pitchFamily="2" charset="-122"/>
              </a:rPr>
              <a:t>α</a:t>
            </a:r>
            <a:r>
              <a:rPr lang="zh-CN" altLang="en-US" sz="1600" b="1">
                <a:solidFill>
                  <a:srgbClr val="F96015"/>
                </a:solidFill>
                <a:effectLst/>
                <a:latin typeface="方正准圆简体" panose="03000509000000000000" pitchFamily="2" charset="-122"/>
                <a:ea typeface="方正准圆简体" panose="03000509000000000000" pitchFamily="2" charset="-122"/>
              </a:rPr>
              <a:t>超额</a:t>
            </a:r>
            <a:endParaRPr lang="zh-CN" altLang="en-US" sz="1600" b="1">
              <a:solidFill>
                <a:srgbClr val="F96015"/>
              </a:solidFill>
              <a:effectLst/>
              <a:latin typeface="方正准圆简体" panose="03000509000000000000" pitchFamily="2" charset="-122"/>
              <a:ea typeface="方正准圆简体" panose="03000509000000000000" pitchFamily="2" charset="-122"/>
            </a:endParaRPr>
          </a:p>
        </p:txBody>
      </p:sp>
      <p:sp>
        <p:nvSpPr>
          <p:cNvPr id="6" name="圆角矩形 5"/>
          <p:cNvSpPr/>
          <p:nvPr/>
        </p:nvSpPr>
        <p:spPr>
          <a:xfrm>
            <a:off x="3709035" y="2499995"/>
            <a:ext cx="1586865" cy="37592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rgbClr val="F96015"/>
                </a:solidFill>
                <a:effectLst/>
                <a:latin typeface="方正准圆简体" panose="03000509000000000000" pitchFamily="2" charset="-122"/>
                <a:ea typeface="方正准圆简体" panose="03000509000000000000" pitchFamily="2" charset="-122"/>
              </a:rPr>
              <a:t>smart β</a:t>
            </a:r>
            <a:r>
              <a:rPr lang="zh-CN" altLang="en-US" sz="1600" b="1">
                <a:solidFill>
                  <a:srgbClr val="F96015"/>
                </a:solidFill>
                <a:effectLst/>
                <a:latin typeface="方正准圆简体" panose="03000509000000000000" pitchFamily="2" charset="-122"/>
                <a:ea typeface="方正准圆简体" panose="03000509000000000000" pitchFamily="2" charset="-122"/>
              </a:rPr>
              <a:t>超额</a:t>
            </a:r>
            <a:endParaRPr lang="zh-CN" altLang="en-US" sz="1600" b="1">
              <a:solidFill>
                <a:srgbClr val="F96015"/>
              </a:solidFill>
              <a:effectLst/>
              <a:latin typeface="方正准圆简体" panose="03000509000000000000" pitchFamily="2" charset="-122"/>
              <a:ea typeface="方正准圆简体" panose="03000509000000000000" pitchFamily="2" charset="-122"/>
            </a:endParaRPr>
          </a:p>
        </p:txBody>
      </p:sp>
      <p:sp>
        <p:nvSpPr>
          <p:cNvPr id="8" name="圆角矩形 7"/>
          <p:cNvSpPr/>
          <p:nvPr/>
        </p:nvSpPr>
        <p:spPr>
          <a:xfrm>
            <a:off x="3735070" y="3446780"/>
            <a:ext cx="1560830" cy="42608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rgbClr val="F96015"/>
                </a:solidFill>
                <a:effectLst/>
                <a:latin typeface="方正准圆简体" panose="03000509000000000000" pitchFamily="2" charset="-122"/>
                <a:ea typeface="方正准圆简体" panose="03000509000000000000" pitchFamily="2" charset="-122"/>
              </a:rPr>
              <a:t>指数收益</a:t>
            </a:r>
            <a:endParaRPr lang="zh-CN" altLang="en-US" sz="1600" b="1">
              <a:solidFill>
                <a:srgbClr val="F96015"/>
              </a:solidFill>
              <a:effectLst/>
              <a:latin typeface="方正准圆简体" panose="03000509000000000000" pitchFamily="2" charset="-122"/>
              <a:ea typeface="方正准圆简体" panose="03000509000000000000" pitchFamily="2" charset="-122"/>
            </a:endParaRPr>
          </a:p>
        </p:txBody>
      </p:sp>
      <p:sp>
        <p:nvSpPr>
          <p:cNvPr id="9" name="圆角矩形 8"/>
          <p:cNvSpPr/>
          <p:nvPr/>
        </p:nvSpPr>
        <p:spPr>
          <a:xfrm>
            <a:off x="6732270" y="1347470"/>
            <a:ext cx="1586865" cy="361950"/>
          </a:xfrm>
          <a:prstGeom prst="roundRect">
            <a:avLst/>
          </a:prstGeom>
          <a:solidFill>
            <a:schemeClr val="bg1"/>
          </a:solidFill>
          <a:ln w="12700" cmpd="sng">
            <a:solidFill>
              <a:srgbClr val="F96015"/>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solidFill>
                  <a:srgbClr val="F96015"/>
                </a:solidFill>
                <a:effectLst/>
                <a:latin typeface="方正准圆简体" panose="03000509000000000000" pitchFamily="2" charset="-122"/>
                <a:ea typeface="方正准圆简体" panose="03000509000000000000" pitchFamily="2" charset="-122"/>
              </a:rPr>
              <a:t>择时超额</a:t>
            </a:r>
            <a:endParaRPr lang="zh-CN" altLang="en-US" sz="1600">
              <a:solidFill>
                <a:srgbClr val="F96015"/>
              </a:solidFill>
              <a:effectLst/>
              <a:latin typeface="方正准圆简体" panose="03000509000000000000" pitchFamily="2" charset="-122"/>
              <a:ea typeface="方正准圆简体" panose="03000509000000000000" pitchFamily="2" charset="-122"/>
            </a:endParaRPr>
          </a:p>
        </p:txBody>
      </p:sp>
      <p:sp>
        <p:nvSpPr>
          <p:cNvPr id="10" name="圆角矩形 9"/>
          <p:cNvSpPr/>
          <p:nvPr/>
        </p:nvSpPr>
        <p:spPr>
          <a:xfrm>
            <a:off x="6737985" y="2978785"/>
            <a:ext cx="1586865" cy="36195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rgbClr val="F96015"/>
                </a:solidFill>
                <a:effectLst/>
                <a:latin typeface="方正准圆简体" panose="03000509000000000000" pitchFamily="2" charset="-122"/>
                <a:ea typeface="方正准圆简体" panose="03000509000000000000" pitchFamily="2" charset="-122"/>
              </a:rPr>
              <a:t>打新超额</a:t>
            </a:r>
            <a:endParaRPr lang="zh-CN" altLang="en-US" sz="1600" b="1">
              <a:solidFill>
                <a:srgbClr val="F96015"/>
              </a:solidFill>
              <a:effectLst/>
              <a:latin typeface="方正准圆简体" panose="03000509000000000000" pitchFamily="2" charset="-122"/>
              <a:ea typeface="方正准圆简体" panose="03000509000000000000" pitchFamily="2" charset="-122"/>
            </a:endParaRPr>
          </a:p>
        </p:txBody>
      </p:sp>
      <p:sp>
        <p:nvSpPr>
          <p:cNvPr id="11" name="圆角矩形 10"/>
          <p:cNvSpPr/>
          <p:nvPr/>
        </p:nvSpPr>
        <p:spPr>
          <a:xfrm>
            <a:off x="6718935" y="2499995"/>
            <a:ext cx="1600200" cy="36195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rgbClr val="F96015"/>
                </a:solidFill>
                <a:effectLst/>
                <a:latin typeface="方正准圆简体" panose="03000509000000000000" pitchFamily="2" charset="-122"/>
                <a:ea typeface="方正准圆简体" panose="03000509000000000000" pitchFamily="2" charset="-122"/>
              </a:rPr>
              <a:t>风格超额</a:t>
            </a:r>
            <a:endParaRPr lang="zh-CN" altLang="en-US" sz="1600" b="1">
              <a:solidFill>
                <a:srgbClr val="F96015"/>
              </a:solidFill>
              <a:effectLst/>
              <a:latin typeface="方正准圆简体" panose="03000509000000000000" pitchFamily="2" charset="-122"/>
              <a:ea typeface="方正准圆简体" panose="03000509000000000000" pitchFamily="2" charset="-122"/>
            </a:endParaRPr>
          </a:p>
        </p:txBody>
      </p:sp>
      <p:sp>
        <p:nvSpPr>
          <p:cNvPr id="12" name="圆角矩形 11"/>
          <p:cNvSpPr/>
          <p:nvPr/>
        </p:nvSpPr>
        <p:spPr>
          <a:xfrm>
            <a:off x="3709035" y="2982595"/>
            <a:ext cx="1586865" cy="35814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rgbClr val="F96015"/>
                </a:solidFill>
                <a:effectLst/>
                <a:latin typeface="方正准圆简体" panose="03000509000000000000" pitchFamily="2" charset="-122"/>
                <a:ea typeface="方正准圆简体" panose="03000509000000000000" pitchFamily="2" charset="-122"/>
              </a:rPr>
              <a:t>其它超额</a:t>
            </a:r>
            <a:endParaRPr lang="zh-CN" altLang="en-US" sz="1600" b="1">
              <a:solidFill>
                <a:srgbClr val="F96015"/>
              </a:solidFill>
              <a:effectLst/>
              <a:latin typeface="方正准圆简体" panose="03000509000000000000" pitchFamily="2" charset="-122"/>
              <a:ea typeface="方正准圆简体" panose="03000509000000000000" pitchFamily="2" charset="-122"/>
            </a:endParaRPr>
          </a:p>
        </p:txBody>
      </p:sp>
      <p:sp>
        <p:nvSpPr>
          <p:cNvPr id="13" name="圆角矩形 12"/>
          <p:cNvSpPr/>
          <p:nvPr/>
        </p:nvSpPr>
        <p:spPr>
          <a:xfrm>
            <a:off x="6718935" y="1779905"/>
            <a:ext cx="1600200" cy="638175"/>
          </a:xfrm>
          <a:prstGeom prst="roundRect">
            <a:avLst/>
          </a:prstGeom>
          <a:solidFill>
            <a:srgbClr val="F96015"/>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u="sng">
                <a:solidFill>
                  <a:schemeClr val="bg1"/>
                </a:solidFill>
                <a:effectLst>
                  <a:outerShdw blurRad="38100" dist="38100" dir="2700000" algn="tl">
                    <a:srgbClr val="000000">
                      <a:alpha val="43137"/>
                    </a:srgbClr>
                  </a:outerShdw>
                </a:effectLst>
                <a:latin typeface="方正准圆简体" panose="03000509000000000000" pitchFamily="2" charset="-122"/>
                <a:ea typeface="方正准圆简体" panose="03000509000000000000" pitchFamily="2" charset="-122"/>
              </a:rPr>
              <a:t>选股超额</a:t>
            </a:r>
            <a:endParaRPr lang="zh-CN" altLang="en-US" sz="2400" b="1" u="sng">
              <a:solidFill>
                <a:schemeClr val="bg1"/>
              </a:solidFill>
              <a:effectLst>
                <a:outerShdw blurRad="38100" dist="38100" dir="2700000" algn="tl">
                  <a:srgbClr val="000000">
                    <a:alpha val="43137"/>
                  </a:srgbClr>
                </a:outerShdw>
              </a:effectLst>
              <a:latin typeface="方正准圆简体" panose="03000509000000000000" pitchFamily="2" charset="-122"/>
              <a:ea typeface="方正准圆简体" panose="03000509000000000000" pitchFamily="2" charset="-122"/>
            </a:endParaRPr>
          </a:p>
        </p:txBody>
      </p:sp>
      <p:sp>
        <p:nvSpPr>
          <p:cNvPr id="14" name="圆角矩形 13"/>
          <p:cNvSpPr/>
          <p:nvPr/>
        </p:nvSpPr>
        <p:spPr>
          <a:xfrm>
            <a:off x="6737985" y="3433445"/>
            <a:ext cx="1587500" cy="43688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rgbClr val="F96015"/>
                </a:solidFill>
                <a:effectLst/>
                <a:latin typeface="方正准圆简体" panose="03000509000000000000" pitchFamily="2" charset="-122"/>
                <a:ea typeface="方正准圆简体" panose="03000509000000000000" pitchFamily="2" charset="-122"/>
              </a:rPr>
              <a:t>指数收益</a:t>
            </a:r>
            <a:endParaRPr lang="zh-CN" altLang="en-US" sz="1600" b="1">
              <a:solidFill>
                <a:srgbClr val="F96015"/>
              </a:solidFill>
              <a:effectLst/>
              <a:latin typeface="方正准圆简体" panose="03000509000000000000" pitchFamily="2" charset="-122"/>
              <a:ea typeface="方正准圆简体" panose="03000509000000000000" pitchFamily="2" charset="-122"/>
            </a:endParaRPr>
          </a:p>
        </p:txBody>
      </p:sp>
      <p:sp>
        <p:nvSpPr>
          <p:cNvPr id="15" name="右箭头 14"/>
          <p:cNvSpPr/>
          <p:nvPr/>
        </p:nvSpPr>
        <p:spPr>
          <a:xfrm>
            <a:off x="2268220" y="2355850"/>
            <a:ext cx="1080770" cy="158750"/>
          </a:xfrm>
          <a:prstGeom prst="rightArrow">
            <a:avLst/>
          </a:prstGeom>
          <a:noFill/>
          <a:ln>
            <a:solidFill>
              <a:srgbClr val="E9540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右大括号 37"/>
          <p:cNvSpPr/>
          <p:nvPr/>
        </p:nvSpPr>
        <p:spPr>
          <a:xfrm rot="10800000">
            <a:off x="3438525" y="1347470"/>
            <a:ext cx="241935" cy="2037715"/>
          </a:xfrm>
          <a:prstGeom prst="rightBrace">
            <a:avLst>
              <a:gd name="adj1" fmla="val 8333"/>
              <a:gd name="adj2" fmla="val 46244"/>
            </a:avLst>
          </a:prstGeom>
          <a:ln w="12700" cmpd="sng">
            <a:solidFill>
              <a:srgbClr val="F96015"/>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 name="右大括号 15"/>
          <p:cNvSpPr/>
          <p:nvPr/>
        </p:nvSpPr>
        <p:spPr>
          <a:xfrm rot="10800000">
            <a:off x="6443980" y="1347470"/>
            <a:ext cx="219710" cy="1097280"/>
          </a:xfrm>
          <a:prstGeom prst="rightBrace">
            <a:avLst>
              <a:gd name="adj1" fmla="val 8333"/>
              <a:gd name="adj2" fmla="val 46244"/>
            </a:avLst>
          </a:prstGeom>
          <a:ln w="12700" cmpd="sng">
            <a:solidFill>
              <a:srgbClr val="F96015"/>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右箭头 17"/>
          <p:cNvSpPr/>
          <p:nvPr/>
        </p:nvSpPr>
        <p:spPr>
          <a:xfrm>
            <a:off x="5437505" y="1851660"/>
            <a:ext cx="902335" cy="158750"/>
          </a:xfrm>
          <a:prstGeom prst="rightArrow">
            <a:avLst/>
          </a:prstGeom>
          <a:noFill/>
          <a:ln>
            <a:solidFill>
              <a:srgbClr val="E9540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2924" y="39326"/>
            <a:ext cx="7919741" cy="568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100" b="0" i="0" u="none" strike="noStrike" kern="1200" cap="none" spc="0" normalizeH="0" baseline="0" noProof="0">
                <a:ln>
                  <a:noFill/>
                </a:ln>
                <a:solidFill>
                  <a:prstClr val="white"/>
                </a:solidFill>
                <a:effectLst/>
                <a:uLnTx/>
                <a:uFillTx/>
                <a:latin typeface="方正粗圆简体" panose="03000509000000000000" pitchFamily="65" charset="-122"/>
                <a:ea typeface="方正粗圆简体" panose="03000509000000000000" pitchFamily="65" charset="-122"/>
                <a:cs typeface="+mn-cs"/>
              </a:rPr>
              <a:t>指数增强的选股超额结构</a:t>
            </a:r>
            <a:endParaRPr kumimoji="0" lang="zh-CN" altLang="en-US" sz="2100" b="0" i="0" u="none" strike="noStrike" kern="1200" cap="none" spc="0" normalizeH="0" baseline="0" noProof="0">
              <a:ln>
                <a:noFill/>
              </a:ln>
              <a:solidFill>
                <a:prstClr val="white"/>
              </a:solidFill>
              <a:effectLst/>
              <a:uLnTx/>
              <a:uFillTx/>
              <a:latin typeface="方正粗圆简体" panose="03000509000000000000" pitchFamily="65" charset="-122"/>
              <a:ea typeface="方正粗圆简体" panose="03000509000000000000" pitchFamily="65"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a:t>
            </a:r>
            <a:r>
              <a:rPr kumimoji="0" lang="zh-CN" altLang="en-US" sz="10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和</a:t>
            </a:r>
            <a:r>
              <a:rPr kumimoji="0" lang="en-US" altLang="zh-CN" sz="10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AI</a:t>
            </a:r>
            <a:r>
              <a:rPr kumimoji="0" lang="zh-CN" altLang="en-US" sz="10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异曲同工，也是一个</a:t>
            </a:r>
            <a:r>
              <a:rPr kumimoji="0" lang="en-US" altLang="zh-CN" sz="10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a:t>
            </a:r>
            <a:r>
              <a:rPr kumimoji="0" lang="zh-CN" altLang="en-US" sz="10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五层蛋糕</a:t>
            </a:r>
            <a:r>
              <a:rPr kumimoji="0" lang="en-US" altLang="zh-CN" sz="10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a:t>
            </a:r>
            <a:endParaRPr kumimoji="0" lang="en-US" altLang="zh-CN" sz="10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endParaRPr>
          </a:p>
        </p:txBody>
      </p:sp>
      <p:sp>
        <p:nvSpPr>
          <p:cNvPr id="5" name="圆角矩形 4"/>
          <p:cNvSpPr/>
          <p:nvPr/>
        </p:nvSpPr>
        <p:spPr>
          <a:xfrm>
            <a:off x="476885" y="4008120"/>
            <a:ext cx="1226820" cy="3181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数据</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6" name="圆角矩形 5"/>
          <p:cNvSpPr/>
          <p:nvPr/>
        </p:nvSpPr>
        <p:spPr>
          <a:xfrm>
            <a:off x="1807845" y="4008120"/>
            <a:ext cx="1313180" cy="3181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算力</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7" name="圆角矩形 6"/>
          <p:cNvSpPr/>
          <p:nvPr/>
        </p:nvSpPr>
        <p:spPr>
          <a:xfrm>
            <a:off x="480695" y="3503930"/>
            <a:ext cx="1226820" cy="3181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特征构建</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8" name="圆角矩形 7"/>
          <p:cNvSpPr/>
          <p:nvPr/>
        </p:nvSpPr>
        <p:spPr>
          <a:xfrm>
            <a:off x="1812925" y="3503930"/>
            <a:ext cx="1304925" cy="3181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算法挖掘</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9" name="圆角矩形 8"/>
          <p:cNvSpPr/>
          <p:nvPr/>
        </p:nvSpPr>
        <p:spPr>
          <a:xfrm>
            <a:off x="481965" y="2999740"/>
            <a:ext cx="1225550" cy="3181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信号加权</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10" name="圆角矩形 9"/>
          <p:cNvSpPr/>
          <p:nvPr/>
        </p:nvSpPr>
        <p:spPr>
          <a:xfrm>
            <a:off x="1814195" y="2999740"/>
            <a:ext cx="1299210" cy="3181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投前风控</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11" name="圆角矩形 10"/>
          <p:cNvSpPr/>
          <p:nvPr/>
        </p:nvSpPr>
        <p:spPr>
          <a:xfrm>
            <a:off x="481965" y="2496185"/>
            <a:ext cx="1225550" cy="3181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执行优化</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12" name="圆角矩形 11"/>
          <p:cNvSpPr/>
          <p:nvPr/>
        </p:nvSpPr>
        <p:spPr>
          <a:xfrm>
            <a:off x="1811020" y="2495550"/>
            <a:ext cx="1303020" cy="3181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投后风控</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13" name="圆角矩形 12"/>
          <p:cNvSpPr/>
          <p:nvPr/>
        </p:nvSpPr>
        <p:spPr>
          <a:xfrm>
            <a:off x="35560" y="4008120"/>
            <a:ext cx="337185" cy="3181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575D67"/>
                </a:solidFill>
                <a:latin typeface="方正准圆简体" panose="03000509000000000000" pitchFamily="2" charset="-122"/>
                <a:ea typeface="方正准圆简体" panose="03000509000000000000" pitchFamily="2" charset="-122"/>
              </a:rPr>
              <a:t>1</a:t>
            </a:r>
            <a:endParaRPr lang="en-US" altLang="zh-CN">
              <a:solidFill>
                <a:srgbClr val="575D67"/>
              </a:solidFill>
              <a:latin typeface="方正准圆简体" panose="03000509000000000000" pitchFamily="2" charset="-122"/>
              <a:ea typeface="方正准圆简体" panose="03000509000000000000" pitchFamily="2" charset="-122"/>
            </a:endParaRPr>
          </a:p>
        </p:txBody>
      </p:sp>
      <p:sp>
        <p:nvSpPr>
          <p:cNvPr id="14" name="圆角矩形 13"/>
          <p:cNvSpPr/>
          <p:nvPr/>
        </p:nvSpPr>
        <p:spPr>
          <a:xfrm>
            <a:off x="38100" y="3503930"/>
            <a:ext cx="337185" cy="3181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575D67"/>
                </a:solidFill>
                <a:latin typeface="方正准圆简体" panose="03000509000000000000" pitchFamily="2" charset="-122"/>
                <a:ea typeface="方正准圆简体" panose="03000509000000000000" pitchFamily="2" charset="-122"/>
              </a:rPr>
              <a:t>2</a:t>
            </a:r>
            <a:endParaRPr lang="en-US" altLang="zh-CN">
              <a:solidFill>
                <a:srgbClr val="575D67"/>
              </a:solidFill>
              <a:latin typeface="方正准圆简体" panose="03000509000000000000" pitchFamily="2" charset="-122"/>
              <a:ea typeface="方正准圆简体" panose="03000509000000000000" pitchFamily="2" charset="-122"/>
            </a:endParaRPr>
          </a:p>
        </p:txBody>
      </p:sp>
      <p:sp>
        <p:nvSpPr>
          <p:cNvPr id="15" name="圆角矩形 14"/>
          <p:cNvSpPr/>
          <p:nvPr/>
        </p:nvSpPr>
        <p:spPr>
          <a:xfrm>
            <a:off x="38100" y="2999740"/>
            <a:ext cx="337185" cy="3181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575D67"/>
                </a:solidFill>
                <a:latin typeface="方正准圆简体" panose="03000509000000000000" pitchFamily="2" charset="-122"/>
                <a:ea typeface="方正准圆简体" panose="03000509000000000000" pitchFamily="2" charset="-122"/>
              </a:rPr>
              <a:t>3</a:t>
            </a:r>
            <a:endParaRPr lang="en-US" altLang="zh-CN">
              <a:solidFill>
                <a:srgbClr val="575D67"/>
              </a:solidFill>
              <a:latin typeface="方正准圆简体" panose="03000509000000000000" pitchFamily="2" charset="-122"/>
              <a:ea typeface="方正准圆简体" panose="03000509000000000000" pitchFamily="2" charset="-122"/>
            </a:endParaRPr>
          </a:p>
        </p:txBody>
      </p:sp>
      <p:sp>
        <p:nvSpPr>
          <p:cNvPr id="16" name="圆角矩形 15"/>
          <p:cNvSpPr/>
          <p:nvPr/>
        </p:nvSpPr>
        <p:spPr>
          <a:xfrm>
            <a:off x="40640" y="2495550"/>
            <a:ext cx="337185" cy="3181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575D67"/>
                </a:solidFill>
                <a:latin typeface="方正准圆简体" panose="03000509000000000000" pitchFamily="2" charset="-122"/>
                <a:ea typeface="方正准圆简体" panose="03000509000000000000" pitchFamily="2" charset="-122"/>
              </a:rPr>
              <a:t>4</a:t>
            </a:r>
            <a:endParaRPr lang="en-US" altLang="zh-CN">
              <a:solidFill>
                <a:srgbClr val="575D67"/>
              </a:solidFill>
              <a:latin typeface="方正准圆简体" panose="03000509000000000000" pitchFamily="2" charset="-122"/>
              <a:ea typeface="方正准圆简体" panose="03000509000000000000" pitchFamily="2" charset="-122"/>
            </a:endParaRPr>
          </a:p>
        </p:txBody>
      </p:sp>
      <p:sp>
        <p:nvSpPr>
          <p:cNvPr id="17" name="圆角矩形 16"/>
          <p:cNvSpPr/>
          <p:nvPr/>
        </p:nvSpPr>
        <p:spPr>
          <a:xfrm>
            <a:off x="481965" y="1708150"/>
            <a:ext cx="2639695" cy="67373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u="sng">
                <a:solidFill>
                  <a:srgbClr val="575D67"/>
                </a:solidFill>
                <a:effectLst/>
                <a:latin typeface="方正准圆简体" panose="03000509000000000000" pitchFamily="2" charset="-122"/>
                <a:ea typeface="方正准圆简体" panose="03000509000000000000" pitchFamily="2" charset="-122"/>
              </a:rPr>
              <a:t>基金经理对流程的</a:t>
            </a:r>
            <a:endParaRPr lang="zh-CN" altLang="en-US" b="1" u="sng">
              <a:solidFill>
                <a:srgbClr val="575D67"/>
              </a:solidFill>
              <a:effectLst/>
              <a:latin typeface="方正准圆简体" panose="03000509000000000000" pitchFamily="2" charset="-122"/>
              <a:ea typeface="方正准圆简体" panose="03000509000000000000" pitchFamily="2" charset="-122"/>
            </a:endParaRPr>
          </a:p>
          <a:p>
            <a:pPr algn="ctr"/>
            <a:r>
              <a:rPr lang="zh-CN" altLang="en-US" b="1" u="sng">
                <a:solidFill>
                  <a:srgbClr val="F96015"/>
                </a:solidFill>
                <a:effectLst/>
                <a:latin typeface="方正准圆简体" panose="03000509000000000000" pitchFamily="2" charset="-122"/>
                <a:ea typeface="方正准圆简体" panose="03000509000000000000" pitchFamily="2" charset="-122"/>
              </a:rPr>
              <a:t>全面掌控程度</a:t>
            </a:r>
            <a:endParaRPr lang="zh-CN" altLang="en-US" b="1" u="sng">
              <a:solidFill>
                <a:srgbClr val="F96015"/>
              </a:solidFill>
              <a:effectLst/>
              <a:latin typeface="方正准圆简体" panose="03000509000000000000" pitchFamily="2" charset="-122"/>
              <a:ea typeface="方正准圆简体" panose="03000509000000000000" pitchFamily="2" charset="-122"/>
            </a:endParaRPr>
          </a:p>
        </p:txBody>
      </p:sp>
      <p:sp>
        <p:nvSpPr>
          <p:cNvPr id="18" name="圆角矩形 17"/>
          <p:cNvSpPr/>
          <p:nvPr/>
        </p:nvSpPr>
        <p:spPr>
          <a:xfrm>
            <a:off x="40640" y="1718310"/>
            <a:ext cx="337185" cy="66357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575D67"/>
                </a:solidFill>
                <a:latin typeface="方正准圆简体" panose="03000509000000000000" pitchFamily="2" charset="-122"/>
                <a:ea typeface="方正准圆简体" panose="03000509000000000000" pitchFamily="2" charset="-122"/>
              </a:rPr>
              <a:t>5</a:t>
            </a:r>
            <a:endParaRPr lang="en-US" altLang="zh-CN">
              <a:solidFill>
                <a:srgbClr val="575D67"/>
              </a:solidFill>
              <a:latin typeface="方正准圆简体" panose="03000509000000000000" pitchFamily="2" charset="-122"/>
              <a:ea typeface="方正准圆简体" panose="03000509000000000000" pitchFamily="2" charset="-122"/>
            </a:endParaRPr>
          </a:p>
        </p:txBody>
      </p:sp>
      <p:sp>
        <p:nvSpPr>
          <p:cNvPr id="19" name="圆角矩形 18"/>
          <p:cNvSpPr/>
          <p:nvPr/>
        </p:nvSpPr>
        <p:spPr>
          <a:xfrm>
            <a:off x="7249160" y="4008120"/>
            <a:ext cx="1501140" cy="309245"/>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能源</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20" name="圆角矩形 19"/>
          <p:cNvSpPr/>
          <p:nvPr/>
        </p:nvSpPr>
        <p:spPr>
          <a:xfrm>
            <a:off x="7249160" y="3503930"/>
            <a:ext cx="1501140" cy="318135"/>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芯片</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21" name="圆角矩形 20"/>
          <p:cNvSpPr/>
          <p:nvPr/>
        </p:nvSpPr>
        <p:spPr>
          <a:xfrm>
            <a:off x="7249160" y="2999740"/>
            <a:ext cx="1501140" cy="318135"/>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基础设施</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22" name="圆角矩形 21"/>
          <p:cNvSpPr/>
          <p:nvPr/>
        </p:nvSpPr>
        <p:spPr>
          <a:xfrm>
            <a:off x="7249160" y="2495550"/>
            <a:ext cx="1501140" cy="318135"/>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模型</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23" name="圆角矩形 22"/>
          <p:cNvSpPr/>
          <p:nvPr/>
        </p:nvSpPr>
        <p:spPr>
          <a:xfrm>
            <a:off x="7235825" y="1718945"/>
            <a:ext cx="1501140" cy="662940"/>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rgbClr val="575D67"/>
                </a:solidFill>
                <a:latin typeface="方正准圆简体" panose="03000509000000000000" pitchFamily="2" charset="-122"/>
                <a:ea typeface="方正准圆简体" panose="03000509000000000000" pitchFamily="2" charset="-122"/>
              </a:rPr>
              <a:t>应用</a:t>
            </a:r>
            <a:endParaRPr lang="zh-CN" altLang="en-US">
              <a:solidFill>
                <a:srgbClr val="575D67"/>
              </a:solidFill>
              <a:latin typeface="方正准圆简体" panose="03000509000000000000" pitchFamily="2" charset="-122"/>
              <a:ea typeface="方正准圆简体" panose="03000509000000000000" pitchFamily="2" charset="-122"/>
            </a:endParaRPr>
          </a:p>
        </p:txBody>
      </p:sp>
      <p:sp>
        <p:nvSpPr>
          <p:cNvPr id="24" name="圆角矩形 23"/>
          <p:cNvSpPr/>
          <p:nvPr/>
        </p:nvSpPr>
        <p:spPr>
          <a:xfrm>
            <a:off x="8820150" y="3999230"/>
            <a:ext cx="262890" cy="318135"/>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575D67"/>
                </a:solidFill>
                <a:latin typeface="方正准圆简体" panose="03000509000000000000" pitchFamily="2" charset="-122"/>
                <a:ea typeface="方正准圆简体" panose="03000509000000000000" pitchFamily="2" charset="-122"/>
              </a:rPr>
              <a:t>1</a:t>
            </a:r>
            <a:endParaRPr lang="en-US" altLang="zh-CN">
              <a:solidFill>
                <a:srgbClr val="575D67"/>
              </a:solidFill>
              <a:latin typeface="方正准圆简体" panose="03000509000000000000" pitchFamily="2" charset="-122"/>
              <a:ea typeface="方正准圆简体" panose="03000509000000000000" pitchFamily="2" charset="-122"/>
            </a:endParaRPr>
          </a:p>
        </p:txBody>
      </p:sp>
      <p:sp>
        <p:nvSpPr>
          <p:cNvPr id="25" name="圆角矩形 24"/>
          <p:cNvSpPr/>
          <p:nvPr/>
        </p:nvSpPr>
        <p:spPr>
          <a:xfrm>
            <a:off x="8820150" y="3503930"/>
            <a:ext cx="262890" cy="318135"/>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575D67"/>
                </a:solidFill>
                <a:latin typeface="方正准圆简体" panose="03000509000000000000" pitchFamily="2" charset="-122"/>
                <a:ea typeface="方正准圆简体" panose="03000509000000000000" pitchFamily="2" charset="-122"/>
              </a:rPr>
              <a:t>2</a:t>
            </a:r>
            <a:endParaRPr lang="en-US" altLang="zh-CN">
              <a:solidFill>
                <a:srgbClr val="575D67"/>
              </a:solidFill>
              <a:latin typeface="方正准圆简体" panose="03000509000000000000" pitchFamily="2" charset="-122"/>
              <a:ea typeface="方正准圆简体" panose="03000509000000000000" pitchFamily="2" charset="-122"/>
            </a:endParaRPr>
          </a:p>
        </p:txBody>
      </p:sp>
      <p:sp>
        <p:nvSpPr>
          <p:cNvPr id="26" name="圆角矩形 25"/>
          <p:cNvSpPr/>
          <p:nvPr/>
        </p:nvSpPr>
        <p:spPr>
          <a:xfrm>
            <a:off x="8820150" y="3000375"/>
            <a:ext cx="262890" cy="318135"/>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575D67"/>
                </a:solidFill>
                <a:latin typeface="方正准圆简体" panose="03000509000000000000" pitchFamily="2" charset="-122"/>
                <a:ea typeface="方正准圆简体" panose="03000509000000000000" pitchFamily="2" charset="-122"/>
              </a:rPr>
              <a:t>3</a:t>
            </a:r>
            <a:endParaRPr lang="en-US" altLang="zh-CN">
              <a:solidFill>
                <a:srgbClr val="575D67"/>
              </a:solidFill>
              <a:latin typeface="方正准圆简体" panose="03000509000000000000" pitchFamily="2" charset="-122"/>
              <a:ea typeface="方正准圆简体" panose="03000509000000000000" pitchFamily="2" charset="-122"/>
            </a:endParaRPr>
          </a:p>
        </p:txBody>
      </p:sp>
      <p:sp>
        <p:nvSpPr>
          <p:cNvPr id="27" name="圆角矩形 26"/>
          <p:cNvSpPr/>
          <p:nvPr/>
        </p:nvSpPr>
        <p:spPr>
          <a:xfrm>
            <a:off x="8820150" y="2496820"/>
            <a:ext cx="262890" cy="318135"/>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575D67"/>
                </a:solidFill>
                <a:latin typeface="方正准圆简体" panose="03000509000000000000" pitchFamily="2" charset="-122"/>
                <a:ea typeface="方正准圆简体" panose="03000509000000000000" pitchFamily="2" charset="-122"/>
              </a:rPr>
              <a:t>4</a:t>
            </a:r>
            <a:endParaRPr lang="en-US" altLang="zh-CN">
              <a:solidFill>
                <a:srgbClr val="575D67"/>
              </a:solidFill>
              <a:latin typeface="方正准圆简体" panose="03000509000000000000" pitchFamily="2" charset="-122"/>
              <a:ea typeface="方正准圆简体" panose="03000509000000000000" pitchFamily="2" charset="-122"/>
            </a:endParaRPr>
          </a:p>
        </p:txBody>
      </p:sp>
      <p:sp>
        <p:nvSpPr>
          <p:cNvPr id="30" name="圆角矩形 29"/>
          <p:cNvSpPr/>
          <p:nvPr/>
        </p:nvSpPr>
        <p:spPr>
          <a:xfrm>
            <a:off x="8820150" y="1708150"/>
            <a:ext cx="262890" cy="673735"/>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575D67"/>
                </a:solidFill>
                <a:latin typeface="方正准圆简体" panose="03000509000000000000" pitchFamily="2" charset="-122"/>
                <a:ea typeface="方正准圆简体" panose="03000509000000000000" pitchFamily="2" charset="-122"/>
              </a:rPr>
              <a:t>5</a:t>
            </a:r>
            <a:endParaRPr lang="en-US" altLang="zh-CN">
              <a:solidFill>
                <a:srgbClr val="575D67"/>
              </a:solidFill>
              <a:latin typeface="方正准圆简体" panose="03000509000000000000" pitchFamily="2" charset="-122"/>
              <a:ea typeface="方正准圆简体" panose="03000509000000000000" pitchFamily="2" charset="-122"/>
            </a:endParaRPr>
          </a:p>
        </p:txBody>
      </p:sp>
      <p:sp>
        <p:nvSpPr>
          <p:cNvPr id="31" name="右大括号 30"/>
          <p:cNvSpPr/>
          <p:nvPr/>
        </p:nvSpPr>
        <p:spPr>
          <a:xfrm rot="10800000">
            <a:off x="6936740" y="2999740"/>
            <a:ext cx="215900" cy="1296670"/>
          </a:xfrm>
          <a:prstGeom prst="rightBrace">
            <a:avLst/>
          </a:prstGeom>
          <a:ln w="12700" cmpd="sng">
            <a:solidFill>
              <a:schemeClr val="accent6"/>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32" name="直接连接符 31"/>
          <p:cNvCxnSpPr/>
          <p:nvPr/>
        </p:nvCxnSpPr>
        <p:spPr>
          <a:xfrm>
            <a:off x="6012180" y="843915"/>
            <a:ext cx="0" cy="3959860"/>
          </a:xfrm>
          <a:prstGeom prst="line">
            <a:avLst/>
          </a:prstGeom>
          <a:ln w="19050" cmpd="sng">
            <a:solidFill>
              <a:srgbClr val="BFBFBF"/>
            </a:solidFill>
            <a:prstDash val="sysDot"/>
          </a:ln>
        </p:spPr>
        <p:style>
          <a:lnRef idx="2">
            <a:schemeClr val="accent1"/>
          </a:lnRef>
          <a:fillRef idx="0">
            <a:srgbClr val="FFFFFF"/>
          </a:fillRef>
          <a:effectRef idx="0">
            <a:srgbClr val="FFFFFF"/>
          </a:effectRef>
          <a:fontRef idx="minor">
            <a:schemeClr val="tx1"/>
          </a:fontRef>
        </p:style>
      </p:cxnSp>
      <p:sp>
        <p:nvSpPr>
          <p:cNvPr id="33" name="右大括号 32"/>
          <p:cNvSpPr/>
          <p:nvPr/>
        </p:nvSpPr>
        <p:spPr>
          <a:xfrm rot="10800000">
            <a:off x="6936740" y="2495550"/>
            <a:ext cx="215900" cy="318135"/>
          </a:xfrm>
          <a:prstGeom prst="rightBrace">
            <a:avLst/>
          </a:prstGeom>
          <a:ln w="12700" cmpd="sng">
            <a:solidFill>
              <a:schemeClr val="accent6"/>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4" name="右大括号 33"/>
          <p:cNvSpPr/>
          <p:nvPr/>
        </p:nvSpPr>
        <p:spPr>
          <a:xfrm rot="10800000">
            <a:off x="6936740" y="1741170"/>
            <a:ext cx="215900" cy="640080"/>
          </a:xfrm>
          <a:prstGeom prst="rightBrace">
            <a:avLst/>
          </a:prstGeom>
          <a:ln w="12700" cmpd="sng">
            <a:solidFill>
              <a:schemeClr val="accent6"/>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5" name="圆角矩形 34"/>
          <p:cNvSpPr/>
          <p:nvPr/>
        </p:nvSpPr>
        <p:spPr>
          <a:xfrm>
            <a:off x="6160135" y="2999740"/>
            <a:ext cx="680085" cy="1316990"/>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solidFill>
                  <a:srgbClr val="575D67"/>
                </a:solidFill>
                <a:latin typeface="方正准圆简体" panose="03000509000000000000" pitchFamily="2" charset="-122"/>
                <a:ea typeface="方正准圆简体" panose="03000509000000000000" pitchFamily="2" charset="-122"/>
              </a:rPr>
              <a:t>AI</a:t>
            </a:r>
            <a:r>
              <a:rPr lang="zh-CN" altLang="en-US" sz="1200">
                <a:solidFill>
                  <a:srgbClr val="575D67"/>
                </a:solidFill>
                <a:latin typeface="方正准圆简体" panose="03000509000000000000" pitchFamily="2" charset="-122"/>
                <a:ea typeface="方正准圆简体" panose="03000509000000000000" pitchFamily="2" charset="-122"/>
              </a:rPr>
              <a:t>工厂</a:t>
            </a:r>
            <a:endParaRPr lang="zh-CN" altLang="en-US" sz="1200">
              <a:solidFill>
                <a:srgbClr val="575D67"/>
              </a:solidFill>
              <a:latin typeface="方正准圆简体" panose="03000509000000000000" pitchFamily="2" charset="-122"/>
              <a:ea typeface="方正准圆简体" panose="03000509000000000000" pitchFamily="2" charset="-122"/>
            </a:endParaRPr>
          </a:p>
        </p:txBody>
      </p:sp>
      <p:sp>
        <p:nvSpPr>
          <p:cNvPr id="36" name="圆角矩形 35"/>
          <p:cNvSpPr/>
          <p:nvPr/>
        </p:nvSpPr>
        <p:spPr>
          <a:xfrm>
            <a:off x="6159500" y="2496185"/>
            <a:ext cx="680720" cy="319405"/>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700">
                <a:solidFill>
                  <a:srgbClr val="575D67"/>
                </a:solidFill>
                <a:latin typeface="方正准圆简体" panose="03000509000000000000" pitchFamily="2" charset="-122"/>
                <a:ea typeface="方正准圆简体" panose="03000509000000000000" pitchFamily="2" charset="-122"/>
              </a:rPr>
              <a:t>LLM, VLM, VLA, GPT, MOE, ...</a:t>
            </a:r>
            <a:endParaRPr lang="en-US" altLang="zh-CN" sz="700">
              <a:solidFill>
                <a:srgbClr val="575D67"/>
              </a:solidFill>
              <a:latin typeface="方正准圆简体" panose="03000509000000000000" pitchFamily="2" charset="-122"/>
              <a:ea typeface="方正准圆简体" panose="03000509000000000000" pitchFamily="2" charset="-122"/>
            </a:endParaRPr>
          </a:p>
        </p:txBody>
      </p:sp>
      <p:sp>
        <p:nvSpPr>
          <p:cNvPr id="37" name="圆角矩形 36"/>
          <p:cNvSpPr/>
          <p:nvPr/>
        </p:nvSpPr>
        <p:spPr>
          <a:xfrm>
            <a:off x="6128385" y="1707515"/>
            <a:ext cx="705485" cy="673735"/>
          </a:xfrm>
          <a:prstGeom prst="roundRect">
            <a:avLst/>
          </a:prstGeom>
          <a:solidFill>
            <a:schemeClr val="bg1"/>
          </a:solidFill>
          <a:ln w="12700" cmpd="sng">
            <a:solidFill>
              <a:schemeClr val="accent6"/>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700">
                <a:solidFill>
                  <a:srgbClr val="575D67"/>
                </a:solidFill>
                <a:latin typeface="方正准圆简体" panose="03000509000000000000" pitchFamily="2" charset="-122"/>
                <a:ea typeface="方正准圆简体" panose="03000509000000000000" pitchFamily="2" charset="-122"/>
              </a:rPr>
              <a:t>CHATBOTS, ROBOTAXI, </a:t>
            </a:r>
            <a:endParaRPr lang="en-US" altLang="zh-CN" sz="700">
              <a:solidFill>
                <a:srgbClr val="575D67"/>
              </a:solidFill>
              <a:latin typeface="方正准圆简体" panose="03000509000000000000" pitchFamily="2" charset="-122"/>
              <a:ea typeface="方正准圆简体" panose="03000509000000000000" pitchFamily="2" charset="-122"/>
            </a:endParaRPr>
          </a:p>
          <a:p>
            <a:pPr algn="ctr"/>
            <a:r>
              <a:rPr lang="en-US" altLang="zh-CN" sz="700">
                <a:solidFill>
                  <a:srgbClr val="575D67"/>
                </a:solidFill>
                <a:latin typeface="方正准圆简体" panose="03000509000000000000" pitchFamily="2" charset="-122"/>
                <a:ea typeface="方正准圆简体" panose="03000509000000000000" pitchFamily="2" charset="-122"/>
              </a:rPr>
              <a:t>AI CODER, </a:t>
            </a:r>
            <a:endParaRPr lang="en-US" altLang="zh-CN" sz="700">
              <a:solidFill>
                <a:srgbClr val="575D67"/>
              </a:solidFill>
              <a:latin typeface="方正准圆简体" panose="03000509000000000000" pitchFamily="2" charset="-122"/>
              <a:ea typeface="方正准圆简体" panose="03000509000000000000" pitchFamily="2" charset="-122"/>
            </a:endParaRPr>
          </a:p>
          <a:p>
            <a:pPr algn="ctr"/>
            <a:r>
              <a:rPr lang="en-US" altLang="zh-CN" sz="700">
                <a:solidFill>
                  <a:srgbClr val="575D67"/>
                </a:solidFill>
                <a:latin typeface="方正准圆简体" panose="03000509000000000000" pitchFamily="2" charset="-122"/>
                <a:ea typeface="方正准圆简体" panose="03000509000000000000" pitchFamily="2" charset="-122"/>
              </a:rPr>
              <a:t>SCIENCE, </a:t>
            </a:r>
            <a:endParaRPr lang="en-US" altLang="zh-CN" sz="700">
              <a:solidFill>
                <a:srgbClr val="575D67"/>
              </a:solidFill>
              <a:latin typeface="方正准圆简体" panose="03000509000000000000" pitchFamily="2" charset="-122"/>
              <a:ea typeface="方正准圆简体" panose="03000509000000000000" pitchFamily="2" charset="-122"/>
            </a:endParaRPr>
          </a:p>
        </p:txBody>
      </p:sp>
      <p:sp>
        <p:nvSpPr>
          <p:cNvPr id="38" name="右大括号 37"/>
          <p:cNvSpPr/>
          <p:nvPr/>
        </p:nvSpPr>
        <p:spPr>
          <a:xfrm>
            <a:off x="3203575" y="3503295"/>
            <a:ext cx="215900" cy="813435"/>
          </a:xfrm>
          <a:prstGeom prst="rightBrace">
            <a:avLst/>
          </a:prstGeom>
          <a:ln w="12700" cmpd="sng">
            <a:solidFill>
              <a:srgbClr val="F96015"/>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9" name="圆角矩形 38"/>
          <p:cNvSpPr/>
          <p:nvPr/>
        </p:nvSpPr>
        <p:spPr>
          <a:xfrm>
            <a:off x="3505200" y="3504565"/>
            <a:ext cx="2444115" cy="81470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zh-CN" altLang="en-US" sz="700">
                <a:solidFill>
                  <a:srgbClr val="575D67"/>
                </a:solidFill>
                <a:latin typeface="方正准圆简体" panose="03000509000000000000" pitchFamily="2" charset="-122"/>
                <a:ea typeface="方正准圆简体" panose="03000509000000000000" pitchFamily="2" charset="-122"/>
              </a:rPr>
              <a:t>软件上我们配备了包括</a:t>
            </a:r>
            <a:r>
              <a:rPr lang="en-US" altLang="zh-CN" sz="700">
                <a:solidFill>
                  <a:srgbClr val="575D67"/>
                </a:solidFill>
                <a:latin typeface="方正准圆简体" panose="03000509000000000000" pitchFamily="2" charset="-122"/>
                <a:ea typeface="方正准圆简体" panose="03000509000000000000" pitchFamily="2" charset="-122"/>
              </a:rPr>
              <a:t>Wind</a:t>
            </a:r>
            <a:r>
              <a:rPr lang="zh-CN" altLang="en-US" sz="700">
                <a:solidFill>
                  <a:srgbClr val="575D67"/>
                </a:solidFill>
                <a:latin typeface="方正准圆简体" panose="03000509000000000000" pitchFamily="2" charset="-122"/>
                <a:ea typeface="方正准圆简体" panose="03000509000000000000" pitchFamily="2" charset="-122"/>
              </a:rPr>
              <a:t>、天软、朝阳永续、聚源、财汇等多个知名数据源；硬件上我们拥有内存</a:t>
            </a:r>
            <a:r>
              <a:rPr lang="en-US" altLang="zh-CN" sz="700">
                <a:solidFill>
                  <a:srgbClr val="575D67"/>
                </a:solidFill>
                <a:latin typeface="方正准圆简体" panose="03000509000000000000" pitchFamily="2" charset="-122"/>
                <a:ea typeface="方正准圆简体" panose="03000509000000000000" pitchFamily="2" charset="-122"/>
              </a:rPr>
              <a:t>≥512G</a:t>
            </a:r>
            <a:r>
              <a:rPr lang="zh-CN" altLang="en-US" sz="700">
                <a:solidFill>
                  <a:srgbClr val="575D67"/>
                </a:solidFill>
                <a:latin typeface="方正准圆简体" panose="03000509000000000000" pitchFamily="2" charset="-122"/>
                <a:ea typeface="方正准圆简体" panose="03000509000000000000" pitchFamily="2" charset="-122"/>
              </a:rPr>
              <a:t>，显存</a:t>
            </a:r>
            <a:r>
              <a:rPr lang="en-US" altLang="zh-CN" sz="700">
                <a:solidFill>
                  <a:srgbClr val="575D67"/>
                </a:solidFill>
                <a:latin typeface="方正准圆简体" panose="03000509000000000000" pitchFamily="2" charset="-122"/>
                <a:ea typeface="方正准圆简体" panose="03000509000000000000" pitchFamily="2" charset="-122"/>
              </a:rPr>
              <a:t>≥80G</a:t>
            </a:r>
            <a:r>
              <a:rPr lang="zh-CN" altLang="en-US" sz="700">
                <a:solidFill>
                  <a:srgbClr val="575D67"/>
                </a:solidFill>
                <a:latin typeface="方正准圆简体" panose="03000509000000000000" pitchFamily="2" charset="-122"/>
                <a:ea typeface="方正准圆简体" panose="03000509000000000000" pitchFamily="2" charset="-122"/>
              </a:rPr>
              <a:t>，硬盘</a:t>
            </a:r>
            <a:r>
              <a:rPr lang="en-US" altLang="zh-CN" sz="700">
                <a:solidFill>
                  <a:srgbClr val="575D67"/>
                </a:solidFill>
                <a:latin typeface="方正准圆简体" panose="03000509000000000000" pitchFamily="2" charset="-122"/>
                <a:ea typeface="方正准圆简体" panose="03000509000000000000" pitchFamily="2" charset="-122"/>
              </a:rPr>
              <a:t>≥16T</a:t>
            </a:r>
            <a:r>
              <a:rPr lang="zh-CN" altLang="en-US" sz="700">
                <a:solidFill>
                  <a:srgbClr val="575D67"/>
                </a:solidFill>
                <a:latin typeface="方正准圆简体" panose="03000509000000000000" pitchFamily="2" charset="-122"/>
                <a:ea typeface="方正准圆简体" panose="03000509000000000000" pitchFamily="2" charset="-122"/>
              </a:rPr>
              <a:t>的全天候算力平台。完备的软硬件集合使得我们可以在特征构建（人工、遗传规划</a:t>
            </a:r>
            <a:r>
              <a:rPr lang="en-US" altLang="zh-CN" sz="700">
                <a:solidFill>
                  <a:srgbClr val="575D67"/>
                </a:solidFill>
                <a:latin typeface="方正准圆简体" panose="03000509000000000000" pitchFamily="2" charset="-122"/>
                <a:ea typeface="方正准圆简体" panose="03000509000000000000" pitchFamily="2" charset="-122"/>
              </a:rPr>
              <a:t>...</a:t>
            </a:r>
            <a:r>
              <a:rPr lang="zh-CN" altLang="en-US" sz="700">
                <a:solidFill>
                  <a:srgbClr val="575D67"/>
                </a:solidFill>
                <a:latin typeface="方正准圆简体" panose="03000509000000000000" pitchFamily="2" charset="-122"/>
                <a:ea typeface="方正准圆简体" panose="03000509000000000000" pitchFamily="2" charset="-122"/>
              </a:rPr>
              <a:t>）和算法挖掘（深度学习、集成学习</a:t>
            </a:r>
            <a:r>
              <a:rPr lang="en-US" altLang="zh-CN" sz="700">
                <a:solidFill>
                  <a:srgbClr val="575D67"/>
                </a:solidFill>
                <a:latin typeface="方正准圆简体" panose="03000509000000000000" pitchFamily="2" charset="-122"/>
                <a:ea typeface="方正准圆简体" panose="03000509000000000000" pitchFamily="2" charset="-122"/>
              </a:rPr>
              <a:t>...</a:t>
            </a:r>
            <a:r>
              <a:rPr lang="zh-CN" altLang="en-US" sz="700">
                <a:solidFill>
                  <a:srgbClr val="575D67"/>
                </a:solidFill>
                <a:latin typeface="方正准圆简体" panose="03000509000000000000" pitchFamily="2" charset="-122"/>
                <a:ea typeface="方正准圆简体" panose="03000509000000000000" pitchFamily="2" charset="-122"/>
              </a:rPr>
              <a:t>）双路径上齐头并进，同步积累、迭代有效特征和有效算法。</a:t>
            </a:r>
            <a:endParaRPr lang="zh-CN" altLang="en-US" sz="700">
              <a:solidFill>
                <a:srgbClr val="575D67"/>
              </a:solidFill>
              <a:latin typeface="方正准圆简体" panose="03000509000000000000" pitchFamily="2" charset="-122"/>
              <a:ea typeface="方正准圆简体" panose="03000509000000000000" pitchFamily="2" charset="-122"/>
            </a:endParaRPr>
          </a:p>
        </p:txBody>
      </p:sp>
      <p:sp>
        <p:nvSpPr>
          <p:cNvPr id="47" name="圆角矩形 46"/>
          <p:cNvSpPr/>
          <p:nvPr/>
        </p:nvSpPr>
        <p:spPr>
          <a:xfrm>
            <a:off x="3505835" y="3001010"/>
            <a:ext cx="2444115" cy="44450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zh-CN" altLang="en-US" sz="700">
                <a:solidFill>
                  <a:srgbClr val="575D67"/>
                </a:solidFill>
                <a:latin typeface="方正准圆简体" panose="03000509000000000000" pitchFamily="2" charset="-122"/>
                <a:ea typeface="方正准圆简体" panose="03000509000000000000" pitchFamily="2" charset="-122"/>
              </a:rPr>
              <a:t>信号加权方式上我们兼顾对可解释性的高要求与非线性赋权方法的潜力挖掘；在投前风控上我们设置较为严格的风格、板块、行业偏离和换手限制，并叠加了基本面预警剔除模块。</a:t>
            </a:r>
            <a:endParaRPr lang="zh-CN" altLang="en-US" sz="700">
              <a:solidFill>
                <a:srgbClr val="575D67"/>
              </a:solidFill>
              <a:latin typeface="方正准圆简体" panose="03000509000000000000" pitchFamily="2" charset="-122"/>
              <a:ea typeface="方正准圆简体" panose="03000509000000000000" pitchFamily="2" charset="-122"/>
            </a:endParaRPr>
          </a:p>
        </p:txBody>
      </p:sp>
      <p:sp>
        <p:nvSpPr>
          <p:cNvPr id="48" name="圆角矩形 47"/>
          <p:cNvSpPr/>
          <p:nvPr/>
        </p:nvSpPr>
        <p:spPr>
          <a:xfrm>
            <a:off x="3505835" y="2436495"/>
            <a:ext cx="2444115" cy="51181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zh-CN" altLang="en-US" sz="700">
                <a:solidFill>
                  <a:srgbClr val="575D67"/>
                </a:solidFill>
                <a:latin typeface="方正准圆简体" panose="03000509000000000000" pitchFamily="2" charset="-122"/>
                <a:ea typeface="方正准圆简体" panose="03000509000000000000" pitchFamily="2" charset="-122"/>
              </a:rPr>
              <a:t>在执行层面我们在满足公募公平交易要求的前提下运用算法拆单方式力争取得贴近甚至优于</a:t>
            </a:r>
            <a:r>
              <a:rPr lang="en-US" altLang="zh-CN" sz="700">
                <a:solidFill>
                  <a:srgbClr val="575D67"/>
                </a:solidFill>
                <a:latin typeface="方正准圆简体" panose="03000509000000000000" pitchFamily="2" charset="-122"/>
                <a:ea typeface="方正准圆简体" panose="03000509000000000000" pitchFamily="2" charset="-122"/>
              </a:rPr>
              <a:t>vwap</a:t>
            </a:r>
            <a:r>
              <a:rPr lang="zh-CN" altLang="en-US" sz="700">
                <a:solidFill>
                  <a:srgbClr val="575D67"/>
                </a:solidFill>
                <a:latin typeface="方正准圆简体" panose="03000509000000000000" pitchFamily="2" charset="-122"/>
                <a:ea typeface="方正准圆简体" panose="03000509000000000000" pitchFamily="2" charset="-122"/>
              </a:rPr>
              <a:t>的成交价格；在投后风控维度，我们在公司风控的基础上增加了一套持仓基本面监控体系。</a:t>
            </a:r>
            <a:endParaRPr lang="zh-CN" altLang="en-US" sz="700">
              <a:solidFill>
                <a:srgbClr val="575D67"/>
              </a:solidFill>
              <a:latin typeface="方正准圆简体" panose="03000509000000000000" pitchFamily="2" charset="-122"/>
              <a:ea typeface="方正准圆简体" panose="03000509000000000000" pitchFamily="2" charset="-122"/>
            </a:endParaRPr>
          </a:p>
        </p:txBody>
      </p:sp>
      <p:sp>
        <p:nvSpPr>
          <p:cNvPr id="49" name="圆角矩形 48"/>
          <p:cNvSpPr/>
          <p:nvPr/>
        </p:nvSpPr>
        <p:spPr>
          <a:xfrm>
            <a:off x="3505835" y="1704340"/>
            <a:ext cx="2444115" cy="66294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zh-CN" altLang="en-US" sz="900">
                <a:solidFill>
                  <a:srgbClr val="575D67"/>
                </a:solidFill>
                <a:latin typeface="方正准圆简体" panose="03000509000000000000" pitchFamily="2" charset="-122"/>
                <a:ea typeface="方正准圆简体" panose="03000509000000000000" pitchFamily="2" charset="-122"/>
              </a:rPr>
              <a:t>不同公募的量化基金经理对于指增产品选股超额掘取全流程的掌控程度并不相同，</a:t>
            </a:r>
            <a:r>
              <a:rPr lang="zh-CN" altLang="en-US" sz="900">
                <a:solidFill>
                  <a:srgbClr val="F96015"/>
                </a:solidFill>
                <a:latin typeface="方正准圆简体" panose="03000509000000000000" pitchFamily="2" charset="-122"/>
                <a:ea typeface="方正准圆简体" panose="03000509000000000000" pitchFamily="2" charset="-122"/>
              </a:rPr>
              <a:t>我们的优势在于基金经理对流程的掌控程度做到了代码层面。</a:t>
            </a:r>
            <a:endParaRPr lang="zh-CN" altLang="en-US" sz="900">
              <a:solidFill>
                <a:srgbClr val="F96015"/>
              </a:solidFill>
              <a:latin typeface="方正准圆简体" panose="03000509000000000000" pitchFamily="2" charset="-122"/>
              <a:ea typeface="方正准圆简体" panose="03000509000000000000" pitchFamily="2" charset="-122"/>
            </a:endParaRPr>
          </a:p>
        </p:txBody>
      </p:sp>
      <p:sp>
        <p:nvSpPr>
          <p:cNvPr id="50" name="右大括号 49"/>
          <p:cNvSpPr/>
          <p:nvPr/>
        </p:nvSpPr>
        <p:spPr>
          <a:xfrm>
            <a:off x="3204210" y="1704340"/>
            <a:ext cx="229235" cy="673735"/>
          </a:xfrm>
          <a:prstGeom prst="rightBrace">
            <a:avLst/>
          </a:prstGeom>
          <a:ln w="12700" cmpd="sng">
            <a:solidFill>
              <a:srgbClr val="F96015"/>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1" name="右大括号 50"/>
          <p:cNvSpPr/>
          <p:nvPr/>
        </p:nvSpPr>
        <p:spPr>
          <a:xfrm>
            <a:off x="3203575" y="2505075"/>
            <a:ext cx="229235" cy="310515"/>
          </a:xfrm>
          <a:prstGeom prst="rightBrace">
            <a:avLst/>
          </a:prstGeom>
          <a:ln w="12700" cmpd="sng">
            <a:solidFill>
              <a:srgbClr val="F96015"/>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2" name="右大括号 51"/>
          <p:cNvSpPr/>
          <p:nvPr/>
        </p:nvSpPr>
        <p:spPr>
          <a:xfrm>
            <a:off x="3204210" y="2999740"/>
            <a:ext cx="229235" cy="310515"/>
          </a:xfrm>
          <a:prstGeom prst="rightBrace">
            <a:avLst/>
          </a:prstGeom>
          <a:ln w="12700" cmpd="sng">
            <a:solidFill>
              <a:srgbClr val="F96015"/>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3" name="圆角矩形 52"/>
          <p:cNvSpPr/>
          <p:nvPr/>
        </p:nvSpPr>
        <p:spPr>
          <a:xfrm>
            <a:off x="83185" y="1059180"/>
            <a:ext cx="2527300" cy="4991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rgbClr val="F96015"/>
                </a:solidFill>
                <a:effectLst/>
                <a:latin typeface="方正准圆简体" panose="03000509000000000000" pitchFamily="2" charset="-122"/>
                <a:ea typeface="方正准圆简体" panose="03000509000000000000" pitchFamily="2" charset="-122"/>
              </a:rPr>
              <a:t>指数增强选股超额的结构：</a:t>
            </a:r>
            <a:endParaRPr lang="zh-CN" altLang="en-US" sz="1600" b="1">
              <a:solidFill>
                <a:srgbClr val="F96015"/>
              </a:solidFill>
              <a:effectLst/>
              <a:latin typeface="方正准圆简体" panose="03000509000000000000" pitchFamily="2" charset="-122"/>
              <a:ea typeface="方正准圆简体" panose="03000509000000000000" pitchFamily="2" charset="-122"/>
            </a:endParaRPr>
          </a:p>
        </p:txBody>
      </p:sp>
      <p:sp>
        <p:nvSpPr>
          <p:cNvPr id="55" name="圆角矩形 54"/>
          <p:cNvSpPr/>
          <p:nvPr/>
        </p:nvSpPr>
        <p:spPr>
          <a:xfrm>
            <a:off x="6012180" y="1059180"/>
            <a:ext cx="2763520" cy="4991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solidFill>
                  <a:schemeClr val="accent6"/>
                </a:solidFill>
                <a:effectLst/>
                <a:latin typeface="方正准圆简体" panose="03000509000000000000" pitchFamily="2" charset="-122"/>
                <a:ea typeface="方正准圆简体" panose="03000509000000000000" pitchFamily="2" charset="-122"/>
              </a:rPr>
              <a:t>NVIDIA: AI IS A 5 LAYER CAKE </a:t>
            </a:r>
            <a:endParaRPr lang="en-US" altLang="zh-CN" sz="1600" b="1">
              <a:solidFill>
                <a:schemeClr val="accent6"/>
              </a:solidFill>
              <a:effectLst/>
              <a:latin typeface="方正准圆简体" panose="03000509000000000000" pitchFamily="2" charset="-122"/>
              <a:ea typeface="方正准圆简体" panose="03000509000000000000"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54231" y="135006"/>
            <a:ext cx="6858000" cy="396013"/>
          </a:xfrm>
        </p:spPr>
        <p:txBody>
          <a:bodyPr>
            <a:normAutofit fontScale="90000"/>
          </a:bodyPr>
          <a:lstStyle/>
          <a:p>
            <a:r>
              <a:rPr lang="zh-CN" altLang="en-US">
                <a:solidFill>
                  <a:schemeClr val="bg1"/>
                </a:solidFill>
              </a:rPr>
              <a:t>我们的信号</a:t>
            </a:r>
            <a:r>
              <a:rPr lang="en-US" altLang="zh-CN">
                <a:solidFill>
                  <a:schemeClr val="bg1"/>
                </a:solidFill>
              </a:rPr>
              <a:t>“</a:t>
            </a:r>
            <a:r>
              <a:rPr lang="zh-CN" altLang="en-US">
                <a:solidFill>
                  <a:schemeClr val="bg1"/>
                </a:solidFill>
              </a:rPr>
              <a:t>军火库</a:t>
            </a:r>
            <a:r>
              <a:rPr lang="en-US" altLang="zh-CN">
                <a:solidFill>
                  <a:schemeClr val="bg1"/>
                </a:solidFill>
              </a:rPr>
              <a:t>”</a:t>
            </a:r>
            <a:endParaRPr lang="en-US" altLang="zh-CN">
              <a:solidFill>
                <a:schemeClr val="bg1"/>
              </a:solidFill>
            </a:endParaRPr>
          </a:p>
        </p:txBody>
      </p:sp>
      <p:sp>
        <p:nvSpPr>
          <p:cNvPr id="21" name="圆角矩形 20"/>
          <p:cNvSpPr/>
          <p:nvPr/>
        </p:nvSpPr>
        <p:spPr>
          <a:xfrm>
            <a:off x="2915285" y="1278890"/>
            <a:ext cx="1162685" cy="261429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1000" b="1">
                <a:solidFill>
                  <a:srgbClr val="F96015"/>
                </a:solidFill>
                <a:effectLst/>
                <a:latin typeface="方正准圆简体" panose="03000509000000000000" pitchFamily="2" charset="-122"/>
                <a:ea typeface="方正准圆简体" panose="03000509000000000000" pitchFamily="2" charset="-122"/>
              </a:rPr>
              <a:t>基础数据：</a:t>
            </a:r>
            <a:endParaRPr lang="zh-CN" altLang="en-US" sz="1000" b="1">
              <a:solidFill>
                <a:srgbClr val="F96015"/>
              </a:solidFill>
              <a:effectLst/>
              <a:latin typeface="方正准圆简体" panose="03000509000000000000" pitchFamily="2" charset="-122"/>
              <a:ea typeface="方正准圆简体" panose="03000509000000000000" pitchFamily="2" charset="-122"/>
            </a:endParaRPr>
          </a:p>
          <a:p>
            <a:pPr algn="l"/>
            <a:endParaRPr lang="zh-CN" altLang="en-US" sz="1000" b="1">
              <a:solidFill>
                <a:srgbClr val="F96015"/>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900">
                <a:solidFill>
                  <a:srgbClr val="F96015"/>
                </a:solidFill>
                <a:effectLst/>
                <a:latin typeface="方正准圆简体" panose="03000509000000000000" pitchFamily="2" charset="-122"/>
                <a:ea typeface="方正准圆简体" panose="03000509000000000000" pitchFamily="2" charset="-122"/>
              </a:rPr>
              <a:t>财报基本面</a:t>
            </a:r>
            <a:endParaRPr lang="zh-CN" altLang="en-US" sz="900">
              <a:solidFill>
                <a:srgbClr val="F96015"/>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900">
                <a:solidFill>
                  <a:srgbClr val="F96015"/>
                </a:solidFill>
                <a:effectLst/>
                <a:latin typeface="方正准圆简体" panose="03000509000000000000" pitchFamily="2" charset="-122"/>
                <a:ea typeface="方正准圆简体" panose="03000509000000000000" pitchFamily="2" charset="-122"/>
              </a:rPr>
              <a:t>分析师预期</a:t>
            </a:r>
            <a:endParaRPr lang="zh-CN" altLang="en-US" sz="900">
              <a:solidFill>
                <a:srgbClr val="F96015"/>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900">
                <a:solidFill>
                  <a:srgbClr val="F96015"/>
                </a:solidFill>
                <a:effectLst/>
                <a:latin typeface="方正准圆简体" panose="03000509000000000000" pitchFamily="2" charset="-122"/>
                <a:ea typeface="方正准圆简体" panose="03000509000000000000" pitchFamily="2" charset="-122"/>
              </a:rPr>
              <a:t>日度价量</a:t>
            </a:r>
            <a:endParaRPr lang="zh-CN" altLang="en-US" sz="900">
              <a:solidFill>
                <a:srgbClr val="F96015"/>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900">
                <a:solidFill>
                  <a:srgbClr val="F96015"/>
                </a:solidFill>
                <a:effectLst/>
                <a:latin typeface="方正准圆简体" panose="03000509000000000000" pitchFamily="2" charset="-122"/>
                <a:ea typeface="方正准圆简体" panose="03000509000000000000" pitchFamily="2" charset="-122"/>
              </a:rPr>
              <a:t>高频价量</a:t>
            </a:r>
            <a:endParaRPr lang="zh-CN" altLang="en-US" sz="900">
              <a:solidFill>
                <a:srgbClr val="F96015"/>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900">
                <a:solidFill>
                  <a:srgbClr val="F96015"/>
                </a:solidFill>
                <a:effectLst/>
                <a:latin typeface="方正准圆简体" panose="03000509000000000000" pitchFamily="2" charset="-122"/>
                <a:ea typeface="方正准圆简体" panose="03000509000000000000" pitchFamily="2" charset="-122"/>
              </a:rPr>
              <a:t>日度资金流</a:t>
            </a:r>
            <a:endParaRPr lang="zh-CN" altLang="en-US" sz="900">
              <a:solidFill>
                <a:srgbClr val="F96015"/>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900">
                <a:solidFill>
                  <a:srgbClr val="F96015"/>
                </a:solidFill>
                <a:effectLst/>
                <a:latin typeface="方正准圆简体" panose="03000509000000000000" pitchFamily="2" charset="-122"/>
                <a:ea typeface="方正准圆简体" panose="03000509000000000000" pitchFamily="2" charset="-122"/>
              </a:rPr>
              <a:t>高频资金流</a:t>
            </a:r>
            <a:endParaRPr lang="zh-CN" altLang="en-US" sz="900">
              <a:solidFill>
                <a:srgbClr val="F96015"/>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900">
                <a:solidFill>
                  <a:srgbClr val="F96015"/>
                </a:solidFill>
                <a:effectLst/>
                <a:latin typeface="方正准圆简体" panose="03000509000000000000" pitchFamily="2" charset="-122"/>
                <a:ea typeface="方正准圆简体" panose="03000509000000000000" pitchFamily="2" charset="-122"/>
              </a:rPr>
              <a:t>股东信息</a:t>
            </a:r>
            <a:endParaRPr lang="zh-CN" altLang="en-US" sz="900">
              <a:solidFill>
                <a:srgbClr val="F96015"/>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900">
                <a:solidFill>
                  <a:srgbClr val="F96015"/>
                </a:solidFill>
                <a:effectLst/>
                <a:latin typeface="方正准圆简体" panose="03000509000000000000" pitchFamily="2" charset="-122"/>
                <a:ea typeface="方正准圆简体" panose="03000509000000000000" pitchFamily="2" charset="-122"/>
              </a:rPr>
              <a:t>临时公告信息</a:t>
            </a:r>
            <a:endParaRPr lang="zh-CN" altLang="en-US" sz="900">
              <a:solidFill>
                <a:srgbClr val="F96015"/>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en-US" altLang="zh-CN" sz="900">
                <a:solidFill>
                  <a:srgbClr val="F96015"/>
                </a:solidFill>
                <a:effectLst/>
                <a:latin typeface="方正准圆简体" panose="03000509000000000000" pitchFamily="2" charset="-122"/>
                <a:ea typeface="方正准圆简体" panose="03000509000000000000" pitchFamily="2" charset="-122"/>
              </a:rPr>
              <a:t>...</a:t>
            </a:r>
            <a:endParaRPr lang="en-US" altLang="zh-CN" sz="900">
              <a:solidFill>
                <a:srgbClr val="F96015"/>
              </a:solidFill>
              <a:effectLst/>
              <a:latin typeface="方正准圆简体" panose="03000509000000000000" pitchFamily="2" charset="-122"/>
              <a:ea typeface="方正准圆简体" panose="03000509000000000000" pitchFamily="2" charset="-122"/>
            </a:endParaRPr>
          </a:p>
        </p:txBody>
      </p:sp>
      <p:cxnSp>
        <p:nvCxnSpPr>
          <p:cNvPr id="5" name="直接箭头连接符 4"/>
          <p:cNvCxnSpPr/>
          <p:nvPr/>
        </p:nvCxnSpPr>
        <p:spPr>
          <a:xfrm flipH="1">
            <a:off x="1979295" y="2571750"/>
            <a:ext cx="935990" cy="0"/>
          </a:xfrm>
          <a:prstGeom prst="straightConnector1">
            <a:avLst/>
          </a:prstGeom>
          <a:ln>
            <a:solidFill>
              <a:srgbClr val="E95406"/>
            </a:solidFill>
            <a:tailEnd type="arrow"/>
          </a:ln>
        </p:spPr>
        <p:style>
          <a:lnRef idx="2">
            <a:schemeClr val="accent1"/>
          </a:lnRef>
          <a:fillRef idx="0">
            <a:srgbClr val="FFFFFF"/>
          </a:fillRef>
          <a:effectRef idx="0">
            <a:srgbClr val="FFFFFF"/>
          </a:effectRef>
          <a:fontRef idx="minor">
            <a:schemeClr val="tx1"/>
          </a:fontRef>
        </p:style>
      </p:cxnSp>
      <p:sp>
        <p:nvSpPr>
          <p:cNvPr id="48" name="圆角矩形 47"/>
          <p:cNvSpPr/>
          <p:nvPr/>
        </p:nvSpPr>
        <p:spPr>
          <a:xfrm>
            <a:off x="2051685" y="1660525"/>
            <a:ext cx="807720" cy="859790"/>
          </a:xfrm>
          <a:prstGeom prst="roundRect">
            <a:avLst/>
          </a:prstGeom>
          <a:solidFill>
            <a:schemeClr val="bg1"/>
          </a:solidFill>
          <a:ln w="12700" cmpd="sng">
            <a:solidFill>
              <a:srgbClr val="BFBFBF"/>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zh-CN" altLang="en-US" sz="700" b="1">
                <a:solidFill>
                  <a:srgbClr val="575D67"/>
                </a:solidFill>
                <a:latin typeface="方正准圆简体" panose="03000509000000000000" pitchFamily="2" charset="-122"/>
                <a:ea typeface="方正准圆简体" panose="03000509000000000000" pitchFamily="2" charset="-122"/>
              </a:rPr>
              <a:t>人工特征工程路径：</a:t>
            </a:r>
            <a:endParaRPr lang="zh-CN" altLang="en-US" sz="700" b="1">
              <a:solidFill>
                <a:srgbClr val="575D67"/>
              </a:solidFill>
              <a:latin typeface="方正准圆简体" panose="03000509000000000000" pitchFamily="2" charset="-122"/>
              <a:ea typeface="方正准圆简体" panose="03000509000000000000" pitchFamily="2" charset="-122"/>
            </a:endParaRPr>
          </a:p>
          <a:p>
            <a:pPr indent="0" algn="l">
              <a:buFont typeface="Arial" panose="020B0604020202020204" pitchFamily="34" charset="0"/>
              <a:buNone/>
            </a:pPr>
            <a:endParaRPr lang="zh-CN" altLang="en-US" sz="700">
              <a:solidFill>
                <a:srgbClr val="575D67"/>
              </a:solidFill>
              <a:latin typeface="方正准圆简体" panose="03000509000000000000" pitchFamily="2" charset="-122"/>
              <a:ea typeface="方正准圆简体" panose="03000509000000000000" pitchFamily="2" charset="-122"/>
            </a:endParaRPr>
          </a:p>
          <a:p>
            <a:pPr indent="0" algn="l">
              <a:buFont typeface="Arial" panose="020B0604020202020204" pitchFamily="34" charset="0"/>
              <a:buNone/>
            </a:pPr>
            <a:r>
              <a:rPr lang="zh-CN" altLang="en-US" sz="700">
                <a:solidFill>
                  <a:srgbClr val="575D67"/>
                </a:solidFill>
                <a:latin typeface="方正准圆简体" panose="03000509000000000000" pitchFamily="2" charset="-122"/>
                <a:ea typeface="方正准圆简体" panose="03000509000000000000" pitchFamily="2" charset="-122"/>
              </a:rPr>
              <a:t>兼顾特征的选股效力及经济学、行为金融学含义</a:t>
            </a:r>
            <a:endParaRPr lang="zh-CN" altLang="en-US" sz="700">
              <a:solidFill>
                <a:srgbClr val="575D67"/>
              </a:solidFill>
              <a:latin typeface="方正准圆简体" panose="03000509000000000000" pitchFamily="2" charset="-122"/>
              <a:ea typeface="方正准圆简体" panose="03000509000000000000" pitchFamily="2" charset="-122"/>
            </a:endParaRPr>
          </a:p>
        </p:txBody>
      </p:sp>
      <p:sp>
        <p:nvSpPr>
          <p:cNvPr id="50" name="右大括号 49"/>
          <p:cNvSpPr/>
          <p:nvPr/>
        </p:nvSpPr>
        <p:spPr>
          <a:xfrm>
            <a:off x="1619250" y="985520"/>
            <a:ext cx="226060" cy="3902710"/>
          </a:xfrm>
          <a:prstGeom prst="rightBrace">
            <a:avLst>
              <a:gd name="adj1" fmla="val 8333"/>
              <a:gd name="adj2" fmla="val 39580"/>
            </a:avLst>
          </a:prstGeom>
          <a:ln w="12700" cmpd="sng">
            <a:solidFill>
              <a:srgbClr val="F96015"/>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圆角矩形 6"/>
          <p:cNvSpPr/>
          <p:nvPr/>
        </p:nvSpPr>
        <p:spPr>
          <a:xfrm>
            <a:off x="4157345" y="1661160"/>
            <a:ext cx="805815" cy="859790"/>
          </a:xfrm>
          <a:prstGeom prst="roundRect">
            <a:avLst/>
          </a:prstGeom>
          <a:solidFill>
            <a:schemeClr val="bg1"/>
          </a:solidFill>
          <a:ln w="12700" cmpd="sng">
            <a:solidFill>
              <a:srgbClr val="BFBFBF"/>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zh-CN" altLang="en-US" sz="700" b="1">
                <a:solidFill>
                  <a:srgbClr val="575D67"/>
                </a:solidFill>
                <a:latin typeface="方正准圆简体" panose="03000509000000000000" pitchFamily="2" charset="-122"/>
                <a:ea typeface="方正准圆简体" panose="03000509000000000000" pitchFamily="2" charset="-122"/>
              </a:rPr>
              <a:t>机器学习路径：</a:t>
            </a:r>
            <a:endParaRPr lang="zh-CN" altLang="en-US" sz="700" b="1">
              <a:solidFill>
                <a:srgbClr val="575D67"/>
              </a:solidFill>
              <a:latin typeface="方正准圆简体" panose="03000509000000000000" pitchFamily="2" charset="-122"/>
              <a:ea typeface="方正准圆简体" panose="03000509000000000000" pitchFamily="2" charset="-122"/>
            </a:endParaRPr>
          </a:p>
          <a:p>
            <a:pPr indent="0" algn="l">
              <a:buFont typeface="Arial" panose="020B0604020202020204" pitchFamily="34" charset="0"/>
              <a:buNone/>
            </a:pPr>
            <a:endParaRPr lang="zh-CN" altLang="en-US" sz="700">
              <a:solidFill>
                <a:srgbClr val="575D67"/>
              </a:solidFill>
              <a:latin typeface="方正准圆简体" panose="03000509000000000000" pitchFamily="2" charset="-122"/>
              <a:ea typeface="方正准圆简体" panose="03000509000000000000" pitchFamily="2" charset="-122"/>
            </a:endParaRPr>
          </a:p>
          <a:p>
            <a:pPr indent="0" algn="l">
              <a:buFont typeface="Arial" panose="020B0604020202020204" pitchFamily="34" charset="0"/>
              <a:buNone/>
            </a:pPr>
            <a:r>
              <a:rPr lang="zh-CN" altLang="en-US" sz="700">
                <a:solidFill>
                  <a:srgbClr val="575D67"/>
                </a:solidFill>
                <a:latin typeface="方正准圆简体" panose="03000509000000000000" pitchFamily="2" charset="-122"/>
                <a:ea typeface="方正准圆简体" panose="03000509000000000000" pitchFamily="2" charset="-122"/>
              </a:rPr>
              <a:t>偏重选股效力，充分运用算力优势进行大批量消融实验</a:t>
            </a:r>
            <a:endParaRPr lang="zh-CN" altLang="en-US" sz="700">
              <a:solidFill>
                <a:srgbClr val="575D67"/>
              </a:solidFill>
              <a:latin typeface="方正准圆简体" panose="03000509000000000000" pitchFamily="2" charset="-122"/>
              <a:ea typeface="方正准圆简体" panose="03000509000000000000" pitchFamily="2" charset="-122"/>
            </a:endParaRPr>
          </a:p>
        </p:txBody>
      </p:sp>
      <p:cxnSp>
        <p:nvCxnSpPr>
          <p:cNvPr id="8" name="直接箭头连接符 7"/>
          <p:cNvCxnSpPr/>
          <p:nvPr/>
        </p:nvCxnSpPr>
        <p:spPr>
          <a:xfrm>
            <a:off x="4077970" y="2571750"/>
            <a:ext cx="997585" cy="0"/>
          </a:xfrm>
          <a:prstGeom prst="straightConnector1">
            <a:avLst/>
          </a:prstGeom>
          <a:ln>
            <a:solidFill>
              <a:srgbClr val="E95406"/>
            </a:solidFill>
            <a:tailEnd type="arrow"/>
          </a:ln>
        </p:spPr>
        <p:style>
          <a:lnRef idx="2">
            <a:schemeClr val="accent1"/>
          </a:lnRef>
          <a:fillRef idx="0">
            <a:srgbClr val="FFFFFF"/>
          </a:fillRef>
          <a:effectRef idx="0">
            <a:srgbClr val="FFFFFF"/>
          </a:effectRef>
          <a:fontRef idx="minor">
            <a:schemeClr val="tx1"/>
          </a:fontRef>
        </p:style>
      </p:cxnSp>
      <p:sp>
        <p:nvSpPr>
          <p:cNvPr id="9" name="右大括号 8"/>
          <p:cNvSpPr/>
          <p:nvPr/>
        </p:nvSpPr>
        <p:spPr>
          <a:xfrm rot="10800000">
            <a:off x="5147945" y="1059815"/>
            <a:ext cx="240030" cy="3828415"/>
          </a:xfrm>
          <a:prstGeom prst="rightBrace">
            <a:avLst>
              <a:gd name="adj1" fmla="val 8333"/>
              <a:gd name="adj2" fmla="val 61071"/>
            </a:avLst>
          </a:prstGeom>
          <a:ln w="12700" cmpd="sng">
            <a:solidFill>
              <a:srgbClr val="F96015"/>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圆角矩形 9"/>
          <p:cNvSpPr/>
          <p:nvPr/>
        </p:nvSpPr>
        <p:spPr>
          <a:xfrm>
            <a:off x="62230" y="817880"/>
            <a:ext cx="1485265" cy="428625"/>
          </a:xfrm>
          <a:prstGeom prst="roundRect">
            <a:avLst/>
          </a:prstGeom>
          <a:solidFill>
            <a:schemeClr val="bg1"/>
          </a:solidFill>
          <a:ln>
            <a:solidFill>
              <a:srgbClr val="575D6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800" b="1">
                <a:solidFill>
                  <a:schemeClr val="tx2"/>
                </a:solidFill>
                <a:effectLst/>
                <a:latin typeface="方正准圆简体" panose="03000509000000000000" pitchFamily="2" charset="-122"/>
                <a:ea typeface="方正准圆简体" panose="03000509000000000000" pitchFamily="2" charset="-122"/>
              </a:rPr>
              <a:t>风格类因子：</a:t>
            </a:r>
            <a:endParaRPr lang="zh-CN" altLang="en-US" sz="800" b="1">
              <a:solidFill>
                <a:schemeClr val="tx2"/>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800">
                <a:solidFill>
                  <a:schemeClr val="tx2"/>
                </a:solidFill>
                <a:effectLst/>
                <a:latin typeface="方正准圆简体" panose="03000509000000000000" pitchFamily="2" charset="-122"/>
                <a:ea typeface="方正准圆简体" panose="03000509000000000000" pitchFamily="2" charset="-122"/>
              </a:rPr>
              <a:t>主要参与指增投资组合的风格偏离控制</a:t>
            </a:r>
            <a:endParaRPr lang="zh-CN" altLang="en-US" sz="800">
              <a:solidFill>
                <a:schemeClr val="tx2"/>
              </a:solidFill>
              <a:effectLst/>
              <a:latin typeface="方正准圆简体" panose="03000509000000000000" pitchFamily="2" charset="-122"/>
              <a:ea typeface="方正准圆简体" panose="03000509000000000000" pitchFamily="2" charset="-122"/>
            </a:endParaRPr>
          </a:p>
        </p:txBody>
      </p:sp>
      <p:sp>
        <p:nvSpPr>
          <p:cNvPr id="20" name="圆角矩形 19"/>
          <p:cNvSpPr/>
          <p:nvPr/>
        </p:nvSpPr>
        <p:spPr>
          <a:xfrm>
            <a:off x="62230" y="1278890"/>
            <a:ext cx="1485265" cy="428625"/>
          </a:xfrm>
          <a:prstGeom prst="roundRect">
            <a:avLst/>
          </a:prstGeom>
          <a:solidFill>
            <a:schemeClr val="bg1"/>
          </a:solidFill>
          <a:ln>
            <a:solidFill>
              <a:srgbClr val="575D6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800" b="1">
                <a:solidFill>
                  <a:schemeClr val="tx2"/>
                </a:solidFill>
                <a:effectLst/>
                <a:latin typeface="方正准圆简体" panose="03000509000000000000" pitchFamily="2" charset="-122"/>
                <a:ea typeface="方正准圆简体" panose="03000509000000000000" pitchFamily="2" charset="-122"/>
              </a:rPr>
              <a:t>改进估值类因子：</a:t>
            </a:r>
            <a:endParaRPr lang="zh-CN" altLang="en-US" sz="800" b="1">
              <a:solidFill>
                <a:schemeClr val="tx2"/>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800">
                <a:solidFill>
                  <a:schemeClr val="tx2"/>
                </a:solidFill>
                <a:effectLst/>
                <a:latin typeface="方正准圆简体" panose="03000509000000000000" pitchFamily="2" charset="-122"/>
                <a:ea typeface="方正准圆简体" panose="03000509000000000000" pitchFamily="2" charset="-122"/>
              </a:rPr>
              <a:t>逻辑与传统估值因子一致，构建方式显著改良</a:t>
            </a:r>
            <a:endParaRPr lang="zh-CN" altLang="en-US" sz="800">
              <a:solidFill>
                <a:schemeClr val="tx2"/>
              </a:solidFill>
              <a:effectLst/>
              <a:latin typeface="方正准圆简体" panose="03000509000000000000" pitchFamily="2" charset="-122"/>
              <a:ea typeface="方正准圆简体" panose="03000509000000000000" pitchFamily="2" charset="-122"/>
            </a:endParaRPr>
          </a:p>
        </p:txBody>
      </p:sp>
      <p:sp>
        <p:nvSpPr>
          <p:cNvPr id="33" name="圆角矩形 32"/>
          <p:cNvSpPr/>
          <p:nvPr/>
        </p:nvSpPr>
        <p:spPr>
          <a:xfrm>
            <a:off x="62230" y="1739900"/>
            <a:ext cx="1485265" cy="562610"/>
          </a:xfrm>
          <a:prstGeom prst="roundRect">
            <a:avLst/>
          </a:prstGeom>
          <a:solidFill>
            <a:schemeClr val="bg1"/>
          </a:solidFill>
          <a:ln>
            <a:solidFill>
              <a:srgbClr val="575D6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800" b="1">
                <a:solidFill>
                  <a:schemeClr val="tx2"/>
                </a:solidFill>
                <a:effectLst/>
                <a:latin typeface="方正准圆简体" panose="03000509000000000000" pitchFamily="2" charset="-122"/>
                <a:ea typeface="方正准圆简体" panose="03000509000000000000" pitchFamily="2" charset="-122"/>
              </a:rPr>
              <a:t>分析师预期调整类因子：</a:t>
            </a:r>
            <a:endParaRPr lang="zh-CN" altLang="en-US" sz="800" b="1">
              <a:solidFill>
                <a:schemeClr val="tx2"/>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800">
                <a:solidFill>
                  <a:schemeClr val="tx2"/>
                </a:solidFill>
                <a:effectLst/>
                <a:latin typeface="方正准圆简体" panose="03000509000000000000" pitchFamily="2" charset="-122"/>
                <a:ea typeface="方正准圆简体" panose="03000509000000000000" pitchFamily="2" charset="-122"/>
              </a:rPr>
              <a:t>不止于考量分析师的静态最新观点，亦会综合分析其观点的变迁历程</a:t>
            </a:r>
            <a:endParaRPr lang="zh-CN" altLang="en-US" sz="800">
              <a:solidFill>
                <a:schemeClr val="tx2"/>
              </a:solidFill>
              <a:effectLst/>
              <a:latin typeface="方正准圆简体" panose="03000509000000000000" pitchFamily="2" charset="-122"/>
              <a:ea typeface="方正准圆简体" panose="03000509000000000000" pitchFamily="2" charset="-122"/>
            </a:endParaRPr>
          </a:p>
        </p:txBody>
      </p:sp>
      <p:sp>
        <p:nvSpPr>
          <p:cNvPr id="35" name="圆角矩形 34"/>
          <p:cNvSpPr/>
          <p:nvPr/>
        </p:nvSpPr>
        <p:spPr>
          <a:xfrm>
            <a:off x="62230" y="2355215"/>
            <a:ext cx="1485265" cy="562610"/>
          </a:xfrm>
          <a:prstGeom prst="roundRect">
            <a:avLst/>
          </a:prstGeom>
          <a:solidFill>
            <a:schemeClr val="bg1"/>
          </a:solidFill>
          <a:ln>
            <a:solidFill>
              <a:srgbClr val="575D6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800" b="1">
                <a:solidFill>
                  <a:schemeClr val="tx2"/>
                </a:solidFill>
                <a:effectLst/>
                <a:latin typeface="方正准圆简体" panose="03000509000000000000" pitchFamily="2" charset="-122"/>
                <a:ea typeface="方正准圆简体" panose="03000509000000000000" pitchFamily="2" charset="-122"/>
              </a:rPr>
              <a:t>改进成长类因子：</a:t>
            </a:r>
            <a:endParaRPr lang="zh-CN" altLang="en-US" sz="800" b="1">
              <a:solidFill>
                <a:schemeClr val="tx2"/>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800">
                <a:solidFill>
                  <a:schemeClr val="tx2"/>
                </a:solidFill>
                <a:effectLst/>
                <a:latin typeface="方正准圆简体" panose="03000509000000000000" pitchFamily="2" charset="-122"/>
                <a:ea typeface="方正准圆简体" panose="03000509000000000000" pitchFamily="2" charset="-122"/>
              </a:rPr>
              <a:t>综合评判企业的预期成长性及已实现成长的稳定性</a:t>
            </a:r>
            <a:endParaRPr lang="zh-CN" altLang="en-US" sz="800">
              <a:solidFill>
                <a:schemeClr val="tx2"/>
              </a:solidFill>
              <a:effectLst/>
              <a:latin typeface="方正准圆简体" panose="03000509000000000000" pitchFamily="2" charset="-122"/>
              <a:ea typeface="方正准圆简体" panose="03000509000000000000" pitchFamily="2" charset="-122"/>
            </a:endParaRPr>
          </a:p>
        </p:txBody>
      </p:sp>
      <p:sp>
        <p:nvSpPr>
          <p:cNvPr id="36" name="圆角矩形 35"/>
          <p:cNvSpPr/>
          <p:nvPr/>
        </p:nvSpPr>
        <p:spPr>
          <a:xfrm>
            <a:off x="62230" y="2970530"/>
            <a:ext cx="1485265" cy="574040"/>
          </a:xfrm>
          <a:prstGeom prst="roundRect">
            <a:avLst/>
          </a:prstGeom>
          <a:solidFill>
            <a:schemeClr val="bg1"/>
          </a:solidFill>
          <a:ln>
            <a:solidFill>
              <a:srgbClr val="575D6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800" b="1">
                <a:solidFill>
                  <a:schemeClr val="tx2"/>
                </a:solidFill>
                <a:effectLst/>
                <a:latin typeface="方正准圆简体" panose="03000509000000000000" pitchFamily="2" charset="-122"/>
                <a:ea typeface="方正准圆简体" panose="03000509000000000000" pitchFamily="2" charset="-122"/>
              </a:rPr>
              <a:t>日级别价量及资金流类因子：</a:t>
            </a:r>
            <a:endParaRPr lang="zh-CN" altLang="en-US" sz="800" b="1">
              <a:solidFill>
                <a:schemeClr val="tx2"/>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800">
                <a:solidFill>
                  <a:schemeClr val="tx2"/>
                </a:solidFill>
                <a:effectLst/>
                <a:latin typeface="方正准圆简体" panose="03000509000000000000" pitchFamily="2" charset="-122"/>
                <a:ea typeface="方正准圆简体" panose="03000509000000000000" pitchFamily="2" charset="-122"/>
              </a:rPr>
              <a:t>兼顾动量及反转两类思路，刻画超越</a:t>
            </a:r>
            <a:r>
              <a:rPr lang="en-US" altLang="zh-CN" sz="800">
                <a:solidFill>
                  <a:schemeClr val="tx2"/>
                </a:solidFill>
                <a:effectLst/>
                <a:latin typeface="方正准圆简体" panose="03000509000000000000" pitchFamily="2" charset="-122"/>
                <a:ea typeface="方正准圆简体" panose="03000509000000000000" pitchFamily="2" charset="-122"/>
              </a:rPr>
              <a:t>“</a:t>
            </a:r>
            <a:r>
              <a:rPr lang="zh-CN" altLang="en-US" sz="800">
                <a:solidFill>
                  <a:schemeClr val="tx2"/>
                </a:solidFill>
                <a:effectLst/>
                <a:latin typeface="方正准圆简体" panose="03000509000000000000" pitchFamily="2" charset="-122"/>
                <a:ea typeface="方正准圆简体" panose="03000509000000000000" pitchFamily="2" charset="-122"/>
              </a:rPr>
              <a:t>涨跌幅</a:t>
            </a:r>
            <a:r>
              <a:rPr lang="en-US" altLang="zh-CN" sz="800">
                <a:solidFill>
                  <a:schemeClr val="tx2"/>
                </a:solidFill>
                <a:effectLst/>
                <a:latin typeface="方正准圆简体" panose="03000509000000000000" pitchFamily="2" charset="-122"/>
                <a:ea typeface="方正准圆简体" panose="03000509000000000000" pitchFamily="2" charset="-122"/>
              </a:rPr>
              <a:t>”</a:t>
            </a:r>
            <a:r>
              <a:rPr lang="zh-CN" altLang="en-US" sz="800">
                <a:solidFill>
                  <a:schemeClr val="tx2"/>
                </a:solidFill>
                <a:effectLst/>
                <a:latin typeface="方正准圆简体" panose="03000509000000000000" pitchFamily="2" charset="-122"/>
                <a:ea typeface="方正准圆简体" panose="03000509000000000000" pitchFamily="2" charset="-122"/>
              </a:rPr>
              <a:t>本身的衍生特征</a:t>
            </a:r>
            <a:endParaRPr lang="zh-CN" altLang="en-US" sz="800">
              <a:solidFill>
                <a:schemeClr val="tx2"/>
              </a:solidFill>
              <a:effectLst/>
              <a:latin typeface="方正准圆简体" panose="03000509000000000000" pitchFamily="2" charset="-122"/>
              <a:ea typeface="方正准圆简体" panose="03000509000000000000" pitchFamily="2" charset="-122"/>
            </a:endParaRPr>
          </a:p>
        </p:txBody>
      </p:sp>
      <p:sp>
        <p:nvSpPr>
          <p:cNvPr id="37" name="圆角矩形 36"/>
          <p:cNvSpPr/>
          <p:nvPr/>
        </p:nvSpPr>
        <p:spPr>
          <a:xfrm>
            <a:off x="62230" y="3597275"/>
            <a:ext cx="1485265" cy="659765"/>
          </a:xfrm>
          <a:prstGeom prst="roundRect">
            <a:avLst/>
          </a:prstGeom>
          <a:solidFill>
            <a:schemeClr val="bg1"/>
          </a:solidFill>
          <a:ln>
            <a:solidFill>
              <a:srgbClr val="575D6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800" b="1">
                <a:solidFill>
                  <a:schemeClr val="tx2"/>
                </a:solidFill>
                <a:effectLst/>
                <a:latin typeface="方正准圆简体" panose="03000509000000000000" pitchFamily="2" charset="-122"/>
                <a:ea typeface="方正准圆简体" panose="03000509000000000000" pitchFamily="2" charset="-122"/>
              </a:rPr>
              <a:t>分钟级价量及资金流类因子：</a:t>
            </a:r>
            <a:endParaRPr lang="zh-CN" altLang="en-US" sz="800" b="1">
              <a:solidFill>
                <a:schemeClr val="tx2"/>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800">
                <a:solidFill>
                  <a:schemeClr val="tx2"/>
                </a:solidFill>
                <a:effectLst/>
                <a:latin typeface="方正准圆简体" panose="03000509000000000000" pitchFamily="2" charset="-122"/>
                <a:ea typeface="方正准圆简体" panose="03000509000000000000" pitchFamily="2" charset="-122"/>
              </a:rPr>
              <a:t>提供细于日度数据的颗粒度，使得区分</a:t>
            </a:r>
            <a:r>
              <a:rPr lang="en-US" altLang="zh-CN" sz="800">
                <a:solidFill>
                  <a:schemeClr val="tx2"/>
                </a:solidFill>
                <a:effectLst/>
                <a:latin typeface="方正准圆简体" panose="03000509000000000000" pitchFamily="2" charset="-122"/>
                <a:ea typeface="方正准圆简体" panose="03000509000000000000" pitchFamily="2" charset="-122"/>
              </a:rPr>
              <a:t>“</a:t>
            </a:r>
            <a:r>
              <a:rPr lang="zh-CN" altLang="en-US" sz="800">
                <a:solidFill>
                  <a:schemeClr val="tx2"/>
                </a:solidFill>
                <a:effectLst/>
                <a:latin typeface="方正准圆简体" panose="03000509000000000000" pitchFamily="2" charset="-122"/>
                <a:ea typeface="方正准圆简体" panose="03000509000000000000" pitchFamily="2" charset="-122"/>
              </a:rPr>
              <a:t>价推量涨</a:t>
            </a:r>
            <a:r>
              <a:rPr lang="en-US" altLang="zh-CN" sz="800">
                <a:solidFill>
                  <a:schemeClr val="tx2"/>
                </a:solidFill>
                <a:effectLst/>
                <a:latin typeface="方正准圆简体" panose="03000509000000000000" pitchFamily="2" charset="-122"/>
                <a:ea typeface="方正准圆简体" panose="03000509000000000000" pitchFamily="2" charset="-122"/>
              </a:rPr>
              <a:t>”</a:t>
            </a:r>
            <a:r>
              <a:rPr lang="zh-CN" altLang="en-US" sz="800">
                <a:solidFill>
                  <a:schemeClr val="tx2"/>
                </a:solidFill>
                <a:effectLst/>
                <a:latin typeface="方正准圆简体" panose="03000509000000000000" pitchFamily="2" charset="-122"/>
                <a:ea typeface="方正准圆简体" panose="03000509000000000000" pitchFamily="2" charset="-122"/>
              </a:rPr>
              <a:t>和</a:t>
            </a:r>
            <a:r>
              <a:rPr lang="en-US" altLang="zh-CN" sz="800">
                <a:solidFill>
                  <a:schemeClr val="tx2"/>
                </a:solidFill>
                <a:effectLst/>
                <a:latin typeface="方正准圆简体" panose="03000509000000000000" pitchFamily="2" charset="-122"/>
                <a:ea typeface="方正准圆简体" panose="03000509000000000000" pitchFamily="2" charset="-122"/>
              </a:rPr>
              <a:t>“</a:t>
            </a:r>
            <a:r>
              <a:rPr lang="zh-CN" altLang="en-US" sz="800">
                <a:solidFill>
                  <a:schemeClr val="tx2"/>
                </a:solidFill>
                <a:effectLst/>
                <a:latin typeface="方正准圆简体" panose="03000509000000000000" pitchFamily="2" charset="-122"/>
                <a:ea typeface="方正准圆简体" panose="03000509000000000000" pitchFamily="2" charset="-122"/>
              </a:rPr>
              <a:t>量推价涨</a:t>
            </a:r>
            <a:r>
              <a:rPr lang="en-US" altLang="zh-CN" sz="800">
                <a:solidFill>
                  <a:schemeClr val="tx2"/>
                </a:solidFill>
                <a:effectLst/>
                <a:latin typeface="方正准圆简体" panose="03000509000000000000" pitchFamily="2" charset="-122"/>
                <a:ea typeface="方正准圆简体" panose="03000509000000000000" pitchFamily="2" charset="-122"/>
              </a:rPr>
              <a:t>”</a:t>
            </a:r>
            <a:r>
              <a:rPr lang="zh-CN" altLang="en-US" sz="800">
                <a:solidFill>
                  <a:schemeClr val="tx2"/>
                </a:solidFill>
                <a:effectLst/>
                <a:latin typeface="方正准圆简体" panose="03000509000000000000" pitchFamily="2" charset="-122"/>
                <a:ea typeface="方正准圆简体" panose="03000509000000000000" pitchFamily="2" charset="-122"/>
              </a:rPr>
              <a:t>模式成为可能</a:t>
            </a:r>
            <a:endParaRPr lang="zh-CN" altLang="en-US" sz="800">
              <a:solidFill>
                <a:schemeClr val="tx2"/>
              </a:solidFill>
              <a:effectLst/>
              <a:latin typeface="方正准圆简体" panose="03000509000000000000" pitchFamily="2" charset="-122"/>
              <a:ea typeface="方正准圆简体" panose="03000509000000000000" pitchFamily="2" charset="-122"/>
            </a:endParaRPr>
          </a:p>
        </p:txBody>
      </p:sp>
      <p:sp>
        <p:nvSpPr>
          <p:cNvPr id="39" name="圆角矩形 38"/>
          <p:cNvSpPr/>
          <p:nvPr/>
        </p:nvSpPr>
        <p:spPr>
          <a:xfrm>
            <a:off x="62230" y="4309745"/>
            <a:ext cx="1485265" cy="525780"/>
          </a:xfrm>
          <a:prstGeom prst="roundRect">
            <a:avLst/>
          </a:prstGeom>
          <a:solidFill>
            <a:schemeClr val="bg1"/>
          </a:solidFill>
          <a:ln>
            <a:solidFill>
              <a:srgbClr val="575D67"/>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zh-CN" altLang="en-US" sz="800" b="1">
                <a:solidFill>
                  <a:schemeClr val="tx2"/>
                </a:solidFill>
                <a:effectLst/>
                <a:latin typeface="方正准圆简体" panose="03000509000000000000" pitchFamily="2" charset="-122"/>
                <a:ea typeface="方正准圆简体" panose="03000509000000000000" pitchFamily="2" charset="-122"/>
              </a:rPr>
              <a:t>价量及事件融合类因子：</a:t>
            </a:r>
            <a:endParaRPr lang="zh-CN" altLang="en-US" sz="800" b="1">
              <a:solidFill>
                <a:schemeClr val="tx2"/>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800">
                <a:solidFill>
                  <a:schemeClr val="tx2"/>
                </a:solidFill>
                <a:effectLst/>
                <a:latin typeface="方正准圆简体" panose="03000509000000000000" pitchFamily="2" charset="-122"/>
                <a:ea typeface="方正准圆简体" panose="03000509000000000000" pitchFamily="2" charset="-122"/>
              </a:rPr>
              <a:t>提供与上述价量因子截面相关性显著较低的增量选股效力</a:t>
            </a:r>
            <a:endParaRPr lang="zh-CN" altLang="en-US" sz="800">
              <a:solidFill>
                <a:schemeClr val="tx2"/>
              </a:solidFill>
              <a:effectLst/>
              <a:latin typeface="方正准圆简体" panose="03000509000000000000" pitchFamily="2" charset="-122"/>
              <a:ea typeface="方正准圆简体" panose="03000509000000000000" pitchFamily="2" charset="-122"/>
            </a:endParaRPr>
          </a:p>
        </p:txBody>
      </p:sp>
      <p:sp>
        <p:nvSpPr>
          <p:cNvPr id="40" name="圆角矩形 39"/>
          <p:cNvSpPr/>
          <p:nvPr/>
        </p:nvSpPr>
        <p:spPr>
          <a:xfrm>
            <a:off x="62230" y="4887595"/>
            <a:ext cx="1485265" cy="255905"/>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b="1">
                <a:solidFill>
                  <a:schemeClr val="tx2"/>
                </a:solidFill>
                <a:effectLst/>
                <a:latin typeface="方正准圆简体" panose="03000509000000000000" pitchFamily="2" charset="-122"/>
                <a:ea typeface="方正准圆简体" panose="03000509000000000000" pitchFamily="2" charset="-122"/>
              </a:rPr>
              <a:t>......</a:t>
            </a:r>
            <a:endParaRPr lang="en-US" altLang="zh-CN" sz="1600" b="1">
              <a:solidFill>
                <a:schemeClr val="tx2"/>
              </a:solidFill>
              <a:effectLst/>
              <a:latin typeface="方正准圆简体" panose="03000509000000000000" pitchFamily="2" charset="-122"/>
              <a:ea typeface="方正准圆简体" panose="03000509000000000000" pitchFamily="2" charset="-122"/>
            </a:endParaRPr>
          </a:p>
        </p:txBody>
      </p:sp>
      <p:graphicFrame>
        <p:nvGraphicFramePr>
          <p:cNvPr id="42" name="图表 41"/>
          <p:cNvGraphicFramePr/>
          <p:nvPr/>
        </p:nvGraphicFramePr>
        <p:xfrm>
          <a:off x="5391785" y="817880"/>
          <a:ext cx="3695700" cy="1754505"/>
        </p:xfrm>
        <a:graphic>
          <a:graphicData uri="http://schemas.openxmlformats.org/drawingml/2006/chart">
            <c:chart xmlns:c="http://schemas.openxmlformats.org/drawingml/2006/chart" xmlns:r="http://schemas.openxmlformats.org/officeDocument/2006/relationships" r:id="rId1"/>
          </a:graphicData>
        </a:graphic>
      </p:graphicFrame>
      <p:pic>
        <p:nvPicPr>
          <p:cNvPr id="44" name="图片 43"/>
          <p:cNvPicPr/>
          <p:nvPr/>
        </p:nvPicPr>
        <p:blipFill>
          <a:blip r:embed="rId2"/>
          <a:stretch>
            <a:fillRect/>
          </a:stretch>
        </p:blipFill>
        <p:spPr>
          <a:xfrm>
            <a:off x="5507990" y="2643505"/>
            <a:ext cx="1347470" cy="1142365"/>
          </a:xfrm>
          <a:prstGeom prst="rect">
            <a:avLst/>
          </a:prstGeom>
        </p:spPr>
      </p:pic>
      <p:pic>
        <p:nvPicPr>
          <p:cNvPr id="51" name="图片 50"/>
          <p:cNvPicPr/>
          <p:nvPr/>
        </p:nvPicPr>
        <p:blipFill>
          <a:blip r:embed="rId3"/>
          <a:stretch>
            <a:fillRect/>
          </a:stretch>
        </p:blipFill>
        <p:spPr>
          <a:xfrm>
            <a:off x="5460365" y="3804285"/>
            <a:ext cx="3152775" cy="1084580"/>
          </a:xfrm>
          <a:prstGeom prst="rect">
            <a:avLst/>
          </a:prstGeom>
        </p:spPr>
      </p:pic>
      <p:sp>
        <p:nvSpPr>
          <p:cNvPr id="52" name="圆角矩形 51"/>
          <p:cNvSpPr/>
          <p:nvPr/>
        </p:nvSpPr>
        <p:spPr>
          <a:xfrm>
            <a:off x="5392420" y="2715895"/>
            <a:ext cx="1057275" cy="148590"/>
          </a:xfrm>
          <a:prstGeom prst="roundRect">
            <a:avLst/>
          </a:prstGeom>
          <a:solidFill>
            <a:schemeClr val="bg1"/>
          </a:solidFill>
          <a:ln w="12700" cmpd="sng">
            <a:solidFill>
              <a:srgbClr val="BFBFBF"/>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700">
                <a:solidFill>
                  <a:srgbClr val="575D67"/>
                </a:solidFill>
                <a:latin typeface="方正准圆简体" panose="03000509000000000000" pitchFamily="2" charset="-122"/>
                <a:ea typeface="方正准圆简体" panose="03000509000000000000" pitchFamily="2" charset="-122"/>
              </a:rPr>
              <a:t>LSTM</a:t>
            </a:r>
            <a:r>
              <a:rPr lang="zh-CN" altLang="en-US" sz="700">
                <a:solidFill>
                  <a:srgbClr val="575D67"/>
                </a:solidFill>
                <a:latin typeface="方正准圆简体" panose="03000509000000000000" pitchFamily="2" charset="-122"/>
                <a:ea typeface="方正准圆简体" panose="03000509000000000000" pitchFamily="2" charset="-122"/>
              </a:rPr>
              <a:t>编码模块示意</a:t>
            </a:r>
            <a:endParaRPr lang="zh-CN" altLang="en-US" sz="700">
              <a:solidFill>
                <a:srgbClr val="575D67"/>
              </a:solidFill>
              <a:latin typeface="方正准圆简体" panose="03000509000000000000" pitchFamily="2" charset="-122"/>
              <a:ea typeface="方正准圆简体" panose="03000509000000000000" pitchFamily="2" charset="-122"/>
            </a:endParaRPr>
          </a:p>
        </p:txBody>
      </p:sp>
      <p:sp>
        <p:nvSpPr>
          <p:cNvPr id="53" name="圆角矩形 52"/>
          <p:cNvSpPr/>
          <p:nvPr/>
        </p:nvSpPr>
        <p:spPr>
          <a:xfrm>
            <a:off x="7884160" y="4835525"/>
            <a:ext cx="1085850" cy="148590"/>
          </a:xfrm>
          <a:prstGeom prst="roundRect">
            <a:avLst/>
          </a:prstGeom>
          <a:solidFill>
            <a:schemeClr val="bg1"/>
          </a:solidFill>
          <a:ln w="12700" cmpd="sng">
            <a:solidFill>
              <a:srgbClr val="BFBFBF"/>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en-US" altLang="zh-CN" sz="700">
                <a:solidFill>
                  <a:srgbClr val="575D67"/>
                </a:solidFill>
                <a:latin typeface="方正准圆简体" panose="03000509000000000000" pitchFamily="2" charset="-122"/>
                <a:ea typeface="方正准圆简体" panose="03000509000000000000" pitchFamily="2" charset="-122"/>
              </a:rPr>
              <a:t>TCN</a:t>
            </a:r>
            <a:r>
              <a:rPr lang="zh-CN" altLang="en-US" sz="700">
                <a:solidFill>
                  <a:srgbClr val="575D67"/>
                </a:solidFill>
                <a:latin typeface="方正准圆简体" panose="03000509000000000000" pitchFamily="2" charset="-122"/>
                <a:ea typeface="方正准圆简体" panose="03000509000000000000" pitchFamily="2" charset="-122"/>
              </a:rPr>
              <a:t>编码模块示意</a:t>
            </a:r>
            <a:endParaRPr lang="zh-CN" altLang="en-US" sz="700">
              <a:solidFill>
                <a:srgbClr val="575D67"/>
              </a:solidFill>
              <a:latin typeface="方正准圆简体" panose="03000509000000000000" pitchFamily="2" charset="-122"/>
              <a:ea typeface="方正准圆简体" panose="03000509000000000000" pitchFamily="2" charset="-122"/>
            </a:endParaRPr>
          </a:p>
        </p:txBody>
      </p:sp>
      <p:pic>
        <p:nvPicPr>
          <p:cNvPr id="55" name="图片 54" descr="VAE示意"/>
          <p:cNvPicPr>
            <a:picLocks noChangeAspect="1"/>
          </p:cNvPicPr>
          <p:nvPr/>
        </p:nvPicPr>
        <p:blipFill>
          <a:blip r:embed="rId4"/>
          <a:stretch>
            <a:fillRect/>
          </a:stretch>
        </p:blipFill>
        <p:spPr>
          <a:xfrm>
            <a:off x="7112000" y="2606040"/>
            <a:ext cx="1901825" cy="1192530"/>
          </a:xfrm>
          <a:prstGeom prst="rect">
            <a:avLst/>
          </a:prstGeom>
        </p:spPr>
      </p:pic>
      <p:sp>
        <p:nvSpPr>
          <p:cNvPr id="56" name="圆角矩形 55"/>
          <p:cNvSpPr/>
          <p:nvPr/>
        </p:nvSpPr>
        <p:spPr>
          <a:xfrm>
            <a:off x="7620635" y="3507740"/>
            <a:ext cx="984885" cy="155575"/>
          </a:xfrm>
          <a:prstGeom prst="roundRect">
            <a:avLst/>
          </a:prstGeom>
          <a:solidFill>
            <a:schemeClr val="bg1"/>
          </a:solidFill>
          <a:ln w="12700" cmpd="sng">
            <a:solidFill>
              <a:srgbClr val="BFBFBF"/>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a:buFont typeface="Arial" panose="020B0604020202020204" pitchFamily="34" charset="0"/>
              <a:buNone/>
            </a:pPr>
            <a:r>
              <a:rPr lang="zh-CN" altLang="en-US" sz="600">
                <a:solidFill>
                  <a:srgbClr val="575D67"/>
                </a:solidFill>
                <a:latin typeface="方正准圆简体" panose="03000509000000000000" pitchFamily="2" charset="-122"/>
                <a:ea typeface="方正准圆简体" panose="03000509000000000000" pitchFamily="2" charset="-122"/>
              </a:rPr>
              <a:t>深度生成网络架构示意</a:t>
            </a:r>
            <a:endParaRPr lang="zh-CN" altLang="en-US" sz="600">
              <a:solidFill>
                <a:srgbClr val="575D67"/>
              </a:solidFill>
              <a:latin typeface="方正准圆简体" panose="03000509000000000000" pitchFamily="2" charset="-122"/>
              <a:ea typeface="方正准圆简体" panose="03000509000000000000"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2924" y="39326"/>
            <a:ext cx="7919741"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中证</a:t>
            </a:r>
            <a:r>
              <a:rPr kumimoji="0" lang="en-US" altLang="zh-CN" sz="24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A500</a:t>
            </a:r>
            <a:r>
              <a:rPr kumimoji="0" lang="zh-CN" altLang="en-US" sz="24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指数增强投资组合构建的完整流程示意</a:t>
            </a:r>
            <a:endParaRPr kumimoji="0" lang="zh-CN" altLang="en-US" sz="24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endParaRPr>
          </a:p>
        </p:txBody>
      </p:sp>
      <p:sp>
        <p:nvSpPr>
          <p:cNvPr id="2" name="灯片编号占位符 1"/>
          <p:cNvSpPr>
            <a:spLocks noGrp="1"/>
          </p:cNvSpPr>
          <p:nvPr>
            <p:ph type="sldNum" sz="quarter" idx="12"/>
          </p:nvPr>
        </p:nvSpPr>
        <p:spPr>
          <a:xfrm>
            <a:off x="6445885" y="4767263"/>
            <a:ext cx="2057400" cy="273844"/>
          </a:xfrm>
        </p:spPr>
        <p:txBody>
          <a:bodyPr/>
          <a:lstStyle/>
          <a:p>
            <a:fld id="{B1DCB050-A3DA-4976-918E-4DC09AD04C88}" type="slidenum">
              <a:rPr lang="zh-CN" altLang="en-US" sz="790" smtClean="0"/>
            </a:fld>
            <a:endParaRPr lang="zh-CN" altLang="en-US" sz="790"/>
          </a:p>
        </p:txBody>
      </p:sp>
      <p:sp>
        <p:nvSpPr>
          <p:cNvPr id="21" name="圆角矩形 20"/>
          <p:cNvSpPr/>
          <p:nvPr/>
        </p:nvSpPr>
        <p:spPr>
          <a:xfrm>
            <a:off x="35560" y="2148840"/>
            <a:ext cx="285750" cy="144907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基础数据来源</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sp>
        <p:nvSpPr>
          <p:cNvPr id="25" name="圆角矩形 24"/>
          <p:cNvSpPr/>
          <p:nvPr/>
        </p:nvSpPr>
        <p:spPr>
          <a:xfrm>
            <a:off x="1619250" y="915035"/>
            <a:ext cx="1158240" cy="44132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人工特征</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sp>
        <p:nvSpPr>
          <p:cNvPr id="26" name="圆角矩形 25"/>
          <p:cNvSpPr/>
          <p:nvPr/>
        </p:nvSpPr>
        <p:spPr>
          <a:xfrm>
            <a:off x="1619250" y="1419225"/>
            <a:ext cx="1176020" cy="44132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深度学习编码</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sp>
        <p:nvSpPr>
          <p:cNvPr id="27" name="圆角矩形 26"/>
          <p:cNvSpPr/>
          <p:nvPr/>
        </p:nvSpPr>
        <p:spPr>
          <a:xfrm>
            <a:off x="3419475" y="915035"/>
            <a:ext cx="1585595" cy="43688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经典白箱算法聚合</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sp>
        <p:nvSpPr>
          <p:cNvPr id="28" name="圆角矩形 27"/>
          <p:cNvSpPr/>
          <p:nvPr/>
        </p:nvSpPr>
        <p:spPr>
          <a:xfrm>
            <a:off x="3419475" y="1419225"/>
            <a:ext cx="1584960" cy="44132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深度学习算法聚合</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sp>
        <p:nvSpPr>
          <p:cNvPr id="29" name="圆角矩形 28"/>
          <p:cNvSpPr/>
          <p:nvPr/>
        </p:nvSpPr>
        <p:spPr>
          <a:xfrm>
            <a:off x="3419475" y="1927860"/>
            <a:ext cx="1584960" cy="44132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集成学习算法聚合</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sp>
        <p:nvSpPr>
          <p:cNvPr id="30" name="圆角矩形 29"/>
          <p:cNvSpPr/>
          <p:nvPr/>
        </p:nvSpPr>
        <p:spPr>
          <a:xfrm>
            <a:off x="1614170" y="1923415"/>
            <a:ext cx="1180465" cy="44132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遗传规划特征</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sp>
        <p:nvSpPr>
          <p:cNvPr id="32" name="下弧形箭头 31"/>
          <p:cNvSpPr/>
          <p:nvPr/>
        </p:nvSpPr>
        <p:spPr>
          <a:xfrm rot="5400000">
            <a:off x="901065" y="1511935"/>
            <a:ext cx="1101090" cy="340995"/>
          </a:xfrm>
          <a:prstGeom prst="curvedUpArrow">
            <a:avLst/>
          </a:prstGeom>
          <a:no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cxnSp>
        <p:nvCxnSpPr>
          <p:cNvPr id="44" name="直接连接符 43"/>
          <p:cNvCxnSpPr>
            <a:endCxn id="27" idx="1"/>
          </p:cNvCxnSpPr>
          <p:nvPr/>
        </p:nvCxnSpPr>
        <p:spPr>
          <a:xfrm>
            <a:off x="2771775" y="1131570"/>
            <a:ext cx="647700" cy="1905"/>
          </a:xfrm>
          <a:prstGeom prst="line">
            <a:avLst/>
          </a:prstGeom>
          <a:ln>
            <a:solidFill>
              <a:srgbClr val="F96015"/>
            </a:solidFill>
          </a:ln>
        </p:spPr>
        <p:style>
          <a:lnRef idx="2">
            <a:schemeClr val="accent1"/>
          </a:lnRef>
          <a:fillRef idx="0">
            <a:srgbClr val="FFFFFF"/>
          </a:fillRef>
          <a:effectRef idx="0">
            <a:srgbClr val="FFFFFF"/>
          </a:effectRef>
          <a:fontRef idx="minor">
            <a:schemeClr val="tx1"/>
          </a:fontRef>
        </p:style>
      </p:cxnSp>
      <p:cxnSp>
        <p:nvCxnSpPr>
          <p:cNvPr id="34" name="直接连接符 33"/>
          <p:cNvCxnSpPr>
            <a:stCxn id="26" idx="3"/>
          </p:cNvCxnSpPr>
          <p:nvPr/>
        </p:nvCxnSpPr>
        <p:spPr>
          <a:xfrm flipV="1">
            <a:off x="2795270" y="1131570"/>
            <a:ext cx="624205" cy="508635"/>
          </a:xfrm>
          <a:prstGeom prst="line">
            <a:avLst/>
          </a:prstGeom>
          <a:ln>
            <a:solidFill>
              <a:srgbClr val="F96015"/>
            </a:solidFill>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flipV="1">
            <a:off x="2771775" y="1635125"/>
            <a:ext cx="647700" cy="635"/>
          </a:xfrm>
          <a:prstGeom prst="line">
            <a:avLst/>
          </a:prstGeom>
          <a:ln>
            <a:solidFill>
              <a:srgbClr val="F96015"/>
            </a:solidFill>
          </a:ln>
        </p:spPr>
        <p:style>
          <a:lnRef idx="2">
            <a:schemeClr val="accent1"/>
          </a:lnRef>
          <a:fillRef idx="0">
            <a:srgbClr val="FFFFFF"/>
          </a:fillRef>
          <a:effectRef idx="0">
            <a:srgbClr val="FFFFFF"/>
          </a:effectRef>
          <a:fontRef idx="minor">
            <a:schemeClr val="tx1"/>
          </a:fontRef>
        </p:style>
      </p:cxnSp>
      <p:cxnSp>
        <p:nvCxnSpPr>
          <p:cNvPr id="36" name="直接连接符 35"/>
          <p:cNvCxnSpPr>
            <a:stCxn id="26" idx="3"/>
            <a:endCxn id="29" idx="1"/>
          </p:cNvCxnSpPr>
          <p:nvPr/>
        </p:nvCxnSpPr>
        <p:spPr>
          <a:xfrm>
            <a:off x="2795270" y="1640205"/>
            <a:ext cx="624205" cy="508635"/>
          </a:xfrm>
          <a:prstGeom prst="line">
            <a:avLst/>
          </a:prstGeom>
          <a:ln>
            <a:solidFill>
              <a:srgbClr val="F96015"/>
            </a:solidFill>
          </a:ln>
        </p:spPr>
        <p:style>
          <a:lnRef idx="2">
            <a:schemeClr val="accent1"/>
          </a:lnRef>
          <a:fillRef idx="0">
            <a:srgbClr val="FFFFFF"/>
          </a:fillRef>
          <a:effectRef idx="0">
            <a:srgbClr val="FFFFFF"/>
          </a:effectRef>
          <a:fontRef idx="minor">
            <a:schemeClr val="tx1"/>
          </a:fontRef>
        </p:style>
      </p:cxnSp>
      <p:cxnSp>
        <p:nvCxnSpPr>
          <p:cNvPr id="37" name="直接连接符 36"/>
          <p:cNvCxnSpPr/>
          <p:nvPr/>
        </p:nvCxnSpPr>
        <p:spPr>
          <a:xfrm>
            <a:off x="2771775" y="1127760"/>
            <a:ext cx="647700" cy="507365"/>
          </a:xfrm>
          <a:prstGeom prst="line">
            <a:avLst/>
          </a:prstGeom>
          <a:ln>
            <a:solidFill>
              <a:srgbClr val="F96015"/>
            </a:solidFill>
          </a:ln>
        </p:spPr>
        <p:style>
          <a:lnRef idx="2">
            <a:schemeClr val="accent1"/>
          </a:lnRef>
          <a:fillRef idx="0">
            <a:srgbClr val="FFFFFF"/>
          </a:fillRef>
          <a:effectRef idx="0">
            <a:srgbClr val="FFFFFF"/>
          </a:effectRef>
          <a:fontRef idx="minor">
            <a:schemeClr val="tx1"/>
          </a:fontRef>
        </p:style>
      </p:cxnSp>
      <p:cxnSp>
        <p:nvCxnSpPr>
          <p:cNvPr id="39" name="直接连接符 38"/>
          <p:cNvCxnSpPr>
            <a:stCxn id="30" idx="3"/>
          </p:cNvCxnSpPr>
          <p:nvPr/>
        </p:nvCxnSpPr>
        <p:spPr>
          <a:xfrm flipV="1">
            <a:off x="2794635" y="1131570"/>
            <a:ext cx="624840" cy="1012825"/>
          </a:xfrm>
          <a:prstGeom prst="line">
            <a:avLst/>
          </a:prstGeom>
          <a:ln>
            <a:solidFill>
              <a:srgbClr val="F96015"/>
            </a:solidFill>
          </a:ln>
        </p:spPr>
        <p:style>
          <a:lnRef idx="2">
            <a:schemeClr val="accent1"/>
          </a:lnRef>
          <a:fillRef idx="0">
            <a:srgbClr val="FFFFFF"/>
          </a:fillRef>
          <a:effectRef idx="0">
            <a:srgbClr val="FFFFFF"/>
          </a:effectRef>
          <a:fontRef idx="minor">
            <a:schemeClr val="tx1"/>
          </a:fontRef>
        </p:style>
      </p:cxnSp>
      <p:cxnSp>
        <p:nvCxnSpPr>
          <p:cNvPr id="40" name="直接连接符 39"/>
          <p:cNvCxnSpPr>
            <a:endCxn id="29" idx="1"/>
          </p:cNvCxnSpPr>
          <p:nvPr/>
        </p:nvCxnSpPr>
        <p:spPr>
          <a:xfrm>
            <a:off x="2771775" y="1131570"/>
            <a:ext cx="647700" cy="1017270"/>
          </a:xfrm>
          <a:prstGeom prst="line">
            <a:avLst/>
          </a:prstGeom>
          <a:ln>
            <a:solidFill>
              <a:srgbClr val="F96015"/>
            </a:solidFill>
          </a:ln>
        </p:spPr>
        <p:style>
          <a:lnRef idx="2">
            <a:schemeClr val="accent1"/>
          </a:lnRef>
          <a:fillRef idx="0">
            <a:srgbClr val="FFFFFF"/>
          </a:fillRef>
          <a:effectRef idx="0">
            <a:srgbClr val="FFFFFF"/>
          </a:effectRef>
          <a:fontRef idx="minor">
            <a:schemeClr val="tx1"/>
          </a:fontRef>
        </p:style>
      </p:cxnSp>
      <p:sp>
        <p:nvSpPr>
          <p:cNvPr id="41" name="右大括号 40"/>
          <p:cNvSpPr/>
          <p:nvPr/>
        </p:nvSpPr>
        <p:spPr>
          <a:xfrm>
            <a:off x="5040630" y="918845"/>
            <a:ext cx="219710" cy="1449705"/>
          </a:xfrm>
          <a:prstGeom prst="rightBrace">
            <a:avLst>
              <a:gd name="adj1" fmla="val 8333"/>
              <a:gd name="adj2" fmla="val 46244"/>
            </a:avLst>
          </a:prstGeom>
          <a:ln w="12700" cmpd="sng">
            <a:solidFill>
              <a:srgbClr val="F96015"/>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4" name="直接连接符 3"/>
          <p:cNvCxnSpPr/>
          <p:nvPr/>
        </p:nvCxnSpPr>
        <p:spPr>
          <a:xfrm flipH="1">
            <a:off x="467360" y="2787650"/>
            <a:ext cx="5832475" cy="0"/>
          </a:xfrm>
          <a:prstGeom prst="line">
            <a:avLst/>
          </a:prstGeom>
          <a:ln w="19050" cmpd="sng">
            <a:solidFill>
              <a:srgbClr val="BFBFBF"/>
            </a:solidFill>
            <a:prstDash val="sysDot"/>
          </a:ln>
        </p:spPr>
        <p:style>
          <a:lnRef idx="2">
            <a:schemeClr val="accent1"/>
          </a:lnRef>
          <a:fillRef idx="0">
            <a:srgbClr val="FFFFFF"/>
          </a:fillRef>
          <a:effectRef idx="0">
            <a:srgbClr val="FFFFFF"/>
          </a:effectRef>
          <a:fontRef idx="minor">
            <a:schemeClr val="tx1"/>
          </a:fontRef>
        </p:style>
      </p:cxnSp>
      <p:sp>
        <p:nvSpPr>
          <p:cNvPr id="18" name="右箭头 17"/>
          <p:cNvSpPr/>
          <p:nvPr/>
        </p:nvSpPr>
        <p:spPr>
          <a:xfrm rot="18300000">
            <a:off x="82550" y="2224405"/>
            <a:ext cx="1304925" cy="101600"/>
          </a:xfrm>
          <a:prstGeom prst="rightArrow">
            <a:avLst/>
          </a:prstGeom>
          <a:noFill/>
          <a:ln>
            <a:solidFill>
              <a:srgbClr val="E9540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右大括号 4"/>
          <p:cNvSpPr/>
          <p:nvPr/>
        </p:nvSpPr>
        <p:spPr>
          <a:xfrm rot="10800000">
            <a:off x="1139190" y="915035"/>
            <a:ext cx="219710" cy="1449705"/>
          </a:xfrm>
          <a:prstGeom prst="rightBrace">
            <a:avLst>
              <a:gd name="adj1" fmla="val 8333"/>
              <a:gd name="adj2" fmla="val 46244"/>
            </a:avLst>
          </a:prstGeom>
          <a:ln w="12700" cmpd="sng">
            <a:solidFill>
              <a:srgbClr val="F96015"/>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圆角矩形 5"/>
          <p:cNvSpPr/>
          <p:nvPr/>
        </p:nvSpPr>
        <p:spPr>
          <a:xfrm>
            <a:off x="6515735" y="2139315"/>
            <a:ext cx="285750" cy="144907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组合优化</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sp>
        <p:nvSpPr>
          <p:cNvPr id="7" name="圆角矩形 6"/>
          <p:cNvSpPr/>
          <p:nvPr/>
        </p:nvSpPr>
        <p:spPr>
          <a:xfrm>
            <a:off x="7146290" y="2139315"/>
            <a:ext cx="285750" cy="144907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执行优化</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sp>
        <p:nvSpPr>
          <p:cNvPr id="8" name="右箭头 7"/>
          <p:cNvSpPr/>
          <p:nvPr/>
        </p:nvSpPr>
        <p:spPr>
          <a:xfrm rot="3300000">
            <a:off x="86360" y="3365500"/>
            <a:ext cx="1304925" cy="101600"/>
          </a:xfrm>
          <a:prstGeom prst="rightArrow">
            <a:avLst/>
          </a:prstGeom>
          <a:noFill/>
          <a:ln>
            <a:solidFill>
              <a:srgbClr val="E9540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5296535" y="918845"/>
            <a:ext cx="723900" cy="145097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900" b="1">
                <a:solidFill>
                  <a:srgbClr val="F96015"/>
                </a:solidFill>
                <a:effectLst/>
                <a:latin typeface="方正准圆简体" panose="03000509000000000000" pitchFamily="2" charset="-122"/>
                <a:ea typeface="方正准圆简体" panose="03000509000000000000" pitchFamily="2" charset="-122"/>
              </a:rPr>
              <a:t>“</a:t>
            </a:r>
            <a:r>
              <a:rPr lang="zh-CN" altLang="en-US" sz="900" b="1">
                <a:solidFill>
                  <a:srgbClr val="F96015"/>
                </a:solidFill>
                <a:effectLst/>
                <a:latin typeface="方正准圆简体" panose="03000509000000000000" pitchFamily="2" charset="-122"/>
                <a:ea typeface="方正准圆简体" panose="03000509000000000000" pitchFamily="2" charset="-122"/>
              </a:rPr>
              <a:t>白箱</a:t>
            </a:r>
            <a:r>
              <a:rPr lang="en-US" altLang="zh-CN" sz="900" b="1">
                <a:solidFill>
                  <a:srgbClr val="F96015"/>
                </a:solidFill>
                <a:effectLst/>
                <a:latin typeface="方正准圆简体" panose="03000509000000000000" pitchFamily="2" charset="-122"/>
                <a:ea typeface="方正准圆简体" panose="03000509000000000000" pitchFamily="2" charset="-122"/>
              </a:rPr>
              <a:t>”</a:t>
            </a:r>
            <a:r>
              <a:rPr lang="zh-CN" altLang="en-US" sz="900" b="1">
                <a:solidFill>
                  <a:srgbClr val="F96015"/>
                </a:solidFill>
                <a:effectLst/>
                <a:latin typeface="方正准圆简体" panose="03000509000000000000" pitchFamily="2" charset="-122"/>
                <a:ea typeface="方正准圆简体" panose="03000509000000000000" pitchFamily="2" charset="-122"/>
              </a:rPr>
              <a:t>方法信号汇总</a:t>
            </a:r>
            <a:endParaRPr lang="zh-CN" altLang="en-US" sz="900" b="1">
              <a:solidFill>
                <a:srgbClr val="F96015"/>
              </a:solidFill>
              <a:effectLst/>
              <a:latin typeface="方正准圆简体" panose="03000509000000000000" pitchFamily="2" charset="-122"/>
              <a:ea typeface="方正准圆简体" panose="03000509000000000000" pitchFamily="2" charset="-122"/>
            </a:endParaRPr>
          </a:p>
        </p:txBody>
      </p:sp>
      <p:sp>
        <p:nvSpPr>
          <p:cNvPr id="10" name="右箭头 9"/>
          <p:cNvSpPr/>
          <p:nvPr/>
        </p:nvSpPr>
        <p:spPr>
          <a:xfrm rot="4320000">
            <a:off x="5609590" y="2148840"/>
            <a:ext cx="1304925" cy="101600"/>
          </a:xfrm>
          <a:prstGeom prst="rightArrow">
            <a:avLst/>
          </a:prstGeom>
          <a:noFill/>
          <a:ln>
            <a:solidFill>
              <a:srgbClr val="E9540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圆角矩形 47"/>
          <p:cNvSpPr/>
          <p:nvPr/>
        </p:nvSpPr>
        <p:spPr>
          <a:xfrm>
            <a:off x="683260" y="2499360"/>
            <a:ext cx="2032635" cy="223520"/>
          </a:xfrm>
          <a:prstGeom prst="roundRect">
            <a:avLst/>
          </a:prstGeom>
          <a:solidFill>
            <a:schemeClr val="bg1"/>
          </a:solidFill>
          <a:ln w="12700" cmpd="sng">
            <a:solidFill>
              <a:srgbClr val="BFBFBF"/>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zh-CN" altLang="en-US" sz="800">
                <a:solidFill>
                  <a:srgbClr val="575D67"/>
                </a:solidFill>
                <a:latin typeface="方正准圆简体" panose="03000509000000000000" pitchFamily="2" charset="-122"/>
                <a:ea typeface="方正准圆简体" panose="03000509000000000000" pitchFamily="2" charset="-122"/>
              </a:rPr>
              <a:t>路径</a:t>
            </a:r>
            <a:r>
              <a:rPr lang="en-US" altLang="zh-CN" sz="800">
                <a:solidFill>
                  <a:srgbClr val="575D67"/>
                </a:solidFill>
                <a:latin typeface="方正准圆简体" panose="03000509000000000000" pitchFamily="2" charset="-122"/>
                <a:ea typeface="方正准圆简体" panose="03000509000000000000" pitchFamily="2" charset="-122"/>
              </a:rPr>
              <a:t>1</a:t>
            </a:r>
            <a:r>
              <a:rPr lang="zh-CN" altLang="en-US" sz="800">
                <a:solidFill>
                  <a:srgbClr val="575D67"/>
                </a:solidFill>
                <a:latin typeface="方正准圆简体" panose="03000509000000000000" pitchFamily="2" charset="-122"/>
                <a:ea typeface="方正准圆简体" panose="03000509000000000000" pitchFamily="2" charset="-122"/>
              </a:rPr>
              <a:t>：</a:t>
            </a:r>
            <a:r>
              <a:rPr lang="zh-CN" altLang="en-US" sz="800" b="1">
                <a:solidFill>
                  <a:srgbClr val="575D67"/>
                </a:solidFill>
                <a:latin typeface="方正准圆简体" panose="03000509000000000000" pitchFamily="2" charset="-122"/>
                <a:ea typeface="方正准圆简体" panose="03000509000000000000" pitchFamily="2" charset="-122"/>
              </a:rPr>
              <a:t>多因子</a:t>
            </a:r>
            <a:r>
              <a:rPr lang="zh-CN" altLang="en-US" sz="800">
                <a:solidFill>
                  <a:srgbClr val="575D67"/>
                </a:solidFill>
                <a:latin typeface="方正准圆简体" panose="03000509000000000000" pitchFamily="2" charset="-122"/>
                <a:ea typeface="方正准圆简体" panose="03000509000000000000" pitchFamily="2" charset="-122"/>
              </a:rPr>
              <a:t>范式（偏向</a:t>
            </a:r>
            <a:r>
              <a:rPr lang="en-US" altLang="zh-CN" sz="800">
                <a:solidFill>
                  <a:srgbClr val="575D67"/>
                </a:solidFill>
                <a:latin typeface="方正准圆简体" panose="03000509000000000000" pitchFamily="2" charset="-122"/>
                <a:ea typeface="方正准圆简体" panose="03000509000000000000" pitchFamily="2" charset="-122"/>
              </a:rPr>
              <a:t>“</a:t>
            </a:r>
            <a:r>
              <a:rPr lang="zh-CN" altLang="en-US" sz="800">
                <a:solidFill>
                  <a:srgbClr val="575D67"/>
                </a:solidFill>
                <a:latin typeface="方正准圆简体" panose="03000509000000000000" pitchFamily="2" charset="-122"/>
                <a:ea typeface="方正准圆简体" panose="03000509000000000000" pitchFamily="2" charset="-122"/>
              </a:rPr>
              <a:t>白箱</a:t>
            </a:r>
            <a:r>
              <a:rPr lang="en-US" altLang="zh-CN" sz="800">
                <a:solidFill>
                  <a:srgbClr val="575D67"/>
                </a:solidFill>
                <a:latin typeface="方正准圆简体" panose="03000509000000000000" pitchFamily="2" charset="-122"/>
                <a:ea typeface="方正准圆简体" panose="03000509000000000000" pitchFamily="2" charset="-122"/>
              </a:rPr>
              <a:t>”</a:t>
            </a:r>
            <a:r>
              <a:rPr lang="zh-CN" altLang="en-US" sz="800">
                <a:solidFill>
                  <a:srgbClr val="575D67"/>
                </a:solidFill>
                <a:latin typeface="方正准圆简体" panose="03000509000000000000" pitchFamily="2" charset="-122"/>
                <a:ea typeface="方正准圆简体" panose="03000509000000000000" pitchFamily="2" charset="-122"/>
              </a:rPr>
              <a:t>）</a:t>
            </a:r>
            <a:endParaRPr lang="zh-CN" altLang="en-US" sz="800">
              <a:solidFill>
                <a:srgbClr val="575D67"/>
              </a:solidFill>
              <a:latin typeface="方正准圆简体" panose="03000509000000000000" pitchFamily="2" charset="-122"/>
              <a:ea typeface="方正准圆简体" panose="03000509000000000000" pitchFamily="2" charset="-122"/>
            </a:endParaRPr>
          </a:p>
        </p:txBody>
      </p:sp>
      <p:sp>
        <p:nvSpPr>
          <p:cNvPr id="11" name="圆角矩形 10"/>
          <p:cNvSpPr/>
          <p:nvPr/>
        </p:nvSpPr>
        <p:spPr>
          <a:xfrm>
            <a:off x="1622425" y="3795395"/>
            <a:ext cx="1176020" cy="44132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深度学习编码</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sp>
        <p:nvSpPr>
          <p:cNvPr id="12" name="圆角矩形 11"/>
          <p:cNvSpPr/>
          <p:nvPr/>
        </p:nvSpPr>
        <p:spPr>
          <a:xfrm>
            <a:off x="3418205" y="3342005"/>
            <a:ext cx="1586230" cy="44132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图网络学习聚合</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sp>
        <p:nvSpPr>
          <p:cNvPr id="13" name="圆角矩形 12"/>
          <p:cNvSpPr/>
          <p:nvPr/>
        </p:nvSpPr>
        <p:spPr>
          <a:xfrm>
            <a:off x="683260" y="2865755"/>
            <a:ext cx="2033270" cy="223520"/>
          </a:xfrm>
          <a:prstGeom prst="roundRect">
            <a:avLst/>
          </a:prstGeom>
          <a:solidFill>
            <a:schemeClr val="bg1"/>
          </a:solidFill>
          <a:ln w="12700" cmpd="sng">
            <a:solidFill>
              <a:srgbClr val="BFBFBF"/>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l">
              <a:buFont typeface="Arial" panose="020B0604020202020204" pitchFamily="34" charset="0"/>
              <a:buNone/>
            </a:pPr>
            <a:r>
              <a:rPr lang="zh-CN" altLang="en-US" sz="800">
                <a:solidFill>
                  <a:srgbClr val="575D67"/>
                </a:solidFill>
                <a:latin typeface="方正准圆简体" panose="03000509000000000000" pitchFamily="2" charset="-122"/>
                <a:ea typeface="方正准圆简体" panose="03000509000000000000" pitchFamily="2" charset="-122"/>
              </a:rPr>
              <a:t>路径</a:t>
            </a:r>
            <a:r>
              <a:rPr lang="en-US" altLang="zh-CN" sz="800">
                <a:solidFill>
                  <a:srgbClr val="575D67"/>
                </a:solidFill>
                <a:latin typeface="方正准圆简体" panose="03000509000000000000" pitchFamily="2" charset="-122"/>
                <a:ea typeface="方正准圆简体" panose="03000509000000000000" pitchFamily="2" charset="-122"/>
              </a:rPr>
              <a:t>2</a:t>
            </a:r>
            <a:r>
              <a:rPr lang="zh-CN" altLang="en-US" sz="800">
                <a:solidFill>
                  <a:srgbClr val="575D67"/>
                </a:solidFill>
                <a:latin typeface="方正准圆简体" panose="03000509000000000000" pitchFamily="2" charset="-122"/>
                <a:ea typeface="方正准圆简体" panose="03000509000000000000" pitchFamily="2" charset="-122"/>
              </a:rPr>
              <a:t>：</a:t>
            </a:r>
            <a:r>
              <a:rPr lang="en-US" altLang="zh-CN" sz="800" b="1">
                <a:solidFill>
                  <a:srgbClr val="575D67"/>
                </a:solidFill>
                <a:latin typeface="方正准圆简体" panose="03000509000000000000" pitchFamily="2" charset="-122"/>
                <a:ea typeface="方正准圆简体" panose="03000509000000000000" pitchFamily="2" charset="-122"/>
              </a:rPr>
              <a:t>“</a:t>
            </a:r>
            <a:r>
              <a:rPr lang="zh-CN" altLang="en-US" sz="800" b="1">
                <a:solidFill>
                  <a:srgbClr val="575D67"/>
                </a:solidFill>
                <a:latin typeface="方正准圆简体" panose="03000509000000000000" pitchFamily="2" charset="-122"/>
                <a:ea typeface="方正准圆简体" panose="03000509000000000000" pitchFamily="2" charset="-122"/>
              </a:rPr>
              <a:t>端到端</a:t>
            </a:r>
            <a:r>
              <a:rPr lang="en-US" altLang="zh-CN" sz="800" b="1">
                <a:solidFill>
                  <a:srgbClr val="575D67"/>
                </a:solidFill>
                <a:latin typeface="方正准圆简体" panose="03000509000000000000" pitchFamily="2" charset="-122"/>
                <a:ea typeface="方正准圆简体" panose="03000509000000000000" pitchFamily="2" charset="-122"/>
              </a:rPr>
              <a:t>”</a:t>
            </a:r>
            <a:r>
              <a:rPr lang="zh-CN" altLang="en-US" sz="800">
                <a:solidFill>
                  <a:srgbClr val="575D67"/>
                </a:solidFill>
                <a:latin typeface="方正准圆简体" panose="03000509000000000000" pitchFamily="2" charset="-122"/>
                <a:ea typeface="方正准圆简体" panose="03000509000000000000" pitchFamily="2" charset="-122"/>
              </a:rPr>
              <a:t>范式（偏向</a:t>
            </a:r>
            <a:r>
              <a:rPr lang="en-US" altLang="zh-CN" sz="800">
                <a:solidFill>
                  <a:srgbClr val="575D67"/>
                </a:solidFill>
                <a:latin typeface="方正准圆简体" panose="03000509000000000000" pitchFamily="2" charset="-122"/>
                <a:ea typeface="方正准圆简体" panose="03000509000000000000" pitchFamily="2" charset="-122"/>
              </a:rPr>
              <a:t>“</a:t>
            </a:r>
            <a:r>
              <a:rPr lang="zh-CN" altLang="en-US" sz="800">
                <a:solidFill>
                  <a:srgbClr val="575D67"/>
                </a:solidFill>
                <a:latin typeface="方正准圆简体" panose="03000509000000000000" pitchFamily="2" charset="-122"/>
                <a:ea typeface="方正准圆简体" panose="03000509000000000000" pitchFamily="2" charset="-122"/>
              </a:rPr>
              <a:t>黑箱</a:t>
            </a:r>
            <a:r>
              <a:rPr lang="en-US" altLang="zh-CN" sz="800">
                <a:solidFill>
                  <a:srgbClr val="575D67"/>
                </a:solidFill>
                <a:latin typeface="方正准圆简体" panose="03000509000000000000" pitchFamily="2" charset="-122"/>
                <a:ea typeface="方正准圆简体" panose="03000509000000000000" pitchFamily="2" charset="-122"/>
              </a:rPr>
              <a:t>”</a:t>
            </a:r>
            <a:r>
              <a:rPr lang="zh-CN" altLang="en-US" sz="800">
                <a:solidFill>
                  <a:srgbClr val="575D67"/>
                </a:solidFill>
                <a:latin typeface="方正准圆简体" panose="03000509000000000000" pitchFamily="2" charset="-122"/>
                <a:ea typeface="方正准圆简体" panose="03000509000000000000" pitchFamily="2" charset="-122"/>
              </a:rPr>
              <a:t>）</a:t>
            </a:r>
            <a:endParaRPr lang="zh-CN" altLang="en-US" sz="800">
              <a:solidFill>
                <a:srgbClr val="575D67"/>
              </a:solidFill>
              <a:latin typeface="方正准圆简体" panose="03000509000000000000" pitchFamily="2" charset="-122"/>
              <a:ea typeface="方正准圆简体" panose="03000509000000000000" pitchFamily="2" charset="-122"/>
            </a:endParaRPr>
          </a:p>
        </p:txBody>
      </p:sp>
      <p:sp>
        <p:nvSpPr>
          <p:cNvPr id="14" name="圆角矩形 13"/>
          <p:cNvSpPr/>
          <p:nvPr/>
        </p:nvSpPr>
        <p:spPr>
          <a:xfrm>
            <a:off x="3418205" y="4227830"/>
            <a:ext cx="1586230" cy="441325"/>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深度生成网络聚合</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cxnSp>
        <p:nvCxnSpPr>
          <p:cNvPr id="15" name="直接连接符 14"/>
          <p:cNvCxnSpPr>
            <a:endCxn id="12" idx="1"/>
          </p:cNvCxnSpPr>
          <p:nvPr/>
        </p:nvCxnSpPr>
        <p:spPr>
          <a:xfrm flipV="1">
            <a:off x="2798445" y="3562985"/>
            <a:ext cx="619760" cy="448945"/>
          </a:xfrm>
          <a:prstGeom prst="line">
            <a:avLst/>
          </a:prstGeom>
          <a:ln>
            <a:solidFill>
              <a:srgbClr val="F96015"/>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a:stCxn id="11" idx="3"/>
            <a:endCxn id="14" idx="1"/>
          </p:cNvCxnSpPr>
          <p:nvPr/>
        </p:nvCxnSpPr>
        <p:spPr>
          <a:xfrm>
            <a:off x="2798445" y="4016375"/>
            <a:ext cx="619760" cy="432435"/>
          </a:xfrm>
          <a:prstGeom prst="line">
            <a:avLst/>
          </a:prstGeom>
          <a:ln>
            <a:solidFill>
              <a:srgbClr val="F96015"/>
            </a:solidFill>
          </a:ln>
        </p:spPr>
        <p:style>
          <a:lnRef idx="2">
            <a:schemeClr val="accent1"/>
          </a:lnRef>
          <a:fillRef idx="0">
            <a:srgbClr val="FFFFFF"/>
          </a:fillRef>
          <a:effectRef idx="0">
            <a:srgbClr val="FFFFFF"/>
          </a:effectRef>
          <a:fontRef idx="minor">
            <a:schemeClr val="tx1"/>
          </a:fontRef>
        </p:style>
      </p:cxnSp>
      <p:sp>
        <p:nvSpPr>
          <p:cNvPr id="17" name="右大括号 16"/>
          <p:cNvSpPr/>
          <p:nvPr/>
        </p:nvSpPr>
        <p:spPr>
          <a:xfrm rot="10800000">
            <a:off x="1187450" y="3783330"/>
            <a:ext cx="219710" cy="452755"/>
          </a:xfrm>
          <a:prstGeom prst="rightBrace">
            <a:avLst>
              <a:gd name="adj1" fmla="val 8333"/>
              <a:gd name="adj2" fmla="val 46244"/>
            </a:avLst>
          </a:prstGeom>
          <a:ln w="12700" cmpd="sng">
            <a:solidFill>
              <a:srgbClr val="F96015"/>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9" name="右大括号 18"/>
          <p:cNvSpPr/>
          <p:nvPr/>
        </p:nvSpPr>
        <p:spPr>
          <a:xfrm>
            <a:off x="5040630" y="3284855"/>
            <a:ext cx="219710" cy="1449705"/>
          </a:xfrm>
          <a:prstGeom prst="rightBrace">
            <a:avLst>
              <a:gd name="adj1" fmla="val 8333"/>
              <a:gd name="adj2" fmla="val 46244"/>
            </a:avLst>
          </a:prstGeom>
          <a:ln w="12700" cmpd="sng">
            <a:solidFill>
              <a:srgbClr val="F96015"/>
            </a:solidFill>
            <a:prstDash val="sys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右箭头 19"/>
          <p:cNvSpPr/>
          <p:nvPr/>
        </p:nvSpPr>
        <p:spPr>
          <a:xfrm rot="17340000">
            <a:off x="5620385" y="3514725"/>
            <a:ext cx="1304925" cy="101600"/>
          </a:xfrm>
          <a:prstGeom prst="rightArrow">
            <a:avLst/>
          </a:prstGeom>
          <a:noFill/>
          <a:ln>
            <a:solidFill>
              <a:srgbClr val="E9540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圆角矩形 21"/>
          <p:cNvSpPr/>
          <p:nvPr/>
        </p:nvSpPr>
        <p:spPr>
          <a:xfrm>
            <a:off x="5296535" y="3284855"/>
            <a:ext cx="723265" cy="144907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900" b="1">
                <a:solidFill>
                  <a:srgbClr val="F96015"/>
                </a:solidFill>
                <a:effectLst/>
                <a:latin typeface="方正准圆简体" panose="03000509000000000000" pitchFamily="2" charset="-122"/>
                <a:ea typeface="方正准圆简体" panose="03000509000000000000" pitchFamily="2" charset="-122"/>
              </a:rPr>
              <a:t>“</a:t>
            </a:r>
            <a:r>
              <a:rPr lang="zh-CN" altLang="en-US" sz="900" b="1">
                <a:solidFill>
                  <a:srgbClr val="F96015"/>
                </a:solidFill>
                <a:effectLst/>
                <a:latin typeface="方正准圆简体" panose="03000509000000000000" pitchFamily="2" charset="-122"/>
                <a:ea typeface="方正准圆简体" panose="03000509000000000000" pitchFamily="2" charset="-122"/>
              </a:rPr>
              <a:t>黑箱</a:t>
            </a:r>
            <a:r>
              <a:rPr lang="en-US" altLang="zh-CN" sz="900" b="1">
                <a:solidFill>
                  <a:srgbClr val="F96015"/>
                </a:solidFill>
                <a:effectLst/>
                <a:latin typeface="方正准圆简体" panose="03000509000000000000" pitchFamily="2" charset="-122"/>
                <a:ea typeface="方正准圆简体" panose="03000509000000000000" pitchFamily="2" charset="-122"/>
              </a:rPr>
              <a:t>”</a:t>
            </a:r>
            <a:r>
              <a:rPr lang="zh-CN" altLang="en-US" sz="900" b="1">
                <a:solidFill>
                  <a:srgbClr val="F96015"/>
                </a:solidFill>
                <a:effectLst/>
                <a:latin typeface="方正准圆简体" panose="03000509000000000000" pitchFamily="2" charset="-122"/>
                <a:ea typeface="方正准圆简体" panose="03000509000000000000" pitchFamily="2" charset="-122"/>
              </a:rPr>
              <a:t>方法输出信号</a:t>
            </a:r>
            <a:endParaRPr lang="zh-CN" altLang="en-US" sz="900" b="1">
              <a:solidFill>
                <a:srgbClr val="F96015"/>
              </a:solidFill>
              <a:effectLst/>
              <a:latin typeface="方正准圆简体" panose="03000509000000000000" pitchFamily="2" charset="-122"/>
              <a:ea typeface="方正准圆简体" panose="03000509000000000000" pitchFamily="2" charset="-122"/>
            </a:endParaRPr>
          </a:p>
        </p:txBody>
      </p:sp>
      <p:sp>
        <p:nvSpPr>
          <p:cNvPr id="23" name="圆角矩形 22"/>
          <p:cNvSpPr/>
          <p:nvPr/>
        </p:nvSpPr>
        <p:spPr>
          <a:xfrm>
            <a:off x="7776845" y="2148840"/>
            <a:ext cx="285750" cy="144907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投后监控</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cxnSp>
        <p:nvCxnSpPr>
          <p:cNvPr id="24" name="直接箭头连接符 23"/>
          <p:cNvCxnSpPr/>
          <p:nvPr/>
        </p:nvCxnSpPr>
        <p:spPr>
          <a:xfrm flipV="1">
            <a:off x="6801485" y="2859405"/>
            <a:ext cx="290830" cy="6350"/>
          </a:xfrm>
          <a:prstGeom prst="straightConnector1">
            <a:avLst/>
          </a:prstGeom>
          <a:ln>
            <a:solidFill>
              <a:srgbClr val="E95406"/>
            </a:solidFill>
            <a:tailEnd type="arrow"/>
          </a:ln>
        </p:spPr>
        <p:style>
          <a:lnRef idx="2">
            <a:schemeClr val="accent1"/>
          </a:lnRef>
          <a:fillRef idx="0">
            <a:srgbClr val="FFFFFF"/>
          </a:fillRef>
          <a:effectRef idx="0">
            <a:srgbClr val="FFFFFF"/>
          </a:effectRef>
          <a:fontRef idx="minor">
            <a:schemeClr val="tx1"/>
          </a:fontRef>
        </p:style>
      </p:cxnSp>
      <p:cxnSp>
        <p:nvCxnSpPr>
          <p:cNvPr id="31" name="直接箭头连接符 30"/>
          <p:cNvCxnSpPr/>
          <p:nvPr/>
        </p:nvCxnSpPr>
        <p:spPr>
          <a:xfrm flipV="1">
            <a:off x="7432040" y="2859405"/>
            <a:ext cx="290830" cy="6350"/>
          </a:xfrm>
          <a:prstGeom prst="straightConnector1">
            <a:avLst/>
          </a:prstGeom>
          <a:ln>
            <a:solidFill>
              <a:srgbClr val="E95406"/>
            </a:solidFill>
            <a:tailEnd type="arrow"/>
          </a:ln>
        </p:spPr>
        <p:style>
          <a:lnRef idx="2">
            <a:schemeClr val="accent1"/>
          </a:lnRef>
          <a:fillRef idx="0">
            <a:srgbClr val="FFFFFF"/>
          </a:fillRef>
          <a:effectRef idx="0">
            <a:srgbClr val="FFFFFF"/>
          </a:effectRef>
          <a:fontRef idx="minor">
            <a:schemeClr val="tx1"/>
          </a:fontRef>
        </p:style>
      </p:cxnSp>
      <p:sp>
        <p:nvSpPr>
          <p:cNvPr id="38" name="圆角矩形 37"/>
          <p:cNvSpPr/>
          <p:nvPr/>
        </p:nvSpPr>
        <p:spPr>
          <a:xfrm>
            <a:off x="8388350" y="2148840"/>
            <a:ext cx="285750" cy="1449070"/>
          </a:xfrm>
          <a:prstGeom prst="roundRect">
            <a:avLst/>
          </a:prstGeom>
          <a:solidFill>
            <a:schemeClr val="bg1"/>
          </a:solid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rgbClr val="F96015"/>
                </a:solidFill>
                <a:effectLst/>
                <a:latin typeface="方正准圆简体" panose="03000509000000000000" pitchFamily="2" charset="-122"/>
                <a:ea typeface="方正准圆简体" panose="03000509000000000000" pitchFamily="2" charset="-122"/>
              </a:rPr>
              <a:t>纪律换仓</a:t>
            </a:r>
            <a:endParaRPr lang="zh-CN" altLang="en-US" sz="1200" b="1">
              <a:solidFill>
                <a:srgbClr val="F96015"/>
              </a:solidFill>
              <a:effectLst/>
              <a:latin typeface="方正准圆简体" panose="03000509000000000000" pitchFamily="2" charset="-122"/>
              <a:ea typeface="方正准圆简体" panose="03000509000000000000" pitchFamily="2" charset="-122"/>
            </a:endParaRPr>
          </a:p>
        </p:txBody>
      </p:sp>
      <p:cxnSp>
        <p:nvCxnSpPr>
          <p:cNvPr id="42" name="直接箭头连接符 41"/>
          <p:cNvCxnSpPr/>
          <p:nvPr/>
        </p:nvCxnSpPr>
        <p:spPr>
          <a:xfrm flipV="1">
            <a:off x="8062595" y="2865755"/>
            <a:ext cx="290830" cy="6350"/>
          </a:xfrm>
          <a:prstGeom prst="straightConnector1">
            <a:avLst/>
          </a:prstGeom>
          <a:ln>
            <a:solidFill>
              <a:srgbClr val="E95406"/>
            </a:solidFill>
            <a:tailEnd type="arrow"/>
          </a:ln>
        </p:spPr>
        <p:style>
          <a:lnRef idx="2">
            <a:schemeClr val="accent1"/>
          </a:lnRef>
          <a:fillRef idx="0">
            <a:srgbClr val="FFFFFF"/>
          </a:fillRef>
          <a:effectRef idx="0">
            <a:srgbClr val="FFFFFF"/>
          </a:effectRef>
          <a:fontRef idx="minor">
            <a:schemeClr val="tx1"/>
          </a:fontRef>
        </p:style>
      </p:cxnSp>
      <p:sp>
        <p:nvSpPr>
          <p:cNvPr id="43" name="右弧形箭头 42"/>
          <p:cNvSpPr/>
          <p:nvPr/>
        </p:nvSpPr>
        <p:spPr>
          <a:xfrm rot="5400000">
            <a:off x="3764280" y="-24130"/>
            <a:ext cx="1145540" cy="8675370"/>
          </a:xfrm>
          <a:prstGeom prst="curvedLeftArrow">
            <a:avLst/>
          </a:prstGeom>
          <a:no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45" name="下弧形箭头 44"/>
          <p:cNvSpPr/>
          <p:nvPr/>
        </p:nvSpPr>
        <p:spPr>
          <a:xfrm rot="5400000">
            <a:off x="1200150" y="1297940"/>
            <a:ext cx="572770" cy="255905"/>
          </a:xfrm>
          <a:prstGeom prst="curvedUpArrow">
            <a:avLst/>
          </a:prstGeom>
          <a:noFill/>
          <a:ln>
            <a:solidFill>
              <a:srgbClr val="F9601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46" name="圆角矩形 45"/>
          <p:cNvSpPr/>
          <p:nvPr/>
        </p:nvSpPr>
        <p:spPr>
          <a:xfrm>
            <a:off x="6221730" y="915035"/>
            <a:ext cx="2869565" cy="868680"/>
          </a:xfrm>
          <a:prstGeom prst="roundRect">
            <a:avLst/>
          </a:prstGeom>
          <a:solidFill>
            <a:srgbClr val="575D67"/>
          </a:solidFill>
          <a:ln w="12700" cmpd="sng">
            <a:solidFill>
              <a:srgbClr val="575D67"/>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marL="171450" indent="-171450" algn="l">
              <a:buFont typeface="Arial" panose="020B0604020202020204" pitchFamily="34" charset="0"/>
              <a:buChar char="•"/>
            </a:pPr>
            <a:r>
              <a:rPr lang="zh-CN" altLang="en-US" sz="900">
                <a:solidFill>
                  <a:schemeClr val="bg1"/>
                </a:solidFill>
                <a:effectLst/>
                <a:latin typeface="方正准圆简体" panose="03000509000000000000" pitchFamily="2" charset="-122"/>
                <a:ea typeface="方正准圆简体" panose="03000509000000000000" pitchFamily="2" charset="-122"/>
              </a:rPr>
              <a:t>技术上我们同时掌握</a:t>
            </a:r>
            <a:r>
              <a:rPr lang="en-US" altLang="zh-CN" sz="900">
                <a:solidFill>
                  <a:schemeClr val="bg1"/>
                </a:solidFill>
                <a:effectLst/>
                <a:latin typeface="方正准圆简体" panose="03000509000000000000" pitchFamily="2" charset="-122"/>
                <a:ea typeface="方正准圆简体" panose="03000509000000000000" pitchFamily="2" charset="-122"/>
              </a:rPr>
              <a:t>“</a:t>
            </a:r>
            <a:r>
              <a:rPr lang="zh-CN" altLang="en-US" sz="900">
                <a:solidFill>
                  <a:schemeClr val="bg1"/>
                </a:solidFill>
                <a:effectLst/>
                <a:latin typeface="方正准圆简体" panose="03000509000000000000" pitchFamily="2" charset="-122"/>
                <a:ea typeface="方正准圆简体" panose="03000509000000000000" pitchFamily="2" charset="-122"/>
              </a:rPr>
              <a:t>白箱</a:t>
            </a:r>
            <a:r>
              <a:rPr lang="en-US" altLang="zh-CN" sz="900">
                <a:solidFill>
                  <a:schemeClr val="bg1"/>
                </a:solidFill>
                <a:effectLst/>
                <a:latin typeface="方正准圆简体" panose="03000509000000000000" pitchFamily="2" charset="-122"/>
                <a:ea typeface="方正准圆简体" panose="03000509000000000000" pitchFamily="2" charset="-122"/>
              </a:rPr>
              <a:t>”</a:t>
            </a:r>
            <a:r>
              <a:rPr lang="zh-CN" altLang="en-US" sz="900">
                <a:solidFill>
                  <a:schemeClr val="bg1"/>
                </a:solidFill>
                <a:effectLst/>
                <a:latin typeface="方正准圆简体" panose="03000509000000000000" pitchFamily="2" charset="-122"/>
                <a:ea typeface="方正准圆简体" panose="03000509000000000000" pitchFamily="2" charset="-122"/>
              </a:rPr>
              <a:t>和</a:t>
            </a:r>
            <a:r>
              <a:rPr lang="en-US" altLang="zh-CN" sz="900">
                <a:solidFill>
                  <a:schemeClr val="bg1"/>
                </a:solidFill>
                <a:effectLst/>
                <a:latin typeface="方正准圆简体" panose="03000509000000000000" pitchFamily="2" charset="-122"/>
                <a:ea typeface="方正准圆简体" panose="03000509000000000000" pitchFamily="2" charset="-122"/>
              </a:rPr>
              <a:t>“</a:t>
            </a:r>
            <a:r>
              <a:rPr lang="zh-CN" altLang="en-US" sz="900">
                <a:solidFill>
                  <a:schemeClr val="bg1"/>
                </a:solidFill>
                <a:effectLst/>
                <a:latin typeface="方正准圆简体" panose="03000509000000000000" pitchFamily="2" charset="-122"/>
                <a:ea typeface="方正准圆简体" panose="03000509000000000000" pitchFamily="2" charset="-122"/>
              </a:rPr>
              <a:t>黑箱</a:t>
            </a:r>
            <a:r>
              <a:rPr lang="en-US" altLang="zh-CN" sz="900">
                <a:solidFill>
                  <a:schemeClr val="bg1"/>
                </a:solidFill>
                <a:effectLst/>
                <a:latin typeface="方正准圆简体" panose="03000509000000000000" pitchFamily="2" charset="-122"/>
                <a:ea typeface="方正准圆简体" panose="03000509000000000000" pitchFamily="2" charset="-122"/>
              </a:rPr>
              <a:t>”</a:t>
            </a:r>
            <a:r>
              <a:rPr lang="zh-CN" altLang="en-US" sz="900">
                <a:solidFill>
                  <a:schemeClr val="bg1"/>
                </a:solidFill>
                <a:effectLst/>
                <a:latin typeface="方正准圆简体" panose="03000509000000000000" pitchFamily="2" charset="-122"/>
                <a:ea typeface="方正准圆简体" panose="03000509000000000000" pitchFamily="2" charset="-122"/>
              </a:rPr>
              <a:t>两种业界主流的范式。</a:t>
            </a:r>
            <a:endParaRPr lang="zh-CN" altLang="en-US" sz="900">
              <a:solidFill>
                <a:schemeClr val="bg1"/>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endParaRPr lang="zh-CN" altLang="en-US" sz="900">
              <a:solidFill>
                <a:schemeClr val="bg1"/>
              </a:solidFill>
              <a:effectLst/>
              <a:latin typeface="方正准圆简体" panose="03000509000000000000" pitchFamily="2" charset="-122"/>
              <a:ea typeface="方正准圆简体" panose="03000509000000000000" pitchFamily="2" charset="-122"/>
            </a:endParaRPr>
          </a:p>
          <a:p>
            <a:pPr marL="171450" indent="-171450" algn="l">
              <a:buFont typeface="Arial" panose="020B0604020202020204" pitchFamily="34" charset="0"/>
              <a:buChar char="•"/>
            </a:pPr>
            <a:r>
              <a:rPr lang="zh-CN" altLang="en-US" sz="1200">
                <a:solidFill>
                  <a:schemeClr val="bg1"/>
                </a:solidFill>
                <a:effectLst/>
                <a:latin typeface="方正准圆简体" panose="03000509000000000000" pitchFamily="2" charset="-122"/>
                <a:ea typeface="方正准圆简体" panose="03000509000000000000" pitchFamily="2" charset="-122"/>
              </a:rPr>
              <a:t>理念上我们主动偏向</a:t>
            </a:r>
            <a:r>
              <a:rPr lang="en-US" altLang="zh-CN" sz="1200" b="1" u="sng">
                <a:solidFill>
                  <a:schemeClr val="bg1"/>
                </a:solidFill>
                <a:effectLst/>
                <a:latin typeface="方正准圆简体" panose="03000509000000000000" pitchFamily="2" charset="-122"/>
                <a:ea typeface="方正准圆简体" panose="03000509000000000000" pitchFamily="2" charset="-122"/>
              </a:rPr>
              <a:t>“</a:t>
            </a:r>
            <a:r>
              <a:rPr lang="zh-CN" altLang="en-US" sz="1200" b="1" u="sng">
                <a:solidFill>
                  <a:schemeClr val="bg1"/>
                </a:solidFill>
                <a:effectLst/>
                <a:latin typeface="方正准圆简体" panose="03000509000000000000" pitchFamily="2" charset="-122"/>
                <a:ea typeface="方正准圆简体" panose="03000509000000000000" pitchFamily="2" charset="-122"/>
              </a:rPr>
              <a:t>白箱</a:t>
            </a:r>
            <a:r>
              <a:rPr lang="en-US" altLang="zh-CN" sz="1200" b="1" u="sng">
                <a:solidFill>
                  <a:schemeClr val="bg1"/>
                </a:solidFill>
                <a:effectLst/>
                <a:latin typeface="方正准圆简体" panose="03000509000000000000" pitchFamily="2" charset="-122"/>
                <a:ea typeface="方正准圆简体" panose="03000509000000000000" pitchFamily="2" charset="-122"/>
              </a:rPr>
              <a:t>”</a:t>
            </a:r>
            <a:r>
              <a:rPr lang="zh-CN" altLang="en-US" sz="1200" b="1" u="sng">
                <a:solidFill>
                  <a:schemeClr val="bg1"/>
                </a:solidFill>
                <a:effectLst/>
                <a:latin typeface="方正准圆简体" panose="03000509000000000000" pitchFamily="2" charset="-122"/>
                <a:ea typeface="方正准圆简体" panose="03000509000000000000" pitchFamily="2" charset="-122"/>
              </a:rPr>
              <a:t>范式</a:t>
            </a:r>
            <a:r>
              <a:rPr lang="zh-CN" altLang="en-US" sz="1200">
                <a:solidFill>
                  <a:schemeClr val="bg1"/>
                </a:solidFill>
                <a:effectLst/>
                <a:latin typeface="方正准圆简体" panose="03000509000000000000" pitchFamily="2" charset="-122"/>
                <a:ea typeface="方正准圆简体" panose="03000509000000000000" pitchFamily="2" charset="-122"/>
              </a:rPr>
              <a:t>。</a:t>
            </a:r>
            <a:endParaRPr lang="zh-CN" altLang="en-US" sz="1200">
              <a:solidFill>
                <a:schemeClr val="bg1"/>
              </a:solidFill>
              <a:effectLst/>
              <a:latin typeface="方正准圆简体" panose="03000509000000000000" pitchFamily="2" charset="-122"/>
              <a:ea typeface="方正准圆简体" panose="03000509000000000000" pitchFamily="2"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2924" y="39326"/>
            <a:ext cx="7919741"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4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基线模型测试：</a:t>
            </a:r>
            <a:endParaRPr kumimoji="0" lang="zh-CN" sz="2400" b="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sz="80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相对中证</a:t>
            </a:r>
            <a:r>
              <a:rPr kumimoji="0" lang="en-US" altLang="zh-CN" sz="80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A500</a:t>
            </a:r>
            <a:r>
              <a:rPr kumimoji="0" lang="zh-CN" altLang="en-US" sz="80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指数</a:t>
            </a:r>
            <a:r>
              <a:rPr kumimoji="0" lang="zh-CN" sz="80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超额排位处于同业产品前</a:t>
            </a:r>
            <a:r>
              <a:rPr kumimoji="0" lang="en-US" altLang="zh-CN" sz="80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 1/3</a:t>
            </a:r>
            <a:r>
              <a:rPr kumimoji="0" lang="zh-CN" altLang="en-US" sz="60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（区间：</a:t>
            </a:r>
            <a:r>
              <a:rPr kumimoji="0" lang="en-US" altLang="zh-CN" sz="60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2025.07 ~ 2026.01</a:t>
            </a:r>
            <a:r>
              <a:rPr kumimoji="0" lang="zh-CN" altLang="en-US" sz="60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，只考虑建仓期满</a:t>
            </a:r>
            <a:r>
              <a:rPr kumimoji="0" lang="en-US" altLang="zh-CN" sz="60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3</a:t>
            </a:r>
            <a:r>
              <a:rPr kumimoji="0" lang="zh-CN" altLang="en-US" sz="60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rPr>
              <a:t>个月的产品）</a:t>
            </a:r>
            <a:endParaRPr kumimoji="0" lang="zh-CN" altLang="en-US" sz="600" i="0" u="none" strike="noStrike" kern="1200" cap="none" spc="0" normalizeH="0" baseline="0" noProof="0" dirty="0">
              <a:ln>
                <a:noFill/>
              </a:ln>
              <a:solidFill>
                <a:prstClr val="white"/>
              </a:solidFill>
              <a:effectLst/>
              <a:uLnTx/>
              <a:uFillTx/>
              <a:latin typeface="方正粗圆简体" panose="03000509000000000000" pitchFamily="65" charset="-122"/>
              <a:ea typeface="方正粗圆简体" panose="03000509000000000000" pitchFamily="65" charset="-122"/>
              <a:cs typeface="+mn-cs"/>
            </a:endParaRPr>
          </a:p>
        </p:txBody>
      </p:sp>
      <p:pic>
        <p:nvPicPr>
          <p:cNvPr id="33" name="图片 32" descr="Period_015_TOTAL_S01_G04_zzA500_0.01_0.85_0.005_0.003_0.2"/>
          <p:cNvPicPr>
            <a:picLocks noChangeAspect="1"/>
          </p:cNvPicPr>
          <p:nvPr/>
        </p:nvPicPr>
        <p:blipFill>
          <a:blip r:embed="rId1"/>
          <a:stretch>
            <a:fillRect/>
          </a:stretch>
        </p:blipFill>
        <p:spPr>
          <a:xfrm>
            <a:off x="35560" y="934720"/>
            <a:ext cx="6320790" cy="3557905"/>
          </a:xfrm>
          <a:prstGeom prst="rect">
            <a:avLst/>
          </a:prstGeom>
        </p:spPr>
      </p:pic>
      <p:graphicFrame>
        <p:nvGraphicFramePr>
          <p:cNvPr id="47" name="表格 46"/>
          <p:cNvGraphicFramePr/>
          <p:nvPr>
            <p:custDataLst>
              <p:tags r:id="rId2"/>
            </p:custDataLst>
          </p:nvPr>
        </p:nvGraphicFramePr>
        <p:xfrm>
          <a:off x="6447155" y="1059180"/>
          <a:ext cx="2594610" cy="3312795"/>
        </p:xfrm>
        <a:graphic>
          <a:graphicData uri="http://schemas.openxmlformats.org/drawingml/2006/table">
            <a:tbl>
              <a:tblPr/>
              <a:tblGrid>
                <a:gridCol w="1016000"/>
                <a:gridCol w="1578610"/>
              </a:tblGrid>
              <a:tr h="159385">
                <a:tc>
                  <a:txBody>
                    <a:bodyPr/>
                    <a:p>
                      <a:pPr algn="ctr" fontAlgn="ctr"/>
                      <a:r>
                        <a:rPr lang="zh-CN" altLang="en-US" sz="800" b="0" i="0">
                          <a:solidFill>
                            <a:srgbClr val="575D67"/>
                          </a:solidFill>
                          <a:latin typeface="方正准圆简体" panose="03000509000000000000" pitchFamily="2" charset="-122"/>
                          <a:ea typeface="方正准圆简体" panose="03000509000000000000" pitchFamily="2" charset="-122"/>
                        </a:rPr>
                        <a:t>回测区间</a:t>
                      </a:r>
                      <a:endParaRPr lang="zh-CN" alt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0" i="0">
                          <a:solidFill>
                            <a:srgbClr val="575D67"/>
                          </a:solidFill>
                          <a:latin typeface="方正准圆简体" panose="03000509000000000000" pitchFamily="2" charset="-122"/>
                          <a:ea typeface="方正准圆简体" panose="03000509000000000000" pitchFamily="2" charset="-122"/>
                        </a:rPr>
                        <a:t>2018.01 ~ 2026.01</a:t>
                      </a:r>
                      <a:endParaRPr lang="en-US" altLang="zh-CN"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8115">
                <a:tc>
                  <a:txBody>
                    <a:bodyPr/>
                    <a:p>
                      <a:pPr algn="ctr" fontAlgn="ctr"/>
                      <a:r>
                        <a:rPr lang="zh-CN" altLang="en-US" sz="800" b="0" i="0">
                          <a:solidFill>
                            <a:srgbClr val="575D67"/>
                          </a:solidFill>
                          <a:latin typeface="方正准圆简体" panose="03000509000000000000" pitchFamily="2" charset="-122"/>
                          <a:ea typeface="方正准圆简体" panose="03000509000000000000" pitchFamily="2" charset="-122"/>
                        </a:rPr>
                        <a:t>交易成本设定</a:t>
                      </a:r>
                      <a:endParaRPr lang="zh-CN" alt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双边共计</a:t>
                      </a:r>
                      <a:r>
                        <a:rPr lang="en-US" altLang="zh-CN"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0.3%</a:t>
                      </a:r>
                      <a:endParaRPr lang="en-US" altLang="zh-CN"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2420">
                <a:tc>
                  <a:txBody>
                    <a:bodyPr/>
                    <a:p>
                      <a:pPr algn="ctr" fontAlgn="ctr"/>
                      <a:r>
                        <a:rPr lang="zh-CN" altLang="en-US" sz="800" b="0" i="0">
                          <a:solidFill>
                            <a:srgbClr val="575D67"/>
                          </a:solidFill>
                          <a:latin typeface="方正准圆简体" panose="03000509000000000000" pitchFamily="2" charset="-122"/>
                          <a:ea typeface="方正准圆简体" panose="03000509000000000000" pitchFamily="2" charset="-122"/>
                        </a:rPr>
                        <a:t>风格偏离设定</a:t>
                      </a:r>
                      <a:endParaRPr lang="zh-CN" alt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800" b="0" i="0">
                          <a:solidFill>
                            <a:srgbClr val="575D67"/>
                          </a:solidFill>
                          <a:latin typeface="方正准圆简体" panose="03000509000000000000" pitchFamily="2" charset="-122"/>
                          <a:ea typeface="方正准圆简体" panose="03000509000000000000" pitchFamily="2" charset="-122"/>
                        </a:rPr>
                        <a:t>±</a:t>
                      </a:r>
                      <a:r>
                        <a:rPr lang="en-US" altLang="zh-CN" sz="800" b="0" i="0">
                          <a:solidFill>
                            <a:srgbClr val="575D67"/>
                          </a:solidFill>
                          <a:latin typeface="方正准圆简体" panose="03000509000000000000" pitchFamily="2" charset="-122"/>
                          <a:ea typeface="方正准圆简体" panose="03000509000000000000" pitchFamily="2" charset="-122"/>
                        </a:rPr>
                        <a:t>1%</a:t>
                      </a:r>
                      <a:r>
                        <a:rPr lang="zh-CN" altLang="en-US" sz="800" b="0" i="0">
                          <a:solidFill>
                            <a:srgbClr val="575D67"/>
                          </a:solidFill>
                          <a:latin typeface="方正准圆简体" panose="03000509000000000000" pitchFamily="2" charset="-122"/>
                          <a:ea typeface="方正准圆简体" panose="03000509000000000000" pitchFamily="2" charset="-122"/>
                        </a:rPr>
                        <a:t>标准差</a:t>
                      </a:r>
                      <a:endParaRPr lang="zh-CN" alt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1150">
                <a:tc>
                  <a:txBody>
                    <a:bodyPr/>
                    <a:p>
                      <a:pPr algn="ctr" fontAlgn="ct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中证</a:t>
                      </a:r>
                      <a:r>
                        <a:rPr lang="en-US" altLang="zh-CN"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A500</a:t>
                      </a: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指数成分股占比下限</a:t>
                      </a:r>
                      <a:endPar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800" b="0" i="0">
                          <a:solidFill>
                            <a:srgbClr val="575D67"/>
                          </a:solidFill>
                          <a:latin typeface="方正准圆简体" panose="03000509000000000000" pitchFamily="2" charset="-122"/>
                          <a:ea typeface="方正准圆简体" panose="03000509000000000000" pitchFamily="2" charset="-122"/>
                        </a:rPr>
                        <a:t>85%</a:t>
                      </a:r>
                      <a:endParaRPr lang="en-US" altLang="zh-CN"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9385">
                <a:tc>
                  <a:txBody>
                    <a:bodyPr/>
                    <a:p>
                      <a:pPr algn="ctr" fontAlgn="ctr"/>
                      <a:r>
                        <a:rPr lang="zh-CN" altLang="en-US" sz="800" b="0" i="0">
                          <a:solidFill>
                            <a:srgbClr val="575D67"/>
                          </a:solidFill>
                          <a:latin typeface="方正准圆简体" panose="03000509000000000000" pitchFamily="2" charset="-122"/>
                          <a:ea typeface="方正准圆简体" panose="03000509000000000000" pitchFamily="2" charset="-122"/>
                        </a:rPr>
                        <a:t>年化绝对收益</a:t>
                      </a:r>
                      <a:endParaRPr lang="zh-CN" alt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rPr>
                        <a:t>10.76%</a:t>
                      </a:r>
                      <a:endParaRPr 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8750">
                <a:tc>
                  <a:txBody>
                    <a:bodyPr/>
                    <a:p>
                      <a:pPr algn="ctr" fontAlgn="ctr"/>
                      <a:r>
                        <a:rPr lang="zh-CN" altLang="en-US" sz="800" b="0" i="0">
                          <a:solidFill>
                            <a:srgbClr val="575D67"/>
                          </a:solidFill>
                          <a:latin typeface="方正准圆简体" panose="03000509000000000000" pitchFamily="2" charset="-122"/>
                          <a:ea typeface="方正准圆简体" panose="03000509000000000000" pitchFamily="2" charset="-122"/>
                        </a:rPr>
                        <a:t>年化超额收益</a:t>
                      </a:r>
                      <a:endParaRPr lang="zh-CN" alt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rPr>
                        <a:t>7.55%</a:t>
                      </a:r>
                      <a:endParaRPr 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1785">
                <a:tc>
                  <a:txBody>
                    <a:bodyPr/>
                    <a:p>
                      <a:pPr algn="ctr" fontAlgn="ct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超额收益滚动</a:t>
                      </a:r>
                      <a:r>
                        <a:rPr lang="en-US" altLang="zh-CN"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1</a:t>
                      </a: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年胜率</a:t>
                      </a:r>
                      <a:endPar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rPr>
                        <a:t>100%</a:t>
                      </a:r>
                      <a:endParaRPr 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1785">
                <a:tc>
                  <a:txBody>
                    <a:bodyPr/>
                    <a:p>
                      <a:pPr algn="ctr" fontAlgn="ctr"/>
                      <a:r>
                        <a:rPr lang="zh-CN" altLang="en-US" sz="800" b="0" i="0">
                          <a:solidFill>
                            <a:srgbClr val="575D67"/>
                          </a:solidFill>
                          <a:latin typeface="方正准圆简体" panose="03000509000000000000" pitchFamily="2" charset="-122"/>
                          <a:ea typeface="方正准圆简体" panose="03000509000000000000" pitchFamily="2" charset="-122"/>
                        </a:rPr>
                        <a:t>超额收益最大回撤率</a:t>
                      </a:r>
                      <a:endParaRPr lang="zh-CN" alt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rPr>
                        <a:t>-5.44%</a:t>
                      </a:r>
                      <a:endParaRPr 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8750">
                <a:tc>
                  <a:txBody>
                    <a:bodyPr/>
                    <a:p>
                      <a:pPr algn="ctr" fontAlgn="ct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换手率年化（双边）</a:t>
                      </a:r>
                      <a:endPar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6.35</a:t>
                      </a: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倍</a:t>
                      </a:r>
                      <a:endPar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9385">
                <a:tc>
                  <a:txBody>
                    <a:bodyPr/>
                    <a:p>
                      <a:pPr algn="ctr" fontAlgn="ctr"/>
                      <a:r>
                        <a:rPr lang="en-US" altLang="zh-CN"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2018</a:t>
                      </a: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年超额</a:t>
                      </a:r>
                      <a:endPar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rPr>
                        <a:t>8.99%</a:t>
                      </a:r>
                      <a:endParaRPr 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8750">
                <a:tc>
                  <a:txBody>
                    <a:bodyPr/>
                    <a:p>
                      <a:pPr algn="ctr" fontAlgn="ctr"/>
                      <a:r>
                        <a:rPr lang="en-US" altLang="zh-CN"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2019</a:t>
                      </a: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年超额</a:t>
                      </a:r>
                      <a:endPar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rPr>
                        <a:t>8.09%</a:t>
                      </a:r>
                      <a:endParaRPr 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8115">
                <a:tc>
                  <a:txBody>
                    <a:bodyPr/>
                    <a:p>
                      <a:pPr algn="ctr" fontAlgn="ctr"/>
                      <a:r>
                        <a:rPr lang="en-US" altLang="zh-CN"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2020</a:t>
                      </a: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年超额</a:t>
                      </a:r>
                      <a:endPar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rPr>
                        <a:t>13.11%</a:t>
                      </a:r>
                      <a:endParaRPr 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9385">
                <a:tc>
                  <a:txBody>
                    <a:bodyPr/>
                    <a:p>
                      <a:pPr algn="ctr" fontAlgn="ctr"/>
                      <a:r>
                        <a:rPr lang="en-US" altLang="zh-CN"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2021</a:t>
                      </a: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年超额</a:t>
                      </a:r>
                      <a:endPar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rPr>
                        <a:t>3.23%</a:t>
                      </a:r>
                      <a:endParaRPr 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8750">
                <a:tc>
                  <a:txBody>
                    <a:bodyPr/>
                    <a:p>
                      <a:pPr algn="ctr" fontAlgn="ctr"/>
                      <a:r>
                        <a:rPr lang="en-US" altLang="zh-CN"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2022</a:t>
                      </a: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年超额</a:t>
                      </a:r>
                      <a:endPar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rPr>
                        <a:t>4.12%</a:t>
                      </a:r>
                      <a:endParaRPr 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9385">
                <a:tc>
                  <a:txBody>
                    <a:bodyPr/>
                    <a:p>
                      <a:pPr algn="ctr" fontAlgn="ctr"/>
                      <a:r>
                        <a:rPr lang="en-US" altLang="zh-CN"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2023</a:t>
                      </a: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年超额</a:t>
                      </a:r>
                      <a:endPar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rPr>
                        <a:t>4.74%</a:t>
                      </a:r>
                      <a:endParaRPr 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8115">
                <a:tc>
                  <a:txBody>
                    <a:bodyPr/>
                    <a:p>
                      <a:pPr algn="ctr" fontAlgn="ctr"/>
                      <a:r>
                        <a:rPr lang="en-US" altLang="zh-CN"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2024</a:t>
                      </a: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年超额</a:t>
                      </a:r>
                      <a:endPar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rPr>
                        <a:t>6.27%</a:t>
                      </a:r>
                      <a:endParaRPr 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59385">
                <a:tc>
                  <a:txBody>
                    <a:bodyPr/>
                    <a:p>
                      <a:pPr algn="ctr" fontAlgn="ctr"/>
                      <a:r>
                        <a:rPr lang="en-US" altLang="zh-CN"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2025</a:t>
                      </a:r>
                      <a:r>
                        <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rPr>
                        <a:t>年超额</a:t>
                      </a:r>
                      <a:endParaRPr lang="zh-CN" altLang="en-US" sz="800" b="0" i="0">
                        <a:solidFill>
                          <a:srgbClr val="575D67"/>
                        </a:solidFill>
                        <a:latin typeface="方正准圆简体" panose="03000509000000000000" pitchFamily="2" charset="-122"/>
                        <a:ea typeface="方正准圆简体" panose="03000509000000000000" pitchFamily="2" charset="-122"/>
                        <a:cs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800" b="0" i="0">
                          <a:solidFill>
                            <a:srgbClr val="575D67"/>
                          </a:solidFill>
                          <a:latin typeface="方正准圆简体" panose="03000509000000000000" pitchFamily="2" charset="-122"/>
                          <a:ea typeface="方正准圆简体" panose="03000509000000000000" pitchFamily="2" charset="-122"/>
                        </a:rPr>
                        <a:t>11.75%</a:t>
                      </a:r>
                      <a:endParaRPr lang="en-US" sz="800" b="0" i="0">
                        <a:solidFill>
                          <a:srgbClr val="575D67"/>
                        </a:solidFill>
                        <a:latin typeface="方正准圆简体" panose="03000509000000000000" pitchFamily="2" charset="-122"/>
                        <a:ea typeface="方正准圆简体" panose="03000509000000000000" pitchFamily="2"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9" name="Picture 3" descr="N:\我的作业\平安基金\PPT\001.png"/>
          <p:cNvPicPr>
            <a:picLocks noChangeAspect="1" noChangeArrowheads="1"/>
          </p:cNvPicPr>
          <p:nvPr/>
        </p:nvPicPr>
        <p:blipFill rotWithShape="1">
          <a:blip r:embed="rId1" cstate="screen"/>
          <a:srcRect b="3792"/>
          <a:stretch>
            <a:fillRect/>
          </a:stretch>
        </p:blipFill>
        <p:spPr bwMode="auto">
          <a:xfrm>
            <a:off x="6983431" y="2749005"/>
            <a:ext cx="1571015" cy="2394495"/>
          </a:xfrm>
          <a:prstGeom prst="rect">
            <a:avLst/>
          </a:prstGeom>
          <a:noFill/>
          <a:extLst>
            <a:ext uri="{909E8E84-426E-40DD-AFC4-6F175D3DCCD1}">
              <a14:hiddenFill xmlns:a14="http://schemas.microsoft.com/office/drawing/2010/main">
                <a:solidFill>
                  <a:srgbClr val="FFFFFF"/>
                </a:solidFill>
              </a14:hiddenFill>
            </a:ext>
          </a:extLst>
        </p:spPr>
      </p:pic>
      <p:pic>
        <p:nvPicPr>
          <p:cNvPr id="34820" name="Picture 4" descr="N:\我的作业\平安基金\PPT\002.png"/>
          <p:cNvPicPr>
            <a:picLocks noChangeAspect="1" noChangeArrowheads="1"/>
          </p:cNvPicPr>
          <p:nvPr/>
        </p:nvPicPr>
        <p:blipFill>
          <a:blip r:embed="rId2" cstate="screen"/>
          <a:srcRect/>
          <a:stretch>
            <a:fillRect/>
          </a:stretch>
        </p:blipFill>
        <p:spPr bwMode="auto">
          <a:xfrm>
            <a:off x="701624" y="4312817"/>
            <a:ext cx="2088380" cy="463055"/>
          </a:xfrm>
          <a:prstGeom prst="rect">
            <a:avLst/>
          </a:prstGeom>
          <a:noFill/>
          <a:extLst>
            <a:ext uri="{909E8E84-426E-40DD-AFC4-6F175D3DCCD1}">
              <a14:hiddenFill xmlns:a14="http://schemas.microsoft.com/office/drawing/2010/main">
                <a:solidFill>
                  <a:srgbClr val="FFFFFF"/>
                </a:solidFill>
              </a14:hiddenFill>
            </a:ext>
          </a:extLst>
        </p:spPr>
      </p:pic>
      <p:grpSp>
        <p:nvGrpSpPr>
          <p:cNvPr id="4" name="组合 3"/>
          <p:cNvGrpSpPr/>
          <p:nvPr/>
        </p:nvGrpSpPr>
        <p:grpSpPr>
          <a:xfrm>
            <a:off x="701624" y="3290723"/>
            <a:ext cx="2435615" cy="728520"/>
            <a:chOff x="857077" y="3474343"/>
            <a:chExt cx="5909719" cy="1758950"/>
          </a:xfrm>
        </p:grpSpPr>
        <p:pic>
          <p:nvPicPr>
            <p:cNvPr id="34818" name="Picture 2" descr="N:\我的作业\平安基金\PPT\003.png"/>
            <p:cNvPicPr>
              <a:picLocks noChangeAspect="1" noChangeArrowheads="1"/>
            </p:cNvPicPr>
            <p:nvPr/>
          </p:nvPicPr>
          <p:blipFill>
            <a:blip r:embed="rId3" cstate="screen"/>
            <a:srcRect/>
            <a:stretch>
              <a:fillRect/>
            </a:stretch>
          </p:blipFill>
          <p:spPr bwMode="auto">
            <a:xfrm>
              <a:off x="857077" y="3474343"/>
              <a:ext cx="5608638" cy="175895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6041653" y="4194423"/>
              <a:ext cx="216024"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88390" rtl="0" eaLnBrk="1" fontAlgn="auto" latinLnBrk="0" hangingPunct="1">
                <a:lnSpc>
                  <a:spcPct val="100000"/>
                </a:lnSpc>
                <a:spcBef>
                  <a:spcPts val="0"/>
                </a:spcBef>
                <a:spcAft>
                  <a:spcPts val="0"/>
                </a:spcAft>
                <a:buClrTx/>
                <a:buSzTx/>
                <a:buFontTx/>
                <a:buNone/>
                <a:defRPr/>
              </a:pPr>
              <a:endParaRPr kumimoji="0" lang="zh-CN" altLang="en-US" sz="164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 name="文本框 4"/>
            <p:cNvSpPr txBox="1"/>
            <p:nvPr/>
          </p:nvSpPr>
          <p:spPr>
            <a:xfrm>
              <a:off x="5880280" y="4116984"/>
              <a:ext cx="886516" cy="527405"/>
            </a:xfrm>
            <a:prstGeom prst="rect">
              <a:avLst/>
            </a:prstGeom>
            <a:noFill/>
          </p:spPr>
          <p:txBody>
            <a:bodyPr wrap="square" rtlCol="0">
              <a:spAutoFit/>
            </a:bodyPr>
            <a:lstStyle/>
            <a:p>
              <a:pPr marL="0" marR="0" lvl="0" indent="0" algn="l" defTabSz="1088390" rtl="0" eaLnBrk="1" fontAlgn="auto" latinLnBrk="0" hangingPunct="1">
                <a:lnSpc>
                  <a:spcPct val="100000"/>
                </a:lnSpc>
                <a:spcBef>
                  <a:spcPts val="0"/>
                </a:spcBef>
                <a:spcAft>
                  <a:spcPts val="0"/>
                </a:spcAft>
                <a:buClrTx/>
                <a:buSzTx/>
                <a:buFontTx/>
                <a:buNone/>
                <a:defRPr/>
              </a:pPr>
              <a:r>
                <a:rPr kumimoji="0" lang="en-US" altLang="zh-CN" sz="825" b="0" i="0" u="none" strike="noStrike" kern="1200" cap="none" spc="-137" normalizeH="0" baseline="0" noProof="0">
                  <a:ln>
                    <a:noFill/>
                  </a:ln>
                  <a:solidFill>
                    <a:prstClr val="white">
                      <a:lumMod val="50000"/>
                    </a:prstClr>
                  </a:solidFill>
                  <a:effectLst/>
                  <a:uLnTx/>
                  <a:uFillTx/>
                  <a:latin typeface="Calibri" panose="020F0502020204030204"/>
                  <a:ea typeface="方正准圆简体" panose="03000509000000000000" pitchFamily="2" charset="-122"/>
                  <a:cs typeface="+mn-cs"/>
                </a:rPr>
                <a:t>14</a:t>
              </a:r>
              <a:endParaRPr kumimoji="0" lang="zh-CN" altLang="en-US" sz="825" b="0" i="0" u="none" strike="noStrike" kern="1200" cap="none" spc="-137" normalizeH="0" baseline="0" noProof="0">
                <a:ln>
                  <a:noFill/>
                </a:ln>
                <a:solidFill>
                  <a:prstClr val="white">
                    <a:lumMod val="50000"/>
                  </a:prstClr>
                </a:solidFill>
                <a:effectLst/>
                <a:uLnTx/>
                <a:uFillTx/>
                <a:latin typeface="Calibri" panose="020F0502020204030204"/>
                <a:ea typeface="方正准圆简体" panose="03000509000000000000" pitchFamily="2" charset="-122"/>
                <a:cs typeface="+mn-cs"/>
              </a:endParaRPr>
            </a:p>
          </p:txBody>
        </p:sp>
      </p:grpSp>
      <p:sp>
        <p:nvSpPr>
          <p:cNvPr id="10" name="文本框 9"/>
          <p:cNvSpPr txBox="1"/>
          <p:nvPr/>
        </p:nvSpPr>
        <p:spPr>
          <a:xfrm>
            <a:off x="639279" y="1108670"/>
            <a:ext cx="7307988" cy="1014730"/>
          </a:xfrm>
          <a:prstGeom prst="rect">
            <a:avLst/>
          </a:prstGeom>
          <a:noFill/>
        </p:spPr>
        <p:txBody>
          <a:bodyPr wrap="square" rtlCol="0">
            <a:spAutoFit/>
          </a:bodyPr>
          <a:lstStyle/>
          <a:p>
            <a:pPr marL="0" marR="0" lvl="0" indent="0" algn="ctr" defTabSz="914400" rtl="0" eaLnBrk="1" fontAlgn="auto" latinLnBrk="0" hangingPunct="1">
              <a:lnSpc>
                <a:spcPct val="200000"/>
              </a:lnSpc>
              <a:spcBef>
                <a:spcPts val="0"/>
              </a:spcBef>
              <a:spcAft>
                <a:spcPts val="0"/>
              </a:spcAft>
              <a:buClrTx/>
              <a:buSzTx/>
              <a:buFontTx/>
              <a:buNone/>
              <a:defRPr/>
            </a:pPr>
            <a:r>
              <a:rPr lang="zh-CN" altLang="en-US" sz="3000" b="1">
                <a:solidFill>
                  <a:srgbClr val="FF6600"/>
                </a:solidFill>
                <a:latin typeface="微软雅黑" panose="020B0503020204020204" pitchFamily="34" charset="-122"/>
                <a:ea typeface="微软雅黑" panose="020B0503020204020204" pitchFamily="34" charset="-122"/>
              </a:rPr>
              <a:t>谢  谢！</a:t>
            </a:r>
            <a:endParaRPr kumimoji="0" lang="zh-CN" altLang="en-US" sz="3000" b="1" i="0" u="none" strike="noStrike" kern="1200" cap="none" spc="0" normalizeH="0" baseline="0" noProof="0">
              <a:ln>
                <a:noFill/>
              </a:ln>
              <a:solidFill>
                <a:srgbClr val="FF6600"/>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EE4P_INTELLIGENT_ELEMENT" val="{Name}"/>
</p:tagLst>
</file>

<file path=ppt/tags/tag3.xml><?xml version="1.0" encoding="utf-8"?>
<p:tagLst xmlns:p="http://schemas.openxmlformats.org/presentationml/2006/main">
  <p:tag name="THINKCELLSHAPEDONOTDELETE" val="thinkcellActiveDocDoNotDelete"/>
</p:tagLst>
</file>

<file path=ppt/tags/tag4.xml><?xml version="1.0" encoding="utf-8"?>
<p:tagLst xmlns:p="http://schemas.openxmlformats.org/presentationml/2006/main">
  <p:tag name="THINKCELLSHAPEDONOTDELETE" val="tc3JWICArRGOUzWgcxeJV6g"/>
</p:tagLst>
</file>

<file path=ppt/tags/tag5.xml><?xml version="1.0" encoding="utf-8"?>
<p:tagLst xmlns:p="http://schemas.openxmlformats.org/presentationml/2006/main">
  <p:tag name="THINKCELLSHAPEDONOTDELETE" val="thinkcellActiveDocDoNotDelete"/>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EE4P_INTELLIGENT_ELEMENT" val="{Name}"/>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tc3JWICArRGOUzWgcxeJV6g"/>
</p:tagLst>
</file>

<file path=ppt/tags/tag10.xml><?xml version="1.0" encoding="utf-8"?>
<p:tagLst xmlns:p="http://schemas.openxmlformats.org/presentationml/2006/main">
  <p:tag name="TABLE_ENDDRAG_ORIGIN_RECT" val="235*182"/>
  <p:tag name="TABLE_ENDDRAG_RECT" val="484*215*235*182"/>
</p:tagLst>
</file>

<file path=ppt/tags/tag11.xml><?xml version="1.0" encoding="utf-8"?>
<p:tagLst xmlns:p="http://schemas.openxmlformats.org/presentationml/2006/main">
  <p:tag name="TABLE_ENDDRAG_ORIGIN_RECT" val="791*149"/>
  <p:tag name="TABLE_ENDDRAG_RECT" val="71*216*791*149"/>
</p:tagLst>
</file>

<file path=ppt/tags/tag12.xml><?xml version="1.0" encoding="utf-8"?>
<p:tagLst xmlns:p="http://schemas.openxmlformats.org/presentationml/2006/main">
  <p:tag name="TABLE_ENDDRAG_ORIGIN_RECT" val="792*149"/>
  <p:tag name="TABLE_ENDDRAG_RECT" val="70*382*792*149"/>
</p:tagLst>
</file>

<file path=ppt/tags/tag13.xml><?xml version="1.0" encoding="utf-8"?>
<p:tagLst xmlns:p="http://schemas.openxmlformats.org/presentationml/2006/main">
  <p:tag name="TABLE_ENDDRAG_ORIGIN_RECT" val="868*371"/>
  <p:tag name="TABLE_ENDDRAG_RECT" val="32*152*868*371"/>
</p:tagLst>
</file>

<file path=ppt/tags/tag14.xml><?xml version="1.0" encoding="utf-8"?>
<p:tagLst xmlns:p="http://schemas.openxmlformats.org/presentationml/2006/main">
  <p:tag name="TABLE_ENDDRAG_ORIGIN_RECT" val="204*260"/>
  <p:tag name="TABLE_ENDDRAG_RECT" val="507*83*204*260"/>
</p:tagLst>
</file>

<file path=ppt/tags/tag15.xml><?xml version="1.0" encoding="utf-8"?>
<p:tagLst xmlns:p="http://schemas.openxmlformats.org/presentationml/2006/main">
  <p:tag name="KSO_WPP_MARK_KEY" val="640d2499-b4e7-4bca-8676-d2bef66a9114"/>
  <p:tag name="COMMONDATA" val="eyJoZGlkIjoiNTIwZGM2NjY3ZWIwOTBjMzYyMmVlYTIzNjA0NTc3Njk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自定义 3">
      <a:dk1>
        <a:srgbClr val="E95406"/>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包图主题2">
  <a:themeElements>
    <a:clrScheme name="自定义 277">
      <a:dk1>
        <a:srgbClr val="000000"/>
      </a:dk1>
      <a:lt1>
        <a:srgbClr val="FFFFFF"/>
      </a:lt1>
      <a:dk2>
        <a:srgbClr val="778495"/>
      </a:dk2>
      <a:lt2>
        <a:srgbClr val="F0F0F0"/>
      </a:lt2>
      <a:accent1>
        <a:srgbClr val="E53238"/>
      </a:accent1>
      <a:accent2>
        <a:srgbClr val="0064D2"/>
      </a:accent2>
      <a:accent3>
        <a:srgbClr val="E53238"/>
      </a:accent3>
      <a:accent4>
        <a:srgbClr val="0064D2"/>
      </a:accent4>
      <a:accent5>
        <a:srgbClr val="E53238"/>
      </a:accent5>
      <a:accent6>
        <a:srgbClr val="0064D2"/>
      </a:accent6>
      <a:hlink>
        <a:srgbClr val="E53238"/>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报告模板.pptx</Template>
  <TotalTime>0</TotalTime>
  <Words>6398</Words>
  <Application>WPS 演示</Application>
  <PresentationFormat>全屏显示(16:9)</PresentationFormat>
  <Paragraphs>1015</Paragraphs>
  <Slides>26</Slides>
  <Notes>6</Notes>
  <HiddenSlides>0</HiddenSlides>
  <MMClips>0</MMClips>
  <ScaleCrop>false</ScaleCrop>
  <HeadingPairs>
    <vt:vector size="8" baseType="variant">
      <vt:variant>
        <vt:lpstr>已用的字体</vt:lpstr>
      </vt:variant>
      <vt:variant>
        <vt:i4>18</vt:i4>
      </vt:variant>
      <vt:variant>
        <vt:lpstr>主题</vt:lpstr>
      </vt:variant>
      <vt:variant>
        <vt:i4>6</vt:i4>
      </vt:variant>
      <vt:variant>
        <vt:lpstr>嵌入 OLE 服务器</vt:lpstr>
      </vt:variant>
      <vt:variant>
        <vt:i4>5</vt:i4>
      </vt:variant>
      <vt:variant>
        <vt:lpstr>幻灯片标题</vt:lpstr>
      </vt:variant>
      <vt:variant>
        <vt:i4>26</vt:i4>
      </vt:variant>
    </vt:vector>
  </HeadingPairs>
  <TitlesOfParts>
    <vt:vector size="55" baseType="lpstr">
      <vt:lpstr>Arial</vt:lpstr>
      <vt:lpstr>宋体</vt:lpstr>
      <vt:lpstr>Wingdings</vt:lpstr>
      <vt:lpstr>方正准圆简体</vt:lpstr>
      <vt:lpstr>微软雅黑</vt:lpstr>
      <vt:lpstr>方正小标宋_GBK</vt:lpstr>
      <vt:lpstr>黑体</vt:lpstr>
      <vt:lpstr>华文楷体</vt:lpstr>
      <vt:lpstr>Trebuchet MS</vt:lpstr>
      <vt:lpstr>Calibri</vt:lpstr>
      <vt:lpstr>Arial</vt:lpstr>
      <vt:lpstr>Century Gothic</vt:lpstr>
      <vt:lpstr>等线</vt:lpstr>
      <vt:lpstr>Wingdings</vt:lpstr>
      <vt:lpstr>Arial Unicode MS</vt:lpstr>
      <vt:lpstr>Calibri</vt:lpstr>
      <vt:lpstr>方正粗圆简体</vt:lpstr>
      <vt:lpstr>等线 Light</vt:lpstr>
      <vt:lpstr>自定义设计方案</vt:lpstr>
      <vt:lpstr>2_自定义设计方案</vt:lpstr>
      <vt:lpstr>包图主题2</vt:lpstr>
      <vt:lpstr>2_Office 主题​​</vt:lpstr>
      <vt:lpstr>3_Office 主题​​</vt:lpstr>
      <vt:lpstr>4_Office 主题​​</vt:lpstr>
      <vt:lpstr>TCLayout.ActiveDocument.1</vt:lpstr>
      <vt:lpstr>TCLayout.ActiveDocument.1</vt:lpstr>
      <vt:lpstr>TCLayout.ActiveDocument.1</vt:lpstr>
      <vt:lpstr>TCLayout.ActiveDocument.1</vt:lpstr>
      <vt:lpstr>TCLayout.ActiveDocument.1</vt:lpstr>
      <vt:lpstr>PowerPoint 演示文稿</vt:lpstr>
      <vt:lpstr>PowerPoint 演示文稿</vt:lpstr>
      <vt:lpstr>PowerPoint 演示文稿</vt:lpstr>
      <vt:lpstr>PowerPoint 演示文稿</vt:lpstr>
      <vt:lpstr>PowerPoint 演示文稿</vt:lpstr>
      <vt:lpstr>微盘指数分析</vt:lpstr>
      <vt:lpstr>微盘指数分析</vt:lpstr>
      <vt:lpstr>微盘指数分析</vt:lpstr>
      <vt:lpstr>微盘指数分析</vt:lpstr>
      <vt:lpstr>微盘基金分析</vt:lpstr>
      <vt:lpstr>微盘基金分析</vt:lpstr>
      <vt:lpstr>微盘基金分析</vt:lpstr>
      <vt:lpstr>微盘策略概述</vt:lpstr>
      <vt:lpstr>股票组合回测净值</vt:lpstr>
      <vt:lpstr>股票组合回测指标</vt:lpstr>
      <vt:lpstr>策略迭代</vt:lpstr>
      <vt:lpstr>PowerPoint 演示文稿</vt:lpstr>
      <vt:lpstr>PowerPoint 演示文稿</vt:lpstr>
      <vt:lpstr>PowerPoint 演示文稿</vt:lpstr>
      <vt:lpstr>PowerPoint 演示文稿</vt:lpstr>
      <vt:lpstr>PowerPoint 演示文稿</vt:lpstr>
      <vt:lpstr>PowerPoint 演示文稿</vt:lpstr>
      <vt:lpstr>我们的信号“军火库”</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2019年1-2月社会零售总额数据点评</dc:title>
  <dc:creator>Administrator</dc:creator>
  <cp:lastModifiedBy>WANGHAICHANG466</cp:lastModifiedBy>
  <cp:revision>3460</cp:revision>
  <cp:lastPrinted>2018-11-27T07:36:00Z</cp:lastPrinted>
  <dcterms:created xsi:type="dcterms:W3CDTF">2019-03-14T23:25:00Z</dcterms:created>
  <dcterms:modified xsi:type="dcterms:W3CDTF">2026-05-11T10:38:54Z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D42C14E0844147A19F3E725363206648_12</vt:lpwstr>
  </property>
  <property fmtid="{D5CDD505-2E9C-101B-9397-08002B2CF9AE}" pid="3" name="KSOProductBuildVer">
    <vt:lpwstr>2052-12.8.2.21555</vt:lpwstr>
  </property>
</Properties>
</file>